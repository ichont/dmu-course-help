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00007-8229-4436-85CE-444BCA34FE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AB25-F9C7-4727-9E8D-C200338438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00007-8229-4436-85CE-444BCA34FE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3AB25-F9C7-4727-9E8D-C200338438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目录</a:t>
            </a:r>
            <a:endParaRPr lang="zh-CN" altLang="en-US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黑体" panose="02010609060101010101" pitchFamily="49" charset="-122"/>
              </a:rPr>
              <a:t>考核方式、答疑</a:t>
            </a:r>
            <a:endParaRPr lang="zh-CN" altLang="en-US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rgbClr val="0000CC"/>
                </a:solidFill>
                <a:ea typeface="黑体" panose="02010609060101010101" pitchFamily="49" charset="-122"/>
              </a:rPr>
              <a:t>上机实验安排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机时）</a:t>
            </a:r>
            <a:endParaRPr lang="zh-CN" altLang="en-US" sz="320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en-US" sz="3200">
                <a:solidFill>
                  <a:srgbClr val="0000CC"/>
                </a:solidFill>
                <a:ea typeface="黑体" panose="02010609060101010101" pitchFamily="49" charset="-122"/>
              </a:rPr>
              <a:t>上机实验内容安排</a:t>
            </a:r>
            <a:r>
              <a:rPr lang="zh-CN" altLang="en-US" sz="2800">
                <a:ea typeface="黑体" panose="02010609060101010101" pitchFamily="49" charset="-122"/>
              </a:rPr>
              <a:t>（</a:t>
            </a:r>
            <a:r>
              <a:rPr lang="en-US" altLang="zh-CN" sz="2800">
                <a:ea typeface="黑体" panose="02010609060101010101" pitchFamily="49" charset="-122"/>
              </a:rPr>
              <a:t>16</a:t>
            </a:r>
            <a:r>
              <a:rPr lang="zh-CN" altLang="en-US" sz="2800">
                <a:ea typeface="黑体" panose="02010609060101010101" pitchFamily="49" charset="-122"/>
              </a:rPr>
              <a:t>机时，</a:t>
            </a:r>
            <a:r>
              <a:rPr lang="zh-CN" altLang="zh-CN" sz="2800"/>
              <a:t>扬帆楼</a:t>
            </a:r>
            <a:r>
              <a:rPr lang="en-US" altLang="zh-CN" sz="2800"/>
              <a:t>105</a:t>
            </a:r>
            <a:r>
              <a:rPr lang="zh-CN" altLang="zh-CN" sz="2800"/>
              <a:t>室</a:t>
            </a:r>
            <a:r>
              <a:rPr lang="zh-CN" altLang="en-US" sz="2800">
                <a:ea typeface="黑体" panose="02010609060101010101" pitchFamily="49" charset="-122"/>
              </a:rPr>
              <a:t>）</a:t>
            </a:r>
            <a:br>
              <a:rPr lang="en-US" altLang="zh-CN" sz="3200">
                <a:ea typeface="黑体" panose="02010609060101010101" pitchFamily="49" charset="-122"/>
              </a:rPr>
            </a:br>
            <a:r>
              <a:rPr lang="zh-CN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杂志订购数据库综合实验</a:t>
            </a:r>
            <a:endParaRPr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>
                <a:ea typeface="黑体" panose="02010609060101010101" pitchFamily="49" charset="-122"/>
              </a:rPr>
              <a:t>教材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zh-CN" sz="2800"/>
              <a:t>《</a:t>
            </a:r>
            <a:r>
              <a:rPr lang="en-US" altLang="zh-CN" sz="2800" b="1">
                <a:latin typeface="+mn-ea"/>
              </a:rPr>
              <a:t>SQL Server 2012</a:t>
            </a:r>
            <a:r>
              <a:rPr lang="zh-CN" altLang="zh-CN" sz="2800" b="1">
                <a:latin typeface="+mn-ea"/>
              </a:rPr>
              <a:t>数据库教程（第</a:t>
            </a:r>
            <a:r>
              <a:rPr lang="en-US" altLang="zh-CN" sz="2800" b="1">
                <a:latin typeface="+mn-ea"/>
              </a:rPr>
              <a:t>3</a:t>
            </a:r>
            <a:r>
              <a:rPr lang="zh-CN" altLang="zh-CN" sz="2800" b="1">
                <a:latin typeface="+mn-ea"/>
              </a:rPr>
              <a:t>版）</a:t>
            </a:r>
            <a:r>
              <a:rPr lang="en-US" altLang="zh-CN" sz="2800"/>
              <a:t>》</a:t>
            </a:r>
            <a:r>
              <a:rPr lang="zh-CN" altLang="en-US" sz="2800"/>
              <a:t>目录</a:t>
            </a:r>
            <a:endParaRPr lang="zh-CN" altLang="en-US" sz="2800" dirty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200">
                <a:ea typeface="黑体" panose="02010609060101010101" pitchFamily="49" charset="-122"/>
              </a:rPr>
              <a:t>参考书</a:t>
            </a:r>
            <a:endParaRPr lang="zh-CN" altLang="en-US" sz="320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400" b="1">
                <a:latin typeface="宋体" panose="02010600030101010101" pitchFamily="2" charset="-122"/>
              </a:rPr>
              <a:t>《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数据库与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</a:rPr>
              <a:t>SQL SERVER 2005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教程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</a:rPr>
              <a:t>》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目录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SQL Server RDBMS 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发展简史</a:t>
            </a:r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>
                <a:latin typeface="华文琥珀" panose="02010800040101010101" pitchFamily="2" charset="-122"/>
                <a:ea typeface="华文琥珀" panose="02010800040101010101" pitchFamily="2" charset="-122"/>
              </a:rPr>
              <a:t>微软的宝</a:t>
            </a:r>
            <a:r>
              <a:rPr lang="en-US" altLang="zh-CN" sz="2800">
                <a:ea typeface="华文琥珀" panose="02010800040101010101" pitchFamily="2" charset="-122"/>
              </a:rPr>
              <a:t>——</a:t>
            </a:r>
            <a:r>
              <a:rPr lang="zh-CN" altLang="en-US" sz="2800">
                <a:latin typeface="华文琥珀" panose="02010800040101010101" pitchFamily="2" charset="-122"/>
                <a:ea typeface="华文琥珀" panose="02010800040101010101" pitchFamily="2" charset="-122"/>
              </a:rPr>
              <a:t>詹姆斯</a:t>
            </a:r>
            <a:r>
              <a:rPr lang="en-US" altLang="zh-CN" sz="2800">
                <a:ea typeface="华文琥珀" panose="02010800040101010101" pitchFamily="2" charset="-122"/>
              </a:rPr>
              <a:t>·</a:t>
            </a:r>
            <a:r>
              <a:rPr lang="zh-CN" altLang="en-US" sz="2800">
                <a:latin typeface="华文琥珀" panose="02010800040101010101" pitchFamily="2" charset="-122"/>
                <a:ea typeface="华文琥珀" panose="02010800040101010101" pitchFamily="2" charset="-122"/>
              </a:rPr>
              <a:t>尼古拉</a:t>
            </a:r>
            <a:r>
              <a:rPr lang="en-US" altLang="zh-CN" sz="2800">
                <a:ea typeface="华文琥珀" panose="02010800040101010101" pitchFamily="2" charset="-122"/>
              </a:rPr>
              <a:t>·</a:t>
            </a:r>
            <a:r>
              <a:rPr lang="zh-CN" altLang="en-US" sz="2800">
                <a:latin typeface="华文琥珀" panose="02010800040101010101" pitchFamily="2" charset="-122"/>
                <a:ea typeface="华文琥珀" panose="02010800040101010101" pitchFamily="2" charset="-122"/>
              </a:rPr>
              <a:t>格雷</a:t>
            </a:r>
            <a:br>
              <a:rPr lang="zh-CN" altLang="en-US" sz="2800"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r>
              <a:rPr lang="en-US" altLang="zh-CN" sz="2800">
                <a:latin typeface="Times New Roman" panose="02020603050405020304" pitchFamily="18" charset="0"/>
                <a:ea typeface="华文琥珀" panose="02010800040101010101" pitchFamily="2" charset="-122"/>
              </a:rPr>
              <a:t>James Nicholas "Jim" Gray</a:t>
            </a:r>
            <a:r>
              <a:rPr lang="zh-CN" altLang="en-US" sz="2800">
                <a:latin typeface="Times New Roman" panose="02020603050405020304" pitchFamily="18" charset="0"/>
                <a:ea typeface="华文琥珀" panose="02010800040101010101" pitchFamily="2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华文琥珀" panose="02010800040101010101" pitchFamily="2" charset="-122"/>
              </a:rPr>
              <a:t>1944</a:t>
            </a:r>
            <a:r>
              <a:rPr lang="zh-CN" altLang="en-US" sz="2800">
                <a:latin typeface="Times New Roman" panose="02020603050405020304" pitchFamily="18" charset="0"/>
                <a:ea typeface="华文琥珀" panose="02010800040101010101" pitchFamily="2" charset="-122"/>
              </a:rPr>
              <a:t>年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－</a:t>
            </a:r>
            <a:r>
              <a:rPr lang="zh-CN" altLang="en-US"/>
              <a:t> </a:t>
            </a:r>
            <a:endParaRPr lang="en-US" altLang="zh-CN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200">
                <a:ea typeface="黑体" panose="02010609060101010101" pitchFamily="49" charset="-122"/>
              </a:rPr>
              <a:t>计算机界的诺贝尔奖</a:t>
            </a:r>
            <a:br>
              <a:rPr lang="zh-CN" altLang="en-US" sz="3200">
                <a:ea typeface="黑体" panose="02010609060101010101" pitchFamily="49" charset="-122"/>
              </a:rPr>
            </a:br>
            <a:r>
              <a:rPr lang="en-US" altLang="zh-CN" sz="3200">
                <a:ea typeface="黑体" panose="02010609060101010101" pitchFamily="49" charset="-122"/>
              </a:rPr>
              <a:t>——</a:t>
            </a:r>
            <a:r>
              <a:rPr lang="zh-CN" altLang="en-US" sz="3200">
                <a:ea typeface="黑体" panose="02010609060101010101" pitchFamily="49" charset="-122"/>
              </a:rPr>
              <a:t>图灵奖</a:t>
            </a:r>
            <a:endParaRPr lang="zh-CN" altLang="en-US" sz="320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 Memory of Jim Gray</a:t>
            </a:r>
            <a:endParaRPr lang="en-US" altLang="zh-CN" sz="3200" b="1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 advTm="0">
    <p:dissolve/>
  </p:transition>
</p:sld>
</file>

<file path=ppt/tags/tag1.xml><?xml version="1.0" encoding="utf-8"?>
<p:tagLst xmlns:p="http://schemas.openxmlformats.org/presentationml/2006/main">
  <p:tag name="KSO_WPP_MARK_KEY" val="9a4a95ec-2154-410a-8b88-f49add439f6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WPS 演示</Application>
  <PresentationFormat>全屏显示(4:3)</PresentationFormat>
  <Paragraphs>26</Paragraphs>
  <Slides>14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黑体</vt:lpstr>
      <vt:lpstr>Times New Roman</vt:lpstr>
      <vt:lpstr>华文琥珀</vt:lpstr>
      <vt:lpstr>华文行楷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目录</vt:lpstr>
      <vt:lpstr>引言</vt:lpstr>
      <vt:lpstr>考核方式、答疑</vt:lpstr>
      <vt:lpstr>上机实验安排（16机时）</vt:lpstr>
      <vt:lpstr>上机实验内容安排（16机时，扬帆楼105室） 杂志订购数据库综合实验</vt:lpstr>
      <vt:lpstr>教材</vt:lpstr>
      <vt:lpstr>《SQL Server 2012数据库教程（第3版）》目录</vt:lpstr>
      <vt:lpstr>参考书</vt:lpstr>
      <vt:lpstr>《数据库与SQL SERVER 2005教程》目录</vt:lpstr>
      <vt:lpstr>SQL Server RDBMS 发展简史</vt:lpstr>
      <vt:lpstr>微软的宝——詹姆斯·尼古拉·格雷 James Nicholas "Jim" Gray，1944年－ </vt:lpstr>
      <vt:lpstr>计算机界的诺贝尔奖 ——图灵奖</vt:lpstr>
      <vt:lpstr>In Memory of Jim Gray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sjy</dc:creator>
  <cp:lastModifiedBy>微信用户</cp:lastModifiedBy>
  <cp:revision>2</cp:revision>
  <dcterms:created xsi:type="dcterms:W3CDTF">2023-09-01T02:04:00Z</dcterms:created>
  <dcterms:modified xsi:type="dcterms:W3CDTF">2023-09-11T07:24:09Z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4703C18142A5479F904EB6D78E04AF57_13</vt:lpwstr>
  </property>
  <property fmtid="{D5CDD505-2E9C-101B-9397-08002B2CF9AE}" pid="3" name="KSOProductBuildVer">
    <vt:lpwstr>2052-11.1.0.14309</vt:lpwstr>
  </property>
</Properties>
</file>