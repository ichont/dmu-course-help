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83"/>
  </p:notesMasterIdLst>
  <p:handoutMasterIdLst>
    <p:handoutMasterId r:id="rId84"/>
  </p:handoutMasterIdLst>
  <p:sldIdLst>
    <p:sldId id="1004" r:id="rId2"/>
    <p:sldId id="1302" r:id="rId3"/>
    <p:sldId id="1303" r:id="rId4"/>
    <p:sldId id="1307" r:id="rId5"/>
    <p:sldId id="1305" r:id="rId6"/>
    <p:sldId id="1300" r:id="rId7"/>
    <p:sldId id="1377" r:id="rId8"/>
    <p:sldId id="1311" r:id="rId9"/>
    <p:sldId id="1378" r:id="rId10"/>
    <p:sldId id="1312" r:id="rId11"/>
    <p:sldId id="1340" r:id="rId12"/>
    <p:sldId id="618" r:id="rId13"/>
    <p:sldId id="683" r:id="rId14"/>
    <p:sldId id="684" r:id="rId15"/>
    <p:sldId id="1313" r:id="rId16"/>
    <p:sldId id="1317" r:id="rId17"/>
    <p:sldId id="621" r:id="rId18"/>
    <p:sldId id="624" r:id="rId19"/>
    <p:sldId id="1315" r:id="rId20"/>
    <p:sldId id="604" r:id="rId21"/>
    <p:sldId id="1314" r:id="rId22"/>
    <p:sldId id="685" r:id="rId23"/>
    <p:sldId id="1301" r:id="rId24"/>
    <p:sldId id="730" r:id="rId25"/>
    <p:sldId id="1382" r:id="rId26"/>
    <p:sldId id="1316" r:id="rId27"/>
    <p:sldId id="1321" r:id="rId28"/>
    <p:sldId id="1383" r:id="rId29"/>
    <p:sldId id="733" r:id="rId30"/>
    <p:sldId id="774" r:id="rId31"/>
    <p:sldId id="1319" r:id="rId32"/>
    <p:sldId id="768" r:id="rId33"/>
    <p:sldId id="1328" r:id="rId34"/>
    <p:sldId id="773" r:id="rId35"/>
    <p:sldId id="1322" r:id="rId36"/>
    <p:sldId id="1324" r:id="rId37"/>
    <p:sldId id="747" r:id="rId38"/>
    <p:sldId id="751" r:id="rId39"/>
    <p:sldId id="749" r:id="rId40"/>
    <p:sldId id="629" r:id="rId41"/>
    <p:sldId id="1329" r:id="rId42"/>
    <p:sldId id="1337" r:id="rId43"/>
    <p:sldId id="1338" r:id="rId44"/>
    <p:sldId id="1339" r:id="rId45"/>
    <p:sldId id="1334" r:id="rId46"/>
    <p:sldId id="1335" r:id="rId47"/>
    <p:sldId id="1332" r:id="rId48"/>
    <p:sldId id="1371" r:id="rId49"/>
    <p:sldId id="1372" r:id="rId50"/>
    <p:sldId id="1374" r:id="rId51"/>
    <p:sldId id="662" r:id="rId52"/>
    <p:sldId id="1375" r:id="rId53"/>
    <p:sldId id="1376" r:id="rId54"/>
    <p:sldId id="1346" r:id="rId55"/>
    <p:sldId id="1347" r:id="rId56"/>
    <p:sldId id="1348" r:id="rId57"/>
    <p:sldId id="787" r:id="rId58"/>
    <p:sldId id="506" r:id="rId59"/>
    <p:sldId id="1352" r:id="rId60"/>
    <p:sldId id="613" r:id="rId61"/>
    <p:sldId id="616" r:id="rId62"/>
    <p:sldId id="1353" r:id="rId63"/>
    <p:sldId id="633" r:id="rId64"/>
    <p:sldId id="590" r:id="rId65"/>
    <p:sldId id="644" r:id="rId66"/>
    <p:sldId id="617" r:id="rId67"/>
    <p:sldId id="645" r:id="rId68"/>
    <p:sldId id="626" r:id="rId69"/>
    <p:sldId id="646" r:id="rId70"/>
    <p:sldId id="647" r:id="rId71"/>
    <p:sldId id="630" r:id="rId72"/>
    <p:sldId id="631" r:id="rId73"/>
    <p:sldId id="1360" r:id="rId74"/>
    <p:sldId id="665" r:id="rId75"/>
    <p:sldId id="664" r:id="rId76"/>
    <p:sldId id="622" r:id="rId77"/>
    <p:sldId id="657" r:id="rId78"/>
    <p:sldId id="623" r:id="rId79"/>
    <p:sldId id="1379" r:id="rId80"/>
    <p:sldId id="1380" r:id="rId81"/>
    <p:sldId id="1381" r:id="rId82"/>
  </p:sldIdLst>
  <p:sldSz cx="9144000" cy="6858000" type="screen4x3"/>
  <p:notesSz cx="6858000" cy="9144000"/>
  <p:defaultTextStyle>
    <a:defPPr>
      <a:defRPr lang="zh-CN"/>
    </a:defPPr>
    <a:lvl1pPr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1pPr>
    <a:lvl2pPr marL="4572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9pPr>
  </p:defaultTextStyle>
  <p:extLst>
    <p:ext uri="{521415D9-36F7-43E2-AB2F-B90AF26B5E84}">
      <p14:sectionLst xmlns:p14="http://schemas.microsoft.com/office/powerpoint/2010/main">
        <p14:section name="默认节" id="{648D39FF-9B98-41A3-B208-5AF141360F82}">
          <p14:sldIdLst>
            <p14:sldId id="1004"/>
            <p14:sldId id="1302"/>
            <p14:sldId id="1303"/>
            <p14:sldId id="1307"/>
            <p14:sldId id="1305"/>
            <p14:sldId id="1300"/>
            <p14:sldId id="1377"/>
            <p14:sldId id="1311"/>
            <p14:sldId id="1378"/>
            <p14:sldId id="1312"/>
            <p14:sldId id="1340"/>
            <p14:sldId id="618"/>
            <p14:sldId id="683"/>
            <p14:sldId id="684"/>
            <p14:sldId id="1313"/>
            <p14:sldId id="1317"/>
            <p14:sldId id="621"/>
            <p14:sldId id="624"/>
            <p14:sldId id="1315"/>
            <p14:sldId id="604"/>
            <p14:sldId id="1314"/>
            <p14:sldId id="685"/>
            <p14:sldId id="1301"/>
            <p14:sldId id="730"/>
            <p14:sldId id="1382"/>
            <p14:sldId id="1316"/>
            <p14:sldId id="1321"/>
            <p14:sldId id="1383"/>
            <p14:sldId id="733"/>
            <p14:sldId id="774"/>
            <p14:sldId id="1319"/>
            <p14:sldId id="768"/>
            <p14:sldId id="1328"/>
            <p14:sldId id="773"/>
            <p14:sldId id="1322"/>
            <p14:sldId id="1324"/>
            <p14:sldId id="747"/>
            <p14:sldId id="751"/>
            <p14:sldId id="749"/>
            <p14:sldId id="629"/>
            <p14:sldId id="1329"/>
            <p14:sldId id="1337"/>
            <p14:sldId id="1338"/>
            <p14:sldId id="1339"/>
            <p14:sldId id="1334"/>
            <p14:sldId id="1335"/>
            <p14:sldId id="1332"/>
            <p14:sldId id="1371"/>
            <p14:sldId id="1372"/>
            <p14:sldId id="1374"/>
            <p14:sldId id="662"/>
            <p14:sldId id="1375"/>
            <p14:sldId id="1376"/>
            <p14:sldId id="1346"/>
            <p14:sldId id="1347"/>
            <p14:sldId id="1348"/>
            <p14:sldId id="787"/>
            <p14:sldId id="506"/>
            <p14:sldId id="1352"/>
            <p14:sldId id="613"/>
            <p14:sldId id="616"/>
            <p14:sldId id="1353"/>
            <p14:sldId id="633"/>
            <p14:sldId id="590"/>
            <p14:sldId id="644"/>
            <p14:sldId id="617"/>
            <p14:sldId id="645"/>
            <p14:sldId id="626"/>
          </p14:sldIdLst>
        </p14:section>
        <p14:section name="无标题节" id="{A8E58A6A-0C32-4F6E-97D2-0FEC50D03B7D}">
          <p14:sldIdLst>
            <p14:sldId id="646"/>
            <p14:sldId id="647"/>
            <p14:sldId id="630"/>
            <p14:sldId id="631"/>
            <p14:sldId id="1360"/>
            <p14:sldId id="665"/>
            <p14:sldId id="664"/>
            <p14:sldId id="622"/>
            <p14:sldId id="657"/>
            <p14:sldId id="623"/>
          </p14:sldIdLst>
        </p14:section>
        <p14:section name="无标题节" id="{AE64ACB7-3C47-4E33-BD1D-B26F122DF306}">
          <p14:sldIdLst>
            <p14:sldId id="1379"/>
            <p14:sldId id="1380"/>
            <p14:sldId id="1381"/>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00FF"/>
    <a:srgbClr val="00CC00"/>
    <a:srgbClr val="CCFFCC"/>
    <a:srgbClr val="5872F2"/>
    <a:srgbClr val="CDD5FB"/>
    <a:srgbClr val="D60093"/>
    <a:srgbClr val="FBBBFD"/>
    <a:srgbClr val="FFFF00"/>
    <a:srgbClr val="006600"/>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06" autoAdjust="0"/>
    <p:restoredTop sz="88198" autoAdjust="0"/>
  </p:normalViewPr>
  <p:slideViewPr>
    <p:cSldViewPr>
      <p:cViewPr varScale="1">
        <p:scale>
          <a:sx n="93" d="100"/>
          <a:sy n="93" d="100"/>
        </p:scale>
        <p:origin x="1596"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44" d="100"/>
        <a:sy n="44" d="100"/>
      </p:scale>
      <p:origin x="0" y="-1904"/>
    </p:cViewPr>
  </p:sorterViewPr>
  <p:notesViewPr>
    <p:cSldViewPr>
      <p:cViewPr varScale="1">
        <p:scale>
          <a:sx n="58" d="100"/>
          <a:sy n="58" d="100"/>
        </p:scale>
        <p:origin x="-1764"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handoutMaster" Target="handoutMasters/handout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8.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8.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32147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a:lnSpc>
                <a:spcPct val="100000"/>
              </a:lnSpc>
              <a:spcBef>
                <a:spcPct val="0"/>
              </a:spcBef>
              <a:buClrTx/>
              <a:buSzTx/>
              <a:buFontTx/>
              <a:buNone/>
              <a:defRPr sz="1000" b="0" i="1">
                <a:solidFill>
                  <a:schemeClr val="tx1"/>
                </a:solidFill>
                <a:effectLst/>
                <a:latin typeface="Times New Roman" pitchFamily="18" charset="0"/>
              </a:defRPr>
            </a:lvl1pPr>
          </a:lstStyle>
          <a:p>
            <a:pPr>
              <a:defRPr/>
            </a:pPr>
            <a:endParaRPr lang="en-US" altLang="zh-CN"/>
          </a:p>
        </p:txBody>
      </p:sp>
      <p:sp>
        <p:nvSpPr>
          <p:cNvPr id="205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algn="r">
              <a:lnSpc>
                <a:spcPct val="100000"/>
              </a:lnSpc>
              <a:spcBef>
                <a:spcPct val="0"/>
              </a:spcBef>
              <a:buClrTx/>
              <a:buSzTx/>
              <a:buFontTx/>
              <a:buNone/>
              <a:defRPr sz="1000" b="0" i="1">
                <a:solidFill>
                  <a:schemeClr val="tx1"/>
                </a:solidFill>
                <a:effectLst/>
                <a:latin typeface="Times New Roman" pitchFamily="18" charset="0"/>
              </a:defRPr>
            </a:lvl1pPr>
          </a:lstStyle>
          <a:p>
            <a:pPr>
              <a:defRPr/>
            </a:pPr>
            <a:endParaRPr lang="en-US" altLang="zh-CN"/>
          </a:p>
        </p:txBody>
      </p:sp>
      <p:sp>
        <p:nvSpPr>
          <p:cNvPr id="15364" name="Rectangle 4"/>
          <p:cNvSpPr>
            <a:spLocks noGrp="1" noRot="1" noChangeAspect="1" noChangeArrowheads="1" noTextEdit="1"/>
          </p:cNvSpPr>
          <p:nvPr>
            <p:ph type="sldImg" idx="2"/>
          </p:nvPr>
        </p:nvSpPr>
        <p:spPr bwMode="auto">
          <a:xfrm>
            <a:off x="1149350" y="692150"/>
            <a:ext cx="4559300" cy="34163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205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205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a:lnSpc>
                <a:spcPct val="100000"/>
              </a:lnSpc>
              <a:spcBef>
                <a:spcPct val="0"/>
              </a:spcBef>
              <a:buClrTx/>
              <a:buSzTx/>
              <a:buFontTx/>
              <a:buNone/>
              <a:defRPr sz="1000" b="0" i="1">
                <a:solidFill>
                  <a:schemeClr val="tx1"/>
                </a:solidFill>
                <a:effectLst/>
                <a:latin typeface="Times New Roman" pitchFamily="18" charset="0"/>
              </a:defRPr>
            </a:lvl1pPr>
          </a:lstStyle>
          <a:p>
            <a:pPr>
              <a:defRPr/>
            </a:pPr>
            <a:endParaRPr lang="en-US" altLang="zh-CN"/>
          </a:p>
        </p:txBody>
      </p:sp>
      <p:sp>
        <p:nvSpPr>
          <p:cNvPr id="205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algn="r">
              <a:lnSpc>
                <a:spcPct val="100000"/>
              </a:lnSpc>
              <a:spcBef>
                <a:spcPct val="0"/>
              </a:spcBef>
              <a:buClrTx/>
              <a:buSzTx/>
              <a:buFontTx/>
              <a:buNone/>
              <a:defRPr sz="1000" b="0" i="1">
                <a:solidFill>
                  <a:schemeClr val="tx1"/>
                </a:solidFill>
                <a:latin typeface="Times New Roman" panose="02020603050405020304" pitchFamily="18" charset="0"/>
              </a:defRPr>
            </a:lvl1pPr>
          </a:lstStyle>
          <a:p>
            <a:pPr>
              <a:defRPr/>
            </a:pPr>
            <a:fld id="{B4AD9251-16E8-4FE0-8FFB-FFF0533BDB86}" type="slidenum">
              <a:rPr lang="en-US" altLang="zh-CN"/>
              <a:pPr>
                <a:defRPr/>
              </a:pPr>
              <a:t>‹#›</a:t>
            </a:fld>
            <a:endParaRPr lang="en-US" altLang="zh-CN"/>
          </a:p>
        </p:txBody>
      </p:sp>
    </p:spTree>
    <p:extLst>
      <p:ext uri="{BB962C8B-B14F-4D97-AF65-F5344CB8AC3E}">
        <p14:creationId xmlns:p14="http://schemas.microsoft.com/office/powerpoint/2010/main" val="274915413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3" Type="http://schemas.openxmlformats.org/officeDocument/2006/relationships/hyperlink" Target="http://www.kerneltravel.net/journal/v/mem.htm#_ftn4" TargetMode="External"/><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1</a:t>
            </a:fld>
            <a:endParaRPr lang="en-US" altLang="zh-CN"/>
          </a:p>
        </p:txBody>
      </p:sp>
    </p:spTree>
    <p:extLst>
      <p:ext uri="{BB962C8B-B14F-4D97-AF65-F5344CB8AC3E}">
        <p14:creationId xmlns:p14="http://schemas.microsoft.com/office/powerpoint/2010/main" val="41577270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3</a:t>
            </a:fld>
            <a:endParaRPr lang="en-US" altLang="zh-CN"/>
          </a:p>
        </p:txBody>
      </p:sp>
    </p:spTree>
    <p:extLst>
      <p:ext uri="{BB962C8B-B14F-4D97-AF65-F5344CB8AC3E}">
        <p14:creationId xmlns:p14="http://schemas.microsoft.com/office/powerpoint/2010/main" val="23126003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4</a:t>
            </a:fld>
            <a:endParaRPr lang="en-US" altLang="zh-CN"/>
          </a:p>
        </p:txBody>
      </p:sp>
    </p:spTree>
    <p:extLst>
      <p:ext uri="{BB962C8B-B14F-4D97-AF65-F5344CB8AC3E}">
        <p14:creationId xmlns:p14="http://schemas.microsoft.com/office/powerpoint/2010/main" val="15364476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a:extLst>
              <a:ext uri="{FF2B5EF4-FFF2-40B4-BE49-F238E27FC236}">
                <a16:creationId xmlns:a16="http://schemas.microsoft.com/office/drawing/2014/main" id="{1153A300-D890-4B6A-ABDE-CD4C4B1B8221}"/>
              </a:ext>
            </a:extLst>
          </p:cNvPr>
          <p:cNvSpPr>
            <a:spLocks noGrp="1" noRot="1" noChangeAspect="1" noTextEdit="1"/>
          </p:cNvSpPr>
          <p:nvPr>
            <p:ph type="sldImg"/>
          </p:nvPr>
        </p:nvSpPr>
        <p:spPr>
          <a:xfrm>
            <a:off x="1150938" y="692150"/>
            <a:ext cx="4556125" cy="3416300"/>
          </a:xfrm>
          <a:ln/>
        </p:spPr>
      </p:sp>
      <p:sp>
        <p:nvSpPr>
          <p:cNvPr id="30723" name="备注占位符 2">
            <a:extLst>
              <a:ext uri="{FF2B5EF4-FFF2-40B4-BE49-F238E27FC236}">
                <a16:creationId xmlns:a16="http://schemas.microsoft.com/office/drawing/2014/main" id="{B5E74152-85D6-4B23-9357-69B9610B0602}"/>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endParaRPr lang="zh-CN" altLang="en-US" dirty="0"/>
          </a:p>
        </p:txBody>
      </p:sp>
      <p:sp>
        <p:nvSpPr>
          <p:cNvPr id="30724" name="灯片编号占位符 3">
            <a:extLst>
              <a:ext uri="{FF2B5EF4-FFF2-40B4-BE49-F238E27FC236}">
                <a16:creationId xmlns:a16="http://schemas.microsoft.com/office/drawing/2014/main" id="{C7B3FBF8-7DFB-4824-AFB1-E1FD61172BEB}"/>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5C032B9-9F4B-4885-94DE-F7753AE21587}" type="slidenum">
              <a:rPr lang="en-US" altLang="zh-CN" sz="1300" smtClean="0">
                <a:ea typeface="隶书" panose="02010509060101010101" pitchFamily="49" charset="-122"/>
              </a:rPr>
              <a:pPr>
                <a:spcBef>
                  <a:spcPct val="0"/>
                </a:spcBef>
              </a:pPr>
              <a:t>6</a:t>
            </a:fld>
            <a:endParaRPr lang="en-US" altLang="zh-CN" sz="1300">
              <a:ea typeface="隶书" panose="02010509060101010101" pitchFamily="49" charset="-122"/>
            </a:endParaRPr>
          </a:p>
        </p:txBody>
      </p:sp>
    </p:spTree>
    <p:extLst>
      <p:ext uri="{BB962C8B-B14F-4D97-AF65-F5344CB8AC3E}">
        <p14:creationId xmlns:p14="http://schemas.microsoft.com/office/powerpoint/2010/main" val="37840736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7</a:t>
            </a:fld>
            <a:endParaRPr lang="en-US" altLang="zh-CN"/>
          </a:p>
        </p:txBody>
      </p:sp>
    </p:spTree>
    <p:extLst>
      <p:ext uri="{BB962C8B-B14F-4D97-AF65-F5344CB8AC3E}">
        <p14:creationId xmlns:p14="http://schemas.microsoft.com/office/powerpoint/2010/main" val="13966287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8</a:t>
            </a:fld>
            <a:endParaRPr lang="en-US" altLang="zh-CN"/>
          </a:p>
        </p:txBody>
      </p:sp>
    </p:spTree>
    <p:extLst>
      <p:ext uri="{BB962C8B-B14F-4D97-AF65-F5344CB8AC3E}">
        <p14:creationId xmlns:p14="http://schemas.microsoft.com/office/powerpoint/2010/main" val="30529593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lang="zh-CN" altLang="en-US" dirty="0" smtClean="0">
                <a:solidFill>
                  <a:srgbClr val="FF0000"/>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为子进程的页表分配页面、为子进程的页分配页面、初始化子进程的页表、把父进程的页复制到子进程相应的页中</a:t>
            </a:r>
            <a:endParaRPr lang="en-US" altLang="zh-CN" dirty="0" smtClean="0">
              <a:solidFill>
                <a:srgbClr val="FF0000"/>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a:p>
            <a:r>
              <a:rPr lang="zh-CN" altLang="zh-CN" dirty="0" smtClean="0">
                <a:solidFill>
                  <a:srgbClr val="FF0000"/>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破坏了高速缓存中的内容</a:t>
            </a:r>
            <a:r>
              <a:rPr lang="zh-CN" altLang="en-US" dirty="0" smtClean="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a:t>
            </a:r>
            <a:endParaRPr lang="en-US" altLang="zh-CN" dirty="0" smtClean="0"/>
          </a:p>
          <a:p>
            <a:endParaRPr lang="en-US" altLang="zh-CN" dirty="0" smtClean="0"/>
          </a:p>
          <a:p>
            <a:r>
              <a:rPr lang="en-US" altLang="zh-CN" dirty="0" smtClean="0"/>
              <a:t>COW</a:t>
            </a:r>
            <a:r>
              <a:rPr lang="zh-CN" altLang="en-US" dirty="0"/>
              <a:t>技术可</a:t>
            </a:r>
            <a:r>
              <a:rPr lang="zh-CN" altLang="en-US" b="1" dirty="0"/>
              <a:t>减少</a:t>
            </a:r>
            <a:r>
              <a:rPr lang="zh-CN" altLang="en-US" dirty="0"/>
              <a:t>分配和复制大量资源时带来的</a:t>
            </a:r>
            <a:r>
              <a:rPr lang="zh-CN" altLang="en-US" b="1" dirty="0"/>
              <a:t>瞬间延时</a:t>
            </a:r>
            <a:r>
              <a:rPr lang="zh-CN" altLang="en-US" dirty="0"/>
              <a:t>。</a:t>
            </a:r>
          </a:p>
          <a:p>
            <a:r>
              <a:rPr lang="zh-CN" altLang="en-US" dirty="0" smtClean="0"/>
              <a:t>可</a:t>
            </a:r>
            <a:r>
              <a:rPr lang="zh-CN" altLang="en-US" dirty="0"/>
              <a:t>减少</a:t>
            </a:r>
            <a:r>
              <a:rPr lang="zh-CN" altLang="en-US" b="1" dirty="0"/>
              <a:t>不必要的资源分配</a:t>
            </a:r>
            <a:r>
              <a:rPr lang="zh-CN" altLang="en-US" dirty="0"/>
              <a:t>。比如</a:t>
            </a:r>
            <a:r>
              <a:rPr lang="en-US" altLang="zh-CN" dirty="0"/>
              <a:t>fork</a:t>
            </a:r>
            <a:r>
              <a:rPr lang="zh-CN" altLang="en-US" dirty="0"/>
              <a:t>进程时，并不是所有的页面都需要复制，父进程的</a:t>
            </a:r>
            <a:r>
              <a:rPr lang="zh-CN" altLang="en-US" b="1" dirty="0"/>
              <a:t>代码段和只读数据段都不被允许修改，所以无需复制</a:t>
            </a:r>
            <a:r>
              <a:rPr lang="zh-CN" altLang="en-US" dirty="0"/>
              <a:t>。</a:t>
            </a:r>
          </a:p>
          <a:p>
            <a:r>
              <a:rPr lang="en-US" altLang="zh-CN" dirty="0"/>
              <a:t>Copy On Write</a:t>
            </a:r>
            <a:r>
              <a:rPr lang="zh-CN" altLang="en-US" dirty="0"/>
              <a:t>技术</a:t>
            </a:r>
            <a:r>
              <a:rPr lang="zh-CN" altLang="en-US" b="1" dirty="0"/>
              <a:t>缺点</a:t>
            </a:r>
            <a:r>
              <a:rPr lang="zh-CN" altLang="en-US" dirty="0"/>
              <a:t>是什么？</a:t>
            </a:r>
          </a:p>
          <a:p>
            <a:r>
              <a:rPr lang="zh-CN" altLang="en-US" dirty="0"/>
              <a:t>几句话总结</a:t>
            </a:r>
            <a:r>
              <a:rPr lang="en-US" altLang="zh-CN" dirty="0"/>
              <a:t>Linux</a:t>
            </a:r>
            <a:r>
              <a:rPr lang="zh-CN" altLang="en-US" dirty="0"/>
              <a:t>的</a:t>
            </a:r>
            <a:r>
              <a:rPr lang="en-US" altLang="zh-CN" dirty="0"/>
              <a:t>Copy On Write</a:t>
            </a:r>
            <a:r>
              <a:rPr lang="zh-CN" altLang="en-US" dirty="0"/>
              <a:t>技术：</a:t>
            </a:r>
          </a:p>
          <a:p>
            <a:r>
              <a:rPr lang="en-US" altLang="zh-CN" dirty="0"/>
              <a:t>fork</a:t>
            </a:r>
            <a:r>
              <a:rPr lang="zh-CN" altLang="en-US" dirty="0"/>
              <a:t>出的子进程共享父进程的物理空间，当父子进程</a:t>
            </a:r>
            <a:r>
              <a:rPr lang="zh-CN" altLang="en-US" b="1" dirty="0"/>
              <a:t>有内存写入操作时</a:t>
            </a:r>
            <a:r>
              <a:rPr lang="zh-CN" altLang="en-US" dirty="0"/>
              <a:t>，</a:t>
            </a:r>
            <a:r>
              <a:rPr lang="en-US" altLang="zh-CN" dirty="0"/>
              <a:t>read-only</a:t>
            </a:r>
            <a:r>
              <a:rPr lang="zh-CN" altLang="en-US" dirty="0"/>
              <a:t>内存页发生中断，</a:t>
            </a:r>
            <a:r>
              <a:rPr lang="zh-CN" altLang="en-US" b="1" dirty="0"/>
              <a:t>将触发的异常的内存页复制一份</a:t>
            </a:r>
            <a:r>
              <a:rPr lang="en-US" altLang="zh-CN" dirty="0"/>
              <a:t>(</a:t>
            </a:r>
            <a:r>
              <a:rPr lang="zh-CN" altLang="en-US" dirty="0"/>
              <a:t>其余的页还是共享父进程的</a:t>
            </a:r>
            <a:r>
              <a:rPr lang="en-US" altLang="zh-CN" dirty="0"/>
              <a:t>)</a:t>
            </a:r>
            <a:r>
              <a:rPr lang="zh-CN" altLang="en-US" dirty="0"/>
              <a:t>。</a:t>
            </a:r>
          </a:p>
          <a:p>
            <a:r>
              <a:rPr lang="en-US" altLang="zh-CN" dirty="0"/>
              <a:t>fork</a:t>
            </a:r>
            <a:r>
              <a:rPr lang="zh-CN" altLang="en-US" dirty="0"/>
              <a:t>出的子进程功能实现和父进程是一样的。如果有需要，我们会用</a:t>
            </a:r>
            <a:r>
              <a:rPr lang="en-US" altLang="zh-CN" dirty="0"/>
              <a:t>exec()</a:t>
            </a:r>
            <a:r>
              <a:rPr lang="zh-CN" altLang="en-US" dirty="0"/>
              <a:t>把当前进程映像替换成新的进程文件，完成自己想要实现的功能。</a:t>
            </a:r>
          </a:p>
          <a:p>
            <a:r>
              <a:rPr kumimoji="1" lang="en-US" altLang="zh-CN" sz="1200" b="0" i="0" kern="1200" dirty="0">
                <a:solidFill>
                  <a:schemeClr val="tx1"/>
                </a:solidFill>
                <a:effectLst/>
                <a:latin typeface="Times New Roman" pitchFamily="18" charset="0"/>
                <a:ea typeface="宋体" pitchFamily="2" charset="-122"/>
                <a:cs typeface="+mn-cs"/>
              </a:rPr>
              <a:t>exec</a:t>
            </a:r>
            <a:r>
              <a:rPr kumimoji="1" lang="zh-CN" altLang="en-US" sz="1200" b="1" i="0" kern="1200" dirty="0">
                <a:solidFill>
                  <a:schemeClr val="tx1"/>
                </a:solidFill>
                <a:effectLst/>
                <a:latin typeface="Times New Roman" pitchFamily="18" charset="0"/>
                <a:ea typeface="宋体" pitchFamily="2" charset="-122"/>
                <a:cs typeface="+mn-cs"/>
              </a:rPr>
              <a:t>装载一个新的程序</a:t>
            </a:r>
            <a:r>
              <a:rPr kumimoji="1" lang="zh-CN" altLang="en-US" sz="1200" b="0" i="0" kern="1200" dirty="0">
                <a:solidFill>
                  <a:schemeClr val="tx1"/>
                </a:solidFill>
                <a:effectLst/>
                <a:latin typeface="Times New Roman" pitchFamily="18" charset="0"/>
                <a:ea typeface="宋体" pitchFamily="2" charset="-122"/>
                <a:cs typeface="+mn-cs"/>
              </a:rPr>
              <a:t>（可执行映像）覆盖</a:t>
            </a:r>
            <a:r>
              <a:rPr kumimoji="1" lang="zh-CN" altLang="en-US" sz="1200" b="1" i="0" kern="1200" dirty="0">
                <a:solidFill>
                  <a:schemeClr val="tx1"/>
                </a:solidFill>
                <a:effectLst/>
                <a:latin typeface="Times New Roman" pitchFamily="18" charset="0"/>
                <a:ea typeface="宋体" pitchFamily="2" charset="-122"/>
                <a:cs typeface="+mn-cs"/>
              </a:rPr>
              <a:t>当前进程</a:t>
            </a:r>
            <a:r>
              <a:rPr kumimoji="1" lang="zh-CN" altLang="en-US" sz="1200" b="0" i="0" kern="1200" dirty="0">
                <a:solidFill>
                  <a:schemeClr val="tx1"/>
                </a:solidFill>
                <a:effectLst/>
                <a:latin typeface="Times New Roman" pitchFamily="18" charset="0"/>
                <a:ea typeface="宋体" pitchFamily="2" charset="-122"/>
                <a:cs typeface="+mn-cs"/>
              </a:rPr>
              <a:t>内存空间中的映像，</a:t>
            </a:r>
            <a:r>
              <a:rPr kumimoji="1" lang="zh-CN" altLang="en-US" sz="1200" b="1" i="0" kern="1200" dirty="0">
                <a:solidFill>
                  <a:schemeClr val="tx1"/>
                </a:solidFill>
                <a:effectLst/>
                <a:latin typeface="Times New Roman" pitchFamily="18" charset="0"/>
                <a:ea typeface="宋体" pitchFamily="2" charset="-122"/>
                <a:cs typeface="+mn-cs"/>
              </a:rPr>
              <a:t>从而执行不同的任务</a:t>
            </a:r>
            <a:r>
              <a:rPr kumimoji="1" lang="zh-CN" altLang="en-US" sz="1200" b="0" i="0" kern="1200" dirty="0">
                <a:solidFill>
                  <a:schemeClr val="tx1"/>
                </a:solidFill>
                <a:effectLst/>
                <a:latin typeface="Times New Roman" pitchFamily="18" charset="0"/>
                <a:ea typeface="宋体" pitchFamily="2" charset="-122"/>
                <a:cs typeface="+mn-cs"/>
              </a:rPr>
              <a:t>。</a:t>
            </a:r>
          </a:p>
          <a:p>
            <a:r>
              <a:rPr kumimoji="1" lang="en-US" altLang="zh-CN" sz="1200" b="0" i="0" kern="1200" dirty="0">
                <a:solidFill>
                  <a:schemeClr val="tx1"/>
                </a:solidFill>
                <a:effectLst/>
                <a:latin typeface="Times New Roman" pitchFamily="18" charset="0"/>
                <a:ea typeface="宋体" pitchFamily="2" charset="-122"/>
                <a:cs typeface="+mn-cs"/>
              </a:rPr>
              <a:t>exec</a:t>
            </a:r>
            <a:r>
              <a:rPr kumimoji="1" lang="zh-CN" altLang="en-US" sz="1200" b="0" i="0" kern="1200" dirty="0">
                <a:solidFill>
                  <a:schemeClr val="tx1"/>
                </a:solidFill>
                <a:effectLst/>
                <a:latin typeface="Times New Roman" pitchFamily="18" charset="0"/>
                <a:ea typeface="宋体" pitchFamily="2" charset="-122"/>
                <a:cs typeface="+mn-cs"/>
              </a:rPr>
              <a:t>系列函数在执行时会</a:t>
            </a:r>
            <a:r>
              <a:rPr kumimoji="1" lang="zh-CN" altLang="en-US" sz="1200" b="1" i="0" kern="1200" dirty="0">
                <a:solidFill>
                  <a:schemeClr val="tx1"/>
                </a:solidFill>
                <a:effectLst/>
                <a:latin typeface="Times New Roman" pitchFamily="18" charset="0"/>
                <a:ea typeface="宋体" pitchFamily="2" charset="-122"/>
                <a:cs typeface="+mn-cs"/>
              </a:rPr>
              <a:t>直接替换掉当前进程的地址空间</a:t>
            </a:r>
            <a:r>
              <a:rPr kumimoji="1" lang="zh-CN" altLang="en-US" sz="1200" b="0" i="0" kern="1200" dirty="0">
                <a:solidFill>
                  <a:schemeClr val="tx1"/>
                </a:solidFill>
                <a:effectLst/>
                <a:latin typeface="Times New Roman" pitchFamily="18" charset="0"/>
                <a:ea typeface="宋体" pitchFamily="2" charset="-122"/>
                <a:cs typeface="+mn-cs"/>
              </a:rPr>
              <a:t>。</a:t>
            </a:r>
          </a:p>
          <a:p>
            <a:r>
              <a:rPr lang="en-US" altLang="zh-CN" dirty="0"/>
              <a:t/>
            </a:r>
            <a:br>
              <a:rPr lang="en-US" altLang="zh-CN" dirty="0"/>
            </a:br>
            <a:r>
              <a:rPr kumimoji="1" lang="zh-CN" altLang="en-US" sz="1200" b="0" i="0" kern="1200" dirty="0">
                <a:solidFill>
                  <a:schemeClr val="tx1"/>
                </a:solidFill>
                <a:effectLst/>
                <a:latin typeface="Times New Roman" pitchFamily="18" charset="0"/>
                <a:ea typeface="宋体" pitchFamily="2" charset="-122"/>
                <a:cs typeface="+mn-cs"/>
              </a:rPr>
              <a:t>在</a:t>
            </a:r>
            <a:r>
              <a:rPr kumimoji="1" lang="en-US" altLang="zh-CN" sz="1200" b="0" i="0" kern="1200" dirty="0">
                <a:solidFill>
                  <a:schemeClr val="tx1"/>
                </a:solidFill>
                <a:effectLst/>
                <a:latin typeface="Times New Roman" pitchFamily="18" charset="0"/>
                <a:ea typeface="宋体" pitchFamily="2" charset="-122"/>
                <a:cs typeface="+mn-cs"/>
              </a:rPr>
              <a:t>fork</a:t>
            </a:r>
            <a:r>
              <a:rPr kumimoji="1" lang="zh-CN" altLang="en-US" sz="1200" b="0" i="0" kern="1200" dirty="0">
                <a:solidFill>
                  <a:schemeClr val="tx1"/>
                </a:solidFill>
                <a:effectLst/>
                <a:latin typeface="Times New Roman" pitchFamily="18" charset="0"/>
                <a:ea typeface="宋体" pitchFamily="2" charset="-122"/>
                <a:cs typeface="+mn-cs"/>
              </a:rPr>
              <a:t>之后</a:t>
            </a:r>
            <a:r>
              <a:rPr kumimoji="1" lang="en-US" altLang="zh-CN" sz="1200" b="0" i="0" kern="1200" dirty="0">
                <a:solidFill>
                  <a:schemeClr val="tx1"/>
                </a:solidFill>
                <a:effectLst/>
                <a:latin typeface="Times New Roman" pitchFamily="18" charset="0"/>
                <a:ea typeface="宋体" pitchFamily="2" charset="-122"/>
                <a:cs typeface="+mn-cs"/>
              </a:rPr>
              <a:t>exec</a:t>
            </a:r>
            <a:r>
              <a:rPr kumimoji="1" lang="zh-CN" altLang="en-US" sz="1200" b="0" i="0" kern="1200" dirty="0">
                <a:solidFill>
                  <a:schemeClr val="tx1"/>
                </a:solidFill>
                <a:effectLst/>
                <a:latin typeface="Times New Roman" pitchFamily="18" charset="0"/>
                <a:ea typeface="宋体" pitchFamily="2" charset="-122"/>
                <a:cs typeface="+mn-cs"/>
              </a:rPr>
              <a:t>之前两个进程</a:t>
            </a:r>
            <a:r>
              <a:rPr kumimoji="1" lang="zh-CN" altLang="en-US" sz="1200" b="1" i="0" kern="1200" dirty="0">
                <a:solidFill>
                  <a:schemeClr val="tx1"/>
                </a:solidFill>
                <a:effectLst/>
                <a:latin typeface="Times New Roman" pitchFamily="18" charset="0"/>
                <a:ea typeface="宋体" pitchFamily="2" charset="-122"/>
                <a:cs typeface="+mn-cs"/>
              </a:rPr>
              <a:t>用的是相同的物理空间</a:t>
            </a:r>
            <a:r>
              <a:rPr kumimoji="1" lang="zh-CN" altLang="en-US" sz="1200" b="0" i="0" kern="1200" dirty="0">
                <a:solidFill>
                  <a:schemeClr val="tx1"/>
                </a:solidFill>
                <a:effectLst/>
                <a:latin typeface="Times New Roman" pitchFamily="18" charset="0"/>
                <a:ea typeface="宋体" pitchFamily="2" charset="-122"/>
                <a:cs typeface="+mn-cs"/>
              </a:rPr>
              <a:t>（内存区），子进程的代码段、数据段、堆栈都是指向父进程的物理空间，也就是说，两者的虚拟空间不同，但其对应的</a:t>
            </a:r>
            <a:r>
              <a:rPr kumimoji="1" lang="zh-CN" altLang="en-US" sz="1200" b="1" i="0" kern="1200" dirty="0">
                <a:solidFill>
                  <a:schemeClr val="tx1"/>
                </a:solidFill>
                <a:effectLst/>
                <a:latin typeface="Times New Roman" pitchFamily="18" charset="0"/>
                <a:ea typeface="宋体" pitchFamily="2" charset="-122"/>
                <a:cs typeface="+mn-cs"/>
              </a:rPr>
              <a:t>物理空间是同一个</a:t>
            </a:r>
            <a:r>
              <a:rPr kumimoji="1" lang="zh-CN" altLang="en-US" sz="1200" b="0" i="0" kern="1200" dirty="0">
                <a:solidFill>
                  <a:schemeClr val="tx1"/>
                </a:solidFill>
                <a:effectLst/>
                <a:latin typeface="Times New Roman" pitchFamily="18" charset="0"/>
                <a:ea typeface="宋体" pitchFamily="2" charset="-122"/>
                <a:cs typeface="+mn-cs"/>
              </a:rPr>
              <a:t>。</a:t>
            </a:r>
            <a:endPar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a:p>
            <a:r>
              <a:rPr lang="zh-CN"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资源的复制是在需要写入的时候才会进行，</a:t>
            </a:r>
            <a:endParaRPr lang="en-US" altLang="zh-CN" sz="1200" dirty="0">
              <a:solidFill>
                <a:schemeClr val="bg2"/>
              </a:solidFill>
            </a:endParaRPr>
          </a:p>
          <a:p>
            <a:r>
              <a:rPr kumimoji="1" lang="zh-CN" altLang="zh-CN" sz="1200" kern="1200" dirty="0">
                <a:solidFill>
                  <a:schemeClr val="tx1"/>
                </a:solidFill>
                <a:effectLst/>
                <a:latin typeface="Times New Roman" pitchFamily="18" charset="0"/>
                <a:ea typeface="宋体" pitchFamily="2" charset="-122"/>
                <a:cs typeface="+mn-cs"/>
              </a:rPr>
              <a:t>页根本不会被写入的情况下</a:t>
            </a:r>
            <a:r>
              <a:rPr kumimoji="1" lang="zh-CN" altLang="en-US" sz="1200" kern="1200" dirty="0">
                <a:solidFill>
                  <a:schemeClr val="tx1"/>
                </a:solidFill>
                <a:effectLst/>
                <a:latin typeface="Times New Roman" pitchFamily="18" charset="0"/>
                <a:ea typeface="宋体" pitchFamily="2" charset="-122"/>
                <a:cs typeface="+mn-cs"/>
              </a:rPr>
              <a:t>：</a:t>
            </a:r>
            <a:r>
              <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exec( )</a:t>
            </a:r>
            <a:r>
              <a:rPr kumimoji="1" lang="zh-CN" altLang="zh-CN" sz="1200" kern="1200" dirty="0">
                <a:solidFill>
                  <a:schemeClr val="tx1"/>
                </a:solidFill>
                <a:effectLst/>
                <a:latin typeface="Times New Roman" pitchFamily="18" charset="0"/>
                <a:ea typeface="宋体" pitchFamily="2" charset="-122"/>
                <a:cs typeface="+mn-cs"/>
              </a:rPr>
              <a:t>，。</a:t>
            </a:r>
            <a:r>
              <a:rPr kumimoji="1" lang="en-US" altLang="zh-CN" sz="1200" kern="1200" dirty="0">
                <a:solidFill>
                  <a:schemeClr val="tx1"/>
                </a:solidFill>
                <a:effectLst/>
                <a:latin typeface="Times New Roman" pitchFamily="18" charset="0"/>
                <a:ea typeface="宋体" pitchFamily="2" charset="-122"/>
                <a:cs typeface="+mn-cs"/>
              </a:rPr>
              <a:t>fork()</a:t>
            </a:r>
            <a:r>
              <a:rPr kumimoji="1" lang="zh-CN" altLang="zh-CN" sz="1200" kern="1200" dirty="0">
                <a:solidFill>
                  <a:schemeClr val="tx1"/>
                </a:solidFill>
                <a:effectLst/>
                <a:latin typeface="Times New Roman" pitchFamily="18" charset="0"/>
                <a:ea typeface="宋体" pitchFamily="2" charset="-122"/>
                <a:cs typeface="+mn-cs"/>
              </a:rPr>
              <a:t>的实际开销就是复制父进程的页表以及给子进程创建惟一的进程描述符。</a:t>
            </a:r>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10</a:t>
            </a:fld>
            <a:endParaRPr lang="en-US" altLang="zh-CN"/>
          </a:p>
        </p:txBody>
      </p:sp>
    </p:spTree>
    <p:extLst>
      <p:ext uri="{BB962C8B-B14F-4D97-AF65-F5344CB8AC3E}">
        <p14:creationId xmlns:p14="http://schemas.microsoft.com/office/powerpoint/2010/main" val="34164050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47772A93-0719-4EAF-86A5-88A7B5511B52}"/>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F47E2DE7-C225-4F8B-AB10-1C6B78B996C0}" type="slidenum">
              <a:rPr lang="en-US" altLang="zh-CN" sz="1300" smtClean="0">
                <a:ea typeface="隶书" panose="02010509060101010101" pitchFamily="49" charset="-122"/>
              </a:rPr>
              <a:pPr>
                <a:spcBef>
                  <a:spcPct val="0"/>
                </a:spcBef>
              </a:pPr>
              <a:t>13</a:t>
            </a:fld>
            <a:endParaRPr lang="en-US" altLang="zh-CN" sz="1300">
              <a:ea typeface="隶书" panose="02010509060101010101" pitchFamily="49" charset="-122"/>
            </a:endParaRPr>
          </a:p>
        </p:txBody>
      </p:sp>
      <p:sp>
        <p:nvSpPr>
          <p:cNvPr id="37891" name="Rectangle 2">
            <a:extLst>
              <a:ext uri="{FF2B5EF4-FFF2-40B4-BE49-F238E27FC236}">
                <a16:creationId xmlns:a16="http://schemas.microsoft.com/office/drawing/2014/main" id="{94DB69E2-68C5-49C9-A157-C75E0B3EE5C3}"/>
              </a:ext>
            </a:extLst>
          </p:cNvPr>
          <p:cNvSpPr>
            <a:spLocks noGrp="1" noRot="1" noChangeAspect="1" noChangeArrowheads="1" noTextEdit="1"/>
          </p:cNvSpPr>
          <p:nvPr>
            <p:ph type="sldImg"/>
          </p:nvPr>
        </p:nvSpPr>
        <p:spPr>
          <a:xfrm>
            <a:off x="1150938" y="692150"/>
            <a:ext cx="4556125" cy="3416300"/>
          </a:xfrm>
          <a:ln/>
        </p:spPr>
      </p:sp>
      <p:sp>
        <p:nvSpPr>
          <p:cNvPr id="715779" name="Rectangle 3">
            <a:extLst>
              <a:ext uri="{FF2B5EF4-FFF2-40B4-BE49-F238E27FC236}">
                <a16:creationId xmlns:a16="http://schemas.microsoft.com/office/drawing/2014/main" id="{35F5EB45-FEF7-4DCC-B555-3F0B9D3192A7}"/>
              </a:ext>
            </a:extLst>
          </p:cNvPr>
          <p:cNvSpPr>
            <a:spLocks noGrp="1" noChangeArrowheads="1"/>
          </p:cNvSpPr>
          <p:nvPr>
            <p:ph type="body" idx="1"/>
          </p:nvPr>
        </p:nvSpPr>
        <p:spPr/>
        <p:txBody>
          <a:bodyPr/>
          <a:lstStyle/>
          <a:p>
            <a:pPr eaLnBrk="1" hangingPunct="1">
              <a:defRPr/>
            </a:pPr>
            <a:r>
              <a:rPr lang="en-US" altLang="zh-CN" dirty="0">
                <a:solidFill>
                  <a:srgbClr val="FFCCFF"/>
                </a:solidFill>
                <a:effectLst>
                  <a:outerShdw blurRad="38100" dist="38100" dir="2700000" algn="tl">
                    <a:srgbClr val="000000"/>
                  </a:outerShdw>
                </a:effectLst>
                <a:ea typeface="楷体_GB2312" pitchFamily="49" charset="-122"/>
              </a:rPr>
              <a:t>OPT</a:t>
            </a:r>
            <a:r>
              <a:rPr lang="zh-CN" altLang="en-US" dirty="0"/>
              <a:t>（在一个模拟器上运行某个程序，并记录每次的页面访问情况，在第二遍运行时即可使用最优算法）</a:t>
            </a:r>
            <a:endParaRPr lang="en-US" altLang="zh-CN" dirty="0"/>
          </a:p>
        </p:txBody>
      </p:sp>
    </p:spTree>
    <p:extLst>
      <p:ext uri="{BB962C8B-B14F-4D97-AF65-F5344CB8AC3E}">
        <p14:creationId xmlns:p14="http://schemas.microsoft.com/office/powerpoint/2010/main" val="34184730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1CA43D75-19CC-4610-982A-1E07D6091B91}"/>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4F0C29F-34F0-427D-A05A-5CC3CC5B98B4}" type="slidenum">
              <a:rPr lang="en-US" altLang="zh-CN" sz="1300" smtClean="0">
                <a:ea typeface="隶书" panose="02010509060101010101" pitchFamily="49" charset="-122"/>
              </a:rPr>
              <a:pPr>
                <a:spcBef>
                  <a:spcPct val="0"/>
                </a:spcBef>
              </a:pPr>
              <a:t>14</a:t>
            </a:fld>
            <a:endParaRPr lang="en-US" altLang="zh-CN" sz="1300">
              <a:ea typeface="隶书" panose="02010509060101010101" pitchFamily="49" charset="-122"/>
            </a:endParaRPr>
          </a:p>
        </p:txBody>
      </p:sp>
      <p:sp>
        <p:nvSpPr>
          <p:cNvPr id="39939" name="Rectangle 2">
            <a:extLst>
              <a:ext uri="{FF2B5EF4-FFF2-40B4-BE49-F238E27FC236}">
                <a16:creationId xmlns:a16="http://schemas.microsoft.com/office/drawing/2014/main" id="{8B2FA3B8-E2AA-4770-9D1B-BDDD7B648652}"/>
              </a:ext>
            </a:extLst>
          </p:cNvPr>
          <p:cNvSpPr>
            <a:spLocks noGrp="1" noRot="1" noChangeAspect="1" noChangeArrowheads="1" noTextEdit="1"/>
          </p:cNvSpPr>
          <p:nvPr>
            <p:ph type="sldImg"/>
          </p:nvPr>
        </p:nvSpPr>
        <p:spPr>
          <a:xfrm>
            <a:off x="1150938" y="692150"/>
            <a:ext cx="4556125" cy="3416300"/>
          </a:xfrm>
          <a:ln/>
        </p:spPr>
      </p:sp>
      <p:sp>
        <p:nvSpPr>
          <p:cNvPr id="39940" name="Rectangle 3">
            <a:extLst>
              <a:ext uri="{FF2B5EF4-FFF2-40B4-BE49-F238E27FC236}">
                <a16:creationId xmlns:a16="http://schemas.microsoft.com/office/drawing/2014/main" id="{DDC3080E-F579-43BF-8BE2-3D6EA17E0D01}"/>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r>
              <a:rPr lang="zh-CN" altLang="en-US" sz="1400" b="1">
                <a:latin typeface="楷体_GB2312" pitchFamily="49" charset="-122"/>
                <a:ea typeface="楷体_GB2312" pitchFamily="49" charset="-122"/>
              </a:rPr>
              <a:t>即被置换的页面并不是进程不会访问的。</a:t>
            </a:r>
            <a:br>
              <a:rPr lang="zh-CN" altLang="en-US" sz="1400" b="1">
                <a:latin typeface="楷体_GB2312" pitchFamily="49" charset="-122"/>
                <a:ea typeface="楷体_GB2312" pitchFamily="49" charset="-122"/>
              </a:rPr>
            </a:br>
            <a:endParaRPr lang="zh-CN" altLang="en-US" sz="1400" b="1">
              <a:latin typeface="楷体_GB2312" pitchFamily="49" charset="-122"/>
              <a:ea typeface="楷体_GB2312" pitchFamily="49" charset="-122"/>
            </a:endParaRPr>
          </a:p>
        </p:txBody>
      </p:sp>
    </p:spTree>
    <p:extLst>
      <p:ext uri="{BB962C8B-B14F-4D97-AF65-F5344CB8AC3E}">
        <p14:creationId xmlns:p14="http://schemas.microsoft.com/office/powerpoint/2010/main" val="10458406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16</a:t>
            </a:fld>
            <a:endParaRPr lang="en-US" altLang="zh-CN"/>
          </a:p>
        </p:txBody>
      </p:sp>
    </p:spTree>
    <p:extLst>
      <p:ext uri="{BB962C8B-B14F-4D97-AF65-F5344CB8AC3E}">
        <p14:creationId xmlns:p14="http://schemas.microsoft.com/office/powerpoint/2010/main" val="17701886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solidFill>
                  <a:srgbClr val="9C4E00"/>
                </a:solidFill>
              </a:rPr>
              <a:t>进入内存时间的长短与被使用的频率之间并无直接关联</a:t>
            </a:r>
          </a:p>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17</a:t>
            </a:fld>
            <a:endParaRPr lang="en-US" altLang="zh-CN"/>
          </a:p>
        </p:txBody>
      </p:sp>
    </p:spTree>
    <p:extLst>
      <p:ext uri="{BB962C8B-B14F-4D97-AF65-F5344CB8AC3E}">
        <p14:creationId xmlns:p14="http://schemas.microsoft.com/office/powerpoint/2010/main" val="4445743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用过去的历史预测将来</a:t>
            </a:r>
          </a:p>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18</a:t>
            </a:fld>
            <a:endParaRPr lang="en-US" altLang="zh-CN"/>
          </a:p>
        </p:txBody>
      </p:sp>
    </p:spTree>
    <p:extLst>
      <p:ext uri="{BB962C8B-B14F-4D97-AF65-F5344CB8AC3E}">
        <p14:creationId xmlns:p14="http://schemas.microsoft.com/office/powerpoint/2010/main" val="3853818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7C7DD822-0D06-4D93-8EC1-98869EE584FD}"/>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75A8ABC2-877E-4017-85E5-A4FF6D538031}" type="slidenum">
              <a:rPr lang="en-US" altLang="zh-CN" sz="1300" smtClean="0">
                <a:ea typeface="隶书" panose="02010509060101010101" pitchFamily="49" charset="-122"/>
              </a:rPr>
              <a:pPr>
                <a:spcBef>
                  <a:spcPct val="0"/>
                </a:spcBef>
              </a:pPr>
              <a:t>20</a:t>
            </a:fld>
            <a:endParaRPr lang="en-US" altLang="zh-CN" sz="1300">
              <a:ea typeface="隶书" panose="02010509060101010101" pitchFamily="49" charset="-122"/>
            </a:endParaRPr>
          </a:p>
        </p:txBody>
      </p:sp>
      <p:sp>
        <p:nvSpPr>
          <p:cNvPr id="51203" name="Rectangle 2">
            <a:extLst>
              <a:ext uri="{FF2B5EF4-FFF2-40B4-BE49-F238E27FC236}">
                <a16:creationId xmlns:a16="http://schemas.microsoft.com/office/drawing/2014/main" id="{190B0DB8-B548-4F88-B70D-CB50B563EE39}"/>
              </a:ext>
            </a:extLst>
          </p:cNvPr>
          <p:cNvSpPr>
            <a:spLocks noGrp="1" noRot="1" noChangeAspect="1" noChangeArrowheads="1" noTextEdit="1"/>
          </p:cNvSpPr>
          <p:nvPr>
            <p:ph type="sldImg"/>
          </p:nvPr>
        </p:nvSpPr>
        <p:spPr>
          <a:xfrm>
            <a:off x="1150938" y="692150"/>
            <a:ext cx="4556125" cy="3416300"/>
          </a:xfrm>
          <a:ln/>
        </p:spPr>
      </p:sp>
      <p:sp>
        <p:nvSpPr>
          <p:cNvPr id="51204" name="Rectangle 3">
            <a:extLst>
              <a:ext uri="{FF2B5EF4-FFF2-40B4-BE49-F238E27FC236}">
                <a16:creationId xmlns:a16="http://schemas.microsoft.com/office/drawing/2014/main" id="{EFAB2ACD-AAEA-4EA8-B29F-A2781E348F0F}"/>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16493460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lang="zh-CN" altLang="en-US" dirty="0"/>
              <a:t>指针指向堆栈的底部，不需要搜索</a:t>
            </a:r>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21</a:t>
            </a:fld>
            <a:endParaRPr lang="en-US" altLang="zh-CN"/>
          </a:p>
        </p:txBody>
      </p:sp>
    </p:spTree>
    <p:extLst>
      <p:ext uri="{BB962C8B-B14F-4D97-AF65-F5344CB8AC3E}">
        <p14:creationId xmlns:p14="http://schemas.microsoft.com/office/powerpoint/2010/main" val="39794013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3B7F941A-BB2A-4FD1-9729-0D012135CF5C}"/>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90BF39DE-40C0-4BD4-8F7A-7FE5E2A6715E}" type="slidenum">
              <a:rPr lang="en-US" altLang="zh-CN" sz="1300" smtClean="0">
                <a:ea typeface="隶书" panose="02010509060101010101" pitchFamily="49" charset="-122"/>
              </a:rPr>
              <a:pPr>
                <a:spcBef>
                  <a:spcPct val="0"/>
                </a:spcBef>
              </a:pPr>
              <a:t>22</a:t>
            </a:fld>
            <a:endParaRPr lang="en-US" altLang="zh-CN" sz="1300">
              <a:ea typeface="隶书" panose="02010509060101010101" pitchFamily="49" charset="-122"/>
            </a:endParaRPr>
          </a:p>
        </p:txBody>
      </p:sp>
      <p:sp>
        <p:nvSpPr>
          <p:cNvPr id="47107" name="Rectangle 2">
            <a:extLst>
              <a:ext uri="{FF2B5EF4-FFF2-40B4-BE49-F238E27FC236}">
                <a16:creationId xmlns:a16="http://schemas.microsoft.com/office/drawing/2014/main" id="{99C8A369-BF05-4A6D-B8FE-81954F6F1248}"/>
              </a:ext>
            </a:extLst>
          </p:cNvPr>
          <p:cNvSpPr>
            <a:spLocks noGrp="1" noRot="1" noChangeAspect="1" noChangeArrowheads="1" noTextEdit="1"/>
          </p:cNvSpPr>
          <p:nvPr>
            <p:ph type="sldImg"/>
          </p:nvPr>
        </p:nvSpPr>
        <p:spPr>
          <a:xfrm>
            <a:off x="1150938" y="692150"/>
            <a:ext cx="4556125" cy="3416300"/>
          </a:xfrm>
          <a:ln/>
        </p:spPr>
      </p:sp>
      <p:sp>
        <p:nvSpPr>
          <p:cNvPr id="47108" name="Rectangle 3">
            <a:extLst>
              <a:ext uri="{FF2B5EF4-FFF2-40B4-BE49-F238E27FC236}">
                <a16:creationId xmlns:a16="http://schemas.microsoft.com/office/drawing/2014/main" id="{8469D55C-CBBB-46CD-B642-2E20186CC357}"/>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r>
              <a:rPr lang="en-US" altLang="zh-CN" sz="1400"/>
              <a:t>LRU</a:t>
            </a:r>
            <a:r>
              <a:rPr lang="zh-CN" altLang="en-US" sz="1400"/>
              <a:t>和</a:t>
            </a:r>
            <a:r>
              <a:rPr lang="en-US" altLang="zh-CN" sz="1400"/>
              <a:t>LFU</a:t>
            </a:r>
            <a:r>
              <a:rPr lang="zh-CN" altLang="en-US" sz="1400"/>
              <a:t>的区别：</a:t>
            </a:r>
            <a:r>
              <a:rPr lang="en-US" altLang="zh-CN" sz="1400"/>
              <a:t>LRU</a:t>
            </a:r>
            <a:r>
              <a:rPr lang="zh-CN" altLang="en-US" sz="1400"/>
              <a:t>考察的是多久未访问</a:t>
            </a:r>
            <a:r>
              <a:rPr lang="en-US" altLang="zh-CN" sz="1400"/>
              <a:t>,</a:t>
            </a:r>
            <a:r>
              <a:rPr lang="zh-CN" altLang="en-US" sz="1400"/>
              <a:t>时间越短越好；而</a:t>
            </a:r>
            <a:r>
              <a:rPr lang="en-US" altLang="zh-CN" sz="1400"/>
              <a:t>LFU</a:t>
            </a:r>
            <a:r>
              <a:rPr lang="zh-CN" altLang="en-US" sz="1400"/>
              <a:t>考察的是访问的次数或频度，访问次数越多越好。</a:t>
            </a:r>
          </a:p>
          <a:p>
            <a:pPr eaLnBrk="1" hangingPunct="1"/>
            <a:endParaRPr lang="zh-CN" altLang="zh-CN" sz="1400">
              <a:solidFill>
                <a:srgbClr val="CC3300"/>
              </a:solidFill>
            </a:endParaRPr>
          </a:p>
        </p:txBody>
      </p:sp>
    </p:spTree>
    <p:extLst>
      <p:ext uri="{BB962C8B-B14F-4D97-AF65-F5344CB8AC3E}">
        <p14:creationId xmlns:p14="http://schemas.microsoft.com/office/powerpoint/2010/main" val="14123127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lang="zh-CN" altLang="en-US" sz="1200" dirty="0">
                <a:solidFill>
                  <a:schemeClr val="bg2"/>
                </a:solidFill>
              </a:rPr>
              <a:t>硬件自动将访问位置</a:t>
            </a:r>
            <a:r>
              <a:rPr lang="en-US" altLang="zh-CN" sz="1200" dirty="0">
                <a:solidFill>
                  <a:schemeClr val="bg2"/>
                </a:solidFill>
              </a:rPr>
              <a:t>1</a:t>
            </a:r>
          </a:p>
          <a:p>
            <a:r>
              <a:rPr lang="zh-CN" altLang="en-US" sz="1200" dirty="0">
                <a:solidFill>
                  <a:schemeClr val="bg2"/>
                </a:solidFill>
              </a:rPr>
              <a:t>如果所有位都为</a:t>
            </a:r>
            <a:r>
              <a:rPr lang="en-US" altLang="zh-CN" sz="1200" dirty="0">
                <a:solidFill>
                  <a:schemeClr val="bg2"/>
                </a:solidFill>
              </a:rPr>
              <a:t>1</a:t>
            </a:r>
            <a:r>
              <a:rPr lang="zh-CN" altLang="en-US" sz="1200" dirty="0">
                <a:solidFill>
                  <a:schemeClr val="bg2"/>
                </a:solidFill>
              </a:rPr>
              <a:t>：退化为</a:t>
            </a:r>
            <a:r>
              <a:rPr lang="en-US" altLang="zh-CN" sz="1200" dirty="0">
                <a:solidFill>
                  <a:schemeClr val="bg2"/>
                </a:solidFill>
              </a:rPr>
              <a:t>FIFO</a:t>
            </a:r>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23</a:t>
            </a:fld>
            <a:endParaRPr lang="en-US" altLang="zh-CN"/>
          </a:p>
        </p:txBody>
      </p:sp>
    </p:spTree>
    <p:extLst>
      <p:ext uri="{BB962C8B-B14F-4D97-AF65-F5344CB8AC3E}">
        <p14:creationId xmlns:p14="http://schemas.microsoft.com/office/powerpoint/2010/main" val="23946702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幻灯片图像占位符 1">
            <a:extLst>
              <a:ext uri="{FF2B5EF4-FFF2-40B4-BE49-F238E27FC236}">
                <a16:creationId xmlns:a16="http://schemas.microsoft.com/office/drawing/2014/main" id="{E63636AF-4B8B-4F05-B4C4-314DFCEA28BA}"/>
              </a:ext>
            </a:extLst>
          </p:cNvPr>
          <p:cNvSpPr>
            <a:spLocks noGrp="1" noRot="1" noChangeAspect="1" noTextEdit="1"/>
          </p:cNvSpPr>
          <p:nvPr>
            <p:ph type="sldImg"/>
          </p:nvPr>
        </p:nvSpPr>
        <p:spPr>
          <a:xfrm>
            <a:off x="1150938" y="692150"/>
            <a:ext cx="4556125" cy="3416300"/>
          </a:xfrm>
          <a:ln/>
        </p:spPr>
      </p:sp>
      <p:sp>
        <p:nvSpPr>
          <p:cNvPr id="3" name="备注占位符 2">
            <a:extLst>
              <a:ext uri="{FF2B5EF4-FFF2-40B4-BE49-F238E27FC236}">
                <a16:creationId xmlns:a16="http://schemas.microsoft.com/office/drawing/2014/main" id="{930B3C49-A1F2-4602-B8CA-7A9145E00342}"/>
              </a:ext>
            </a:extLst>
          </p:cNvPr>
          <p:cNvSpPr>
            <a:spLocks noGrp="1"/>
          </p:cNvSpPr>
          <p:nvPr>
            <p:ph type="body" idx="1"/>
          </p:nvPr>
        </p:nvSpPr>
        <p:spPr/>
        <p:txBody>
          <a:bodyPr>
            <a:normAutofit/>
          </a:bodyPr>
          <a:lstStyle/>
          <a:p>
            <a:pPr>
              <a:defRPr/>
            </a:pPr>
            <a:r>
              <a:rPr lang="zh-CN" altLang="en-US">
                <a:solidFill>
                  <a:schemeClr val="accent3">
                    <a:lumMod val="50000"/>
                  </a:schemeClr>
                </a:solidFill>
              </a:rPr>
              <a:t>问题：</a:t>
            </a:r>
            <a:r>
              <a:rPr lang="en-US" altLang="zh-CN">
                <a:solidFill>
                  <a:schemeClr val="accent3">
                    <a:lumMod val="50000"/>
                  </a:schemeClr>
                </a:solidFill>
              </a:rPr>
              <a:t>M </a:t>
            </a:r>
            <a:r>
              <a:rPr lang="en-US" altLang="zh-CN" dirty="0">
                <a:solidFill>
                  <a:schemeClr val="accent3">
                    <a:lumMod val="50000"/>
                  </a:schemeClr>
                </a:solidFill>
              </a:rPr>
              <a:t>: 1 ? 0</a:t>
            </a:r>
            <a:endParaRPr lang="zh-CN" altLang="en-US" dirty="0">
              <a:solidFill>
                <a:schemeClr val="accent3">
                  <a:lumMod val="50000"/>
                </a:schemeClr>
              </a:solidFill>
            </a:endParaRPr>
          </a:p>
        </p:txBody>
      </p:sp>
      <p:sp>
        <p:nvSpPr>
          <p:cNvPr id="55300" name="灯片编号占位符 3">
            <a:extLst>
              <a:ext uri="{FF2B5EF4-FFF2-40B4-BE49-F238E27FC236}">
                <a16:creationId xmlns:a16="http://schemas.microsoft.com/office/drawing/2014/main" id="{216F74D0-B05B-49C5-A147-49C2DD0C1D46}"/>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E958E52F-2DE3-4381-B2EC-5EB559A3F98F}" type="slidenum">
              <a:rPr lang="en-US" altLang="zh-CN" sz="1300" smtClean="0">
                <a:ea typeface="隶书" panose="02010509060101010101" pitchFamily="49" charset="-122"/>
              </a:rPr>
              <a:pPr>
                <a:spcBef>
                  <a:spcPct val="0"/>
                </a:spcBef>
              </a:pPr>
              <a:t>24</a:t>
            </a:fld>
            <a:endParaRPr lang="en-US" altLang="zh-CN" sz="1300">
              <a:ea typeface="隶书" panose="02010509060101010101" pitchFamily="49" charset="-122"/>
            </a:endParaRPr>
          </a:p>
        </p:txBody>
      </p:sp>
    </p:spTree>
    <p:extLst>
      <p:ext uri="{BB962C8B-B14F-4D97-AF65-F5344CB8AC3E}">
        <p14:creationId xmlns:p14="http://schemas.microsoft.com/office/powerpoint/2010/main" val="582961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solidFill>
                  <a:schemeClr val="bg2"/>
                </a:solidFill>
                <a:effectLst>
                  <a:outerShdw blurRad="38100" dist="38100" dir="2700000" algn="tl">
                    <a:srgbClr val="000000">
                      <a:alpha val="43137"/>
                    </a:srgbClr>
                  </a:outerShdw>
                </a:effectLst>
                <a:ea typeface="楷体" panose="02010609060101010101" pitchFamily="49" charset="-122"/>
              </a:rPr>
              <a:t>系统的页面调度非常频繁，大部分时间都花费在主存和辅存之间的来回调入调出上。</a:t>
            </a:r>
          </a:p>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27</a:t>
            </a:fld>
            <a:endParaRPr lang="en-US" altLang="zh-CN"/>
          </a:p>
        </p:txBody>
      </p:sp>
    </p:spTree>
    <p:extLst>
      <p:ext uri="{BB962C8B-B14F-4D97-AF65-F5344CB8AC3E}">
        <p14:creationId xmlns:p14="http://schemas.microsoft.com/office/powerpoint/2010/main" val="15423401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lang="zh-CN" altLang="en-US" dirty="0"/>
              <a:t>工作集是程序局部的近似</a:t>
            </a:r>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28</a:t>
            </a:fld>
            <a:endParaRPr lang="en-US" altLang="zh-CN"/>
          </a:p>
        </p:txBody>
      </p:sp>
    </p:spTree>
    <p:extLst>
      <p:ext uri="{BB962C8B-B14F-4D97-AF65-F5344CB8AC3E}">
        <p14:creationId xmlns:p14="http://schemas.microsoft.com/office/powerpoint/2010/main" val="5762086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9D7B480A-01A4-4A99-9197-751E3E55AE1B}"/>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06C6BAE-85B8-41A7-A2B2-5A6125A5AE3C}" type="slidenum">
              <a:rPr lang="en-US" altLang="zh-CN" sz="1300" smtClean="0">
                <a:ea typeface="隶书" panose="02010509060101010101" pitchFamily="49" charset="-122"/>
              </a:rPr>
              <a:pPr>
                <a:spcBef>
                  <a:spcPct val="0"/>
                </a:spcBef>
              </a:pPr>
              <a:t>29</a:t>
            </a:fld>
            <a:endParaRPr lang="en-US" altLang="zh-CN" sz="1300">
              <a:ea typeface="隶书" panose="02010509060101010101" pitchFamily="49" charset="-122"/>
            </a:endParaRPr>
          </a:p>
        </p:txBody>
      </p:sp>
      <p:sp>
        <p:nvSpPr>
          <p:cNvPr id="21507" name="Rectangle 2">
            <a:extLst>
              <a:ext uri="{FF2B5EF4-FFF2-40B4-BE49-F238E27FC236}">
                <a16:creationId xmlns:a16="http://schemas.microsoft.com/office/drawing/2014/main" id="{7FBB8E7A-6014-4277-932C-904A1A0D437E}"/>
              </a:ext>
            </a:extLst>
          </p:cNvPr>
          <p:cNvSpPr>
            <a:spLocks noGrp="1" noRot="1" noChangeAspect="1" noChangeArrowheads="1" noTextEdit="1"/>
          </p:cNvSpPr>
          <p:nvPr>
            <p:ph type="sldImg"/>
          </p:nvPr>
        </p:nvSpPr>
        <p:spPr>
          <a:xfrm>
            <a:off x="1150938" y="692150"/>
            <a:ext cx="4556125" cy="3416300"/>
          </a:xfrm>
          <a:solidFill>
            <a:srgbClr val="FFFFFF"/>
          </a:solidFill>
          <a:ln/>
        </p:spPr>
      </p:sp>
      <p:sp>
        <p:nvSpPr>
          <p:cNvPr id="21508" name="Rectangle 3">
            <a:extLst>
              <a:ext uri="{FF2B5EF4-FFF2-40B4-BE49-F238E27FC236}">
                <a16:creationId xmlns:a16="http://schemas.microsoft.com/office/drawing/2014/main" id="{BF18452F-67B6-4811-B8DF-8ADDE7A4BABB}"/>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zh-CN" altLang="en-US" dirty="0"/>
              <a:t>用什么办法来确定进程的工作集：若用最近执行指令数来衡量，不好查；用时间，最近多长时间以来</a:t>
            </a:r>
            <a:endParaRPr lang="zh-CN" altLang="zh-CN" dirty="0"/>
          </a:p>
        </p:txBody>
      </p:sp>
    </p:spTree>
    <p:extLst>
      <p:ext uri="{BB962C8B-B14F-4D97-AF65-F5344CB8AC3E}">
        <p14:creationId xmlns:p14="http://schemas.microsoft.com/office/powerpoint/2010/main" val="24866489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幻灯片图像占位符 1">
            <a:extLst>
              <a:ext uri="{FF2B5EF4-FFF2-40B4-BE49-F238E27FC236}">
                <a16:creationId xmlns:a16="http://schemas.microsoft.com/office/drawing/2014/main" id="{90FC94F5-A552-46AC-B13D-FC49D6551DCC}"/>
              </a:ext>
            </a:extLst>
          </p:cNvPr>
          <p:cNvSpPr>
            <a:spLocks noGrp="1" noRot="1" noChangeAspect="1" noTextEdit="1"/>
          </p:cNvSpPr>
          <p:nvPr>
            <p:ph type="sldImg"/>
          </p:nvPr>
        </p:nvSpPr>
        <p:spPr>
          <a:xfrm>
            <a:off x="1150938" y="692150"/>
            <a:ext cx="4556125" cy="3416300"/>
          </a:xfrm>
          <a:ln/>
        </p:spPr>
      </p:sp>
      <p:sp>
        <p:nvSpPr>
          <p:cNvPr id="68611" name="备注占位符 2">
            <a:extLst>
              <a:ext uri="{FF2B5EF4-FFF2-40B4-BE49-F238E27FC236}">
                <a16:creationId xmlns:a16="http://schemas.microsoft.com/office/drawing/2014/main" id="{58F8E2FE-5C5B-4FF0-A9F6-5DB89C8AE1E3}"/>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endParaRPr lang="zh-CN" altLang="en-US" dirty="0"/>
          </a:p>
        </p:txBody>
      </p:sp>
      <p:sp>
        <p:nvSpPr>
          <p:cNvPr id="68612" name="灯片编号占位符 3">
            <a:extLst>
              <a:ext uri="{FF2B5EF4-FFF2-40B4-BE49-F238E27FC236}">
                <a16:creationId xmlns:a16="http://schemas.microsoft.com/office/drawing/2014/main" id="{EF995035-0928-4ED8-B5C8-45AF705C5440}"/>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b="1">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b="1">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b="1">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b="1">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b="1">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fld id="{2450C2BE-717F-4196-B749-E20BD6EA44F4}" type="slidenum">
              <a:rPr lang="en-US" altLang="zh-CN" sz="1300" b="0" smtClean="0">
                <a:ea typeface="隶书" panose="02010509060101010101" pitchFamily="49" charset="-122"/>
              </a:rPr>
              <a:pPr/>
              <a:t>30</a:t>
            </a:fld>
            <a:endParaRPr lang="en-US" altLang="zh-CN" sz="1300" b="0">
              <a:ea typeface="隶书" panose="02010509060101010101" pitchFamily="49" charset="-122"/>
            </a:endParaRPr>
          </a:p>
        </p:txBody>
      </p:sp>
    </p:spTree>
    <p:extLst>
      <p:ext uri="{BB962C8B-B14F-4D97-AF65-F5344CB8AC3E}">
        <p14:creationId xmlns:p14="http://schemas.microsoft.com/office/powerpoint/2010/main" val="12810784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kumimoji="1" lang="zh-CN" altLang="en-US" sz="1200" b="0" i="0" kern="1200" dirty="0">
              <a:solidFill>
                <a:schemeClr val="tx1"/>
              </a:solidFill>
              <a:effectLst/>
              <a:latin typeface="Times New Roman" pitchFamily="18" charset="0"/>
              <a:ea typeface="宋体" pitchFamily="2" charset="-122"/>
              <a:cs typeface="+mn-cs"/>
            </a:endParaRPr>
          </a:p>
          <a:p>
            <a:pPr lvl="1"/>
            <a:r>
              <a:rPr kumimoji="1" lang="zh-CN" altLang="en-US" sz="1200" b="0" i="0" kern="1200" dirty="0">
                <a:solidFill>
                  <a:schemeClr val="tx1"/>
                </a:solidFill>
                <a:effectLst/>
                <a:latin typeface="Times New Roman" pitchFamily="18" charset="0"/>
                <a:ea typeface="宋体" pitchFamily="2" charset="-122"/>
                <a:cs typeface="+mn-cs"/>
              </a:rPr>
              <a:t>们如何选择</a:t>
            </a:r>
            <a:r>
              <a:rPr kumimoji="1" lang="en-US" altLang="zh-CN" sz="1200" b="0" i="0" kern="1200" dirty="0">
                <a:solidFill>
                  <a:schemeClr val="tx1"/>
                </a:solidFill>
                <a:effectLst/>
                <a:latin typeface="Times New Roman" pitchFamily="18" charset="0"/>
                <a:ea typeface="宋体" pitchFamily="2" charset="-122"/>
                <a:cs typeface="+mn-cs"/>
              </a:rPr>
              <a:t>w</a:t>
            </a:r>
            <a:r>
              <a:rPr kumimoji="1" lang="zh-CN" altLang="en-US" sz="1200" b="0" i="0" kern="1200" dirty="0">
                <a:solidFill>
                  <a:schemeClr val="tx1"/>
                </a:solidFill>
                <a:effectLst/>
                <a:latin typeface="Times New Roman" pitchFamily="18" charset="0"/>
                <a:ea typeface="宋体" pitchFamily="2" charset="-122"/>
                <a:cs typeface="+mn-cs"/>
              </a:rPr>
              <a:t>？</a:t>
            </a:r>
          </a:p>
          <a:p>
            <a:pPr lvl="1"/>
            <a:r>
              <a:rPr kumimoji="1" lang="zh-CN" altLang="en-US" sz="1200" b="0" i="0" kern="1200" dirty="0">
                <a:solidFill>
                  <a:schemeClr val="tx1"/>
                </a:solidFill>
                <a:effectLst/>
                <a:latin typeface="Times New Roman" pitchFamily="18" charset="0"/>
                <a:ea typeface="宋体" pitchFamily="2" charset="-122"/>
                <a:cs typeface="+mn-cs"/>
              </a:rPr>
              <a:t>我们怎么知道工作集何时改变？</a:t>
            </a: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sz="1200" b="1" i="0" kern="1200" dirty="0">
                <a:solidFill>
                  <a:schemeClr val="tx1"/>
                </a:solidFill>
                <a:effectLst/>
                <a:latin typeface="Times New Roman" pitchFamily="18" charset="0"/>
                <a:ea typeface="宋体" pitchFamily="2" charset="-122"/>
                <a:cs typeface="+mn-cs"/>
              </a:rPr>
              <a:t>因此，在实践中不使用工作集。</a:t>
            </a:r>
            <a:r>
              <a:rPr lang="zh-CN" altLang="en-US" dirty="0"/>
              <a:t>许多操作系统采用近似工作集策略，不必直接监视工作集的大小，通过监视缺页率来达到相似的效果</a:t>
            </a:r>
          </a:p>
          <a:p>
            <a:endParaRPr kumimoji="1" lang="zh-CN" altLang="en-US" sz="1200" b="1" i="0" kern="1200" dirty="0">
              <a:solidFill>
                <a:schemeClr val="tx1"/>
              </a:solidFill>
              <a:effectLst/>
              <a:latin typeface="Times New Roman" pitchFamily="18" charset="0"/>
              <a:ea typeface="宋体" pitchFamily="2" charset="-122"/>
              <a:cs typeface="+mn-cs"/>
            </a:endParaRPr>
          </a:p>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31</a:t>
            </a:fld>
            <a:endParaRPr lang="en-US" altLang="zh-CN"/>
          </a:p>
        </p:txBody>
      </p:sp>
    </p:spTree>
    <p:extLst>
      <p:ext uri="{BB962C8B-B14F-4D97-AF65-F5344CB8AC3E}">
        <p14:creationId xmlns:p14="http://schemas.microsoft.com/office/powerpoint/2010/main" val="26579996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a:extLst>
              <a:ext uri="{FF2B5EF4-FFF2-40B4-BE49-F238E27FC236}">
                <a16:creationId xmlns:a16="http://schemas.microsoft.com/office/drawing/2014/main" id="{31F54459-7408-4137-9F7C-4C8481353D3C}"/>
              </a:ext>
            </a:extLst>
          </p:cNvPr>
          <p:cNvSpPr>
            <a:spLocks noGrp="1" noRot="1" noChangeAspect="1" noTextEdit="1"/>
          </p:cNvSpPr>
          <p:nvPr>
            <p:ph type="sldImg"/>
          </p:nvPr>
        </p:nvSpPr>
        <p:spPr>
          <a:xfrm>
            <a:off x="1150938" y="692150"/>
            <a:ext cx="4556125" cy="3416300"/>
          </a:xfrm>
          <a:ln/>
        </p:spPr>
      </p:sp>
      <p:sp>
        <p:nvSpPr>
          <p:cNvPr id="66563" name="备注占位符 2">
            <a:extLst>
              <a:ext uri="{FF2B5EF4-FFF2-40B4-BE49-F238E27FC236}">
                <a16:creationId xmlns:a16="http://schemas.microsoft.com/office/drawing/2014/main" id="{FA10CD8C-E262-4996-B07B-152B8D86A0A8}"/>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r>
              <a:rPr lang="en-US" altLang="zh-CN" dirty="0"/>
              <a:t>C</a:t>
            </a:r>
          </a:p>
          <a:p>
            <a:r>
              <a:rPr lang="en-US" altLang="zh-CN" dirty="0">
                <a:solidFill>
                  <a:schemeClr val="bg2"/>
                </a:solidFill>
              </a:rPr>
              <a:t>2015</a:t>
            </a:r>
            <a:r>
              <a:rPr lang="zh-CN" altLang="en-US" dirty="0">
                <a:solidFill>
                  <a:schemeClr val="bg2"/>
                </a:solidFill>
              </a:rPr>
              <a:t>考研题</a:t>
            </a:r>
            <a:endParaRPr lang="zh-CN" altLang="en-US" dirty="0"/>
          </a:p>
        </p:txBody>
      </p:sp>
      <p:sp>
        <p:nvSpPr>
          <p:cNvPr id="66564" name="灯片编号占位符 3">
            <a:extLst>
              <a:ext uri="{FF2B5EF4-FFF2-40B4-BE49-F238E27FC236}">
                <a16:creationId xmlns:a16="http://schemas.microsoft.com/office/drawing/2014/main" id="{EF84ADA0-9C6C-45F3-8E4F-D894E87CAE23}"/>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b="1">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b="1">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b="1">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b="1">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b="1">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fld id="{FCC1B318-0529-42C7-AF89-462F0B1B5280}" type="slidenum">
              <a:rPr lang="en-US" altLang="zh-CN" sz="1300" b="0" smtClean="0">
                <a:ea typeface="隶书" panose="02010509060101010101" pitchFamily="49" charset="-122"/>
              </a:rPr>
              <a:pPr/>
              <a:t>34</a:t>
            </a:fld>
            <a:endParaRPr lang="en-US" altLang="zh-CN" sz="1300" b="0">
              <a:ea typeface="隶书" panose="02010509060101010101" pitchFamily="49" charset="-122"/>
            </a:endParaRPr>
          </a:p>
        </p:txBody>
      </p:sp>
    </p:spTree>
    <p:extLst>
      <p:ext uri="{BB962C8B-B14F-4D97-AF65-F5344CB8AC3E}">
        <p14:creationId xmlns:p14="http://schemas.microsoft.com/office/powerpoint/2010/main" val="34894368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lang="zh-CN" altLang="en-US" sz="1200" b="1" dirty="0">
                <a:solidFill>
                  <a:schemeClr val="tx1"/>
                </a:solidFill>
                <a:sym typeface="Symbol" panose="05050102010706020507" pitchFamily="18" charset="2"/>
              </a:rPr>
              <a:t>现代</a:t>
            </a:r>
            <a:r>
              <a:rPr lang="en-US" altLang="zh-CN" sz="1200" b="1" dirty="0">
                <a:solidFill>
                  <a:schemeClr val="tx1"/>
                </a:solidFill>
                <a:sym typeface="Symbol" panose="05050102010706020507" pitchFamily="18" charset="2"/>
              </a:rPr>
              <a:t>OS</a:t>
            </a:r>
            <a:r>
              <a:rPr lang="zh-CN" altLang="en-US" sz="1200" b="1" dirty="0">
                <a:solidFill>
                  <a:schemeClr val="tx1"/>
                </a:solidFill>
                <a:sym typeface="Symbol" panose="05050102010706020507" pitchFamily="18" charset="2"/>
              </a:rPr>
              <a:t>并不十分重视颠簸现象，因为</a:t>
            </a:r>
            <a:r>
              <a:rPr lang="en-US" altLang="zh-CN" sz="1200" b="1" dirty="0">
                <a:solidFill>
                  <a:schemeClr val="tx1"/>
                </a:solidFill>
                <a:sym typeface="Symbol" panose="05050102010706020507" pitchFamily="18" charset="2"/>
              </a:rPr>
              <a:t>CPU</a:t>
            </a:r>
            <a:r>
              <a:rPr lang="zh-CN" altLang="en-US" sz="1200" b="1" dirty="0">
                <a:solidFill>
                  <a:schemeClr val="tx1"/>
                </a:solidFill>
                <a:sym typeface="Symbol" panose="05050102010706020507" pitchFamily="18" charset="2"/>
              </a:rPr>
              <a:t>更快了，进程很快</a:t>
            </a:r>
            <a:r>
              <a:rPr lang="en-US" altLang="zh-CN" sz="1200" b="1" dirty="0">
                <a:solidFill>
                  <a:schemeClr val="tx1"/>
                </a:solidFill>
                <a:sym typeface="Symbol" panose="05050102010706020507" pitchFamily="18" charset="2"/>
              </a:rPr>
              <a:t>exit</a:t>
            </a:r>
            <a:r>
              <a:rPr lang="zh-CN" altLang="en-US" sz="1200" b="1" dirty="0">
                <a:solidFill>
                  <a:schemeClr val="tx1"/>
                </a:solidFill>
                <a:sym typeface="Symbol" panose="05050102010706020507" pitchFamily="18" charset="2"/>
              </a:rPr>
              <a:t>；内存更大了，局部的变化不大</a:t>
            </a:r>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35</a:t>
            </a:fld>
            <a:endParaRPr lang="en-US" altLang="zh-CN"/>
          </a:p>
        </p:txBody>
      </p:sp>
    </p:spTree>
    <p:extLst>
      <p:ext uri="{BB962C8B-B14F-4D97-AF65-F5344CB8AC3E}">
        <p14:creationId xmlns:p14="http://schemas.microsoft.com/office/powerpoint/2010/main" val="42490219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lang="zh-CN" altLang="en-US" dirty="0"/>
              <a:t>工作集和缺页率之间接存在直接关系</a:t>
            </a:r>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36</a:t>
            </a:fld>
            <a:endParaRPr lang="en-US" altLang="zh-CN"/>
          </a:p>
        </p:txBody>
      </p:sp>
    </p:spTree>
    <p:extLst>
      <p:ext uri="{BB962C8B-B14F-4D97-AF65-F5344CB8AC3E}">
        <p14:creationId xmlns:p14="http://schemas.microsoft.com/office/powerpoint/2010/main" val="27197893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7FF7CAA1-FDA5-4D44-9E6C-42858539CA79}"/>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5563CB16-1036-404C-BD3A-9CAB2F2A8E8E}" type="slidenum">
              <a:rPr lang="en-US" altLang="zh-CN" sz="1300" smtClean="0">
                <a:ea typeface="隶书" panose="02010509060101010101" pitchFamily="49" charset="-122"/>
              </a:rPr>
              <a:pPr>
                <a:spcBef>
                  <a:spcPct val="0"/>
                </a:spcBef>
              </a:pPr>
              <a:t>37</a:t>
            </a:fld>
            <a:endParaRPr lang="en-US" altLang="zh-CN" sz="1300">
              <a:ea typeface="隶书" panose="02010509060101010101" pitchFamily="49" charset="-122"/>
            </a:endParaRPr>
          </a:p>
        </p:txBody>
      </p:sp>
      <p:sp>
        <p:nvSpPr>
          <p:cNvPr id="70659" name="Rectangle 2">
            <a:extLst>
              <a:ext uri="{FF2B5EF4-FFF2-40B4-BE49-F238E27FC236}">
                <a16:creationId xmlns:a16="http://schemas.microsoft.com/office/drawing/2014/main" id="{E97C09D8-2003-4012-9707-74ECC19741E4}"/>
              </a:ext>
            </a:extLst>
          </p:cNvPr>
          <p:cNvSpPr>
            <a:spLocks noGrp="1" noRot="1" noChangeAspect="1" noChangeArrowheads="1" noTextEdit="1"/>
          </p:cNvSpPr>
          <p:nvPr>
            <p:ph type="sldImg"/>
          </p:nvPr>
        </p:nvSpPr>
        <p:spPr>
          <a:xfrm>
            <a:off x="1150938" y="692150"/>
            <a:ext cx="4556125" cy="3416300"/>
          </a:xfrm>
          <a:solidFill>
            <a:srgbClr val="FFFFFF"/>
          </a:solidFill>
          <a:ln/>
        </p:spPr>
      </p:sp>
      <p:sp>
        <p:nvSpPr>
          <p:cNvPr id="70660" name="Rectangle 3">
            <a:extLst>
              <a:ext uri="{FF2B5EF4-FFF2-40B4-BE49-F238E27FC236}">
                <a16:creationId xmlns:a16="http://schemas.microsoft.com/office/drawing/2014/main" id="{926B35EA-C8B2-404B-A2DC-ACCF43505403}"/>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zh-CN" altLang="zh-CN"/>
          </a:p>
        </p:txBody>
      </p:sp>
    </p:spTree>
    <p:extLst>
      <p:ext uri="{BB962C8B-B14F-4D97-AF65-F5344CB8AC3E}">
        <p14:creationId xmlns:p14="http://schemas.microsoft.com/office/powerpoint/2010/main" val="22711474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17F6913D-03D2-459F-89C2-32F4F637EB07}"/>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F23FD0D8-0EC6-4E4B-8F24-D61FCCA05189}" type="slidenum">
              <a:rPr lang="en-US" altLang="zh-CN" sz="1300" smtClean="0">
                <a:ea typeface="隶书" panose="02010509060101010101" pitchFamily="49" charset="-122"/>
              </a:rPr>
              <a:pPr>
                <a:spcBef>
                  <a:spcPct val="0"/>
                </a:spcBef>
              </a:pPr>
              <a:t>38</a:t>
            </a:fld>
            <a:endParaRPr lang="en-US" altLang="zh-CN" sz="1300">
              <a:ea typeface="隶书" panose="02010509060101010101" pitchFamily="49" charset="-122"/>
            </a:endParaRPr>
          </a:p>
        </p:txBody>
      </p:sp>
      <p:sp>
        <p:nvSpPr>
          <p:cNvPr id="72707" name="Rectangle 2">
            <a:extLst>
              <a:ext uri="{FF2B5EF4-FFF2-40B4-BE49-F238E27FC236}">
                <a16:creationId xmlns:a16="http://schemas.microsoft.com/office/drawing/2014/main" id="{2A2D7F9E-BB50-4C57-8B11-B3A9CA4E2AD6}"/>
              </a:ext>
            </a:extLst>
          </p:cNvPr>
          <p:cNvSpPr>
            <a:spLocks noGrp="1" noRot="1" noChangeAspect="1" noChangeArrowheads="1" noTextEdit="1"/>
          </p:cNvSpPr>
          <p:nvPr>
            <p:ph type="sldImg"/>
          </p:nvPr>
        </p:nvSpPr>
        <p:spPr>
          <a:xfrm>
            <a:off x="1150938" y="692150"/>
            <a:ext cx="4556125" cy="3416300"/>
          </a:xfrm>
          <a:solidFill>
            <a:srgbClr val="FFFFFF"/>
          </a:solidFill>
          <a:ln/>
        </p:spPr>
      </p:sp>
      <p:sp>
        <p:nvSpPr>
          <p:cNvPr id="72708" name="Rectangle 3">
            <a:extLst>
              <a:ext uri="{FF2B5EF4-FFF2-40B4-BE49-F238E27FC236}">
                <a16:creationId xmlns:a16="http://schemas.microsoft.com/office/drawing/2014/main" id="{BA23452E-9E80-44E3-9922-570AC5702245}"/>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zh-CN" dirty="0" smtClean="0"/>
              <a:t>OS</a:t>
            </a:r>
            <a:r>
              <a:rPr lang="zh-CN" altLang="en-US" dirty="0" smtClean="0"/>
              <a:t>设计人员很少可以选择页面的大小</a:t>
            </a:r>
            <a:endParaRPr lang="en-US" altLang="zh-CN" dirty="0" smtClean="0"/>
          </a:p>
          <a:p>
            <a:pPr eaLnBrk="1" hangingPunct="1"/>
            <a:r>
              <a:rPr lang="zh-CN" altLang="en-US" dirty="0" smtClean="0"/>
              <a:t>平衡</a:t>
            </a:r>
            <a:r>
              <a:rPr lang="zh-CN" altLang="en-US" dirty="0"/>
              <a:t>各种相互竞争的因素，没有一个全局性的最优解。</a:t>
            </a:r>
          </a:p>
          <a:p>
            <a:pPr eaLnBrk="1" hangingPunct="1"/>
            <a:endParaRPr lang="zh-CN" altLang="zh-CN" dirty="0"/>
          </a:p>
        </p:txBody>
      </p:sp>
    </p:spTree>
    <p:extLst>
      <p:ext uri="{BB962C8B-B14F-4D97-AF65-F5344CB8AC3E}">
        <p14:creationId xmlns:p14="http://schemas.microsoft.com/office/powerpoint/2010/main" val="14027598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AC0C9A61-33EF-4170-9C0E-6BE6634548CB}"/>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1058D752-55A1-4BAF-8320-6DE23AEB5D20}" type="slidenum">
              <a:rPr lang="en-US" altLang="zh-CN" sz="1300" smtClean="0">
                <a:ea typeface="隶书" panose="02010509060101010101" pitchFamily="49" charset="-122"/>
              </a:rPr>
              <a:pPr>
                <a:spcBef>
                  <a:spcPct val="0"/>
                </a:spcBef>
              </a:pPr>
              <a:t>39</a:t>
            </a:fld>
            <a:endParaRPr lang="en-US" altLang="zh-CN" sz="1300">
              <a:ea typeface="隶书" panose="02010509060101010101" pitchFamily="49" charset="-122"/>
            </a:endParaRPr>
          </a:p>
        </p:txBody>
      </p:sp>
      <p:sp>
        <p:nvSpPr>
          <p:cNvPr id="74755" name="Rectangle 2">
            <a:extLst>
              <a:ext uri="{FF2B5EF4-FFF2-40B4-BE49-F238E27FC236}">
                <a16:creationId xmlns:a16="http://schemas.microsoft.com/office/drawing/2014/main" id="{C488AD96-0CCA-404B-B8E0-E0BF8824BE4F}"/>
              </a:ext>
            </a:extLst>
          </p:cNvPr>
          <p:cNvSpPr>
            <a:spLocks noGrp="1" noRot="1" noChangeAspect="1" noChangeArrowheads="1" noTextEdit="1"/>
          </p:cNvSpPr>
          <p:nvPr>
            <p:ph type="sldImg"/>
          </p:nvPr>
        </p:nvSpPr>
        <p:spPr>
          <a:xfrm>
            <a:off x="1150938" y="692150"/>
            <a:ext cx="4556125" cy="3416300"/>
          </a:xfrm>
          <a:solidFill>
            <a:srgbClr val="FFFFFF"/>
          </a:solidFill>
          <a:ln/>
        </p:spPr>
      </p:sp>
      <p:sp>
        <p:nvSpPr>
          <p:cNvPr id="74756" name="Rectangle 3">
            <a:extLst>
              <a:ext uri="{FF2B5EF4-FFF2-40B4-BE49-F238E27FC236}">
                <a16:creationId xmlns:a16="http://schemas.microsoft.com/office/drawing/2014/main" id="{76D22B71-0925-46EA-A740-18390B6A75EB}"/>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zh-CN" altLang="zh-CN"/>
          </a:p>
        </p:txBody>
      </p:sp>
    </p:spTree>
    <p:extLst>
      <p:ext uri="{BB962C8B-B14F-4D97-AF65-F5344CB8AC3E}">
        <p14:creationId xmlns:p14="http://schemas.microsoft.com/office/powerpoint/2010/main" val="36096775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41</a:t>
            </a:fld>
            <a:endParaRPr lang="en-US" altLang="zh-CN"/>
          </a:p>
        </p:txBody>
      </p:sp>
    </p:spTree>
    <p:extLst>
      <p:ext uri="{BB962C8B-B14F-4D97-AF65-F5344CB8AC3E}">
        <p14:creationId xmlns:p14="http://schemas.microsoft.com/office/powerpoint/2010/main" val="32066301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lang="zh-CN" altLang="en-US"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如果文件太大，比如超过了进程用户区</a:t>
            </a:r>
            <a:r>
              <a:rPr lang="en-US" altLang="zh-CN"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2G</a:t>
            </a:r>
            <a:r>
              <a:rPr lang="zh-CN" altLang="en-US"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，用</a:t>
            </a:r>
            <a:r>
              <a:rPr lang="en-US" altLang="zh-CN" dirty="0" err="1">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fopen</a:t>
            </a:r>
            <a:r>
              <a:rPr lang="zh-CN" altLang="en-US"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是不能对文件进行操作的。</a:t>
            </a:r>
            <a:endParaRPr lang="en-US" altLang="zh-CN"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endParaRPr>
          </a:p>
          <a:p>
            <a:r>
              <a:rPr kumimoji="1" lang="en-US" altLang="zh-CN" sz="1200" kern="1200" dirty="0">
                <a:solidFill>
                  <a:schemeClr val="tx1"/>
                </a:solidFill>
                <a:effectLst/>
                <a:latin typeface="Times New Roman" pitchFamily="18" charset="0"/>
                <a:ea typeface="宋体" pitchFamily="2" charset="-122"/>
                <a:cs typeface="+mn-cs"/>
              </a:rPr>
              <a:t> </a:t>
            </a:r>
            <a:r>
              <a:rPr kumimoji="1" lang="zh-CN" altLang="zh-CN" sz="1200" kern="1200" dirty="0">
                <a:solidFill>
                  <a:schemeClr val="tx1"/>
                </a:solidFill>
                <a:effectLst/>
                <a:latin typeface="Times New Roman" pitchFamily="18" charset="0"/>
                <a:ea typeface="宋体" pitchFamily="2" charset="-122"/>
                <a:cs typeface="+mn-cs"/>
              </a:rPr>
              <a:t>当一个应用程序启动时，操作系统首先会调用</a:t>
            </a:r>
            <a:r>
              <a:rPr kumimoji="1" lang="en-US" altLang="zh-CN" sz="1200" kern="1200" dirty="0" err="1">
                <a:solidFill>
                  <a:schemeClr val="tx1"/>
                </a:solidFill>
                <a:effectLst/>
                <a:latin typeface="Times New Roman" pitchFamily="18" charset="0"/>
                <a:ea typeface="宋体" pitchFamily="2" charset="-122"/>
                <a:cs typeface="+mn-cs"/>
              </a:rPr>
              <a:t>CreateFile</a:t>
            </a:r>
            <a:r>
              <a:rPr kumimoji="1" lang="zh-CN" altLang="zh-CN" sz="1200" kern="1200" dirty="0">
                <a:solidFill>
                  <a:schemeClr val="tx1"/>
                </a:solidFill>
                <a:effectLst/>
                <a:latin typeface="Times New Roman" pitchFamily="18" charset="0"/>
                <a:ea typeface="宋体" pitchFamily="2" charset="-122"/>
                <a:cs typeface="+mn-cs"/>
              </a:rPr>
              <a:t>来打开磁盘上的</a:t>
            </a:r>
            <a:r>
              <a:rPr kumimoji="1" lang="en-US" altLang="zh-CN" sz="1200" kern="1200" dirty="0">
                <a:solidFill>
                  <a:schemeClr val="tx1"/>
                </a:solidFill>
                <a:effectLst/>
                <a:latin typeface="Times New Roman" pitchFamily="18" charset="0"/>
                <a:ea typeface="宋体" pitchFamily="2" charset="-122"/>
                <a:cs typeface="+mn-cs"/>
              </a:rPr>
              <a:t>.exe</a:t>
            </a:r>
            <a:r>
              <a:rPr kumimoji="1" lang="zh-CN" altLang="zh-CN" sz="1200" kern="1200" dirty="0">
                <a:solidFill>
                  <a:schemeClr val="tx1"/>
                </a:solidFill>
                <a:effectLst/>
                <a:latin typeface="Times New Roman" pitchFamily="18" charset="0"/>
                <a:ea typeface="宋体" pitchFamily="2" charset="-122"/>
                <a:cs typeface="+mn-cs"/>
              </a:rPr>
              <a:t>文件。接着系统会调用</a:t>
            </a:r>
            <a:r>
              <a:rPr kumimoji="1" lang="en-US" altLang="zh-CN" sz="1200" kern="1200" dirty="0" err="1">
                <a:solidFill>
                  <a:schemeClr val="tx1"/>
                </a:solidFill>
                <a:effectLst/>
                <a:latin typeface="Times New Roman" pitchFamily="18" charset="0"/>
                <a:ea typeface="宋体" pitchFamily="2" charset="-122"/>
                <a:cs typeface="+mn-cs"/>
              </a:rPr>
              <a:t>CreateFileMapping</a:t>
            </a:r>
            <a:r>
              <a:rPr kumimoji="1" lang="zh-CN" altLang="zh-CN" sz="1200" kern="1200" dirty="0">
                <a:solidFill>
                  <a:schemeClr val="tx1"/>
                </a:solidFill>
                <a:effectLst/>
                <a:latin typeface="Times New Roman" pitchFamily="18" charset="0"/>
                <a:ea typeface="宋体" pitchFamily="2" charset="-122"/>
                <a:cs typeface="+mn-cs"/>
              </a:rPr>
              <a:t>来创建文件映射对象。最后系统会以新创建的进程的名义调用</a:t>
            </a:r>
            <a:r>
              <a:rPr kumimoji="1" lang="en-US" altLang="zh-CN" sz="1200" kern="1200" dirty="0" err="1">
                <a:solidFill>
                  <a:schemeClr val="tx1"/>
                </a:solidFill>
                <a:effectLst/>
                <a:latin typeface="Times New Roman" pitchFamily="18" charset="0"/>
                <a:ea typeface="宋体" pitchFamily="2" charset="-122"/>
                <a:cs typeface="+mn-cs"/>
              </a:rPr>
              <a:t>MapViewOfFileEx</a:t>
            </a:r>
            <a:r>
              <a:rPr kumimoji="1" lang="en-US" altLang="zh-CN" sz="1200" kern="1200" dirty="0">
                <a:solidFill>
                  <a:schemeClr val="tx1"/>
                </a:solidFill>
                <a:effectLst/>
                <a:latin typeface="Times New Roman" pitchFamily="18" charset="0"/>
                <a:ea typeface="宋体" pitchFamily="2" charset="-122"/>
                <a:cs typeface="+mn-cs"/>
              </a:rPr>
              <a:t>()</a:t>
            </a:r>
            <a:r>
              <a:rPr kumimoji="1" lang="zh-CN" altLang="zh-CN" sz="1200" kern="1200" dirty="0">
                <a:solidFill>
                  <a:schemeClr val="tx1"/>
                </a:solidFill>
                <a:effectLst/>
                <a:latin typeface="Times New Roman" pitchFamily="18" charset="0"/>
                <a:ea typeface="宋体" pitchFamily="2" charset="-122"/>
                <a:cs typeface="+mn-cs"/>
              </a:rPr>
              <a:t>，这样就把</a:t>
            </a:r>
            <a:r>
              <a:rPr kumimoji="1" lang="en-US" altLang="zh-CN" sz="1200" kern="1200" dirty="0">
                <a:solidFill>
                  <a:schemeClr val="tx1"/>
                </a:solidFill>
                <a:effectLst/>
                <a:latin typeface="Times New Roman" pitchFamily="18" charset="0"/>
                <a:ea typeface="宋体" pitchFamily="2" charset="-122"/>
                <a:cs typeface="+mn-cs"/>
              </a:rPr>
              <a:t>.exe</a:t>
            </a:r>
            <a:r>
              <a:rPr kumimoji="1" lang="zh-CN" altLang="zh-CN" sz="1200" kern="1200" dirty="0">
                <a:solidFill>
                  <a:schemeClr val="tx1"/>
                </a:solidFill>
                <a:effectLst/>
                <a:latin typeface="Times New Roman" pitchFamily="18" charset="0"/>
                <a:ea typeface="宋体" pitchFamily="2" charset="-122"/>
                <a:cs typeface="+mn-cs"/>
              </a:rPr>
              <a:t>文件映射到了进程的地址空间中。这里使用</a:t>
            </a:r>
            <a:r>
              <a:rPr kumimoji="1" lang="en-US" altLang="zh-CN" sz="1200" kern="1200" dirty="0" err="1">
                <a:solidFill>
                  <a:schemeClr val="tx1"/>
                </a:solidFill>
                <a:effectLst/>
                <a:latin typeface="Times New Roman" pitchFamily="18" charset="0"/>
                <a:ea typeface="宋体" pitchFamily="2" charset="-122"/>
                <a:cs typeface="+mn-cs"/>
              </a:rPr>
              <a:t>MapViewOfFileEx</a:t>
            </a:r>
            <a:r>
              <a:rPr kumimoji="1" lang="zh-CN" altLang="zh-CN" sz="1200" kern="1200" dirty="0">
                <a:solidFill>
                  <a:schemeClr val="tx1"/>
                </a:solidFill>
                <a:effectLst/>
                <a:latin typeface="Times New Roman" pitchFamily="18" charset="0"/>
                <a:ea typeface="宋体" pitchFamily="2" charset="-122"/>
                <a:cs typeface="+mn-cs"/>
              </a:rPr>
              <a:t>的原因是为了将文件映射到进程的指定基地址处（</a:t>
            </a:r>
            <a:r>
              <a:rPr kumimoji="1" lang="en-US" altLang="zh-CN" sz="1200" kern="1200" dirty="0">
                <a:solidFill>
                  <a:schemeClr val="tx1"/>
                </a:solidFill>
                <a:effectLst/>
                <a:latin typeface="Times New Roman" pitchFamily="18" charset="0"/>
                <a:ea typeface="宋体" pitchFamily="2" charset="-122"/>
                <a:cs typeface="+mn-cs"/>
              </a:rPr>
              <a:t>32</a:t>
            </a:r>
            <a:r>
              <a:rPr kumimoji="1" lang="zh-CN" altLang="zh-CN" sz="1200" kern="1200" dirty="0">
                <a:solidFill>
                  <a:schemeClr val="tx1"/>
                </a:solidFill>
                <a:effectLst/>
                <a:latin typeface="Times New Roman" pitchFamily="18" charset="0"/>
                <a:ea typeface="宋体" pitchFamily="2" charset="-122"/>
                <a:cs typeface="+mn-cs"/>
              </a:rPr>
              <a:t>位程序默认基地址为</a:t>
            </a:r>
            <a:r>
              <a:rPr kumimoji="1" lang="en-US" altLang="zh-CN" sz="1200" kern="1200" dirty="0">
                <a:solidFill>
                  <a:schemeClr val="tx1"/>
                </a:solidFill>
                <a:effectLst/>
                <a:latin typeface="Times New Roman" pitchFamily="18" charset="0"/>
                <a:ea typeface="宋体" pitchFamily="2" charset="-122"/>
                <a:cs typeface="+mn-cs"/>
              </a:rPr>
              <a:t>0x400000</a:t>
            </a:r>
            <a:r>
              <a:rPr kumimoji="1" lang="zh-CN" altLang="zh-CN" sz="1200" kern="1200" dirty="0">
                <a:solidFill>
                  <a:schemeClr val="tx1"/>
                </a:solidFill>
                <a:effectLst/>
                <a:latin typeface="Times New Roman" pitchFamily="18" charset="0"/>
                <a:ea typeface="宋体" pitchFamily="2" charset="-122"/>
                <a:cs typeface="+mn-cs"/>
              </a:rPr>
              <a:t>）。然后系统创建进程的主线程，在映射得到的视图中取得可执行代码的第一个字节的地址，把该地址放到线程的指令指针中，最后</a:t>
            </a:r>
            <a:r>
              <a:rPr kumimoji="1" lang="en-US" altLang="zh-CN" sz="1200" kern="1200" dirty="0">
                <a:solidFill>
                  <a:schemeClr val="tx1"/>
                </a:solidFill>
                <a:effectLst/>
                <a:latin typeface="Times New Roman" pitchFamily="18" charset="0"/>
                <a:ea typeface="宋体" pitchFamily="2" charset="-122"/>
                <a:cs typeface="+mn-cs"/>
              </a:rPr>
              <a:t>CPU</a:t>
            </a:r>
            <a:r>
              <a:rPr kumimoji="1" lang="zh-CN" altLang="zh-CN" sz="1200" kern="1200" dirty="0">
                <a:solidFill>
                  <a:schemeClr val="tx1"/>
                </a:solidFill>
                <a:effectLst/>
                <a:latin typeface="Times New Roman" pitchFamily="18" charset="0"/>
                <a:ea typeface="宋体" pitchFamily="2" charset="-122"/>
                <a:cs typeface="+mn-cs"/>
              </a:rPr>
              <a:t>执行其中的代码。</a:t>
            </a:r>
          </a:p>
          <a:p>
            <a:r>
              <a:rPr kumimoji="1" lang="en-US" altLang="zh-CN" sz="1200" kern="1200" dirty="0">
                <a:solidFill>
                  <a:schemeClr val="tx1"/>
                </a:solidFill>
                <a:effectLst/>
                <a:latin typeface="Times New Roman" pitchFamily="18" charset="0"/>
                <a:ea typeface="宋体" pitchFamily="2" charset="-122"/>
                <a:cs typeface="+mn-cs"/>
              </a:rPr>
              <a:t> </a:t>
            </a:r>
            <a:endParaRPr kumimoji="1" lang="zh-CN" altLang="zh-CN" sz="1200" kern="1200" dirty="0">
              <a:solidFill>
                <a:schemeClr val="tx1"/>
              </a:solidFill>
              <a:effectLst/>
              <a:latin typeface="Times New Roman" pitchFamily="18" charset="0"/>
              <a:ea typeface="宋体" pitchFamily="2" charset="-122"/>
              <a:cs typeface="+mn-cs"/>
            </a:endParaRPr>
          </a:p>
          <a:p>
            <a:r>
              <a:rPr kumimoji="1" lang="en-US" altLang="zh-CN" sz="1200" kern="1200" dirty="0">
                <a:solidFill>
                  <a:schemeClr val="tx1"/>
                </a:solidFill>
                <a:effectLst/>
                <a:latin typeface="Times New Roman" pitchFamily="18" charset="0"/>
                <a:ea typeface="宋体" pitchFamily="2" charset="-122"/>
                <a:cs typeface="+mn-cs"/>
              </a:rPr>
              <a:t>     </a:t>
            </a:r>
            <a:r>
              <a:rPr kumimoji="1" lang="zh-CN" altLang="zh-CN" sz="1200" kern="1200" dirty="0">
                <a:solidFill>
                  <a:schemeClr val="tx1"/>
                </a:solidFill>
                <a:effectLst/>
                <a:latin typeface="Times New Roman" pitchFamily="18" charset="0"/>
                <a:ea typeface="宋体" pitchFamily="2" charset="-122"/>
                <a:cs typeface="+mn-cs"/>
              </a:rPr>
              <a:t>这时再启动该应用程序的第二个实例，操作系统会发现该</a:t>
            </a:r>
            <a:r>
              <a:rPr kumimoji="1" lang="en-US" altLang="zh-CN" sz="1200" kern="1200" dirty="0">
                <a:solidFill>
                  <a:schemeClr val="tx1"/>
                </a:solidFill>
                <a:effectLst/>
                <a:latin typeface="Times New Roman" pitchFamily="18" charset="0"/>
                <a:ea typeface="宋体" pitchFamily="2" charset="-122"/>
                <a:cs typeface="+mn-cs"/>
              </a:rPr>
              <a:t>.exe</a:t>
            </a:r>
            <a:r>
              <a:rPr kumimoji="1" lang="zh-CN" altLang="zh-CN" sz="1200" kern="1200" dirty="0">
                <a:solidFill>
                  <a:schemeClr val="tx1"/>
                </a:solidFill>
                <a:effectLst/>
                <a:latin typeface="Times New Roman" pitchFamily="18" charset="0"/>
                <a:ea typeface="宋体" pitchFamily="2" charset="-122"/>
                <a:cs typeface="+mn-cs"/>
              </a:rPr>
              <a:t>文件已经有一个文件映射对象，那么系统会将该文件映射对象视图映射到新创建的进程的地址空间中。显然，由于物理内存中包含</a:t>
            </a:r>
            <a:r>
              <a:rPr kumimoji="1" lang="en-US" altLang="zh-CN" sz="1200" kern="1200" dirty="0">
                <a:solidFill>
                  <a:schemeClr val="tx1"/>
                </a:solidFill>
                <a:effectLst/>
                <a:latin typeface="Times New Roman" pitchFamily="18" charset="0"/>
                <a:ea typeface="宋体" pitchFamily="2" charset="-122"/>
                <a:cs typeface="+mn-cs"/>
              </a:rPr>
              <a:t>.exe</a:t>
            </a:r>
            <a:r>
              <a:rPr kumimoji="1" lang="zh-CN" altLang="zh-CN" sz="1200" kern="1200" dirty="0">
                <a:solidFill>
                  <a:schemeClr val="tx1"/>
                </a:solidFill>
                <a:effectLst/>
                <a:latin typeface="Times New Roman" pitchFamily="18" charset="0"/>
                <a:ea typeface="宋体" pitchFamily="2" charset="-122"/>
                <a:cs typeface="+mn-cs"/>
              </a:rPr>
              <a:t>文件可执行代码的那些页面为两个进程（或多个进程）所共享，因此内存的使用率更高。</a:t>
            </a:r>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sz="1200" kern="1200" dirty="0">
              <a:solidFill>
                <a:schemeClr val="tx1"/>
              </a:solidFill>
              <a:effectLst/>
              <a:latin typeface="Times New Roman" pitchFamily="18" charset="0"/>
              <a:ea typeface="宋体"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sz="1200" kern="1200" dirty="0">
              <a:solidFill>
                <a:schemeClr val="tx1"/>
              </a:solidFill>
              <a:effectLst/>
              <a:latin typeface="Times New Roman" pitchFamily="18" charset="0"/>
              <a:ea typeface="宋体"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zh-CN" sz="1200" kern="1200" dirty="0">
                <a:solidFill>
                  <a:schemeClr val="tx1"/>
                </a:solidFill>
                <a:effectLst/>
                <a:latin typeface="Times New Roman" pitchFamily="18" charset="0"/>
                <a:ea typeface="宋体" pitchFamily="2" charset="-122"/>
                <a:cs typeface="+mn-cs"/>
              </a:rPr>
              <a:t>C++</a:t>
            </a:r>
            <a:r>
              <a:rPr kumimoji="1" lang="zh-CN" altLang="zh-CN" sz="1200" kern="1200" dirty="0">
                <a:solidFill>
                  <a:schemeClr val="tx1"/>
                </a:solidFill>
                <a:effectLst/>
                <a:latin typeface="Times New Roman" pitchFamily="18" charset="0"/>
                <a:ea typeface="宋体" pitchFamily="2" charset="-122"/>
                <a:cs typeface="+mn-cs"/>
              </a:rPr>
              <a:t>中提供了类似</a:t>
            </a:r>
            <a:r>
              <a:rPr kumimoji="1" lang="en-US" altLang="zh-CN" sz="1200" kern="1200" dirty="0" err="1">
                <a:solidFill>
                  <a:schemeClr val="tx1"/>
                </a:solidFill>
                <a:effectLst/>
                <a:latin typeface="Times New Roman" pitchFamily="18" charset="0"/>
                <a:ea typeface="宋体" pitchFamily="2" charset="-122"/>
                <a:cs typeface="+mn-cs"/>
              </a:rPr>
              <a:t>fopen</a:t>
            </a:r>
            <a:r>
              <a:rPr kumimoji="1" lang="zh-CN" altLang="zh-CN" sz="1200" kern="1200" dirty="0">
                <a:solidFill>
                  <a:schemeClr val="tx1"/>
                </a:solidFill>
                <a:effectLst/>
                <a:latin typeface="Times New Roman" pitchFamily="18" charset="0"/>
                <a:ea typeface="宋体" pitchFamily="2" charset="-122"/>
                <a:cs typeface="+mn-cs"/>
              </a:rPr>
              <a:t>，</a:t>
            </a:r>
            <a:r>
              <a:rPr kumimoji="1" lang="en-US" altLang="zh-CN" sz="1200" kern="1200" dirty="0" err="1">
                <a:solidFill>
                  <a:schemeClr val="tx1"/>
                </a:solidFill>
                <a:effectLst/>
                <a:latin typeface="Times New Roman" pitchFamily="18" charset="0"/>
                <a:ea typeface="宋体" pitchFamily="2" charset="-122"/>
                <a:cs typeface="+mn-cs"/>
              </a:rPr>
              <a:t>fstream</a:t>
            </a:r>
            <a:r>
              <a:rPr kumimoji="1" lang="zh-CN" altLang="zh-CN" sz="1200" kern="1200" dirty="0">
                <a:solidFill>
                  <a:schemeClr val="tx1"/>
                </a:solidFill>
                <a:effectLst/>
                <a:latin typeface="Times New Roman" pitchFamily="18" charset="0"/>
                <a:ea typeface="宋体" pitchFamily="2" charset="-122"/>
                <a:cs typeface="+mn-cs"/>
              </a:rPr>
              <a:t>等函数来操作文件，这些函数的原理都是直接对文件进行</a:t>
            </a:r>
            <a:r>
              <a:rPr kumimoji="1" lang="en-US" altLang="zh-CN" sz="1200" kern="1200" dirty="0">
                <a:solidFill>
                  <a:schemeClr val="tx1"/>
                </a:solidFill>
                <a:effectLst/>
                <a:latin typeface="Times New Roman" pitchFamily="18" charset="0"/>
                <a:ea typeface="宋体" pitchFamily="2" charset="-122"/>
                <a:cs typeface="+mn-cs"/>
              </a:rPr>
              <a:t>IO</a:t>
            </a:r>
            <a:r>
              <a:rPr kumimoji="1" lang="zh-CN" altLang="zh-CN" sz="1200" kern="1200" dirty="0">
                <a:solidFill>
                  <a:schemeClr val="tx1"/>
                </a:solidFill>
                <a:effectLst/>
                <a:latin typeface="Times New Roman" pitchFamily="18" charset="0"/>
                <a:ea typeface="宋体" pitchFamily="2" charset="-122"/>
                <a:cs typeface="+mn-cs"/>
              </a:rPr>
              <a:t>读取和缓存，</a:t>
            </a:r>
            <a:endParaRPr kumimoji="1" lang="en-US" altLang="zh-CN" sz="1200" kern="1200" dirty="0">
              <a:solidFill>
                <a:schemeClr val="tx1"/>
              </a:solidFill>
              <a:effectLst/>
              <a:latin typeface="Times New Roman" pitchFamily="18" charset="0"/>
              <a:ea typeface="宋体"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zh-CN" sz="1200" kern="1200" dirty="0">
                <a:solidFill>
                  <a:schemeClr val="tx1"/>
                </a:solidFill>
                <a:effectLst/>
                <a:latin typeface="Times New Roman" pitchFamily="18" charset="0"/>
                <a:ea typeface="宋体" pitchFamily="2" charset="-122"/>
                <a:cs typeface="+mn-cs"/>
              </a:rPr>
              <a:t>当处理的文件只有几</a:t>
            </a:r>
            <a:r>
              <a:rPr kumimoji="1" lang="en-US" altLang="zh-CN" sz="1200" kern="1200" dirty="0">
                <a:solidFill>
                  <a:schemeClr val="tx1"/>
                </a:solidFill>
                <a:effectLst/>
                <a:latin typeface="Times New Roman" pitchFamily="18" charset="0"/>
                <a:ea typeface="宋体" pitchFamily="2" charset="-122"/>
                <a:cs typeface="+mn-cs"/>
              </a:rPr>
              <a:t>k</a:t>
            </a:r>
            <a:r>
              <a:rPr kumimoji="1" lang="zh-CN" altLang="zh-CN" sz="1200" kern="1200" dirty="0">
                <a:solidFill>
                  <a:schemeClr val="tx1"/>
                </a:solidFill>
                <a:effectLst/>
                <a:latin typeface="Times New Roman" pitchFamily="18" charset="0"/>
                <a:ea typeface="宋体" pitchFamily="2" charset="-122"/>
                <a:cs typeface="+mn-cs"/>
              </a:rPr>
              <a:t>，几十</a:t>
            </a:r>
            <a:r>
              <a:rPr kumimoji="1" lang="en-US" altLang="zh-CN" sz="1200" kern="1200" dirty="0">
                <a:solidFill>
                  <a:schemeClr val="tx1"/>
                </a:solidFill>
                <a:effectLst/>
                <a:latin typeface="Times New Roman" pitchFamily="18" charset="0"/>
                <a:ea typeface="宋体" pitchFamily="2" charset="-122"/>
                <a:cs typeface="+mn-cs"/>
              </a:rPr>
              <a:t>k</a:t>
            </a:r>
            <a:r>
              <a:rPr kumimoji="1" lang="zh-CN" altLang="zh-CN" sz="1200" kern="1200" dirty="0">
                <a:solidFill>
                  <a:schemeClr val="tx1"/>
                </a:solidFill>
                <a:effectLst/>
                <a:latin typeface="Times New Roman" pitchFamily="18" charset="0"/>
                <a:ea typeface="宋体" pitchFamily="2" charset="-122"/>
                <a:cs typeface="+mn-cs"/>
              </a:rPr>
              <a:t>，或者几百</a:t>
            </a:r>
            <a:r>
              <a:rPr kumimoji="1" lang="en-US" altLang="zh-CN" sz="1200" kern="1200" dirty="0">
                <a:solidFill>
                  <a:schemeClr val="tx1"/>
                </a:solidFill>
                <a:effectLst/>
                <a:latin typeface="Times New Roman" pitchFamily="18" charset="0"/>
                <a:ea typeface="宋体" pitchFamily="2" charset="-122"/>
                <a:cs typeface="+mn-cs"/>
              </a:rPr>
              <a:t>k</a:t>
            </a:r>
            <a:r>
              <a:rPr kumimoji="1" lang="zh-CN" altLang="zh-CN" sz="1200" kern="1200" dirty="0">
                <a:solidFill>
                  <a:schemeClr val="tx1"/>
                </a:solidFill>
                <a:effectLst/>
                <a:latin typeface="Times New Roman" pitchFamily="18" charset="0"/>
                <a:ea typeface="宋体" pitchFamily="2" charset="-122"/>
                <a:cs typeface="+mn-cs"/>
              </a:rPr>
              <a:t>的时候，使用这些函数都没有问题。</a:t>
            </a:r>
            <a:endParaRPr kumimoji="1" lang="en-US" altLang="zh-CN" sz="1200" kern="1200" dirty="0">
              <a:solidFill>
                <a:schemeClr val="tx1"/>
              </a:solidFill>
              <a:effectLst/>
              <a:latin typeface="Times New Roman" pitchFamily="18" charset="0"/>
              <a:ea typeface="宋体"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zh-CN" sz="1200" kern="1200" dirty="0">
                <a:solidFill>
                  <a:schemeClr val="tx1"/>
                </a:solidFill>
                <a:effectLst/>
                <a:latin typeface="Times New Roman" pitchFamily="18" charset="0"/>
                <a:ea typeface="宋体" pitchFamily="2" charset="-122"/>
                <a:cs typeface="+mn-cs"/>
              </a:rPr>
              <a:t>但是如果处理的文件是几百兆，几</a:t>
            </a:r>
            <a:r>
              <a:rPr kumimoji="1" lang="en-US" altLang="zh-CN" sz="1200" kern="1200" dirty="0">
                <a:solidFill>
                  <a:schemeClr val="tx1"/>
                </a:solidFill>
                <a:effectLst/>
                <a:latin typeface="Times New Roman" pitchFamily="18" charset="0"/>
                <a:ea typeface="宋体" pitchFamily="2" charset="-122"/>
                <a:cs typeface="+mn-cs"/>
              </a:rPr>
              <a:t>G</a:t>
            </a:r>
            <a:r>
              <a:rPr kumimoji="1" lang="zh-CN" altLang="zh-CN" sz="1200" kern="1200" dirty="0">
                <a:solidFill>
                  <a:schemeClr val="tx1"/>
                </a:solidFill>
                <a:effectLst/>
                <a:latin typeface="Times New Roman" pitchFamily="18" charset="0"/>
                <a:ea typeface="宋体" pitchFamily="2" charset="-122"/>
                <a:cs typeface="+mn-cs"/>
              </a:rPr>
              <a:t>的大小，频繁的</a:t>
            </a:r>
            <a:r>
              <a:rPr kumimoji="1" lang="en-US" altLang="zh-CN" sz="1200" kern="1200" dirty="0">
                <a:solidFill>
                  <a:schemeClr val="tx1"/>
                </a:solidFill>
                <a:effectLst/>
                <a:latin typeface="Times New Roman" pitchFamily="18" charset="0"/>
                <a:ea typeface="宋体" pitchFamily="2" charset="-122"/>
                <a:cs typeface="+mn-cs"/>
              </a:rPr>
              <a:t>IO</a:t>
            </a:r>
            <a:r>
              <a:rPr kumimoji="1" lang="zh-CN" altLang="zh-CN" sz="1200" kern="1200" dirty="0">
                <a:solidFill>
                  <a:schemeClr val="tx1"/>
                </a:solidFill>
                <a:effectLst/>
                <a:latin typeface="Times New Roman" pitchFamily="18" charset="0"/>
                <a:ea typeface="宋体" pitchFamily="2" charset="-122"/>
                <a:cs typeface="+mn-cs"/>
              </a:rPr>
              <a:t>操作会很耗时，甚至由于需要把这么大的数据都加载到程序缓存中，还会影响到程序的内存，</a:t>
            </a:r>
            <a:endParaRPr kumimoji="1" lang="en-US" altLang="zh-CN" sz="1200" kern="1200" dirty="0">
              <a:solidFill>
                <a:schemeClr val="tx1"/>
              </a:solidFill>
              <a:effectLst/>
              <a:latin typeface="Times New Roman" pitchFamily="18" charset="0"/>
              <a:ea typeface="宋体"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zh-CN" sz="1200" kern="1200" dirty="0">
                <a:solidFill>
                  <a:schemeClr val="tx1"/>
                </a:solidFill>
                <a:effectLst/>
                <a:latin typeface="Times New Roman" pitchFamily="18" charset="0"/>
                <a:ea typeface="宋体" pitchFamily="2" charset="-122"/>
                <a:cs typeface="+mn-cs"/>
              </a:rPr>
              <a:t>因此，我们采用共享内存的方式来解决这个问题。</a:t>
            </a:r>
            <a:endParaRPr kumimoji="1" lang="en-US" altLang="zh-CN" sz="1200" kern="1200" dirty="0">
              <a:solidFill>
                <a:schemeClr val="tx1"/>
              </a:solidFill>
              <a:effectLst/>
              <a:latin typeface="Times New Roman" pitchFamily="18" charset="0"/>
              <a:ea typeface="宋体"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zh-CN" sz="1200" kern="1200" dirty="0">
              <a:solidFill>
                <a:schemeClr val="tx1"/>
              </a:solidFill>
              <a:effectLst/>
              <a:latin typeface="Times New Roman" pitchFamily="18" charset="0"/>
              <a:ea typeface="宋体"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zh-CN" altLang="zh-CN" sz="1200" kern="1200" dirty="0">
              <a:solidFill>
                <a:schemeClr val="tx1"/>
              </a:solidFill>
              <a:effectLst/>
              <a:latin typeface="Times New Roman" pitchFamily="18" charset="0"/>
              <a:ea typeface="宋体" pitchFamily="2" charset="-122"/>
              <a:cs typeface="+mn-cs"/>
            </a:endParaRPr>
          </a:p>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45</a:t>
            </a:fld>
            <a:endParaRPr lang="en-US" altLang="zh-CN"/>
          </a:p>
        </p:txBody>
      </p:sp>
    </p:spTree>
    <p:extLst>
      <p:ext uri="{BB962C8B-B14F-4D97-AF65-F5344CB8AC3E}">
        <p14:creationId xmlns:p14="http://schemas.microsoft.com/office/powerpoint/2010/main" val="10217578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47</a:t>
            </a:fld>
            <a:endParaRPr lang="en-US" altLang="zh-CN"/>
          </a:p>
        </p:txBody>
      </p:sp>
    </p:spTree>
    <p:extLst>
      <p:ext uri="{BB962C8B-B14F-4D97-AF65-F5344CB8AC3E}">
        <p14:creationId xmlns:p14="http://schemas.microsoft.com/office/powerpoint/2010/main" val="301889005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kumimoji="1" lang="zh-CN" altLang="en-US" sz="1200" b="0" i="0" kern="1200" dirty="0">
                <a:solidFill>
                  <a:schemeClr val="tx1"/>
                </a:solidFill>
                <a:effectLst/>
                <a:latin typeface="Times New Roman" pitchFamily="18" charset="0"/>
                <a:ea typeface="宋体" pitchFamily="2" charset="-122"/>
                <a:cs typeface="+mn-cs"/>
              </a:rPr>
              <a:t>在上世纪 </a:t>
            </a:r>
            <a:r>
              <a:rPr kumimoji="1" lang="en-US" altLang="zh-CN" sz="1200" b="0" i="0" kern="1200" dirty="0">
                <a:solidFill>
                  <a:schemeClr val="tx1"/>
                </a:solidFill>
                <a:effectLst/>
                <a:latin typeface="Times New Roman" pitchFamily="18" charset="0"/>
                <a:ea typeface="宋体" pitchFamily="2" charset="-122"/>
                <a:cs typeface="+mn-cs"/>
              </a:rPr>
              <a:t>90 </a:t>
            </a:r>
            <a:r>
              <a:rPr kumimoji="1" lang="zh-CN" altLang="en-US" sz="1200" b="0" i="0" kern="1200" dirty="0">
                <a:solidFill>
                  <a:schemeClr val="tx1"/>
                </a:solidFill>
                <a:effectLst/>
                <a:latin typeface="Times New Roman" pitchFamily="18" charset="0"/>
                <a:ea typeface="宋体" pitchFamily="2" charset="-122"/>
                <a:cs typeface="+mn-cs"/>
              </a:rPr>
              <a:t>年代初，</a:t>
            </a:r>
            <a:r>
              <a:rPr kumimoji="1" lang="en-US" altLang="zh-CN" sz="1200" b="0" i="0" kern="1200" dirty="0">
                <a:solidFill>
                  <a:schemeClr val="tx1"/>
                </a:solidFill>
                <a:effectLst/>
                <a:latin typeface="Times New Roman" pitchFamily="18" charset="0"/>
                <a:ea typeface="宋体" pitchFamily="2" charset="-122"/>
                <a:cs typeface="+mn-cs"/>
              </a:rPr>
              <a:t>POSIX </a:t>
            </a:r>
            <a:r>
              <a:rPr kumimoji="1" lang="zh-CN" altLang="en-US" sz="1200" b="0" i="0" kern="1200" dirty="0">
                <a:solidFill>
                  <a:schemeClr val="tx1"/>
                </a:solidFill>
                <a:effectLst/>
                <a:latin typeface="Times New Roman" pitchFamily="18" charset="0"/>
                <a:ea typeface="宋体" pitchFamily="2" charset="-122"/>
                <a:cs typeface="+mn-cs"/>
              </a:rPr>
              <a:t>标准的制定正处于最后投票敲定阶段。也就是 </a:t>
            </a:r>
            <a:r>
              <a:rPr kumimoji="1" lang="en-US" altLang="zh-CN" sz="1200" b="0" i="0" kern="1200" dirty="0">
                <a:solidFill>
                  <a:schemeClr val="tx1"/>
                </a:solidFill>
                <a:effectLst/>
                <a:latin typeface="Times New Roman" pitchFamily="18" charset="0"/>
                <a:ea typeface="宋体" pitchFamily="2" charset="-122"/>
                <a:cs typeface="+mn-cs"/>
              </a:rPr>
              <a:t>1991~1993 </a:t>
            </a:r>
            <a:r>
              <a:rPr kumimoji="1" lang="zh-CN" altLang="en-US" sz="1200" b="0" i="0" kern="1200" dirty="0">
                <a:solidFill>
                  <a:schemeClr val="tx1"/>
                </a:solidFill>
                <a:effectLst/>
                <a:latin typeface="Times New Roman" pitchFamily="18" charset="0"/>
                <a:ea typeface="宋体" pitchFamily="2" charset="-122"/>
                <a:cs typeface="+mn-cs"/>
              </a:rPr>
              <a:t>年间，</a:t>
            </a:r>
            <a:r>
              <a:rPr kumimoji="1" lang="en-US" altLang="zh-CN" sz="1200" b="0" i="0" kern="1200" dirty="0">
                <a:solidFill>
                  <a:schemeClr val="tx1"/>
                </a:solidFill>
                <a:effectLst/>
                <a:latin typeface="Times New Roman" pitchFamily="18" charset="0"/>
                <a:ea typeface="宋体" pitchFamily="2" charset="-122"/>
                <a:cs typeface="+mn-cs"/>
              </a:rPr>
              <a:t>Linux </a:t>
            </a:r>
            <a:r>
              <a:rPr kumimoji="1" lang="zh-CN" altLang="en-US" sz="1200" b="0" i="0" kern="1200" dirty="0">
                <a:solidFill>
                  <a:schemeClr val="tx1"/>
                </a:solidFill>
                <a:effectLst/>
                <a:latin typeface="Times New Roman" pitchFamily="18" charset="0"/>
                <a:ea typeface="宋体" pitchFamily="2" charset="-122"/>
                <a:cs typeface="+mn-cs"/>
              </a:rPr>
              <a:t>刚刚起步的时候，这个 </a:t>
            </a:r>
            <a:r>
              <a:rPr kumimoji="1" lang="en-US" altLang="zh-CN" sz="1200" b="0" i="0" kern="1200" dirty="0">
                <a:solidFill>
                  <a:schemeClr val="tx1"/>
                </a:solidFill>
                <a:effectLst/>
                <a:latin typeface="Times New Roman" pitchFamily="18" charset="0"/>
                <a:ea typeface="宋体" pitchFamily="2" charset="-122"/>
                <a:cs typeface="+mn-cs"/>
              </a:rPr>
              <a:t>UNIX </a:t>
            </a:r>
            <a:r>
              <a:rPr kumimoji="1" lang="zh-CN" altLang="en-US" sz="1200" b="0" i="0" kern="1200" dirty="0">
                <a:solidFill>
                  <a:schemeClr val="tx1"/>
                </a:solidFill>
                <a:effectLst/>
                <a:latin typeface="Times New Roman" pitchFamily="18" charset="0"/>
                <a:ea typeface="宋体" pitchFamily="2" charset="-122"/>
                <a:cs typeface="+mn-cs"/>
              </a:rPr>
              <a:t>标准为 </a:t>
            </a:r>
            <a:r>
              <a:rPr kumimoji="1" lang="en-US" altLang="zh-CN" sz="1200" b="0" i="0" kern="1200" dirty="0">
                <a:solidFill>
                  <a:schemeClr val="tx1"/>
                </a:solidFill>
                <a:effectLst/>
                <a:latin typeface="Times New Roman" pitchFamily="18" charset="0"/>
                <a:ea typeface="宋体" pitchFamily="2" charset="-122"/>
                <a:cs typeface="+mn-cs"/>
              </a:rPr>
              <a:t>Linux </a:t>
            </a:r>
            <a:r>
              <a:rPr kumimoji="1" lang="zh-CN" altLang="en-US" sz="1200" b="0" i="0" kern="1200" dirty="0">
                <a:solidFill>
                  <a:schemeClr val="tx1"/>
                </a:solidFill>
                <a:effectLst/>
                <a:latin typeface="Times New Roman" pitchFamily="18" charset="0"/>
                <a:ea typeface="宋体" pitchFamily="2" charset="-122"/>
                <a:cs typeface="+mn-cs"/>
              </a:rPr>
              <a:t>提供了极为重要的信息，使得 </a:t>
            </a:r>
            <a:r>
              <a:rPr kumimoji="1" lang="en-US" altLang="zh-CN" sz="1200" b="0" i="0" kern="1200" dirty="0">
                <a:solidFill>
                  <a:schemeClr val="tx1"/>
                </a:solidFill>
                <a:effectLst/>
                <a:latin typeface="Times New Roman" pitchFamily="18" charset="0"/>
                <a:ea typeface="宋体" pitchFamily="2" charset="-122"/>
                <a:cs typeface="+mn-cs"/>
              </a:rPr>
              <a:t>Linux </a:t>
            </a:r>
            <a:r>
              <a:rPr kumimoji="1" lang="zh-CN" altLang="en-US" sz="1200" b="0" i="0" kern="1200" dirty="0">
                <a:solidFill>
                  <a:schemeClr val="tx1"/>
                </a:solidFill>
                <a:effectLst/>
                <a:latin typeface="Times New Roman" pitchFamily="18" charset="0"/>
                <a:ea typeface="宋体" pitchFamily="2" charset="-122"/>
                <a:cs typeface="+mn-cs"/>
              </a:rPr>
              <a:t>能够在标准的指导下进行开发，并能够与绝大多数 </a:t>
            </a:r>
            <a:r>
              <a:rPr kumimoji="1" lang="en-US" altLang="zh-CN" sz="1200" b="0" i="0" kern="1200" dirty="0">
                <a:solidFill>
                  <a:schemeClr val="tx1"/>
                </a:solidFill>
                <a:effectLst/>
                <a:latin typeface="Times New Roman" pitchFamily="18" charset="0"/>
                <a:ea typeface="宋体" pitchFamily="2" charset="-122"/>
                <a:cs typeface="+mn-cs"/>
              </a:rPr>
              <a:t>UNIX </a:t>
            </a:r>
            <a:r>
              <a:rPr kumimoji="1" lang="zh-CN" altLang="en-US" sz="1200" b="0" i="0" kern="1200" dirty="0">
                <a:solidFill>
                  <a:schemeClr val="tx1"/>
                </a:solidFill>
                <a:effectLst/>
                <a:latin typeface="Times New Roman" pitchFamily="18" charset="0"/>
                <a:ea typeface="宋体" pitchFamily="2" charset="-122"/>
                <a:cs typeface="+mn-cs"/>
              </a:rPr>
              <a:t>操作系统兼容</a:t>
            </a:r>
            <a:endParaRPr lang="en-US" altLang="zh-CN" b="0" dirty="0">
              <a:solidFill>
                <a:schemeClr val="bg2"/>
              </a:solidFill>
            </a:endParaRPr>
          </a:p>
          <a:p>
            <a:r>
              <a:rPr lang="en-US" altLang="zh-CN" b="0" dirty="0">
                <a:solidFill>
                  <a:schemeClr val="bg2"/>
                </a:solidFill>
              </a:rPr>
              <a:t>Win10</a:t>
            </a:r>
            <a:r>
              <a:rPr lang="zh-CN" altLang="en-US" b="0" dirty="0">
                <a:solidFill>
                  <a:schemeClr val="bg2"/>
                </a:solidFill>
              </a:rPr>
              <a:t>对 </a:t>
            </a:r>
            <a:r>
              <a:rPr lang="en-US" altLang="zh-CN" b="0" dirty="0">
                <a:solidFill>
                  <a:schemeClr val="bg2"/>
                </a:solidFill>
              </a:rPr>
              <a:t>Linux/POSIX </a:t>
            </a:r>
            <a:r>
              <a:rPr lang="zh-CN" altLang="en-US" b="0" dirty="0">
                <a:solidFill>
                  <a:schemeClr val="bg2"/>
                </a:solidFill>
              </a:rPr>
              <a:t>支持好，</a:t>
            </a:r>
            <a:endParaRPr lang="en-US" altLang="zh-CN" b="0" dirty="0">
              <a:solidFill>
                <a:schemeClr val="bg2"/>
              </a:solidFill>
            </a:endParaRPr>
          </a:p>
          <a:p>
            <a:r>
              <a:rPr lang="en-US" altLang="zh-CN" b="0" dirty="0">
                <a:solidFill>
                  <a:schemeClr val="bg2"/>
                </a:solidFill>
              </a:rPr>
              <a:t> </a:t>
            </a:r>
            <a:r>
              <a:rPr lang="zh-CN" altLang="en-US" dirty="0">
                <a:solidFill>
                  <a:schemeClr val="bg2"/>
                </a:solidFill>
              </a:rPr>
              <a:t>遵守</a:t>
            </a:r>
            <a:r>
              <a:rPr lang="en-US" altLang="zh-CN" dirty="0">
                <a:solidFill>
                  <a:schemeClr val="bg2"/>
                </a:solidFill>
              </a:rPr>
              <a:t>POSIX</a:t>
            </a:r>
            <a:r>
              <a:rPr lang="zh-CN" altLang="en-US" dirty="0">
                <a:solidFill>
                  <a:schemeClr val="bg2"/>
                </a:solidFill>
              </a:rPr>
              <a:t>标准开发的程序在支持</a:t>
            </a:r>
            <a:r>
              <a:rPr lang="en-US" altLang="zh-CN" dirty="0">
                <a:solidFill>
                  <a:schemeClr val="bg2"/>
                </a:solidFill>
              </a:rPr>
              <a:t>POSIX</a:t>
            </a:r>
            <a:r>
              <a:rPr lang="zh-CN" altLang="en-US" dirty="0">
                <a:solidFill>
                  <a:schemeClr val="bg2"/>
                </a:solidFill>
              </a:rPr>
              <a:t>标准的操作系统间运行是不需要依靠类似虚拟机这种中间层的支持的，这就能够在不损失性能的前提下，带来强大的跨平台可移植能力。 </a:t>
            </a:r>
            <a:endParaRPr lang="en-US" altLang="zh-CN" sz="1200" dirty="0">
              <a:solidFill>
                <a:schemeClr val="bg2"/>
              </a:solidFill>
            </a:endParaRPr>
          </a:p>
          <a:p>
            <a:r>
              <a:rPr lang="zh-CN" altLang="en-US" dirty="0">
                <a:solidFill>
                  <a:schemeClr val="bg2"/>
                </a:solidFill>
              </a:rPr>
              <a:t>看起来很美好，但实际上很多兼容</a:t>
            </a:r>
            <a:r>
              <a:rPr lang="en-US" altLang="zh-CN" dirty="0">
                <a:solidFill>
                  <a:schemeClr val="bg2"/>
                </a:solidFill>
              </a:rPr>
              <a:t>POSIX</a:t>
            </a:r>
            <a:r>
              <a:rPr lang="zh-CN" altLang="en-US" dirty="0">
                <a:solidFill>
                  <a:schemeClr val="bg2"/>
                </a:solidFill>
              </a:rPr>
              <a:t>标准的操作系统所做的实现是在自身原有的</a:t>
            </a:r>
            <a:r>
              <a:rPr lang="en-US" altLang="zh-CN" dirty="0">
                <a:solidFill>
                  <a:schemeClr val="bg2"/>
                </a:solidFill>
              </a:rPr>
              <a:t>API</a:t>
            </a:r>
            <a:r>
              <a:rPr lang="zh-CN" altLang="en-US" dirty="0">
                <a:solidFill>
                  <a:schemeClr val="bg2"/>
                </a:solidFill>
              </a:rPr>
              <a:t>接口的基础之上再封装创建一层</a:t>
            </a:r>
            <a:r>
              <a:rPr lang="en-US" altLang="zh-CN" dirty="0">
                <a:solidFill>
                  <a:schemeClr val="bg2"/>
                </a:solidFill>
              </a:rPr>
              <a:t>POSIX</a:t>
            </a:r>
            <a:r>
              <a:rPr lang="zh-CN" altLang="en-US" dirty="0">
                <a:solidFill>
                  <a:schemeClr val="bg2"/>
                </a:solidFill>
              </a:rPr>
              <a:t>兼容层来提供对</a:t>
            </a:r>
            <a:r>
              <a:rPr lang="en-US" altLang="zh-CN" dirty="0">
                <a:solidFill>
                  <a:schemeClr val="bg2"/>
                </a:solidFill>
              </a:rPr>
              <a:t>POSIX</a:t>
            </a:r>
            <a:r>
              <a:rPr lang="zh-CN" altLang="en-US" dirty="0">
                <a:solidFill>
                  <a:schemeClr val="bg2"/>
                </a:solidFill>
              </a:rPr>
              <a:t>支持，因此这意味着会占用更多一些的系统资源，但这种操作系统的原生支持（即便是二次封装出来的）相比较依托虚拟机的程序来说性能还是要给力的多</a:t>
            </a:r>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49</a:t>
            </a:fld>
            <a:endParaRPr lang="en-US" altLang="zh-CN"/>
          </a:p>
        </p:txBody>
      </p:sp>
    </p:spTree>
    <p:extLst>
      <p:ext uri="{BB962C8B-B14F-4D97-AF65-F5344CB8AC3E}">
        <p14:creationId xmlns:p14="http://schemas.microsoft.com/office/powerpoint/2010/main" val="342316283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zh-CN" sz="1200" b="1" kern="1200" dirty="0" smtClean="0">
                <a:solidFill>
                  <a:schemeClr val="tx1"/>
                </a:solidFill>
                <a:effectLst/>
                <a:latin typeface="Times New Roman" pitchFamily="18" charset="0"/>
                <a:ea typeface="宋体" pitchFamily="2" charset="-122"/>
                <a:cs typeface="+mn-cs"/>
              </a:rPr>
              <a:t>把</a:t>
            </a:r>
            <a:r>
              <a:rPr kumimoji="1" lang="en-US" altLang="zh-CN" sz="1200" b="1" kern="1200" dirty="0" smtClean="0">
                <a:solidFill>
                  <a:schemeClr val="tx1"/>
                </a:solidFill>
                <a:effectLst/>
                <a:latin typeface="Times New Roman" pitchFamily="18" charset="0"/>
                <a:ea typeface="宋体" pitchFamily="2" charset="-122"/>
                <a:cs typeface="+mn-cs"/>
              </a:rPr>
              <a:t> Linux </a:t>
            </a:r>
            <a:r>
              <a:rPr kumimoji="1" lang="zh-CN" altLang="zh-CN" sz="1200" b="1" kern="1200" dirty="0" smtClean="0">
                <a:solidFill>
                  <a:schemeClr val="tx1"/>
                </a:solidFill>
                <a:effectLst/>
                <a:latin typeface="Times New Roman" pitchFamily="18" charset="0"/>
                <a:ea typeface="宋体" pitchFamily="2" charset="-122"/>
                <a:cs typeface="+mn-cs"/>
              </a:rPr>
              <a:t>中一切皆文件的设计思想继续延伸，将共享内存也抽象成了文件来执行操作</a:t>
            </a:r>
            <a:r>
              <a:rPr kumimoji="1" lang="zh-CN" altLang="zh-CN" sz="1200" kern="1200" dirty="0" smtClean="0">
                <a:solidFill>
                  <a:schemeClr val="tx1"/>
                </a:solidFill>
                <a:effectLst/>
                <a:latin typeface="Times New Roman" pitchFamily="18" charset="0"/>
                <a:ea typeface="宋体" pitchFamily="2" charset="-122"/>
                <a:cs typeface="+mn-cs"/>
              </a:rPr>
              <a:t>。</a:t>
            </a:r>
          </a:p>
          <a:p>
            <a:endParaRPr lang="zh-CN" altLang="en-US" dirty="0"/>
          </a:p>
        </p:txBody>
      </p:sp>
      <p:sp>
        <p:nvSpPr>
          <p:cNvPr id="4" name="灯片编号占位符 3"/>
          <p:cNvSpPr>
            <a:spLocks noGrp="1"/>
          </p:cNvSpPr>
          <p:nvPr>
            <p:ph type="sldNum" sz="quarter" idx="10"/>
          </p:nvPr>
        </p:nvSpPr>
        <p:spPr/>
        <p:txBody>
          <a:bodyPr/>
          <a:lstStyle/>
          <a:p>
            <a:pPr>
              <a:defRPr/>
            </a:pPr>
            <a:fld id="{B4AD9251-16E8-4FE0-8FFB-FFF0533BDB86}" type="slidenum">
              <a:rPr lang="en-US" altLang="zh-CN" smtClean="0"/>
              <a:pPr>
                <a:defRPr/>
              </a:pPr>
              <a:t>50</a:t>
            </a:fld>
            <a:endParaRPr lang="en-US" altLang="zh-CN"/>
          </a:p>
        </p:txBody>
      </p:sp>
    </p:spTree>
    <p:extLst>
      <p:ext uri="{BB962C8B-B14F-4D97-AF65-F5344CB8AC3E}">
        <p14:creationId xmlns:p14="http://schemas.microsoft.com/office/powerpoint/2010/main" val="275555450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幻灯片图像占位符 1"/>
          <p:cNvSpPr>
            <a:spLocks noGrp="1" noRot="1" noChangeAspect="1" noTextEdit="1"/>
          </p:cNvSpPr>
          <p:nvPr>
            <p:ph type="sldImg"/>
          </p:nvPr>
        </p:nvSpPr>
        <p:spPr>
          <a:xfrm>
            <a:off x="1150938" y="692150"/>
            <a:ext cx="4556125" cy="3416300"/>
          </a:xfrm>
          <a:ln/>
        </p:spPr>
      </p:sp>
      <p:sp>
        <p:nvSpPr>
          <p:cNvPr id="69635"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r>
              <a:rPr lang="zh-CN" altLang="en-US" dirty="0"/>
              <a:t>是以下的某个值，可以通过</a:t>
            </a:r>
            <a:r>
              <a:rPr lang="en-US" altLang="zh-CN" dirty="0"/>
              <a:t>or</a:t>
            </a:r>
            <a:r>
              <a:rPr lang="zh-CN" altLang="en-US" dirty="0"/>
              <a:t>运算合理地组合在一起</a:t>
            </a:r>
          </a:p>
          <a:p>
            <a:r>
              <a:rPr lang="en-US" altLang="zh-CN" dirty="0"/>
              <a:t>PROT_EXEC //</a:t>
            </a:r>
            <a:r>
              <a:rPr lang="zh-CN" altLang="en-US" dirty="0"/>
              <a:t>页内容可以被执行</a:t>
            </a:r>
          </a:p>
          <a:p>
            <a:r>
              <a:rPr lang="en-US" altLang="zh-CN" dirty="0"/>
              <a:t>PROT_READ //</a:t>
            </a:r>
            <a:r>
              <a:rPr lang="zh-CN" altLang="en-US" dirty="0"/>
              <a:t>页内容可以被读取</a:t>
            </a:r>
          </a:p>
          <a:p>
            <a:r>
              <a:rPr lang="en-US" altLang="zh-CN" dirty="0"/>
              <a:t>PROT_WRITE //</a:t>
            </a:r>
            <a:r>
              <a:rPr lang="zh-CN" altLang="en-US" dirty="0"/>
              <a:t>页可以被写入</a:t>
            </a:r>
          </a:p>
          <a:p>
            <a:r>
              <a:rPr lang="en-US" altLang="zh-CN" dirty="0"/>
              <a:t>PROT_NONE //</a:t>
            </a:r>
            <a:r>
              <a:rPr lang="zh-CN" altLang="en-US" dirty="0"/>
              <a:t>页不可访问</a:t>
            </a:r>
          </a:p>
          <a:p>
            <a:r>
              <a:rPr lang="zh-CN" altLang="en-US" dirty="0" smtClean="0"/>
              <a:t>内存映射</a:t>
            </a:r>
            <a:r>
              <a:rPr lang="en-US" altLang="zh-CN" dirty="0" smtClean="0"/>
              <a:t>(</a:t>
            </a:r>
            <a:r>
              <a:rPr lang="en-US" altLang="zh-CN" dirty="0" err="1" smtClean="0"/>
              <a:t>mmap</a:t>
            </a:r>
            <a:r>
              <a:rPr lang="en-US" altLang="zh-CN" dirty="0" smtClean="0"/>
              <a:t>)</a:t>
            </a:r>
            <a:r>
              <a:rPr lang="zh-CN" altLang="en-US" dirty="0" smtClean="0"/>
              <a:t>是</a:t>
            </a:r>
            <a:r>
              <a:rPr lang="en-US" altLang="zh-CN" dirty="0" smtClean="0"/>
              <a:t>Linux</a:t>
            </a:r>
            <a:r>
              <a:rPr lang="zh-CN" altLang="en-US" dirty="0" smtClean="0"/>
              <a:t>操作系统的一个很大特色，它可以将系统内存映射到一个文件（设备）上，以便可以通过访问文件内容来达到访问内存的目的。这样做的最大好处是提高了内存访问速度，并且可以利用文件系统的接口编程（设备在</a:t>
            </a:r>
            <a:r>
              <a:rPr lang="en-US" altLang="zh-CN" dirty="0" smtClean="0"/>
              <a:t>Linux</a:t>
            </a:r>
            <a:r>
              <a:rPr lang="zh-CN" altLang="en-US" dirty="0" smtClean="0"/>
              <a:t>中作为特殊文件处理）访问内存，降低了开发难度。许多设备驱动程序便是利用内存映射功能将用户空间的一段地址关联到设备内存上，无论何时，只要内存在分配的地址范围内进行读写，实际上就是对设备内存的访问。同时对设备文件的访问也等同于对内存区域的访问，也就是说，通过文件操作接口可以访问内存。</a:t>
            </a:r>
            <a:endParaRPr lang="en-US" altLang="zh-CN" dirty="0" smtClean="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1" dirty="0" err="1" smtClean="0">
                <a:solidFill>
                  <a:schemeClr val="bg2"/>
                </a:solidFill>
              </a:rPr>
              <a:t>int</a:t>
            </a:r>
            <a:r>
              <a:rPr lang="en-US" altLang="zh-CN" sz="1200" b="1" dirty="0" smtClean="0">
                <a:solidFill>
                  <a:schemeClr val="bg2"/>
                </a:solidFill>
              </a:rPr>
              <a:t> </a:t>
            </a:r>
            <a:r>
              <a:rPr lang="en-US" altLang="zh-CN" sz="1200" b="1" dirty="0" err="1" smtClean="0">
                <a:solidFill>
                  <a:schemeClr val="bg2"/>
                </a:solidFill>
              </a:rPr>
              <a:t>msync</a:t>
            </a:r>
            <a:r>
              <a:rPr lang="en-US" altLang="zh-CN" sz="1200" b="1" dirty="0" smtClean="0">
                <a:solidFill>
                  <a:schemeClr val="bg2"/>
                </a:solidFill>
              </a:rPr>
              <a:t> ( void * </a:t>
            </a:r>
            <a:r>
              <a:rPr lang="en-US" altLang="zh-CN" sz="1200" b="1" dirty="0" err="1" smtClean="0">
                <a:solidFill>
                  <a:schemeClr val="bg2"/>
                </a:solidFill>
              </a:rPr>
              <a:t>addr</a:t>
            </a:r>
            <a:r>
              <a:rPr lang="en-US" altLang="zh-CN" sz="1200" b="1" dirty="0" smtClean="0">
                <a:solidFill>
                  <a:schemeClr val="bg2"/>
                </a:solidFill>
              </a:rPr>
              <a:t> , </a:t>
            </a:r>
            <a:r>
              <a:rPr lang="en-US" altLang="zh-CN" sz="1200" b="1" dirty="0" err="1" smtClean="0">
                <a:solidFill>
                  <a:schemeClr val="bg2"/>
                </a:solidFill>
              </a:rPr>
              <a:t>size_t</a:t>
            </a:r>
            <a:r>
              <a:rPr lang="en-US" altLang="zh-CN" sz="1200" b="1" dirty="0" smtClean="0">
                <a:solidFill>
                  <a:schemeClr val="bg2"/>
                </a:solidFill>
              </a:rPr>
              <a:t> </a:t>
            </a:r>
            <a:r>
              <a:rPr lang="en-US" altLang="zh-CN" sz="1200" b="1" dirty="0" err="1" smtClean="0">
                <a:solidFill>
                  <a:schemeClr val="bg2"/>
                </a:solidFill>
              </a:rPr>
              <a:t>len</a:t>
            </a:r>
            <a:r>
              <a:rPr lang="en-US" altLang="zh-CN" sz="1200" b="1" dirty="0" smtClean="0">
                <a:solidFill>
                  <a:schemeClr val="bg2"/>
                </a:solidFill>
              </a:rPr>
              <a:t>, </a:t>
            </a:r>
            <a:r>
              <a:rPr lang="en-US" altLang="zh-CN" sz="1200" b="1" dirty="0" err="1" smtClean="0">
                <a:solidFill>
                  <a:schemeClr val="bg2"/>
                </a:solidFill>
              </a:rPr>
              <a:t>int</a:t>
            </a:r>
            <a:r>
              <a:rPr lang="en-US" altLang="zh-CN" sz="1200" b="1" dirty="0" smtClean="0">
                <a:solidFill>
                  <a:schemeClr val="bg2"/>
                </a:solidFill>
              </a:rPr>
              <a:t> flags)</a:t>
            </a:r>
            <a:endParaRPr lang="en-US" altLang="zh-CN" sz="1100" b="1" dirty="0" smtClean="0">
              <a:solidFill>
                <a:schemeClr val="bg2"/>
              </a:solidFill>
            </a:endParaRPr>
          </a:p>
          <a:p>
            <a:pPr marL="166688" lvl="3" indent="290513" defTabSz="355600">
              <a:spcBef>
                <a:spcPts val="0"/>
              </a:spcBef>
              <a:buClr>
                <a:schemeClr val="bg2"/>
              </a:buClr>
              <a:buSzPct val="70000"/>
              <a:buFont typeface="Wingdings" panose="05000000000000000000" pitchFamily="2" charset="2"/>
              <a:buChar char="n"/>
              <a:tabLst>
                <a:tab pos="3851275" algn="l"/>
              </a:tabLst>
              <a:defRPr/>
            </a:pPr>
            <a:r>
              <a:rPr lang="zh-CN" altLang="en-US" sz="3200" dirty="0" smtClean="0">
                <a:solidFill>
                  <a:schemeClr val="bg2"/>
                </a:solidFill>
                <a:ea typeface="楷体" panose="02010609060101010101" pitchFamily="49" charset="-122"/>
              </a:rPr>
              <a:t>实现磁盘文件内容与共享内存区的内容一致。</a:t>
            </a:r>
            <a:r>
              <a:rPr lang="en-US" altLang="zh-CN" sz="3200" dirty="0" smtClean="0">
                <a:solidFill>
                  <a:schemeClr val="bg2"/>
                </a:solidFill>
                <a:ea typeface="楷体" panose="02010609060101010101" pitchFamily="49" charset="-122"/>
              </a:rPr>
              <a:t> </a:t>
            </a:r>
          </a:p>
          <a:p>
            <a:pPr lvl="1">
              <a:spcBef>
                <a:spcPct val="0"/>
              </a:spcBef>
              <a:buSzPct val="70000"/>
              <a:buFont typeface="Wingdings" panose="05000000000000000000" pitchFamily="2" charset="2"/>
              <a:buChar char="n"/>
            </a:pPr>
            <a:r>
              <a:rPr lang="zh-CN" altLang="en-US" dirty="0" smtClean="0">
                <a:solidFill>
                  <a:schemeClr val="bg2"/>
                </a:solidFill>
                <a:ea typeface="楷体" panose="02010609060101010101" pitchFamily="49" charset="-122"/>
              </a:rPr>
              <a:t>进程在映射空间的对共享内容的改变并不直接写回到磁盘文件中；</a:t>
            </a:r>
            <a:endParaRPr lang="en-US" altLang="zh-CN" dirty="0" smtClean="0">
              <a:solidFill>
                <a:schemeClr val="bg2"/>
              </a:solidFill>
              <a:ea typeface="楷体" panose="02010609060101010101" pitchFamily="49" charset="-122"/>
            </a:endParaRPr>
          </a:p>
          <a:p>
            <a:pPr lvl="1">
              <a:spcBef>
                <a:spcPct val="0"/>
              </a:spcBef>
              <a:buSzPct val="70000"/>
              <a:buFont typeface="Wingdings" panose="05000000000000000000" pitchFamily="2" charset="2"/>
              <a:buChar char="n"/>
            </a:pPr>
            <a:r>
              <a:rPr lang="zh-CN" altLang="en-US" dirty="0" smtClean="0">
                <a:solidFill>
                  <a:schemeClr val="bg2"/>
                </a:solidFill>
                <a:ea typeface="楷体" panose="02010609060101010101" pitchFamily="49" charset="-122"/>
              </a:rPr>
              <a:t>调用后才执行该操作。</a:t>
            </a:r>
          </a:p>
          <a:p>
            <a:endParaRPr lang="zh-CN" altLang="en-US" dirty="0"/>
          </a:p>
        </p:txBody>
      </p:sp>
      <p:sp>
        <p:nvSpPr>
          <p:cNvPr id="69636"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BF7D427C-19D9-42B8-979F-355C618CCE78}" type="slidenum">
              <a:rPr lang="en-US" altLang="zh-CN" sz="1300" smtClean="0">
                <a:ea typeface="隶书" panose="02010509060101010101" pitchFamily="49" charset="-122"/>
              </a:rPr>
              <a:pPr/>
              <a:t>51</a:t>
            </a:fld>
            <a:endParaRPr lang="en-US" altLang="zh-CN" sz="1300">
              <a:ea typeface="隶书" panose="02010509060101010101" pitchFamily="49" charset="-122"/>
            </a:endParaRPr>
          </a:p>
        </p:txBody>
      </p:sp>
    </p:spTree>
    <p:extLst>
      <p:ext uri="{BB962C8B-B14F-4D97-AF65-F5344CB8AC3E}">
        <p14:creationId xmlns:p14="http://schemas.microsoft.com/office/powerpoint/2010/main" val="314930880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52</a:t>
            </a:fld>
            <a:endParaRPr lang="en-US" altLang="zh-CN"/>
          </a:p>
        </p:txBody>
      </p:sp>
    </p:spTree>
    <p:extLst>
      <p:ext uri="{BB962C8B-B14F-4D97-AF65-F5344CB8AC3E}">
        <p14:creationId xmlns:p14="http://schemas.microsoft.com/office/powerpoint/2010/main" val="348425526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53</a:t>
            </a:fld>
            <a:endParaRPr lang="en-US" altLang="zh-CN"/>
          </a:p>
        </p:txBody>
      </p:sp>
    </p:spTree>
    <p:extLst>
      <p:ext uri="{BB962C8B-B14F-4D97-AF65-F5344CB8AC3E}">
        <p14:creationId xmlns:p14="http://schemas.microsoft.com/office/powerpoint/2010/main" val="240780617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55</a:t>
            </a:fld>
            <a:endParaRPr lang="en-US" altLang="zh-CN"/>
          </a:p>
        </p:txBody>
      </p:sp>
    </p:spTree>
    <p:extLst>
      <p:ext uri="{BB962C8B-B14F-4D97-AF65-F5344CB8AC3E}">
        <p14:creationId xmlns:p14="http://schemas.microsoft.com/office/powerpoint/2010/main" val="16885082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a:extLst>
              <a:ext uri="{FF2B5EF4-FFF2-40B4-BE49-F238E27FC236}">
                <a16:creationId xmlns:a16="http://schemas.microsoft.com/office/drawing/2014/main" id="{8260EB19-6D7C-4300-9E1B-763EEDB7F85B}"/>
              </a:ext>
            </a:extLst>
          </p:cNvPr>
          <p:cNvSpPr>
            <a:spLocks noGrp="1" noRot="1" noChangeAspect="1" noTextEdit="1"/>
          </p:cNvSpPr>
          <p:nvPr>
            <p:ph type="sldImg"/>
          </p:nvPr>
        </p:nvSpPr>
        <p:spPr>
          <a:xfrm>
            <a:off x="1150938" y="692150"/>
            <a:ext cx="4556125" cy="3416300"/>
          </a:xfrm>
          <a:ln/>
        </p:spPr>
      </p:sp>
      <p:sp>
        <p:nvSpPr>
          <p:cNvPr id="78851" name="备注占位符 2">
            <a:extLst>
              <a:ext uri="{FF2B5EF4-FFF2-40B4-BE49-F238E27FC236}">
                <a16:creationId xmlns:a16="http://schemas.microsoft.com/office/drawing/2014/main" id="{C455D56E-6E93-49C3-9455-2774753C117F}"/>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endParaRPr lang="zh-CN" altLang="en-US" dirty="0"/>
          </a:p>
        </p:txBody>
      </p:sp>
      <p:sp>
        <p:nvSpPr>
          <p:cNvPr id="78852" name="灯片编号占位符 3">
            <a:extLst>
              <a:ext uri="{FF2B5EF4-FFF2-40B4-BE49-F238E27FC236}">
                <a16:creationId xmlns:a16="http://schemas.microsoft.com/office/drawing/2014/main" id="{2E248112-EEF6-4890-B848-31F158C2A76C}"/>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b="1">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b="1">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b="1">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b="1">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b="1">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fld id="{2773DF0C-8EB9-4B83-AB27-F2DD0EF7AF1D}" type="slidenum">
              <a:rPr lang="en-US" altLang="zh-CN" sz="1300" b="0" smtClean="0">
                <a:ea typeface="隶书" panose="02010509060101010101" pitchFamily="49" charset="-122"/>
              </a:rPr>
              <a:pPr/>
              <a:t>57</a:t>
            </a:fld>
            <a:endParaRPr lang="en-US" altLang="zh-CN" sz="1300" b="0">
              <a:ea typeface="隶书" panose="02010509060101010101" pitchFamily="49" charset="-122"/>
            </a:endParaRPr>
          </a:p>
        </p:txBody>
      </p:sp>
    </p:spTree>
    <p:extLst>
      <p:ext uri="{BB962C8B-B14F-4D97-AF65-F5344CB8AC3E}">
        <p14:creationId xmlns:p14="http://schemas.microsoft.com/office/powerpoint/2010/main" val="198818219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lang="zh-CN" altLang="en-US" dirty="0"/>
              <a:t>提交：要求系统为程序保留这么多内存，如果得不到满足，就会弹出内存不足的提示框。 　　　</a:t>
            </a:r>
            <a:endParaRPr lang="en-US" altLang="zh-CN" dirty="0"/>
          </a:p>
          <a:p>
            <a:r>
              <a:rPr lang="zh-CN" altLang="en-US" dirty="0"/>
              <a:t>工作集：指的是目前占用了多少，通常会比任务管理器中显示的多不少，这里工作集加起来的值才是实际占用的。 　　　　</a:t>
            </a:r>
            <a:endParaRPr lang="en-US" altLang="zh-CN" dirty="0"/>
          </a:p>
          <a:p>
            <a:r>
              <a:rPr lang="zh-CN" altLang="en-US" dirty="0"/>
              <a:t>可共享：当你打开更多更大的软件时，或者进行内存整理时，这一部分会被分给其他软件。 　　　　</a:t>
            </a:r>
            <a:endParaRPr lang="en-US" altLang="zh-CN" dirty="0"/>
          </a:p>
          <a:p>
            <a:r>
              <a:rPr lang="zh-CN" altLang="en-US" dirty="0"/>
              <a:t>专用：就是程序运行必须，不会让出来的内存。</a:t>
            </a:r>
          </a:p>
          <a:p>
            <a:r>
              <a:rPr lang="en-US" altLang="zh-CN" dirty="0"/>
              <a:t>--------------------- </a:t>
            </a:r>
          </a:p>
          <a:p>
            <a:r>
              <a:rPr lang="zh-CN" altLang="en-US" dirty="0"/>
              <a:t>作者：</a:t>
            </a:r>
            <a:r>
              <a:rPr lang="en-US" altLang="zh-CN" dirty="0"/>
              <a:t>xiaotao_1 </a:t>
            </a:r>
          </a:p>
          <a:p>
            <a:r>
              <a:rPr lang="zh-CN" altLang="en-US" dirty="0"/>
              <a:t>来源：</a:t>
            </a:r>
            <a:r>
              <a:rPr lang="en-US" altLang="zh-CN" dirty="0"/>
              <a:t>CSDN </a:t>
            </a:r>
          </a:p>
          <a:p>
            <a:r>
              <a:rPr lang="zh-CN" altLang="en-US" dirty="0"/>
              <a:t>原文：</a:t>
            </a:r>
            <a:r>
              <a:rPr lang="en-US" altLang="zh-CN" dirty="0"/>
              <a:t>https://blog.csdn.net/xiaotao_1/article/details/78820105 </a:t>
            </a:r>
          </a:p>
          <a:p>
            <a:r>
              <a:rPr lang="zh-CN" altLang="en-US" dirty="0"/>
              <a:t>版权声明：本文为博主原创文章，转载请附上博文链接！</a:t>
            </a:r>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58</a:t>
            </a:fld>
            <a:endParaRPr lang="en-US" altLang="zh-CN"/>
          </a:p>
        </p:txBody>
      </p:sp>
    </p:spTree>
    <p:extLst>
      <p:ext uri="{BB962C8B-B14F-4D97-AF65-F5344CB8AC3E}">
        <p14:creationId xmlns:p14="http://schemas.microsoft.com/office/powerpoint/2010/main" val="424708262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59</a:t>
            </a:fld>
            <a:endParaRPr lang="en-US" altLang="zh-CN"/>
          </a:p>
        </p:txBody>
      </p:sp>
    </p:spTree>
    <p:extLst>
      <p:ext uri="{BB962C8B-B14F-4D97-AF65-F5344CB8AC3E}">
        <p14:creationId xmlns:p14="http://schemas.microsoft.com/office/powerpoint/2010/main" val="55285725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xfrm>
            <a:off x="1150938" y="692150"/>
            <a:ext cx="4556125" cy="3416300"/>
          </a:xfrm>
          <a:ln/>
        </p:spPr>
      </p:sp>
      <p:sp>
        <p:nvSpPr>
          <p:cNvPr id="7171"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marL="355600" lvl="2" indent="-355600" defTabSz="355600">
              <a:spcBef>
                <a:spcPts val="0"/>
              </a:spcBef>
              <a:buClr>
                <a:schemeClr val="bg1"/>
              </a:buClr>
              <a:buSzPct val="80000"/>
              <a:buFont typeface="Wingdings" panose="05000000000000000000" pitchFamily="2" charset="2"/>
              <a:buChar char="n"/>
              <a:tabLst>
                <a:tab pos="3851275" algn="l"/>
              </a:tabLst>
              <a:defRPr/>
            </a:pPr>
            <a:endParaRPr lang="zh-CN" altLang="en-US" dirty="0"/>
          </a:p>
        </p:txBody>
      </p:sp>
      <p:sp>
        <p:nvSpPr>
          <p:cNvPr id="7172"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3671E3F5-1C93-4902-AE67-08403D0C354A}" type="slidenum">
              <a:rPr lang="en-US" altLang="zh-CN" sz="1300" smtClean="0">
                <a:ea typeface="隶书" panose="02010509060101010101" pitchFamily="49" charset="-122"/>
              </a:rPr>
              <a:pPr/>
              <a:t>61</a:t>
            </a:fld>
            <a:endParaRPr lang="en-US" altLang="zh-CN" sz="1300">
              <a:ea typeface="隶书" panose="02010509060101010101" pitchFamily="49" charset="-122"/>
            </a:endParaRPr>
          </a:p>
        </p:txBody>
      </p:sp>
    </p:spTree>
    <p:extLst>
      <p:ext uri="{BB962C8B-B14F-4D97-AF65-F5344CB8AC3E}">
        <p14:creationId xmlns:p14="http://schemas.microsoft.com/office/powerpoint/2010/main" val="251795107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r>
              <a:rPr lang="zh-CN" altLang="en-US" sz="1200" dirty="0">
                <a:solidFill>
                  <a:schemeClr val="bg2"/>
                </a:solidFill>
                <a:effectLst>
                  <a:outerShdw blurRad="38100" dist="38100" dir="2700000" algn="tl">
                    <a:srgbClr val="000000"/>
                  </a:outerShdw>
                </a:effectLst>
                <a:latin typeface="+mj-lt"/>
                <a:ea typeface="楷体" panose="02010609060101010101" pitchFamily="49" charset="-122"/>
              </a:rPr>
              <a:t>，不同尺寸的进程使用不同张数的页表。</a:t>
            </a:r>
            <a:endParaRPr lang="zh-CN" altLang="en-US"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63</a:t>
            </a:fld>
            <a:endParaRPr lang="en-US" altLang="zh-CN"/>
          </a:p>
        </p:txBody>
      </p:sp>
    </p:spTree>
    <p:extLst>
      <p:ext uri="{BB962C8B-B14F-4D97-AF65-F5344CB8AC3E}">
        <p14:creationId xmlns:p14="http://schemas.microsoft.com/office/powerpoint/2010/main" val="356692040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TextEdit="1"/>
          </p:cNvSpPr>
          <p:nvPr>
            <p:ph type="sldImg"/>
          </p:nvPr>
        </p:nvSpPr>
        <p:spPr>
          <a:xfrm>
            <a:off x="1150938" y="692150"/>
            <a:ext cx="4556125" cy="3416300"/>
          </a:xfrm>
          <a:ln/>
        </p:spPr>
      </p:sp>
      <p:sp>
        <p:nvSpPr>
          <p:cNvPr id="19459"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algn="ctr" eaLnBrk="1" hangingPunct="1">
              <a:spcBef>
                <a:spcPct val="0"/>
              </a:spcBef>
            </a:pPr>
            <a:r>
              <a:rPr kumimoji="0" lang="zh-CN" altLang="en-US" b="1">
                <a:solidFill>
                  <a:schemeClr val="bg2"/>
                </a:solidFill>
                <a:latin typeface="Arial" panose="020B0604020202020204" pitchFamily="34" charset="0"/>
              </a:rPr>
              <a:t>是否写透方式</a:t>
            </a:r>
          </a:p>
          <a:p>
            <a:r>
              <a:rPr lang="zh-CN" altLang="en-US"/>
              <a:t>直写式</a:t>
            </a:r>
            <a:r>
              <a:rPr lang="en-US" altLang="zh-CN"/>
              <a:t>WT(Write Through)</a:t>
            </a:r>
            <a:r>
              <a:rPr lang="zh-CN" altLang="en-US"/>
              <a:t>与回写式</a:t>
            </a:r>
            <a:r>
              <a:rPr lang="en-US" altLang="zh-CN"/>
              <a:t>WB(Write Back)</a:t>
            </a:r>
            <a:r>
              <a:rPr lang="zh-CN" altLang="en-US"/>
              <a:t>指的是缓冲内存的工作方式</a:t>
            </a:r>
            <a:endParaRPr lang="en-US" altLang="zh-CN"/>
          </a:p>
          <a:p>
            <a:r>
              <a:rPr lang="zh-CN" altLang="en-US"/>
              <a:t>直写式缓存方式</a:t>
            </a:r>
            <a:r>
              <a:rPr lang="en-US" altLang="zh-CN"/>
              <a:t>: </a:t>
            </a:r>
            <a:r>
              <a:rPr lang="zh-CN" altLang="en-US"/>
              <a:t>当</a:t>
            </a:r>
            <a:r>
              <a:rPr lang="en-US" altLang="zh-CN"/>
              <a:t>CPU</a:t>
            </a:r>
            <a:r>
              <a:rPr lang="zh-CN" altLang="en-US"/>
              <a:t>要将数据写入内存时</a:t>
            </a:r>
            <a:r>
              <a:rPr lang="en-US" altLang="zh-CN"/>
              <a:t>,</a:t>
            </a:r>
            <a:r>
              <a:rPr lang="zh-CN" altLang="en-US"/>
              <a:t>除了更新缓冲内存上的数据外</a:t>
            </a:r>
            <a:r>
              <a:rPr lang="en-US" altLang="zh-CN"/>
              <a:t>,</a:t>
            </a:r>
            <a:r>
              <a:rPr lang="zh-CN" altLang="en-US"/>
              <a:t>也将数据写在</a:t>
            </a:r>
            <a:r>
              <a:rPr lang="en-US" altLang="zh-CN"/>
              <a:t>SDRAM</a:t>
            </a:r>
            <a:r>
              <a:rPr lang="zh-CN" altLang="en-US"/>
              <a:t>（同步动态随机存取内存）中以维持主存与缓冲内存的一致性</a:t>
            </a:r>
            <a:r>
              <a:rPr lang="en-US" altLang="zh-CN"/>
              <a:t>,</a:t>
            </a:r>
            <a:r>
              <a:rPr lang="zh-CN" altLang="en-US"/>
              <a:t>当要写入内存的数据多起来的话</a:t>
            </a:r>
            <a:r>
              <a:rPr lang="en-US" altLang="zh-CN"/>
              <a:t>,</a:t>
            </a:r>
            <a:r>
              <a:rPr lang="zh-CN" altLang="en-US"/>
              <a:t>速度自然就慢了下来</a:t>
            </a:r>
            <a:r>
              <a:rPr lang="en-US" altLang="zh-CN"/>
              <a:t>.</a:t>
            </a:r>
            <a:r>
              <a:rPr lang="zh-CN" altLang="en-US"/>
              <a:t/>
            </a:r>
            <a:br>
              <a:rPr lang="zh-CN" altLang="en-US"/>
            </a:br>
            <a:r>
              <a:rPr lang="zh-CN" altLang="en-US"/>
              <a:t>回写式缓存方式</a:t>
            </a:r>
            <a:r>
              <a:rPr lang="en-US" altLang="zh-CN"/>
              <a:t>: </a:t>
            </a:r>
            <a:r>
              <a:rPr lang="zh-CN" altLang="en-US"/>
              <a:t>当</a:t>
            </a:r>
            <a:r>
              <a:rPr lang="en-US" altLang="zh-CN"/>
              <a:t>CPU</a:t>
            </a:r>
            <a:r>
              <a:rPr lang="zh-CN" altLang="en-US"/>
              <a:t>要将数据写入内存时</a:t>
            </a:r>
            <a:r>
              <a:rPr lang="en-US" altLang="zh-CN"/>
              <a:t>,</a:t>
            </a:r>
            <a:r>
              <a:rPr lang="zh-CN" altLang="en-US"/>
              <a:t>只会先更新缓冲内存上的数据</a:t>
            </a:r>
            <a:r>
              <a:rPr lang="en-US" altLang="zh-CN"/>
              <a:t>,</a:t>
            </a:r>
            <a:r>
              <a:rPr lang="zh-CN" altLang="en-US"/>
              <a:t>随后再让缓冲内存在总线不塞车的时候才把数据写回</a:t>
            </a:r>
            <a:r>
              <a:rPr lang="en-US" altLang="zh-CN"/>
              <a:t>SDRAM,</a:t>
            </a:r>
            <a:r>
              <a:rPr lang="zh-CN" altLang="en-US"/>
              <a:t>所以速度自然快得多</a:t>
            </a:r>
          </a:p>
        </p:txBody>
      </p:sp>
      <p:sp>
        <p:nvSpPr>
          <p:cNvPr id="19460"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83348AF-4C9E-4FE7-828E-7E73EF0562BC}" type="slidenum">
              <a:rPr lang="en-US" altLang="zh-CN" sz="1300" smtClean="0">
                <a:ea typeface="隶书" panose="02010509060101010101" pitchFamily="49" charset="-122"/>
              </a:rPr>
              <a:pPr>
                <a:spcBef>
                  <a:spcPct val="0"/>
                </a:spcBef>
              </a:pPr>
              <a:t>64</a:t>
            </a:fld>
            <a:endParaRPr lang="en-US" altLang="zh-CN" sz="1300">
              <a:ea typeface="隶书" panose="02010509060101010101" pitchFamily="49" charset="-122"/>
            </a:endParaRPr>
          </a:p>
        </p:txBody>
      </p:sp>
    </p:spTree>
    <p:extLst>
      <p:ext uri="{BB962C8B-B14F-4D97-AF65-F5344CB8AC3E}">
        <p14:creationId xmlns:p14="http://schemas.microsoft.com/office/powerpoint/2010/main" val="231460043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a:xfrm>
            <a:off x="1150938" y="692150"/>
            <a:ext cx="4556125" cy="3416300"/>
          </a:xfrm>
          <a:ln/>
        </p:spPr>
      </p:sp>
      <p:sp>
        <p:nvSpPr>
          <p:cNvPr id="21507"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sz="1200" b="0" i="0" kern="1200" dirty="0" smtClean="0">
                <a:solidFill>
                  <a:schemeClr val="tx1"/>
                </a:solidFill>
                <a:effectLst/>
                <a:latin typeface="Times New Roman" pitchFamily="18" charset="0"/>
                <a:ea typeface="宋体" pitchFamily="2" charset="-122"/>
                <a:cs typeface="+mn-cs"/>
              </a:rPr>
              <a:t>硬件的角度说，</a:t>
            </a:r>
            <a:r>
              <a:rPr kumimoji="1" lang="en-US" altLang="zh-CN" sz="1200" b="0" i="0" kern="1200" dirty="0" smtClean="0">
                <a:solidFill>
                  <a:schemeClr val="tx1"/>
                </a:solidFill>
                <a:effectLst/>
                <a:latin typeface="Times New Roman" pitchFamily="18" charset="0"/>
                <a:ea typeface="宋体" pitchFamily="2" charset="-122"/>
                <a:cs typeface="+mn-cs"/>
              </a:rPr>
              <a:t>Linux</a:t>
            </a:r>
            <a:r>
              <a:rPr kumimoji="1" lang="zh-CN" altLang="en-US" sz="1200" b="0" i="0" kern="1200" dirty="0" smtClean="0">
                <a:solidFill>
                  <a:schemeClr val="tx1"/>
                </a:solidFill>
                <a:effectLst/>
                <a:latin typeface="Times New Roman" pitchFamily="18" charset="0"/>
                <a:ea typeface="宋体" pitchFamily="2" charset="-122"/>
                <a:cs typeface="+mn-cs"/>
              </a:rPr>
              <a:t>内核只要能为硬件准备好</a:t>
            </a:r>
            <a:r>
              <a:rPr kumimoji="1" lang="en-US" altLang="zh-CN" sz="1200" b="0" i="0" kern="1200" dirty="0" smtClean="0">
                <a:solidFill>
                  <a:schemeClr val="tx1"/>
                </a:solidFill>
                <a:effectLst/>
                <a:latin typeface="Times New Roman" pitchFamily="18" charset="0"/>
                <a:ea typeface="宋体" pitchFamily="2" charset="-122"/>
                <a:cs typeface="+mn-cs"/>
              </a:rPr>
              <a:t>PGD</a:t>
            </a:r>
            <a:r>
              <a:rPr kumimoji="1" lang="zh-CN" altLang="en-US" sz="1200" b="0" i="0" kern="1200" dirty="0" smtClean="0">
                <a:solidFill>
                  <a:schemeClr val="tx1"/>
                </a:solidFill>
                <a:effectLst/>
                <a:latin typeface="Times New Roman" pitchFamily="18" charset="0"/>
                <a:ea typeface="宋体" pitchFamily="2" charset="-122"/>
                <a:cs typeface="+mn-cs"/>
              </a:rPr>
              <a:t>、</a:t>
            </a:r>
            <a:r>
              <a:rPr kumimoji="1" lang="en-US" altLang="zh-CN" sz="1200" b="0" i="0" kern="1200" dirty="0" smtClean="0">
                <a:solidFill>
                  <a:schemeClr val="tx1"/>
                </a:solidFill>
                <a:effectLst/>
                <a:latin typeface="Times New Roman" pitchFamily="18" charset="0"/>
                <a:ea typeface="宋体" pitchFamily="2" charset="-122"/>
                <a:cs typeface="+mn-cs"/>
              </a:rPr>
              <a:t>PT</a:t>
            </a:r>
            <a:r>
              <a:rPr kumimoji="1" lang="zh-CN" altLang="en-US" sz="1200" b="0" i="0" kern="1200" dirty="0" smtClean="0">
                <a:solidFill>
                  <a:schemeClr val="tx1"/>
                </a:solidFill>
                <a:effectLst/>
                <a:latin typeface="Times New Roman" pitchFamily="18" charset="0"/>
                <a:ea typeface="宋体" pitchFamily="2" charset="-122"/>
                <a:cs typeface="+mn-cs"/>
              </a:rPr>
              <a:t>、</a:t>
            </a:r>
            <a:r>
              <a:rPr kumimoji="1" lang="en-US" altLang="zh-CN" sz="1200" b="0" i="0" kern="1200" dirty="0" smtClean="0">
                <a:solidFill>
                  <a:schemeClr val="tx1"/>
                </a:solidFill>
                <a:effectLst/>
                <a:latin typeface="Times New Roman" pitchFamily="18" charset="0"/>
                <a:ea typeface="宋体" pitchFamily="2" charset="-122"/>
                <a:cs typeface="+mn-cs"/>
              </a:rPr>
              <a:t>GDT</a:t>
            </a:r>
            <a:r>
              <a:rPr kumimoji="1" lang="zh-CN" altLang="en-US" sz="1200" b="0" i="0" kern="1200" dirty="0" smtClean="0">
                <a:solidFill>
                  <a:schemeClr val="tx1"/>
                </a:solidFill>
                <a:effectLst/>
                <a:latin typeface="Times New Roman" pitchFamily="18" charset="0"/>
                <a:ea typeface="宋体" pitchFamily="2" charset="-122"/>
                <a:cs typeface="+mn-cs"/>
              </a:rPr>
              <a:t>、</a:t>
            </a:r>
            <a:r>
              <a:rPr kumimoji="1" lang="en-US" altLang="zh-CN" sz="1200" b="0" i="0" kern="1200" dirty="0" smtClean="0">
                <a:solidFill>
                  <a:schemeClr val="tx1"/>
                </a:solidFill>
                <a:effectLst/>
                <a:latin typeface="Times New Roman" pitchFamily="18" charset="0"/>
                <a:ea typeface="宋体" pitchFamily="2" charset="-122"/>
                <a:cs typeface="+mn-cs"/>
              </a:rPr>
              <a:t>LDT</a:t>
            </a:r>
            <a:r>
              <a:rPr kumimoji="1" lang="zh-CN" altLang="en-US" sz="1200" b="0" i="0" kern="1200" dirty="0" smtClean="0">
                <a:solidFill>
                  <a:schemeClr val="tx1"/>
                </a:solidFill>
                <a:effectLst/>
                <a:latin typeface="Times New Roman" pitchFamily="18" charset="0"/>
                <a:ea typeface="宋体" pitchFamily="2" charset="-122"/>
                <a:cs typeface="+mn-cs"/>
              </a:rPr>
              <a:t>以及相应寄存器，就完成了内存管理机制中地址映射准备工作。但是</a:t>
            </a:r>
            <a:r>
              <a:rPr kumimoji="1" lang="en-US" altLang="zh-CN" sz="1200" b="0" i="0" kern="1200" dirty="0" smtClean="0">
                <a:solidFill>
                  <a:schemeClr val="tx1"/>
                </a:solidFill>
                <a:effectLst/>
                <a:latin typeface="Times New Roman" pitchFamily="18" charset="0"/>
                <a:ea typeface="宋体" pitchFamily="2" charset="-122"/>
                <a:cs typeface="+mn-cs"/>
              </a:rPr>
              <a:t>Linux </a:t>
            </a:r>
            <a:r>
              <a:rPr kumimoji="1" lang="zh-CN" altLang="en-US" sz="1200" b="0" i="0" kern="1200" dirty="0" smtClean="0">
                <a:solidFill>
                  <a:schemeClr val="tx1"/>
                </a:solidFill>
                <a:effectLst/>
                <a:latin typeface="Times New Roman" pitchFamily="18" charset="0"/>
                <a:ea typeface="宋体" pitchFamily="2" charset="-122"/>
                <a:cs typeface="+mn-cs"/>
              </a:rPr>
              <a:t>内核实际做的工作更复杂，其中几个主要的数据结构构成了</a:t>
            </a:r>
            <a:r>
              <a:rPr kumimoji="1" lang="en-US" altLang="zh-CN" sz="1200" b="0" i="0" kern="1200" dirty="0" smtClean="0">
                <a:solidFill>
                  <a:schemeClr val="tx1"/>
                </a:solidFill>
                <a:effectLst/>
                <a:latin typeface="Times New Roman" pitchFamily="18" charset="0"/>
                <a:ea typeface="宋体" pitchFamily="2" charset="-122"/>
                <a:cs typeface="+mn-cs"/>
              </a:rPr>
              <a:t>Linux </a:t>
            </a:r>
            <a:r>
              <a:rPr kumimoji="1" lang="zh-CN" altLang="en-US" sz="1200" b="0" i="0" kern="1200" dirty="0" smtClean="0">
                <a:solidFill>
                  <a:schemeClr val="tx1"/>
                </a:solidFill>
                <a:effectLst/>
                <a:latin typeface="Times New Roman" pitchFamily="18" charset="0"/>
                <a:ea typeface="宋体" pitchFamily="2" charset="-122"/>
                <a:cs typeface="+mn-cs"/>
              </a:rPr>
              <a:t>内存管理的基本框架</a:t>
            </a:r>
            <a:endParaRPr lang="zh-CN" altLang="en-US" dirty="0" smtClean="0"/>
          </a:p>
          <a:p>
            <a:r>
              <a:rPr kumimoji="1" lang="zh-CN" altLang="en-US" sz="1200" b="1" i="0" kern="1200" dirty="0" smtClean="0">
                <a:solidFill>
                  <a:schemeClr val="tx1"/>
                </a:solidFill>
                <a:effectLst/>
                <a:latin typeface="Times New Roman" pitchFamily="18" charset="0"/>
                <a:ea typeface="宋体" pitchFamily="2" charset="-122"/>
                <a:cs typeface="+mn-cs"/>
              </a:rPr>
              <a:t>计算机字</a:t>
            </a:r>
            <a:r>
              <a:rPr kumimoji="1" lang="zh-CN" altLang="en-US" sz="1200" b="1" i="0" kern="1200" dirty="0">
                <a:solidFill>
                  <a:schemeClr val="tx1"/>
                </a:solidFill>
                <a:effectLst/>
                <a:latin typeface="Times New Roman" pitchFamily="18" charset="0"/>
                <a:ea typeface="宋体" pitchFamily="2" charset="-122"/>
                <a:cs typeface="+mn-cs"/>
              </a:rPr>
              <a:t>长取决于数据总线的宽度，是指一次能传输的数据的位数，通常就是</a:t>
            </a:r>
            <a:r>
              <a:rPr kumimoji="1" lang="en-US" altLang="zh-CN" sz="1200" b="1" i="0" kern="1200" dirty="0">
                <a:solidFill>
                  <a:schemeClr val="tx1"/>
                </a:solidFill>
                <a:effectLst/>
                <a:latin typeface="Times New Roman" pitchFamily="18" charset="0"/>
                <a:ea typeface="宋体" pitchFamily="2" charset="-122"/>
                <a:cs typeface="+mn-cs"/>
              </a:rPr>
              <a:t>CPU</a:t>
            </a:r>
            <a:r>
              <a:rPr kumimoji="1" lang="zh-CN" altLang="en-US" sz="1200" b="1" i="0" kern="1200" dirty="0">
                <a:solidFill>
                  <a:schemeClr val="tx1"/>
                </a:solidFill>
                <a:effectLst/>
                <a:latin typeface="Times New Roman" pitchFamily="18" charset="0"/>
                <a:ea typeface="宋体" pitchFamily="2" charset="-122"/>
                <a:cs typeface="+mn-cs"/>
              </a:rPr>
              <a:t>一次能处理的数据的位数，所以字长就是取决于数据总线。</a:t>
            </a:r>
            <a:endParaRPr kumimoji="1" lang="en-US" altLang="zh-CN" sz="1200" b="1" i="0" kern="1200" dirty="0">
              <a:solidFill>
                <a:schemeClr val="tx1"/>
              </a:solidFill>
              <a:effectLst/>
              <a:latin typeface="Times New Roman" pitchFamily="18" charset="0"/>
              <a:ea typeface="宋体" pitchFamily="2" charset="-122"/>
              <a:cs typeface="+mn-cs"/>
            </a:endParaRPr>
          </a:p>
          <a:p>
            <a:r>
              <a:rPr kumimoji="1" lang="zh-CN" altLang="en-US" sz="1200" b="1" i="0" kern="1200" dirty="0">
                <a:solidFill>
                  <a:schemeClr val="tx1"/>
                </a:solidFill>
                <a:effectLst/>
                <a:latin typeface="Times New Roman" pitchFamily="18" charset="0"/>
                <a:ea typeface="宋体" pitchFamily="2" charset="-122"/>
                <a:cs typeface="+mn-cs"/>
              </a:rPr>
              <a:t>像平时我们买电脑说的</a:t>
            </a:r>
            <a:r>
              <a:rPr kumimoji="1" lang="en-US" altLang="zh-CN" sz="1200" b="1" i="0" kern="1200" dirty="0">
                <a:solidFill>
                  <a:schemeClr val="tx1"/>
                </a:solidFill>
                <a:effectLst/>
                <a:latin typeface="Times New Roman" pitchFamily="18" charset="0"/>
                <a:ea typeface="宋体" pitchFamily="2" charset="-122"/>
                <a:cs typeface="+mn-cs"/>
              </a:rPr>
              <a:t>64</a:t>
            </a:r>
            <a:r>
              <a:rPr kumimoji="1" lang="zh-CN" altLang="en-US" sz="1200" b="1" i="0" kern="1200" dirty="0">
                <a:solidFill>
                  <a:schemeClr val="tx1"/>
                </a:solidFill>
                <a:effectLst/>
                <a:latin typeface="Times New Roman" pitchFamily="18" charset="0"/>
                <a:ea typeface="宋体" pitchFamily="2" charset="-122"/>
                <a:cs typeface="+mn-cs"/>
              </a:rPr>
              <a:t>位的处理器，指的就是字长为</a:t>
            </a:r>
            <a:r>
              <a:rPr kumimoji="1" lang="en-US" altLang="zh-CN" sz="1200" b="1" i="0" kern="1200" dirty="0">
                <a:solidFill>
                  <a:schemeClr val="tx1"/>
                </a:solidFill>
                <a:effectLst/>
                <a:latin typeface="Times New Roman" pitchFamily="18" charset="0"/>
                <a:ea typeface="宋体" pitchFamily="2" charset="-122"/>
                <a:cs typeface="+mn-cs"/>
              </a:rPr>
              <a:t>64</a:t>
            </a:r>
            <a:r>
              <a:rPr kumimoji="1" lang="zh-CN" altLang="en-US" sz="1200" b="1" i="0" kern="1200" dirty="0">
                <a:solidFill>
                  <a:schemeClr val="tx1"/>
                </a:solidFill>
                <a:effectLst/>
                <a:latin typeface="Times New Roman" pitchFamily="18" charset="0"/>
                <a:ea typeface="宋体" pitchFamily="2" charset="-122"/>
                <a:cs typeface="+mn-cs"/>
              </a:rPr>
              <a:t>的</a:t>
            </a:r>
            <a:r>
              <a:rPr kumimoji="1" lang="en-US" altLang="zh-CN" sz="1200" b="1" i="0" kern="1200" dirty="0">
                <a:solidFill>
                  <a:schemeClr val="tx1"/>
                </a:solidFill>
                <a:effectLst/>
                <a:latin typeface="Times New Roman" pitchFamily="18" charset="0"/>
                <a:ea typeface="宋体" pitchFamily="2" charset="-122"/>
                <a:cs typeface="+mn-cs"/>
              </a:rPr>
              <a:t>CPU</a:t>
            </a:r>
            <a:r>
              <a:rPr kumimoji="1" lang="zh-CN" altLang="en-US" sz="1200" b="1" i="0" kern="1200" dirty="0">
                <a:solidFill>
                  <a:schemeClr val="tx1"/>
                </a:solidFill>
                <a:effectLst/>
                <a:latin typeface="Times New Roman" pitchFamily="18" charset="0"/>
                <a:ea typeface="宋体" pitchFamily="2" charset="-122"/>
                <a:cs typeface="+mn-cs"/>
              </a:rPr>
              <a:t>。</a:t>
            </a:r>
            <a:endParaRPr lang="en-US" altLang="zh-CN" dirty="0"/>
          </a:p>
          <a:p>
            <a:r>
              <a:rPr lang="zh-CN" altLang="en-US" dirty="0"/>
              <a:t>定义在</a:t>
            </a:r>
            <a:r>
              <a:rPr lang="en-US" altLang="zh-CN" dirty="0"/>
              <a:t>include/asm-i386/</a:t>
            </a:r>
            <a:r>
              <a:rPr lang="en-US" altLang="zh-CN" dirty="0" err="1"/>
              <a:t>page.h</a:t>
            </a:r>
            <a:r>
              <a:rPr lang="zh-CN" altLang="en-US" dirty="0"/>
              <a:t>文件中：</a:t>
            </a:r>
          </a:p>
          <a:p>
            <a:r>
              <a:rPr lang="zh-CN" altLang="en-US" dirty="0"/>
              <a:t>        </a:t>
            </a:r>
            <a:r>
              <a:rPr lang="en-US" altLang="zh-CN" dirty="0"/>
              <a:t>#define PAGE_SHIFT	12</a:t>
            </a:r>
          </a:p>
          <a:p>
            <a:r>
              <a:rPr lang="en-US" altLang="zh-CN" dirty="0"/>
              <a:t>        #define PAGE_SIZE	(1UL &lt;&lt; PAGE_SHIFT)</a:t>
            </a:r>
          </a:p>
          <a:p>
            <a:endParaRPr lang="zh-CN" altLang="en-US" dirty="0"/>
          </a:p>
        </p:txBody>
      </p:sp>
      <p:sp>
        <p:nvSpPr>
          <p:cNvPr id="21508"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CCA7A9C-CC5E-463D-8BEA-1513BC559F29}" type="slidenum">
              <a:rPr lang="en-US" altLang="zh-CN" sz="1300" smtClean="0">
                <a:ea typeface="隶书" panose="02010509060101010101" pitchFamily="49" charset="-122"/>
              </a:rPr>
              <a:pPr>
                <a:spcBef>
                  <a:spcPct val="0"/>
                </a:spcBef>
              </a:pPr>
              <a:t>66</a:t>
            </a:fld>
            <a:endParaRPr lang="en-US" altLang="zh-CN" sz="1300">
              <a:ea typeface="隶书" panose="02010509060101010101" pitchFamily="49" charset="-122"/>
            </a:endParaRPr>
          </a:p>
        </p:txBody>
      </p:sp>
    </p:spTree>
    <p:extLst>
      <p:ext uri="{BB962C8B-B14F-4D97-AF65-F5344CB8AC3E}">
        <p14:creationId xmlns:p14="http://schemas.microsoft.com/office/powerpoint/2010/main" val="348726235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a:xfrm>
            <a:off x="1150938" y="692150"/>
            <a:ext cx="4556125" cy="3416300"/>
          </a:xfrm>
          <a:ln/>
        </p:spPr>
      </p:sp>
      <p:sp>
        <p:nvSpPr>
          <p:cNvPr id="23555"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r>
              <a:rPr kumimoji="1" lang="en-US" altLang="zh-CN" sz="1200" b="1" i="0" kern="1200" dirty="0" smtClean="0">
                <a:solidFill>
                  <a:schemeClr val="tx1"/>
                </a:solidFill>
                <a:effectLst/>
                <a:latin typeface="Times New Roman" pitchFamily="18" charset="0"/>
                <a:ea typeface="宋体" pitchFamily="2" charset="-122"/>
                <a:cs typeface="+mn-cs"/>
              </a:rPr>
              <a:t>page</a:t>
            </a:r>
            <a:r>
              <a:rPr kumimoji="1" lang="zh-CN" altLang="en-US" sz="1200" b="1" i="0" kern="1200" dirty="0" smtClean="0">
                <a:solidFill>
                  <a:schemeClr val="tx1"/>
                </a:solidFill>
                <a:effectLst/>
                <a:latin typeface="Times New Roman" pitchFamily="18" charset="0"/>
                <a:ea typeface="宋体" pitchFamily="2" charset="-122"/>
                <a:cs typeface="+mn-cs"/>
              </a:rPr>
              <a:t>结构和物理页面一一对应。</a:t>
            </a:r>
            <a:endParaRPr lang="en-US" altLang="zh-CN" dirty="0" smtClean="0"/>
          </a:p>
          <a:p>
            <a:r>
              <a:rPr lang="zh-CN" altLang="en-US" dirty="0" smtClean="0"/>
              <a:t>每个</a:t>
            </a:r>
            <a:r>
              <a:rPr lang="zh-CN" altLang="en-US" dirty="0"/>
              <a:t>物理页在 </a:t>
            </a:r>
            <a:r>
              <a:rPr lang="en-US" altLang="zh-CN" dirty="0" err="1"/>
              <a:t>mem_map</a:t>
            </a:r>
            <a:r>
              <a:rPr lang="en-US" altLang="zh-CN" dirty="0"/>
              <a:t> </a:t>
            </a:r>
            <a:r>
              <a:rPr lang="zh-CN" altLang="en-US" dirty="0"/>
              <a:t>数组中对应一个 </a:t>
            </a:r>
            <a:r>
              <a:rPr lang="en-US" altLang="zh-CN" dirty="0" err="1"/>
              <a:t>mem_map_t</a:t>
            </a:r>
            <a:r>
              <a:rPr lang="en-US" altLang="zh-CN" dirty="0"/>
              <a:t> </a:t>
            </a:r>
            <a:r>
              <a:rPr lang="zh-CN" altLang="en-US" dirty="0"/>
              <a:t>数据结构（</a:t>
            </a:r>
            <a:r>
              <a:rPr lang="en-US" altLang="zh-CN" dirty="0"/>
              <a:t>include/</a:t>
            </a:r>
            <a:r>
              <a:rPr lang="en-US" altLang="zh-CN" dirty="0" err="1"/>
              <a:t>linux</a:t>
            </a:r>
            <a:r>
              <a:rPr lang="en-US" altLang="zh-CN" dirty="0"/>
              <a:t>/</a:t>
            </a:r>
            <a:r>
              <a:rPr lang="en-US" altLang="zh-CN" dirty="0" err="1"/>
              <a:t>mm.h</a:t>
            </a:r>
            <a:r>
              <a:rPr lang="zh-CN" altLang="en-US" dirty="0"/>
              <a:t>）。</a:t>
            </a:r>
            <a:endParaRPr lang="en-US" altLang="zh-CN" dirty="0"/>
          </a:p>
          <a:p>
            <a:r>
              <a:rPr lang="zh-CN" altLang="en-US" dirty="0"/>
              <a:t>在系统启动时，对 </a:t>
            </a:r>
            <a:r>
              <a:rPr lang="en-US" altLang="zh-CN" dirty="0" err="1"/>
              <a:t>mem_map</a:t>
            </a:r>
            <a:r>
              <a:rPr lang="en-US" altLang="zh-CN" dirty="0"/>
              <a:t> </a:t>
            </a:r>
            <a:r>
              <a:rPr lang="zh-CN" altLang="en-US" dirty="0"/>
              <a:t>数组中的每个数据结构都进行了初始化，标示出了系统中所有的可用物理页。</a:t>
            </a:r>
            <a:br>
              <a:rPr lang="zh-CN" altLang="en-US" dirty="0"/>
            </a:br>
            <a:r>
              <a:rPr lang="zh-CN" altLang="en-US" dirty="0" smtClean="0"/>
              <a:t>只有</a:t>
            </a:r>
            <a:r>
              <a:rPr lang="zh-CN" altLang="en-US" dirty="0"/>
              <a:t>页管理器才使用</a:t>
            </a:r>
            <a:r>
              <a:rPr lang="en-US" altLang="zh-CN" dirty="0" err="1"/>
              <a:t>free_area</a:t>
            </a:r>
            <a:r>
              <a:rPr lang="zh-CN" altLang="en-US" dirty="0"/>
              <a:t>和</a:t>
            </a:r>
            <a:r>
              <a:rPr lang="en-US" altLang="zh-CN" dirty="0" err="1"/>
              <a:t>mem_map</a:t>
            </a:r>
            <a:r>
              <a:rPr lang="zh-CN" altLang="en-US" dirty="0"/>
              <a:t>数据结构，而页管理器对物理内存的分配和释放是以页为单位的。</a:t>
            </a:r>
            <a:endParaRPr lang="en-US" altLang="zh-CN" dirty="0"/>
          </a:p>
          <a:p>
            <a:r>
              <a:rPr lang="zh-CN" altLang="en-US" dirty="0" smtClean="0"/>
              <a:t>内核</a:t>
            </a:r>
            <a:r>
              <a:rPr lang="zh-CN" altLang="en-US" dirty="0"/>
              <a:t>不断用包含块设备数据的页填充页高速缓存。只要进程修改了数据，相应的页就被标记为脏页，即把它的</a:t>
            </a:r>
            <a:r>
              <a:rPr lang="en-US" altLang="zh-CN" dirty="0" err="1"/>
              <a:t>PG_dirty</a:t>
            </a:r>
            <a:r>
              <a:rPr lang="zh-CN" altLang="en-US" dirty="0"/>
              <a:t>标志置位。</a:t>
            </a:r>
            <a:endParaRPr lang="en-US" altLang="zh-CN" dirty="0"/>
          </a:p>
          <a:p>
            <a:r>
              <a:rPr lang="zh-CN" altLang="en-US" dirty="0"/>
              <a:t>硬盘的读写速度远赶不上内存的速度，系统就把读写比较频繁的数据事先放到内存中，以提高读写速度，这就叫高速缓存，</a:t>
            </a:r>
            <a:r>
              <a:rPr lang="en-US" altLang="zh-CN" dirty="0" err="1"/>
              <a:t>linux</a:t>
            </a:r>
            <a:r>
              <a:rPr lang="zh-CN" altLang="en-US" dirty="0"/>
              <a:t>是以页作为高速缓存的单位，当进程修改了高速缓存里的数据时，该页就被内核标记为脏页，内核将会在合适的时间把脏页的数据写到磁盘中去，以保持高速缓存中的数据和磁盘中的数据是一致的。</a:t>
            </a:r>
            <a:br>
              <a:rPr lang="zh-CN" altLang="en-US" dirty="0"/>
            </a:br>
            <a:endParaRPr lang="en-US" altLang="zh-CN" dirty="0"/>
          </a:p>
        </p:txBody>
      </p:sp>
      <p:sp>
        <p:nvSpPr>
          <p:cNvPr id="23556"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1B13B362-53BE-4A65-B1CA-38B7D3C32028}" type="slidenum">
              <a:rPr lang="en-US" altLang="zh-CN" sz="1300" smtClean="0">
                <a:ea typeface="隶书" panose="02010509060101010101" pitchFamily="49" charset="-122"/>
              </a:rPr>
              <a:pPr/>
              <a:t>67</a:t>
            </a:fld>
            <a:endParaRPr lang="en-US" altLang="zh-CN" sz="1300">
              <a:ea typeface="隶书" panose="02010509060101010101" pitchFamily="49" charset="-122"/>
            </a:endParaRPr>
          </a:p>
        </p:txBody>
      </p:sp>
    </p:spTree>
    <p:extLst>
      <p:ext uri="{BB962C8B-B14F-4D97-AF65-F5344CB8AC3E}">
        <p14:creationId xmlns:p14="http://schemas.microsoft.com/office/powerpoint/2010/main" val="402205235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p:cNvSpPr>
            <a:spLocks noGrp="1" noRot="1" noChangeAspect="1" noTextEdit="1"/>
          </p:cNvSpPr>
          <p:nvPr>
            <p:ph type="sldImg"/>
          </p:nvPr>
        </p:nvSpPr>
        <p:spPr>
          <a:xfrm>
            <a:off x="1150938" y="692150"/>
            <a:ext cx="4556125" cy="3416300"/>
          </a:xfrm>
          <a:ln/>
        </p:spPr>
      </p:sp>
      <p:sp>
        <p:nvSpPr>
          <p:cNvPr id="27651"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r>
              <a:rPr lang="zh-CN" altLang="en-US"/>
              <a:t>如果没有大小为</a:t>
            </a:r>
            <a:r>
              <a:rPr lang="en-US" altLang="zh-CN"/>
              <a:t>2^k</a:t>
            </a:r>
            <a:r>
              <a:rPr lang="zh-CN" altLang="en-US"/>
              <a:t>的空闲页框块，则</a:t>
            </a:r>
            <a:r>
              <a:rPr lang="en-US" altLang="zh-CN"/>
              <a:t>free_list</a:t>
            </a:r>
            <a:r>
              <a:rPr lang="zh-CN" altLang="en-US"/>
              <a:t>为空</a:t>
            </a:r>
            <a:r>
              <a:rPr lang="en-US" altLang="zh-CN"/>
              <a:t>(free_list</a:t>
            </a:r>
            <a:r>
              <a:rPr lang="zh-CN" altLang="en-US"/>
              <a:t>的两个指针都指向它自己的</a:t>
            </a:r>
            <a:r>
              <a:rPr lang="en-US" altLang="zh-CN"/>
              <a:t>free_list</a:t>
            </a:r>
            <a:r>
              <a:rPr lang="zh-CN" altLang="en-US"/>
              <a:t>字段）</a:t>
            </a:r>
            <a:endParaRPr lang="en-US" altLang="zh-CN"/>
          </a:p>
          <a:p>
            <a:r>
              <a:rPr lang="en-US" altLang="zh-CN"/>
              <a:t>Map</a:t>
            </a:r>
            <a:r>
              <a:rPr lang="zh-CN" altLang="en-US"/>
              <a:t>域指向一个位图，其大小取决于现有的页面数。</a:t>
            </a:r>
            <a:r>
              <a:rPr lang="en-US" altLang="zh-CN"/>
              <a:t>free_area</a:t>
            </a:r>
            <a:r>
              <a:rPr lang="zh-CN" altLang="en-US"/>
              <a:t>第</a:t>
            </a:r>
            <a:r>
              <a:rPr lang="en-US" altLang="zh-CN"/>
              <a:t>k</a:t>
            </a:r>
            <a:r>
              <a:rPr lang="zh-CN" altLang="en-US"/>
              <a:t>项位图的每一位，描述的就是大小为</a:t>
            </a:r>
            <a:r>
              <a:rPr lang="en-US" altLang="zh-CN"/>
              <a:t>2</a:t>
            </a:r>
            <a:r>
              <a:rPr lang="en-US" altLang="zh-CN" baseline="30000"/>
              <a:t>k</a:t>
            </a:r>
            <a:r>
              <a:rPr lang="zh-CN" altLang="en-US"/>
              <a:t>个页面的两个伙伴块的状态。</a:t>
            </a:r>
          </a:p>
        </p:txBody>
      </p:sp>
      <p:sp>
        <p:nvSpPr>
          <p:cNvPr id="27652"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C1915A82-4198-40AC-A740-6BF6E2A602A9}" type="slidenum">
              <a:rPr lang="en-US" altLang="zh-CN" sz="1300" smtClean="0">
                <a:ea typeface="隶书" panose="02010509060101010101" pitchFamily="49" charset="-122"/>
              </a:rPr>
              <a:pPr/>
              <a:t>68</a:t>
            </a:fld>
            <a:endParaRPr lang="en-US" altLang="zh-CN" sz="1300">
              <a:ea typeface="隶书" panose="02010509060101010101" pitchFamily="49" charset="-122"/>
            </a:endParaRPr>
          </a:p>
        </p:txBody>
      </p:sp>
    </p:spTree>
    <p:extLst>
      <p:ext uri="{BB962C8B-B14F-4D97-AF65-F5344CB8AC3E}">
        <p14:creationId xmlns:p14="http://schemas.microsoft.com/office/powerpoint/2010/main" val="299023371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TextEdit="1"/>
          </p:cNvSpPr>
          <p:nvPr>
            <p:ph type="sldImg"/>
          </p:nvPr>
        </p:nvSpPr>
        <p:spPr>
          <a:xfrm>
            <a:off x="1150938" y="692150"/>
            <a:ext cx="4556125" cy="3416300"/>
          </a:xfrm>
          <a:ln/>
        </p:spPr>
      </p:sp>
      <p:sp>
        <p:nvSpPr>
          <p:cNvPr id="43011"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r>
              <a:rPr lang="zh-CN" altLang="en-US" dirty="0"/>
              <a:t>内核内存管理系统采用的算法从最简单的资源映射图分配器开始，经过多年的演化逐步完善。</a:t>
            </a:r>
            <a:r>
              <a:rPr lang="en-US" altLang="zh-CN" dirty="0"/>
              <a:t>Linux </a:t>
            </a:r>
            <a:r>
              <a:rPr lang="zh-CN" altLang="en-US" dirty="0"/>
              <a:t>采用的内核内存管理算法是 </a:t>
            </a:r>
            <a:r>
              <a:rPr lang="en-US" altLang="zh-CN" dirty="0"/>
              <a:t>SUN </a:t>
            </a:r>
            <a:r>
              <a:rPr lang="zh-CN" altLang="en-US" dirty="0"/>
              <a:t>公司在其 </a:t>
            </a:r>
            <a:r>
              <a:rPr lang="en-US" altLang="zh-CN" dirty="0"/>
              <a:t>Solaris 2.5 </a:t>
            </a:r>
            <a:r>
              <a:rPr lang="zh-CN" altLang="en-US" dirty="0"/>
              <a:t>中首先提</a:t>
            </a:r>
            <a:br>
              <a:rPr lang="zh-CN" altLang="en-US" dirty="0"/>
            </a:br>
            <a:r>
              <a:rPr lang="zh-CN" altLang="en-US" dirty="0"/>
              <a:t>出的、目前最优的内核内存管理算法，即 </a:t>
            </a:r>
            <a:r>
              <a:rPr lang="en-US" altLang="zh-CN" dirty="0"/>
              <a:t>slab </a:t>
            </a:r>
            <a:r>
              <a:rPr lang="zh-CN" altLang="en-US" dirty="0"/>
              <a:t>分配器。</a:t>
            </a:r>
            <a:br>
              <a:rPr lang="zh-CN" altLang="en-US" dirty="0"/>
            </a:br>
            <a:endParaRPr lang="zh-CN" altLang="en-US" dirty="0"/>
          </a:p>
        </p:txBody>
      </p:sp>
      <p:sp>
        <p:nvSpPr>
          <p:cNvPr id="43012"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A435D700-B946-4301-A70B-2EACC6E1EA75}" type="slidenum">
              <a:rPr lang="en-US" altLang="zh-CN" sz="1300" smtClean="0">
                <a:ea typeface="隶书" panose="02010509060101010101" pitchFamily="49" charset="-122"/>
              </a:rPr>
              <a:pPr/>
              <a:t>69</a:t>
            </a:fld>
            <a:endParaRPr lang="en-US" altLang="zh-CN" sz="1300">
              <a:ea typeface="隶书" panose="02010509060101010101" pitchFamily="49" charset="-122"/>
            </a:endParaRPr>
          </a:p>
        </p:txBody>
      </p:sp>
    </p:spTree>
    <p:extLst>
      <p:ext uri="{BB962C8B-B14F-4D97-AF65-F5344CB8AC3E}">
        <p14:creationId xmlns:p14="http://schemas.microsoft.com/office/powerpoint/2010/main" val="139774885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a:xfrm>
            <a:off x="1150938" y="692150"/>
            <a:ext cx="4556125" cy="3416300"/>
          </a:xfrm>
          <a:ln/>
        </p:spPr>
      </p:sp>
      <p:sp>
        <p:nvSpPr>
          <p:cNvPr id="45059"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r>
              <a:rPr lang="en-US" altLang="zh-CN" sz="1200" b="1" kern="1200" dirty="0" err="1">
                <a:solidFill>
                  <a:schemeClr val="bg2"/>
                </a:solidFill>
                <a:latin typeface="Times New Roman" panose="02020603050405020304" pitchFamily="18" charset="0"/>
                <a:ea typeface="楷体" panose="02010609060101010101" pitchFamily="49" charset="-122"/>
                <a:cs typeface="+mn-cs"/>
              </a:rPr>
              <a:t>slub</a:t>
            </a:r>
            <a:r>
              <a:rPr lang="zh-CN" altLang="en-US" sz="1200" b="1" kern="1200" dirty="0">
                <a:solidFill>
                  <a:schemeClr val="bg2"/>
                </a:solidFill>
                <a:latin typeface="Times New Roman" panose="02020603050405020304" pitchFamily="18" charset="0"/>
                <a:ea typeface="楷体" panose="02010609060101010101" pitchFamily="49" charset="-122"/>
                <a:cs typeface="+mn-cs"/>
              </a:rPr>
              <a:t>就相当于零售商，它向伙伴系统“批发”内存，然后再零售出去</a:t>
            </a:r>
            <a:endParaRPr lang="en-US" altLang="zh-CN" dirty="0"/>
          </a:p>
          <a:p>
            <a:r>
              <a:rPr lang="zh-CN" altLang="en-US" dirty="0"/>
              <a:t> 所谓尺有所长，寸有所短。以页为最小单位分配内存对于内核管理系统中的物理内存来说的确比较方便，这些用来存放描述符的内存相比页面而言，就好比是面包屑与面包。一个整页中可以聚集多个这些小块内存；而且这些小块内存块也和面包屑一样频繁地生成</a:t>
            </a:r>
            <a:r>
              <a:rPr lang="en-US" altLang="zh-CN" dirty="0"/>
              <a:t>/</a:t>
            </a:r>
            <a:r>
              <a:rPr lang="zh-CN" altLang="en-US" dirty="0"/>
              <a:t>销毁。</a:t>
            </a:r>
          </a:p>
          <a:p>
            <a:r>
              <a:rPr lang="zh-CN" altLang="en-US" dirty="0"/>
              <a:t>  为了满足内核对这种小内存块的需要，</a:t>
            </a:r>
            <a:r>
              <a:rPr lang="en-US" altLang="zh-CN" dirty="0"/>
              <a:t>Linux</a:t>
            </a:r>
            <a:r>
              <a:rPr lang="zh-CN" altLang="en-US" dirty="0"/>
              <a:t>系统采用了一种被称为</a:t>
            </a:r>
            <a:r>
              <a:rPr lang="en-US" altLang="zh-CN" dirty="0"/>
              <a:t>slab</a:t>
            </a:r>
            <a:r>
              <a:rPr lang="zh-CN" altLang="en-US" dirty="0"/>
              <a:t>分配器的技术。</a:t>
            </a:r>
            <a:r>
              <a:rPr lang="en-US" altLang="zh-CN" dirty="0"/>
              <a:t>Slab</a:t>
            </a:r>
            <a:r>
              <a:rPr lang="zh-CN" altLang="en-US" dirty="0"/>
              <a:t>分配器的实现相当复杂，但原理不难，其核心思想就是“存储池</a:t>
            </a:r>
            <a:r>
              <a:rPr lang="en-US" altLang="zh-CN" dirty="0">
                <a:hlinkClick r:id="rId3"/>
              </a:rPr>
              <a:t>[4]</a:t>
            </a:r>
            <a:r>
              <a:rPr lang="zh-CN" altLang="en-US" dirty="0"/>
              <a:t>”的运用。内存片段（小块内存）被看作对象，当被使用完后，并不直接释放而是被缓存到“存储池”里，留做下次使用，这无疑避免了频繁创建与销毁对象所带来的额外负载。</a:t>
            </a:r>
          </a:p>
          <a:p>
            <a:endParaRPr lang="zh-CN" altLang="en-US" dirty="0"/>
          </a:p>
        </p:txBody>
      </p:sp>
      <p:sp>
        <p:nvSpPr>
          <p:cNvPr id="45060"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8379F30B-81BA-4EF6-BC71-4A290FA69383}" type="slidenum">
              <a:rPr lang="en-US" altLang="zh-CN" sz="1300" smtClean="0">
                <a:ea typeface="隶书" panose="02010509060101010101" pitchFamily="49" charset="-122"/>
              </a:rPr>
              <a:pPr/>
              <a:t>70</a:t>
            </a:fld>
            <a:endParaRPr lang="en-US" altLang="zh-CN" sz="1300">
              <a:ea typeface="隶书" panose="02010509060101010101" pitchFamily="49" charset="-122"/>
            </a:endParaRPr>
          </a:p>
        </p:txBody>
      </p:sp>
    </p:spTree>
    <p:extLst>
      <p:ext uri="{BB962C8B-B14F-4D97-AF65-F5344CB8AC3E}">
        <p14:creationId xmlns:p14="http://schemas.microsoft.com/office/powerpoint/2010/main" val="313486312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p:cNvSpPr>
            <a:spLocks noGrp="1" noRot="1" noChangeAspect="1" noTextEdit="1"/>
          </p:cNvSpPr>
          <p:nvPr>
            <p:ph type="sldImg"/>
          </p:nvPr>
        </p:nvSpPr>
        <p:spPr>
          <a:xfrm>
            <a:off x="1150938" y="692150"/>
            <a:ext cx="4556125" cy="3416300"/>
          </a:xfrm>
          <a:ln/>
        </p:spPr>
      </p:sp>
      <p:sp>
        <p:nvSpPr>
          <p:cNvPr id="47107"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endParaRPr lang="zh-CN" altLang="en-US" dirty="0"/>
          </a:p>
        </p:txBody>
      </p:sp>
      <p:sp>
        <p:nvSpPr>
          <p:cNvPr id="47108"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1C1BB34A-5F30-4C8A-8C3E-5EA96A7A2D10}" type="slidenum">
              <a:rPr lang="en-US" altLang="zh-CN" sz="1300" smtClean="0">
                <a:ea typeface="隶书" panose="02010509060101010101" pitchFamily="49" charset="-122"/>
              </a:rPr>
              <a:pPr>
                <a:spcBef>
                  <a:spcPct val="0"/>
                </a:spcBef>
              </a:pPr>
              <a:t>71</a:t>
            </a:fld>
            <a:endParaRPr lang="en-US" altLang="zh-CN" sz="1300">
              <a:ea typeface="隶书" panose="02010509060101010101" pitchFamily="49" charset="-122"/>
            </a:endParaRPr>
          </a:p>
        </p:txBody>
      </p:sp>
    </p:spTree>
    <p:extLst>
      <p:ext uri="{BB962C8B-B14F-4D97-AF65-F5344CB8AC3E}">
        <p14:creationId xmlns:p14="http://schemas.microsoft.com/office/powerpoint/2010/main" val="108960794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幻灯片图像占位符 1"/>
          <p:cNvSpPr>
            <a:spLocks noGrp="1" noRot="1" noChangeAspect="1" noTextEdit="1"/>
          </p:cNvSpPr>
          <p:nvPr>
            <p:ph type="sldImg"/>
          </p:nvPr>
        </p:nvSpPr>
        <p:spPr>
          <a:xfrm>
            <a:off x="1150938" y="692150"/>
            <a:ext cx="4556125" cy="3416300"/>
          </a:xfrm>
          <a:ln/>
        </p:spPr>
      </p:sp>
      <p:sp>
        <p:nvSpPr>
          <p:cNvPr id="57347"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l" eaLnBrk="1" hangingPunct="1">
              <a:defRPr/>
            </a:pPr>
            <a:r>
              <a:rPr lang="zh-CN" altLang="en-US" sz="1200" b="1" kern="0" dirty="0">
                <a:solidFill>
                  <a:schemeClr val="bg2"/>
                </a:solidFill>
              </a:rPr>
              <a:t>为了对不同性质的信息进行管理和使用，把进程虚拟内存用户区划分成若干区域</a:t>
            </a:r>
            <a:endParaRPr lang="en-US" altLang="zh-CN" sz="1200" b="1" kern="0" dirty="0">
              <a:solidFill>
                <a:schemeClr val="bg2"/>
              </a:solidFill>
            </a:endParaRPr>
          </a:p>
          <a:p>
            <a:pPr algn="l" eaLnBrk="1" hangingPunct="1">
              <a:defRPr/>
            </a:pPr>
            <a:r>
              <a:rPr kumimoji="1" lang="en-US" altLang="zh-CN" sz="1200" b="0" i="0" kern="1200" dirty="0">
                <a:solidFill>
                  <a:schemeClr val="tx1"/>
                </a:solidFill>
                <a:effectLst/>
                <a:latin typeface="Times New Roman" pitchFamily="18" charset="0"/>
                <a:ea typeface="宋体" pitchFamily="2" charset="-122"/>
                <a:cs typeface="+mn-cs"/>
              </a:rPr>
              <a:t>AVL</a:t>
            </a:r>
            <a:r>
              <a:rPr kumimoji="1" lang="zh-CN" altLang="en-US" sz="1200" b="0" i="0" kern="1200" dirty="0">
                <a:solidFill>
                  <a:schemeClr val="tx1"/>
                </a:solidFill>
                <a:effectLst/>
                <a:latin typeface="Times New Roman" pitchFamily="18" charset="0"/>
                <a:ea typeface="宋体" pitchFamily="2" charset="-122"/>
                <a:cs typeface="+mn-cs"/>
              </a:rPr>
              <a:t>树是最早被发明的自平衡二叉查找树。在</a:t>
            </a:r>
            <a:r>
              <a:rPr kumimoji="1" lang="en-US" altLang="zh-CN" sz="1200" b="0" i="0" kern="1200" dirty="0">
                <a:solidFill>
                  <a:schemeClr val="tx1"/>
                </a:solidFill>
                <a:effectLst/>
                <a:latin typeface="Times New Roman" pitchFamily="18" charset="0"/>
                <a:ea typeface="宋体" pitchFamily="2" charset="-122"/>
                <a:cs typeface="+mn-cs"/>
              </a:rPr>
              <a:t>AVL</a:t>
            </a:r>
            <a:r>
              <a:rPr kumimoji="1" lang="zh-CN" altLang="en-US" sz="1200" b="0" i="0" kern="1200" dirty="0">
                <a:solidFill>
                  <a:schemeClr val="tx1"/>
                </a:solidFill>
                <a:effectLst/>
                <a:latin typeface="Times New Roman" pitchFamily="18" charset="0"/>
                <a:ea typeface="宋体" pitchFamily="2" charset="-122"/>
                <a:cs typeface="+mn-cs"/>
              </a:rPr>
              <a:t>树中，任一节点对应的两棵子树的最大高度差为</a:t>
            </a:r>
            <a:r>
              <a:rPr kumimoji="1" lang="en-US" altLang="zh-CN" sz="1200" b="0" i="0" kern="1200" dirty="0">
                <a:solidFill>
                  <a:schemeClr val="tx1"/>
                </a:solidFill>
                <a:effectLst/>
                <a:latin typeface="Times New Roman" pitchFamily="18" charset="0"/>
                <a:ea typeface="宋体" pitchFamily="2" charset="-122"/>
                <a:cs typeface="+mn-cs"/>
              </a:rPr>
              <a:t>1</a:t>
            </a:r>
            <a:r>
              <a:rPr kumimoji="1" lang="zh-CN" altLang="en-US" sz="1200" b="0" i="0" kern="1200" dirty="0">
                <a:solidFill>
                  <a:schemeClr val="tx1"/>
                </a:solidFill>
                <a:effectLst/>
                <a:latin typeface="Times New Roman" pitchFamily="18" charset="0"/>
                <a:ea typeface="宋体" pitchFamily="2" charset="-122"/>
                <a:cs typeface="+mn-cs"/>
              </a:rPr>
              <a:t>，也被称为高度平衡树</a:t>
            </a:r>
            <a:r>
              <a:rPr kumimoji="1" lang="zh-CN" altLang="en-US" sz="1200" b="0" i="0" kern="1200" dirty="0" smtClean="0">
                <a:solidFill>
                  <a:schemeClr val="tx1"/>
                </a:solidFill>
                <a:effectLst/>
                <a:latin typeface="Times New Roman" pitchFamily="18" charset="0"/>
                <a:ea typeface="宋体" pitchFamily="2" charset="-122"/>
                <a:cs typeface="+mn-cs"/>
              </a:rPr>
              <a:t>。</a:t>
            </a:r>
            <a:endParaRPr kumimoji="1" lang="en-US" altLang="zh-CN" sz="1200" b="0" i="0" kern="1200" dirty="0" smtClean="0">
              <a:solidFill>
                <a:schemeClr val="tx1"/>
              </a:solidFill>
              <a:effectLst/>
              <a:latin typeface="Times New Roman" pitchFamily="18" charset="0"/>
              <a:ea typeface="宋体" pitchFamily="2" charset="-122"/>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b="0" dirty="0" smtClean="0">
                <a:solidFill>
                  <a:schemeClr val="bg2"/>
                </a:solidFill>
              </a:rPr>
              <a:t>一进程的所有虚拟内存区间都要按地址从高到低的顺序连在一起（</a:t>
            </a:r>
            <a:r>
              <a:rPr lang="en-US" altLang="zh-CN" b="0" dirty="0" err="1" smtClean="0">
                <a:solidFill>
                  <a:schemeClr val="bg2"/>
                </a:solidFill>
              </a:rPr>
              <a:t>vma</a:t>
            </a:r>
            <a:r>
              <a:rPr lang="zh-CN" altLang="en-US" b="0" dirty="0" smtClean="0">
                <a:solidFill>
                  <a:schemeClr val="bg2"/>
                </a:solidFill>
              </a:rPr>
              <a:t>结构体穿成一个</a:t>
            </a:r>
            <a:r>
              <a:rPr lang="zh-CN" altLang="en-US" dirty="0" smtClean="0">
                <a:solidFill>
                  <a:schemeClr val="bg2"/>
                </a:solidFill>
              </a:rPr>
              <a:t>链表</a:t>
            </a:r>
            <a:r>
              <a:rPr lang="zh-CN" altLang="en-US" b="0" dirty="0" smtClean="0">
                <a:solidFill>
                  <a:schemeClr val="bg2"/>
                </a:solidFill>
              </a:rPr>
              <a:t>），当</a:t>
            </a:r>
            <a:r>
              <a:rPr lang="en-US" altLang="zh-CN" b="0" dirty="0" err="1" smtClean="0">
                <a:solidFill>
                  <a:schemeClr val="bg2"/>
                </a:solidFill>
              </a:rPr>
              <a:t>vma</a:t>
            </a:r>
            <a:r>
              <a:rPr lang="zh-CN" altLang="en-US" b="0" dirty="0" smtClean="0">
                <a:solidFill>
                  <a:schemeClr val="bg2"/>
                </a:solidFill>
              </a:rPr>
              <a:t>数量大于 </a:t>
            </a:r>
            <a:r>
              <a:rPr lang="en-US" altLang="zh-CN" b="0" dirty="0" smtClean="0">
                <a:solidFill>
                  <a:schemeClr val="bg2"/>
                </a:solidFill>
              </a:rPr>
              <a:t>AVL_MIN_MAP_COUNT</a:t>
            </a:r>
            <a:r>
              <a:rPr lang="zh-CN" altLang="en-US" b="0" dirty="0" smtClean="0">
                <a:solidFill>
                  <a:schemeClr val="bg2"/>
                </a:solidFill>
              </a:rPr>
              <a:t>时，为了提高访存效率，创建了</a:t>
            </a:r>
            <a:r>
              <a:rPr lang="en-US" altLang="zh-CN" dirty="0" smtClean="0">
                <a:solidFill>
                  <a:schemeClr val="bg2"/>
                </a:solidFill>
              </a:rPr>
              <a:t>AVL</a:t>
            </a:r>
            <a:r>
              <a:rPr lang="zh-CN" altLang="en-US" dirty="0" smtClean="0">
                <a:solidFill>
                  <a:schemeClr val="bg2"/>
                </a:solidFill>
              </a:rPr>
              <a:t>树</a:t>
            </a:r>
            <a:r>
              <a:rPr lang="zh-CN" altLang="en-US" b="0" dirty="0" smtClean="0">
                <a:solidFill>
                  <a:schemeClr val="bg2"/>
                </a:solidFill>
              </a:rPr>
              <a:t>（</a:t>
            </a:r>
            <a:r>
              <a:rPr lang="en-US" altLang="zh-CN" b="0" dirty="0" smtClean="0">
                <a:solidFill>
                  <a:schemeClr val="bg2"/>
                </a:solidFill>
              </a:rPr>
              <a:t>3.x</a:t>
            </a:r>
            <a:r>
              <a:rPr lang="zh-CN" altLang="en-US" b="0" smtClean="0">
                <a:solidFill>
                  <a:schemeClr val="bg2"/>
                </a:solidFill>
              </a:rPr>
              <a:t>内核已经变成了</a:t>
            </a:r>
            <a:r>
              <a:rPr lang="zh-CN" altLang="en-US" smtClean="0">
                <a:solidFill>
                  <a:schemeClr val="bg2"/>
                </a:solidFill>
              </a:rPr>
              <a:t>红黑树</a:t>
            </a:r>
            <a:r>
              <a:rPr lang="zh-CN" altLang="en-US" b="0" smtClean="0">
                <a:solidFill>
                  <a:schemeClr val="bg2"/>
                </a:solidFill>
              </a:rPr>
              <a:t>）。</a:t>
            </a:r>
            <a:endParaRPr lang="zh-CN" altLang="en-US" smtClean="0">
              <a:solidFill>
                <a:schemeClr val="bg2"/>
              </a:solidFill>
            </a:endParaRPr>
          </a:p>
          <a:p>
            <a:pPr algn="l" eaLnBrk="1" hangingPunct="1">
              <a:defRPr/>
            </a:pPr>
            <a:endParaRPr lang="zh-CN" altLang="en-US" sz="1200" b="1" dirty="0">
              <a:solidFill>
                <a:schemeClr val="bg2"/>
              </a:solidFill>
            </a:endParaRPr>
          </a:p>
        </p:txBody>
      </p:sp>
      <p:sp>
        <p:nvSpPr>
          <p:cNvPr id="57348"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389D3CAF-F5CF-4E59-BA23-7D1132073EFF}" type="slidenum">
              <a:rPr lang="en-US" altLang="zh-CN" sz="1300" smtClean="0">
                <a:ea typeface="隶书" panose="02010509060101010101" pitchFamily="49" charset="-122"/>
              </a:rPr>
              <a:pPr/>
              <a:t>72</a:t>
            </a:fld>
            <a:endParaRPr lang="en-US" altLang="zh-CN" sz="1300">
              <a:ea typeface="隶书" panose="02010509060101010101" pitchFamily="49" charset="-122"/>
            </a:endParaRPr>
          </a:p>
        </p:txBody>
      </p:sp>
    </p:spTree>
    <p:extLst>
      <p:ext uri="{BB962C8B-B14F-4D97-AF65-F5344CB8AC3E}">
        <p14:creationId xmlns:p14="http://schemas.microsoft.com/office/powerpoint/2010/main" val="206208696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sz="1000" dirty="0"/>
          </a:p>
        </p:txBody>
      </p:sp>
      <p:sp>
        <p:nvSpPr>
          <p:cNvPr id="4" name="灯片编号占位符 3"/>
          <p:cNvSpPr>
            <a:spLocks noGrp="1"/>
          </p:cNvSpPr>
          <p:nvPr>
            <p:ph type="sldNum" sz="quarter" idx="5"/>
          </p:nvPr>
        </p:nvSpPr>
        <p:spPr/>
        <p:txBody>
          <a:bodyPr/>
          <a:lstStyle/>
          <a:p>
            <a:pPr>
              <a:defRPr/>
            </a:pPr>
            <a:fld id="{B4AD9251-16E8-4FE0-8FFB-FFF0533BDB86}" type="slidenum">
              <a:rPr lang="en-US" altLang="zh-CN" smtClean="0"/>
              <a:pPr>
                <a:defRPr/>
              </a:pPr>
              <a:t>73</a:t>
            </a:fld>
            <a:endParaRPr lang="en-US" altLang="zh-CN"/>
          </a:p>
        </p:txBody>
      </p:sp>
    </p:spTree>
    <p:extLst>
      <p:ext uri="{BB962C8B-B14F-4D97-AF65-F5344CB8AC3E}">
        <p14:creationId xmlns:p14="http://schemas.microsoft.com/office/powerpoint/2010/main" val="14118637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p:cNvSpPr>
            <a:spLocks noGrp="1" noRot="1" noChangeAspect="1" noTextEdit="1"/>
          </p:cNvSpPr>
          <p:nvPr>
            <p:ph type="sldImg"/>
          </p:nvPr>
        </p:nvSpPr>
        <p:spPr>
          <a:xfrm>
            <a:off x="1150938" y="692150"/>
            <a:ext cx="4556125" cy="3416300"/>
          </a:xfrm>
          <a:ln/>
        </p:spPr>
      </p:sp>
      <p:sp>
        <p:nvSpPr>
          <p:cNvPr id="49155"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endParaRPr lang="zh-CN" altLang="en-US"/>
          </a:p>
        </p:txBody>
      </p:sp>
      <p:sp>
        <p:nvSpPr>
          <p:cNvPr id="49156"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8284AE65-069A-4313-98F5-1021D2803600}" type="slidenum">
              <a:rPr lang="en-US" altLang="zh-CN" sz="1300" smtClean="0">
                <a:ea typeface="隶书" panose="02010509060101010101" pitchFamily="49" charset="-122"/>
              </a:rPr>
              <a:pPr/>
              <a:t>74</a:t>
            </a:fld>
            <a:endParaRPr lang="en-US" altLang="zh-CN" sz="1300">
              <a:ea typeface="隶书" panose="02010509060101010101" pitchFamily="49" charset="-122"/>
            </a:endParaRPr>
          </a:p>
        </p:txBody>
      </p:sp>
    </p:spTree>
    <p:extLst>
      <p:ext uri="{BB962C8B-B14F-4D97-AF65-F5344CB8AC3E}">
        <p14:creationId xmlns:p14="http://schemas.microsoft.com/office/powerpoint/2010/main" val="208893133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TextEdit="1"/>
          </p:cNvSpPr>
          <p:nvPr>
            <p:ph type="sldImg"/>
          </p:nvPr>
        </p:nvSpPr>
        <p:spPr>
          <a:xfrm>
            <a:off x="1150938" y="692150"/>
            <a:ext cx="4556125" cy="3416300"/>
          </a:xfrm>
          <a:ln/>
        </p:spPr>
      </p:sp>
      <p:sp>
        <p:nvSpPr>
          <p:cNvPr id="51203"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r>
              <a:rPr kumimoji="1" lang="zh-CN" altLang="zh-CN" sz="1200" kern="1200" dirty="0">
                <a:solidFill>
                  <a:schemeClr val="tx1"/>
                </a:solidFill>
                <a:effectLst/>
                <a:latin typeface="Times New Roman" pitchFamily="18" charset="0"/>
                <a:ea typeface="宋体" pitchFamily="2" charset="-122"/>
                <a:cs typeface="+mn-cs"/>
              </a:rPr>
              <a:t>在</a:t>
            </a:r>
            <a:r>
              <a:rPr kumimoji="1" lang="en-US" altLang="zh-CN" sz="1200" kern="1200" dirty="0">
                <a:solidFill>
                  <a:schemeClr val="tx1"/>
                </a:solidFill>
                <a:effectLst/>
                <a:latin typeface="Times New Roman" pitchFamily="18" charset="0"/>
                <a:ea typeface="宋体" pitchFamily="2" charset="-122"/>
                <a:cs typeface="+mn-cs"/>
              </a:rPr>
              <a:t> Linux </a:t>
            </a:r>
            <a:r>
              <a:rPr kumimoji="1" lang="zh-CN" altLang="zh-CN" sz="1200" kern="1200" dirty="0">
                <a:solidFill>
                  <a:schemeClr val="tx1"/>
                </a:solidFill>
                <a:effectLst/>
                <a:latin typeface="Times New Roman" pitchFamily="18" charset="0"/>
                <a:ea typeface="宋体" pitchFamily="2" charset="-122"/>
                <a:cs typeface="+mn-cs"/>
              </a:rPr>
              <a:t>中，</a:t>
            </a:r>
            <a:r>
              <a:rPr kumimoji="1" lang="zh-CN" altLang="zh-CN" sz="1200" b="1" kern="1200" dirty="0">
                <a:solidFill>
                  <a:schemeClr val="tx1"/>
                </a:solidFill>
                <a:effectLst/>
                <a:latin typeface="Times New Roman" pitchFamily="18" charset="0"/>
                <a:ea typeface="宋体" pitchFamily="2" charset="-122"/>
                <a:cs typeface="+mn-cs"/>
              </a:rPr>
              <a:t>二进制可执行文件的标准格式叫做</a:t>
            </a:r>
            <a:r>
              <a:rPr kumimoji="1" lang="en-US" altLang="zh-CN" sz="1200" b="1" kern="1200" dirty="0">
                <a:solidFill>
                  <a:schemeClr val="tx1"/>
                </a:solidFill>
                <a:effectLst/>
                <a:latin typeface="Times New Roman" pitchFamily="18" charset="0"/>
                <a:ea typeface="宋体" pitchFamily="2" charset="-122"/>
                <a:cs typeface="+mn-cs"/>
              </a:rPr>
              <a:t> ELF</a:t>
            </a:r>
            <a:r>
              <a:rPr kumimoji="1" lang="zh-CN" altLang="zh-CN" sz="1200" kern="1200" dirty="0">
                <a:solidFill>
                  <a:schemeClr val="tx1"/>
                </a:solidFill>
                <a:effectLst/>
                <a:latin typeface="Times New Roman" pitchFamily="18" charset="0"/>
                <a:ea typeface="宋体" pitchFamily="2" charset="-122"/>
                <a:cs typeface="+mn-cs"/>
              </a:rPr>
              <a:t>（</a:t>
            </a:r>
            <a:r>
              <a:rPr kumimoji="1" lang="en-US" altLang="zh-CN" sz="1200" kern="1200" dirty="0">
                <a:solidFill>
                  <a:schemeClr val="tx1"/>
                </a:solidFill>
                <a:effectLst/>
                <a:latin typeface="Times New Roman" pitchFamily="18" charset="0"/>
                <a:ea typeface="宋体" pitchFamily="2" charset="-122"/>
                <a:cs typeface="+mn-cs"/>
              </a:rPr>
              <a:t>Executable and Linkable Format</a:t>
            </a:r>
            <a:r>
              <a:rPr kumimoji="1" lang="zh-CN" altLang="zh-CN" sz="1200" kern="1200" dirty="0">
                <a:solidFill>
                  <a:schemeClr val="tx1"/>
                </a:solidFill>
                <a:effectLst/>
                <a:latin typeface="Times New Roman" pitchFamily="18" charset="0"/>
                <a:ea typeface="宋体" pitchFamily="2" charset="-122"/>
                <a:cs typeface="+mn-cs"/>
              </a:rPr>
              <a:t>），它同时</a:t>
            </a:r>
            <a:r>
              <a:rPr kumimoji="1" lang="zh-CN" altLang="zh-CN" sz="1200" b="1" kern="1200" dirty="0">
                <a:solidFill>
                  <a:schemeClr val="tx1"/>
                </a:solidFill>
                <a:effectLst/>
                <a:latin typeface="Times New Roman" pitchFamily="18" charset="0"/>
                <a:ea typeface="宋体" pitchFamily="2" charset="-122"/>
                <a:cs typeface="+mn-cs"/>
              </a:rPr>
              <a:t>兼容可执行文件和可链接文件</a:t>
            </a:r>
            <a:r>
              <a:rPr kumimoji="1" lang="zh-CN" altLang="zh-CN" sz="1200" kern="1200" dirty="0">
                <a:solidFill>
                  <a:schemeClr val="tx1"/>
                </a:solidFill>
                <a:effectLst/>
                <a:latin typeface="Times New Roman" pitchFamily="18" charset="0"/>
                <a:ea typeface="宋体" pitchFamily="2" charset="-122"/>
                <a:cs typeface="+mn-cs"/>
              </a:rPr>
              <a:t>。</a:t>
            </a:r>
            <a:endParaRPr kumimoji="1" lang="en-US" altLang="zh-CN" sz="1200" kern="1200" dirty="0">
              <a:solidFill>
                <a:schemeClr val="tx1"/>
              </a:solidFill>
              <a:effectLst/>
              <a:latin typeface="Times New Roman" pitchFamily="18" charset="0"/>
              <a:ea typeface="宋体" pitchFamily="2" charset="-122"/>
              <a:cs typeface="+mn-cs"/>
            </a:endParaRPr>
          </a:p>
          <a:p>
            <a:endParaRPr lang="zh-CN" altLang="en-US" dirty="0"/>
          </a:p>
          <a:p>
            <a:endParaRPr lang="zh-CN" altLang="en-US" dirty="0"/>
          </a:p>
        </p:txBody>
      </p:sp>
      <p:sp>
        <p:nvSpPr>
          <p:cNvPr id="51204"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FC4F86D8-E258-4ECE-9315-1BE62978059E}" type="slidenum">
              <a:rPr lang="en-US" altLang="zh-CN" sz="1300" smtClean="0">
                <a:ea typeface="隶书" panose="02010509060101010101" pitchFamily="49" charset="-122"/>
              </a:rPr>
              <a:pPr/>
              <a:t>75</a:t>
            </a:fld>
            <a:endParaRPr lang="en-US" altLang="zh-CN" sz="1300">
              <a:ea typeface="隶书" panose="02010509060101010101" pitchFamily="49" charset="-122"/>
            </a:endParaRPr>
          </a:p>
        </p:txBody>
      </p:sp>
    </p:spTree>
    <p:extLst>
      <p:ext uri="{BB962C8B-B14F-4D97-AF65-F5344CB8AC3E}">
        <p14:creationId xmlns:p14="http://schemas.microsoft.com/office/powerpoint/2010/main" val="410409894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8F1203D8-98DF-4DEC-8621-6DAA48FE7A35}" type="slidenum">
              <a:rPr lang="en-US" altLang="zh-CN" sz="1300" smtClean="0">
                <a:ea typeface="隶书" panose="02010509060101010101" pitchFamily="49" charset="-122"/>
              </a:rPr>
              <a:pPr>
                <a:spcBef>
                  <a:spcPct val="0"/>
                </a:spcBef>
              </a:pPr>
              <a:t>76</a:t>
            </a:fld>
            <a:endParaRPr lang="en-US" altLang="zh-CN" sz="1300">
              <a:ea typeface="隶书" panose="02010509060101010101" pitchFamily="49" charset="-122"/>
            </a:endParaRPr>
          </a:p>
        </p:txBody>
      </p:sp>
      <p:sp>
        <p:nvSpPr>
          <p:cNvPr id="61443" name="Rectangle 2"/>
          <p:cNvSpPr>
            <a:spLocks noGrp="1" noRot="1" noChangeAspect="1" noChangeArrowheads="1" noTextEdit="1"/>
          </p:cNvSpPr>
          <p:nvPr>
            <p:ph type="sldImg"/>
          </p:nvPr>
        </p:nvSpPr>
        <p:spPr>
          <a:xfrm>
            <a:off x="1150938" y="692150"/>
            <a:ext cx="4556125" cy="3416300"/>
          </a:xfrm>
          <a:ln/>
        </p:spPr>
      </p:sp>
      <p:sp>
        <p:nvSpPr>
          <p:cNvPr id="61444"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24327725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幻灯片图像占位符 1"/>
          <p:cNvSpPr>
            <a:spLocks noGrp="1" noRot="1" noChangeAspect="1" noTextEdit="1"/>
          </p:cNvSpPr>
          <p:nvPr>
            <p:ph type="sldImg"/>
          </p:nvPr>
        </p:nvSpPr>
        <p:spPr>
          <a:xfrm>
            <a:off x="1150938" y="692150"/>
            <a:ext cx="4556125" cy="3416300"/>
          </a:xfrm>
          <a:ln/>
        </p:spPr>
      </p:sp>
      <p:sp>
        <p:nvSpPr>
          <p:cNvPr id="63491"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endParaRPr lang="zh-CN" altLang="en-US" dirty="0"/>
          </a:p>
        </p:txBody>
      </p:sp>
      <p:sp>
        <p:nvSpPr>
          <p:cNvPr id="63492"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defRPr kumimoji="1" sz="2400">
                <a:solidFill>
                  <a:schemeClr val="tx1"/>
                </a:solidFill>
                <a:latin typeface="Times New Roman" panose="02020603050405020304" pitchFamily="18" charset="0"/>
                <a:ea typeface="宋体" panose="02010600030101010101" pitchFamily="2" charset="-122"/>
              </a:defRPr>
            </a:lvl1pPr>
            <a:lvl2pPr marL="742950" indent="-285750" defTabSz="990600">
              <a:defRPr kumimoji="1" sz="2400">
                <a:solidFill>
                  <a:schemeClr val="tx1"/>
                </a:solidFill>
                <a:latin typeface="Times New Roman" panose="02020603050405020304" pitchFamily="18" charset="0"/>
                <a:ea typeface="宋体" panose="02010600030101010101" pitchFamily="2" charset="-122"/>
              </a:defRPr>
            </a:lvl2pPr>
            <a:lvl3pPr marL="1143000" indent="-228600" defTabSz="990600">
              <a:defRPr kumimoji="1" sz="2400">
                <a:solidFill>
                  <a:schemeClr val="tx1"/>
                </a:solidFill>
                <a:latin typeface="Times New Roman" panose="02020603050405020304" pitchFamily="18" charset="0"/>
                <a:ea typeface="宋体" panose="02010600030101010101" pitchFamily="2" charset="-122"/>
              </a:defRPr>
            </a:lvl3pPr>
            <a:lvl4pPr marL="1600200" indent="-228600" defTabSz="990600">
              <a:defRPr kumimoji="1" sz="2400">
                <a:solidFill>
                  <a:schemeClr val="tx1"/>
                </a:solidFill>
                <a:latin typeface="Times New Roman" panose="02020603050405020304" pitchFamily="18" charset="0"/>
                <a:ea typeface="宋体" panose="02010600030101010101" pitchFamily="2" charset="-122"/>
              </a:defRPr>
            </a:lvl4pPr>
            <a:lvl5pPr marL="2057400" indent="-228600" defTabSz="990600">
              <a:defRPr kumimoji="1" sz="24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D2AD2D54-5878-425B-9223-B9254FFD8204}" type="slidenum">
              <a:rPr lang="en-US" altLang="zh-CN" sz="1300" smtClean="0">
                <a:ea typeface="隶书" panose="02010509060101010101" pitchFamily="49" charset="-122"/>
              </a:rPr>
              <a:pPr/>
              <a:t>77</a:t>
            </a:fld>
            <a:endParaRPr lang="en-US" altLang="zh-CN" sz="1300">
              <a:ea typeface="隶书" panose="02010509060101010101" pitchFamily="49" charset="-122"/>
            </a:endParaRPr>
          </a:p>
        </p:txBody>
      </p:sp>
    </p:spTree>
    <p:extLst>
      <p:ext uri="{BB962C8B-B14F-4D97-AF65-F5344CB8AC3E}">
        <p14:creationId xmlns:p14="http://schemas.microsoft.com/office/powerpoint/2010/main" val="39559687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2B6F6B0-0616-4E48-8CFA-DF8FA8882516}" type="slidenum">
              <a:rPr lang="en-US" altLang="zh-CN" sz="1300" smtClean="0">
                <a:ea typeface="隶书" panose="02010509060101010101" pitchFamily="49" charset="-122"/>
              </a:rPr>
              <a:pPr>
                <a:spcBef>
                  <a:spcPct val="0"/>
                </a:spcBef>
              </a:pPr>
              <a:t>78</a:t>
            </a:fld>
            <a:endParaRPr lang="en-US" altLang="zh-CN" sz="1300">
              <a:ea typeface="隶书" panose="02010509060101010101" pitchFamily="49" charset="-122"/>
            </a:endParaRPr>
          </a:p>
        </p:txBody>
      </p:sp>
      <p:sp>
        <p:nvSpPr>
          <p:cNvPr id="67587" name="Rectangle 2"/>
          <p:cNvSpPr>
            <a:spLocks noGrp="1" noRot="1" noChangeAspect="1" noChangeArrowheads="1" noTextEdit="1"/>
          </p:cNvSpPr>
          <p:nvPr>
            <p:ph type="sldImg"/>
          </p:nvPr>
        </p:nvSpPr>
        <p:spPr>
          <a:xfrm>
            <a:off x="1150938" y="692150"/>
            <a:ext cx="4556125" cy="3416300"/>
          </a:xfrm>
          <a:ln/>
        </p:spPr>
      </p:sp>
      <p:sp>
        <p:nvSpPr>
          <p:cNvPr id="6758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r>
              <a:rPr lang="en-US" altLang="zh-CN" sz="1200" dirty="0">
                <a:solidFill>
                  <a:schemeClr val="bg2"/>
                </a:solidFill>
                <a:effectLst>
                  <a:outerShdw blurRad="38100" dist="38100" dir="2700000" algn="tl">
                    <a:srgbClr val="000000"/>
                  </a:outerShdw>
                </a:effectLst>
                <a:latin typeface="+mj-lt"/>
                <a:ea typeface="楷体" panose="02010609060101010101" pitchFamily="49" charset="-122"/>
              </a:rPr>
              <a:t>age</a:t>
            </a:r>
            <a:r>
              <a:rPr lang="zh-CN" altLang="en-US" sz="1200" dirty="0">
                <a:solidFill>
                  <a:schemeClr val="bg2"/>
                </a:solidFill>
                <a:effectLst>
                  <a:outerShdw blurRad="38100" dist="38100" dir="2700000" algn="tl">
                    <a:srgbClr val="000000"/>
                  </a:outerShdw>
                </a:effectLst>
                <a:latin typeface="+mj-lt"/>
                <a:ea typeface="楷体" panose="02010609060101010101" pitchFamily="49" charset="-122"/>
              </a:rPr>
              <a:t>值为</a:t>
            </a:r>
            <a:r>
              <a:rPr lang="en-US" altLang="zh-CN" sz="1200" dirty="0">
                <a:solidFill>
                  <a:schemeClr val="bg2"/>
                </a:solidFill>
                <a:effectLst>
                  <a:outerShdw blurRad="38100" dist="38100" dir="2700000" algn="tl">
                    <a:srgbClr val="000000"/>
                  </a:outerShdw>
                </a:effectLst>
                <a:latin typeface="+mj-lt"/>
                <a:ea typeface="楷体" panose="02010609060101010101" pitchFamily="49" charset="-122"/>
              </a:rPr>
              <a:t>0</a:t>
            </a:r>
            <a:r>
              <a:rPr lang="zh-CN" altLang="en-US" sz="1200" dirty="0">
                <a:solidFill>
                  <a:schemeClr val="bg2"/>
                </a:solidFill>
                <a:effectLst>
                  <a:outerShdw blurRad="38100" dist="38100" dir="2700000" algn="tl">
                    <a:srgbClr val="000000"/>
                  </a:outerShdw>
                </a:effectLst>
                <a:latin typeface="+mj-lt"/>
                <a:ea typeface="楷体" panose="02010609060101010101" pitchFamily="49" charset="-122"/>
              </a:rPr>
              <a:t>的页面是“老”页面，很长时间没被访问过，</a:t>
            </a:r>
            <a:endParaRPr lang="zh-CN" altLang="zh-CN" dirty="0"/>
          </a:p>
        </p:txBody>
      </p:sp>
    </p:spTree>
    <p:extLst>
      <p:ext uri="{BB962C8B-B14F-4D97-AF65-F5344CB8AC3E}">
        <p14:creationId xmlns:p14="http://schemas.microsoft.com/office/powerpoint/2010/main" val="382421101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E894ED98-6985-4A84-8CA7-929AD61A7EA1}"/>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FCA975A1-9ECD-4F19-BB70-0FDA42FFB7C0}" type="slidenum">
              <a:rPr lang="en-US" altLang="zh-CN" sz="1300" smtClean="0">
                <a:ea typeface="隶书" panose="02010509060101010101" pitchFamily="49" charset="-122"/>
              </a:rPr>
              <a:pPr>
                <a:spcBef>
                  <a:spcPct val="0"/>
                </a:spcBef>
              </a:pPr>
              <a:t>79</a:t>
            </a:fld>
            <a:endParaRPr lang="en-US" altLang="zh-CN" sz="1300">
              <a:ea typeface="隶书" panose="02010509060101010101" pitchFamily="49" charset="-122"/>
            </a:endParaRPr>
          </a:p>
        </p:txBody>
      </p:sp>
      <p:sp>
        <p:nvSpPr>
          <p:cNvPr id="88067" name="Rectangle 2">
            <a:extLst>
              <a:ext uri="{FF2B5EF4-FFF2-40B4-BE49-F238E27FC236}">
                <a16:creationId xmlns:a16="http://schemas.microsoft.com/office/drawing/2014/main" id="{B7E52B4C-4A25-41AB-BDDE-04381EBC3999}"/>
              </a:ext>
            </a:extLst>
          </p:cNvPr>
          <p:cNvSpPr>
            <a:spLocks noGrp="1" noRot="1" noChangeAspect="1" noChangeArrowheads="1" noTextEdit="1"/>
          </p:cNvSpPr>
          <p:nvPr>
            <p:ph type="sldImg"/>
          </p:nvPr>
        </p:nvSpPr>
        <p:spPr>
          <a:xfrm>
            <a:off x="1150938" y="692150"/>
            <a:ext cx="4556125" cy="3416300"/>
          </a:xfrm>
          <a:ln/>
        </p:spPr>
      </p:sp>
      <p:sp>
        <p:nvSpPr>
          <p:cNvPr id="88068" name="Rectangle 3">
            <a:extLst>
              <a:ext uri="{FF2B5EF4-FFF2-40B4-BE49-F238E27FC236}">
                <a16:creationId xmlns:a16="http://schemas.microsoft.com/office/drawing/2014/main" id="{7E9A6B3A-E10D-45F5-8EE2-FEAEF5192986}"/>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dirty="0"/>
          </a:p>
        </p:txBody>
      </p:sp>
    </p:spTree>
    <p:extLst>
      <p:ext uri="{BB962C8B-B14F-4D97-AF65-F5344CB8AC3E}">
        <p14:creationId xmlns:p14="http://schemas.microsoft.com/office/powerpoint/2010/main" val="101295243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CDB5EE2D-4051-40F4-8DA1-A6167EEEF721}"/>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D0D2430-2E60-4C24-9FCB-68454AEA3BB6}" type="slidenum">
              <a:rPr lang="en-US" altLang="zh-CN" sz="1300" smtClean="0">
                <a:ea typeface="隶书" panose="02010509060101010101" pitchFamily="49" charset="-122"/>
              </a:rPr>
              <a:pPr>
                <a:spcBef>
                  <a:spcPct val="0"/>
                </a:spcBef>
              </a:pPr>
              <a:t>80</a:t>
            </a:fld>
            <a:endParaRPr lang="en-US" altLang="zh-CN" sz="1300">
              <a:ea typeface="隶书" panose="02010509060101010101" pitchFamily="49" charset="-122"/>
            </a:endParaRPr>
          </a:p>
        </p:txBody>
      </p:sp>
      <p:sp>
        <p:nvSpPr>
          <p:cNvPr id="90115" name="Rectangle 2">
            <a:extLst>
              <a:ext uri="{FF2B5EF4-FFF2-40B4-BE49-F238E27FC236}">
                <a16:creationId xmlns:a16="http://schemas.microsoft.com/office/drawing/2014/main" id="{E03C95A0-AA7D-4A6E-A0B7-1B03F67C6689}"/>
              </a:ext>
            </a:extLst>
          </p:cNvPr>
          <p:cNvSpPr>
            <a:spLocks noGrp="1" noRot="1" noChangeAspect="1" noChangeArrowheads="1" noTextEdit="1"/>
          </p:cNvSpPr>
          <p:nvPr>
            <p:ph type="sldImg"/>
          </p:nvPr>
        </p:nvSpPr>
        <p:spPr>
          <a:xfrm>
            <a:off x="1150938" y="692150"/>
            <a:ext cx="4556125" cy="3416300"/>
          </a:xfrm>
          <a:ln/>
        </p:spPr>
      </p:sp>
      <p:sp>
        <p:nvSpPr>
          <p:cNvPr id="90116" name="Rectangle 3">
            <a:extLst>
              <a:ext uri="{FF2B5EF4-FFF2-40B4-BE49-F238E27FC236}">
                <a16:creationId xmlns:a16="http://schemas.microsoft.com/office/drawing/2014/main" id="{231A0FC3-D547-4E87-89BD-B133A04F0C97}"/>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133687517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CE1A37E4-C001-4A38-A2B2-A85D97AB856B}"/>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F6BFCE50-7CDB-498E-85A4-A521C70A46A4}" type="slidenum">
              <a:rPr lang="en-US" altLang="zh-CN" sz="1300" smtClean="0">
                <a:ea typeface="隶书" panose="02010509060101010101" pitchFamily="49" charset="-122"/>
              </a:rPr>
              <a:pPr>
                <a:spcBef>
                  <a:spcPct val="0"/>
                </a:spcBef>
              </a:pPr>
              <a:t>81</a:t>
            </a:fld>
            <a:endParaRPr lang="en-US" altLang="zh-CN" sz="1300">
              <a:ea typeface="隶书" panose="02010509060101010101" pitchFamily="49" charset="-122"/>
            </a:endParaRPr>
          </a:p>
        </p:txBody>
      </p:sp>
      <p:sp>
        <p:nvSpPr>
          <p:cNvPr id="92163" name="Rectangle 2">
            <a:extLst>
              <a:ext uri="{FF2B5EF4-FFF2-40B4-BE49-F238E27FC236}">
                <a16:creationId xmlns:a16="http://schemas.microsoft.com/office/drawing/2014/main" id="{484820CA-635B-4D57-856F-F79F8828C0C9}"/>
              </a:ext>
            </a:extLst>
          </p:cNvPr>
          <p:cNvSpPr>
            <a:spLocks noGrp="1" noRot="1" noChangeAspect="1" noChangeArrowheads="1" noTextEdit="1"/>
          </p:cNvSpPr>
          <p:nvPr>
            <p:ph type="sldImg"/>
          </p:nvPr>
        </p:nvSpPr>
        <p:spPr>
          <a:xfrm>
            <a:off x="1150938" y="692150"/>
            <a:ext cx="4556125" cy="3416300"/>
          </a:xfrm>
          <a:ln/>
        </p:spPr>
      </p:sp>
      <p:sp>
        <p:nvSpPr>
          <p:cNvPr id="92164" name="Rectangle 3">
            <a:extLst>
              <a:ext uri="{FF2B5EF4-FFF2-40B4-BE49-F238E27FC236}">
                <a16:creationId xmlns:a16="http://schemas.microsoft.com/office/drawing/2014/main" id="{63AC590F-F84C-4D46-9A2F-2F4754DDE2C8}"/>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zh-CN"/>
          </a:p>
        </p:txBody>
      </p:sp>
    </p:spTree>
    <p:extLst>
      <p:ext uri="{BB962C8B-B14F-4D97-AF65-F5344CB8AC3E}">
        <p14:creationId xmlns:p14="http://schemas.microsoft.com/office/powerpoint/2010/main" val="41317664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33"/>
          <p:cNvGrpSpPr>
            <a:grpSpLocks/>
          </p:cNvGrpSpPr>
          <p:nvPr/>
        </p:nvGrpSpPr>
        <p:grpSpPr bwMode="auto">
          <a:xfrm>
            <a:off x="0" y="0"/>
            <a:ext cx="1085850" cy="6854825"/>
            <a:chOff x="0" y="0"/>
            <a:chExt cx="684" cy="4318"/>
          </a:xfrm>
        </p:grpSpPr>
        <p:sp>
          <p:nvSpPr>
            <p:cNvPr id="5" name="Rectangle 2"/>
            <p:cNvSpPr>
              <a:spLocks noChangeArrowheads="1"/>
            </p:cNvSpPr>
            <p:nvPr/>
          </p:nvSpPr>
          <p:spPr bwMode="invGray">
            <a:xfrm>
              <a:off x="0" y="0"/>
              <a:ext cx="684" cy="4318"/>
            </a:xfrm>
            <a:prstGeom prst="rect">
              <a:avLst/>
            </a:prstGeom>
            <a:gradFill rotWithShape="0">
              <a:gsLst>
                <a:gs pos="0">
                  <a:schemeClr val="bg1"/>
                </a:gs>
                <a:gs pos="50000">
                  <a:schemeClr val="bg2"/>
                </a:gs>
                <a:gs pos="100000">
                  <a:schemeClr val="bg1"/>
                </a:gs>
              </a:gsLst>
              <a:lin ang="5400000" scaled="1"/>
            </a:gra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grpSp>
          <p:nvGrpSpPr>
            <p:cNvPr id="6" name="Group 32"/>
            <p:cNvGrpSpPr>
              <a:grpSpLocks/>
            </p:cNvGrpSpPr>
            <p:nvPr/>
          </p:nvGrpSpPr>
          <p:grpSpPr bwMode="auto">
            <a:xfrm>
              <a:off x="48" y="103"/>
              <a:ext cx="96" cy="4126"/>
              <a:chOff x="48" y="103"/>
              <a:chExt cx="96" cy="4126"/>
            </a:xfrm>
          </p:grpSpPr>
          <p:sp>
            <p:nvSpPr>
              <p:cNvPr id="7" name="Rectangle 3"/>
              <p:cNvSpPr>
                <a:spLocks noChangeArrowheads="1"/>
              </p:cNvSpPr>
              <p:nvPr/>
            </p:nvSpPr>
            <p:spPr bwMode="auto">
              <a:xfrm>
                <a:off x="48" y="1105"/>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8" name="Rectangle 4"/>
              <p:cNvSpPr>
                <a:spLocks noChangeArrowheads="1"/>
              </p:cNvSpPr>
              <p:nvPr/>
            </p:nvSpPr>
            <p:spPr bwMode="auto">
              <a:xfrm>
                <a:off x="48" y="1250"/>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9" name="Rectangle 5"/>
              <p:cNvSpPr>
                <a:spLocks noChangeArrowheads="1"/>
              </p:cNvSpPr>
              <p:nvPr/>
            </p:nvSpPr>
            <p:spPr bwMode="auto">
              <a:xfrm>
                <a:off x="48" y="1393"/>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 name="Rectangle 6"/>
              <p:cNvSpPr>
                <a:spLocks noChangeArrowheads="1"/>
              </p:cNvSpPr>
              <p:nvPr/>
            </p:nvSpPr>
            <p:spPr bwMode="auto">
              <a:xfrm>
                <a:off x="48" y="1538"/>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1" name="Rectangle 7"/>
              <p:cNvSpPr>
                <a:spLocks noChangeArrowheads="1"/>
              </p:cNvSpPr>
              <p:nvPr/>
            </p:nvSpPr>
            <p:spPr bwMode="auto">
              <a:xfrm>
                <a:off x="48" y="1683"/>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2" name="Rectangle 8"/>
              <p:cNvSpPr>
                <a:spLocks noChangeArrowheads="1"/>
              </p:cNvSpPr>
              <p:nvPr/>
            </p:nvSpPr>
            <p:spPr bwMode="auto">
              <a:xfrm>
                <a:off x="48" y="1826"/>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3" name="Rectangle 9"/>
              <p:cNvSpPr>
                <a:spLocks noChangeArrowheads="1"/>
              </p:cNvSpPr>
              <p:nvPr/>
            </p:nvSpPr>
            <p:spPr bwMode="auto">
              <a:xfrm>
                <a:off x="48" y="1971"/>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4" name="Rectangle 10"/>
              <p:cNvSpPr>
                <a:spLocks noChangeArrowheads="1"/>
              </p:cNvSpPr>
              <p:nvPr/>
            </p:nvSpPr>
            <p:spPr bwMode="auto">
              <a:xfrm>
                <a:off x="48" y="2116"/>
                <a:ext cx="96" cy="94"/>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5" name="Rectangle 11"/>
              <p:cNvSpPr>
                <a:spLocks noChangeArrowheads="1"/>
              </p:cNvSpPr>
              <p:nvPr/>
            </p:nvSpPr>
            <p:spPr bwMode="auto">
              <a:xfrm>
                <a:off x="48" y="2259"/>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6" name="Rectangle 12"/>
              <p:cNvSpPr>
                <a:spLocks noChangeArrowheads="1"/>
              </p:cNvSpPr>
              <p:nvPr/>
            </p:nvSpPr>
            <p:spPr bwMode="auto">
              <a:xfrm>
                <a:off x="48" y="2404"/>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7" name="Rectangle 13"/>
              <p:cNvSpPr>
                <a:spLocks noChangeArrowheads="1"/>
              </p:cNvSpPr>
              <p:nvPr/>
            </p:nvSpPr>
            <p:spPr bwMode="auto">
              <a:xfrm>
                <a:off x="48" y="2549"/>
                <a:ext cx="96" cy="94"/>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8" name="Rectangle 14"/>
              <p:cNvSpPr>
                <a:spLocks noChangeArrowheads="1"/>
              </p:cNvSpPr>
              <p:nvPr/>
            </p:nvSpPr>
            <p:spPr bwMode="auto">
              <a:xfrm>
                <a:off x="48" y="2691"/>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9" name="Rectangle 15"/>
              <p:cNvSpPr>
                <a:spLocks noChangeArrowheads="1"/>
              </p:cNvSpPr>
              <p:nvPr/>
            </p:nvSpPr>
            <p:spPr bwMode="auto">
              <a:xfrm>
                <a:off x="48" y="2836"/>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0" name="Rectangle 16"/>
              <p:cNvSpPr>
                <a:spLocks noChangeArrowheads="1"/>
              </p:cNvSpPr>
              <p:nvPr/>
            </p:nvSpPr>
            <p:spPr bwMode="auto">
              <a:xfrm>
                <a:off x="48" y="2979"/>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1" name="Rectangle 17"/>
              <p:cNvSpPr>
                <a:spLocks noChangeArrowheads="1"/>
              </p:cNvSpPr>
              <p:nvPr/>
            </p:nvSpPr>
            <p:spPr bwMode="auto">
              <a:xfrm>
                <a:off x="48" y="3124"/>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2" name="Rectangle 18"/>
              <p:cNvSpPr>
                <a:spLocks noChangeArrowheads="1"/>
              </p:cNvSpPr>
              <p:nvPr/>
            </p:nvSpPr>
            <p:spPr bwMode="auto">
              <a:xfrm>
                <a:off x="48" y="3269"/>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3" name="Rectangle 19"/>
              <p:cNvSpPr>
                <a:spLocks noChangeArrowheads="1"/>
              </p:cNvSpPr>
              <p:nvPr/>
            </p:nvSpPr>
            <p:spPr bwMode="auto">
              <a:xfrm>
                <a:off x="48" y="3412"/>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4" name="Rectangle 20"/>
              <p:cNvSpPr>
                <a:spLocks noChangeArrowheads="1"/>
              </p:cNvSpPr>
              <p:nvPr/>
            </p:nvSpPr>
            <p:spPr bwMode="auto">
              <a:xfrm>
                <a:off x="48" y="3557"/>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5" name="Rectangle 21"/>
              <p:cNvSpPr>
                <a:spLocks noChangeArrowheads="1"/>
              </p:cNvSpPr>
              <p:nvPr/>
            </p:nvSpPr>
            <p:spPr bwMode="auto">
              <a:xfrm>
                <a:off x="48" y="3702"/>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6" name="Rectangle 22"/>
              <p:cNvSpPr>
                <a:spLocks noChangeArrowheads="1"/>
              </p:cNvSpPr>
              <p:nvPr/>
            </p:nvSpPr>
            <p:spPr bwMode="auto">
              <a:xfrm>
                <a:off x="48" y="3845"/>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7" name="Rectangle 23"/>
              <p:cNvSpPr>
                <a:spLocks noChangeArrowheads="1"/>
              </p:cNvSpPr>
              <p:nvPr/>
            </p:nvSpPr>
            <p:spPr bwMode="auto">
              <a:xfrm>
                <a:off x="48" y="3990"/>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8" name="Rectangle 24"/>
              <p:cNvSpPr>
                <a:spLocks noChangeArrowheads="1"/>
              </p:cNvSpPr>
              <p:nvPr/>
            </p:nvSpPr>
            <p:spPr bwMode="auto">
              <a:xfrm>
                <a:off x="48" y="4134"/>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29" name="Rectangle 25"/>
              <p:cNvSpPr>
                <a:spLocks noChangeArrowheads="1"/>
              </p:cNvSpPr>
              <p:nvPr/>
            </p:nvSpPr>
            <p:spPr bwMode="auto">
              <a:xfrm>
                <a:off x="48" y="103"/>
                <a:ext cx="96" cy="94"/>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30" name="Rectangle 26"/>
              <p:cNvSpPr>
                <a:spLocks noChangeArrowheads="1"/>
              </p:cNvSpPr>
              <p:nvPr/>
            </p:nvSpPr>
            <p:spPr bwMode="auto">
              <a:xfrm>
                <a:off x="48" y="246"/>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31" name="Rectangle 27"/>
              <p:cNvSpPr>
                <a:spLocks noChangeArrowheads="1"/>
              </p:cNvSpPr>
              <p:nvPr/>
            </p:nvSpPr>
            <p:spPr bwMode="auto">
              <a:xfrm>
                <a:off x="48" y="391"/>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32" name="Rectangle 28"/>
              <p:cNvSpPr>
                <a:spLocks noChangeArrowheads="1"/>
              </p:cNvSpPr>
              <p:nvPr/>
            </p:nvSpPr>
            <p:spPr bwMode="auto">
              <a:xfrm>
                <a:off x="48" y="535"/>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33" name="Rectangle 29"/>
              <p:cNvSpPr>
                <a:spLocks noChangeArrowheads="1"/>
              </p:cNvSpPr>
              <p:nvPr/>
            </p:nvSpPr>
            <p:spPr bwMode="auto">
              <a:xfrm>
                <a:off x="48" y="678"/>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34" name="Rectangle 30"/>
              <p:cNvSpPr>
                <a:spLocks noChangeArrowheads="1"/>
              </p:cNvSpPr>
              <p:nvPr/>
            </p:nvSpPr>
            <p:spPr bwMode="auto">
              <a:xfrm>
                <a:off x="48" y="823"/>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35" name="Rectangle 31"/>
              <p:cNvSpPr>
                <a:spLocks noChangeArrowheads="1"/>
              </p:cNvSpPr>
              <p:nvPr/>
            </p:nvSpPr>
            <p:spPr bwMode="auto">
              <a:xfrm>
                <a:off x="48" y="968"/>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grpSp>
      </p:grpSp>
      <p:sp>
        <p:nvSpPr>
          <p:cNvPr id="3106" name="Rectangle 34"/>
          <p:cNvSpPr>
            <a:spLocks noGrp="1" noChangeArrowheads="1"/>
          </p:cNvSpPr>
          <p:nvPr>
            <p:ph type="ctrTitle" sz="quarter"/>
          </p:nvPr>
        </p:nvSpPr>
        <p:spPr>
          <a:xfrm>
            <a:off x="1143000" y="2286000"/>
            <a:ext cx="7772400" cy="1143000"/>
          </a:xfrm>
        </p:spPr>
        <p:txBody>
          <a:bodyPr/>
          <a:lstStyle>
            <a:lvl1pPr>
              <a:defRPr/>
            </a:lvl1pPr>
          </a:lstStyle>
          <a:p>
            <a:r>
              <a:rPr lang="en-US" altLang="zh-CN"/>
              <a:t>Click to edit Master title style</a:t>
            </a:r>
          </a:p>
        </p:txBody>
      </p:sp>
      <p:sp>
        <p:nvSpPr>
          <p:cNvPr id="3107" name="Rectangle 35"/>
          <p:cNvSpPr>
            <a:spLocks noGrp="1" noChangeArrowheads="1"/>
          </p:cNvSpPr>
          <p:nvPr>
            <p:ph type="subTitle" sz="quarter" idx="1"/>
          </p:nvPr>
        </p:nvSpPr>
        <p:spPr>
          <a:xfrm>
            <a:off x="1828800" y="3886200"/>
            <a:ext cx="6400800" cy="1752600"/>
          </a:xfrm>
        </p:spPr>
        <p:txBody>
          <a:bodyPr/>
          <a:lstStyle>
            <a:lvl1pPr marL="0" indent="0" algn="ctr">
              <a:buFont typeface="Monotype Sorts" pitchFamily="2" charset="2"/>
              <a:buNone/>
              <a:defRPr/>
            </a:lvl1pPr>
          </a:lstStyle>
          <a:p>
            <a:r>
              <a:rPr lang="en-US" altLang="zh-CN"/>
              <a:t>Click to edit Master subtitle style</a:t>
            </a:r>
          </a:p>
        </p:txBody>
      </p:sp>
      <p:sp>
        <p:nvSpPr>
          <p:cNvPr id="36" name="Rectangle 36"/>
          <p:cNvSpPr>
            <a:spLocks noGrp="1" noChangeArrowheads="1"/>
          </p:cNvSpPr>
          <p:nvPr>
            <p:ph type="dt" sz="quarter" idx="10"/>
          </p:nvPr>
        </p:nvSpPr>
        <p:spPr>
          <a:xfrm>
            <a:off x="1143000" y="6248400"/>
            <a:ext cx="1905000" cy="457200"/>
          </a:xfrm>
        </p:spPr>
        <p:txBody>
          <a:bodyPr/>
          <a:lstStyle>
            <a:lvl1pPr>
              <a:defRPr/>
            </a:lvl1pPr>
          </a:lstStyle>
          <a:p>
            <a:pPr>
              <a:defRPr/>
            </a:pPr>
            <a:fld id="{394AAAF5-532F-4286-8087-1EE77342A63D}" type="datetime1">
              <a:rPr lang="zh-CN" altLang="en-US"/>
              <a:pPr>
                <a:defRPr/>
              </a:pPr>
              <a:t>2024/11/24</a:t>
            </a:fld>
            <a:endParaRPr lang="en-US" altLang="zh-CN"/>
          </a:p>
        </p:txBody>
      </p:sp>
      <p:sp>
        <p:nvSpPr>
          <p:cNvPr id="37" name="Rectangle 37"/>
          <p:cNvSpPr>
            <a:spLocks noGrp="1" noChangeArrowheads="1"/>
          </p:cNvSpPr>
          <p:nvPr>
            <p:ph type="ftr" sz="quarter" idx="11"/>
          </p:nvPr>
        </p:nvSpPr>
        <p:spPr>
          <a:xfrm>
            <a:off x="3581400" y="6248400"/>
            <a:ext cx="2895600" cy="457200"/>
          </a:xfrm>
        </p:spPr>
        <p:txBody>
          <a:bodyPr/>
          <a:lstStyle>
            <a:lvl1pPr>
              <a:defRPr/>
            </a:lvl1pPr>
          </a:lstStyle>
          <a:p>
            <a:pPr>
              <a:defRPr/>
            </a:pPr>
            <a:endParaRPr lang="en-US" altLang="zh-CN"/>
          </a:p>
        </p:txBody>
      </p:sp>
      <p:sp>
        <p:nvSpPr>
          <p:cNvPr id="38" name="Rectangle 38"/>
          <p:cNvSpPr>
            <a:spLocks noGrp="1" noChangeArrowheads="1"/>
          </p:cNvSpPr>
          <p:nvPr>
            <p:ph type="sldNum" sz="quarter" idx="12"/>
          </p:nvPr>
        </p:nvSpPr>
        <p:spPr>
          <a:xfrm>
            <a:off x="7010400" y="6248400"/>
            <a:ext cx="1905000" cy="457200"/>
          </a:xfrm>
        </p:spPr>
        <p:txBody>
          <a:bodyPr/>
          <a:lstStyle>
            <a:lvl1pPr>
              <a:defRPr/>
            </a:lvl1pPr>
          </a:lstStyle>
          <a:p>
            <a:pPr>
              <a:defRPr/>
            </a:pPr>
            <a:fld id="{0C2BFFE8-88A0-45CD-BD99-653CADDCD4AD}" type="slidenum">
              <a:rPr lang="en-US" altLang="zh-CN"/>
              <a:pPr>
                <a:defRPr/>
              </a:pPr>
              <a:t>‹#›</a:t>
            </a:fld>
            <a:endParaRPr lang="en-US" altLang="zh-CN"/>
          </a:p>
        </p:txBody>
      </p:sp>
    </p:spTree>
    <p:extLst>
      <p:ext uri="{BB962C8B-B14F-4D97-AF65-F5344CB8AC3E}">
        <p14:creationId xmlns:p14="http://schemas.microsoft.com/office/powerpoint/2010/main" val="40157233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36"/>
          <p:cNvSpPr>
            <a:spLocks noGrp="1" noChangeArrowheads="1"/>
          </p:cNvSpPr>
          <p:nvPr>
            <p:ph type="dt" sz="half" idx="10"/>
          </p:nvPr>
        </p:nvSpPr>
        <p:spPr/>
        <p:txBody>
          <a:bodyPr/>
          <a:lstStyle>
            <a:lvl1pPr>
              <a:defRPr/>
            </a:lvl1pPr>
          </a:lstStyle>
          <a:p>
            <a:pPr>
              <a:defRPr/>
            </a:pPr>
            <a:fld id="{7FCA0350-E2C7-4C3F-B45E-5ED928986F04}" type="datetime1">
              <a:rPr lang="zh-CN" altLang="en-US"/>
              <a:pPr>
                <a:defRPr/>
              </a:pPr>
              <a:t>2024/11/24</a:t>
            </a:fld>
            <a:endParaRPr lang="en-US" altLang="zh-CN"/>
          </a:p>
        </p:txBody>
      </p:sp>
      <p:sp>
        <p:nvSpPr>
          <p:cNvPr id="5" name="Rectangle 37"/>
          <p:cNvSpPr>
            <a:spLocks noGrp="1" noChangeArrowheads="1"/>
          </p:cNvSpPr>
          <p:nvPr>
            <p:ph type="ftr" sz="quarter" idx="11"/>
          </p:nvPr>
        </p:nvSpPr>
        <p:spPr/>
        <p:txBody>
          <a:bodyPr/>
          <a:lstStyle>
            <a:lvl1pPr>
              <a:defRPr/>
            </a:lvl1pPr>
          </a:lstStyle>
          <a:p>
            <a:pPr>
              <a:defRPr/>
            </a:pPr>
            <a:endParaRPr lang="en-US" altLang="zh-CN"/>
          </a:p>
        </p:txBody>
      </p:sp>
      <p:sp>
        <p:nvSpPr>
          <p:cNvPr id="6" name="Rectangle 38"/>
          <p:cNvSpPr>
            <a:spLocks noGrp="1" noChangeArrowheads="1"/>
          </p:cNvSpPr>
          <p:nvPr>
            <p:ph type="sldNum" sz="quarter" idx="12"/>
          </p:nvPr>
        </p:nvSpPr>
        <p:spPr/>
        <p:txBody>
          <a:bodyPr/>
          <a:lstStyle>
            <a:lvl1pPr>
              <a:defRPr/>
            </a:lvl1pPr>
          </a:lstStyle>
          <a:p>
            <a:pPr>
              <a:defRPr/>
            </a:pPr>
            <a:r>
              <a:rPr lang="zh-CN" altLang="en-US"/>
              <a:t>第 </a:t>
            </a:r>
            <a:fld id="{4D18CCF0-A072-4DBD-9DA3-362055088704}" type="slidenum">
              <a:rPr lang="zh-CN" altLang="en-US"/>
              <a:pPr>
                <a:defRPr/>
              </a:pPr>
              <a:t>‹#›</a:t>
            </a:fld>
            <a:r>
              <a:rPr lang="zh-CN" altLang="en-US"/>
              <a:t> 页</a:t>
            </a:r>
          </a:p>
        </p:txBody>
      </p:sp>
    </p:spTree>
    <p:extLst>
      <p:ext uri="{BB962C8B-B14F-4D97-AF65-F5344CB8AC3E}">
        <p14:creationId xmlns:p14="http://schemas.microsoft.com/office/powerpoint/2010/main" val="19756522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36"/>
          <p:cNvSpPr>
            <a:spLocks noGrp="1" noChangeArrowheads="1"/>
          </p:cNvSpPr>
          <p:nvPr>
            <p:ph type="dt" sz="half" idx="10"/>
          </p:nvPr>
        </p:nvSpPr>
        <p:spPr/>
        <p:txBody>
          <a:bodyPr/>
          <a:lstStyle>
            <a:lvl1pPr>
              <a:defRPr/>
            </a:lvl1pPr>
          </a:lstStyle>
          <a:p>
            <a:pPr>
              <a:defRPr/>
            </a:pPr>
            <a:fld id="{0B6D1341-F78E-49F0-9610-F78ED1CD133B}" type="datetime1">
              <a:rPr lang="zh-CN" altLang="en-US"/>
              <a:pPr>
                <a:defRPr/>
              </a:pPr>
              <a:t>2024/11/24</a:t>
            </a:fld>
            <a:endParaRPr lang="en-US" altLang="zh-CN"/>
          </a:p>
        </p:txBody>
      </p:sp>
      <p:sp>
        <p:nvSpPr>
          <p:cNvPr id="5" name="Rectangle 37"/>
          <p:cNvSpPr>
            <a:spLocks noGrp="1" noChangeArrowheads="1"/>
          </p:cNvSpPr>
          <p:nvPr>
            <p:ph type="ftr" sz="quarter" idx="11"/>
          </p:nvPr>
        </p:nvSpPr>
        <p:spPr/>
        <p:txBody>
          <a:bodyPr/>
          <a:lstStyle>
            <a:lvl1pPr>
              <a:defRPr/>
            </a:lvl1pPr>
          </a:lstStyle>
          <a:p>
            <a:pPr>
              <a:defRPr/>
            </a:pPr>
            <a:endParaRPr lang="en-US" altLang="zh-CN"/>
          </a:p>
        </p:txBody>
      </p:sp>
      <p:sp>
        <p:nvSpPr>
          <p:cNvPr id="6" name="Rectangle 38"/>
          <p:cNvSpPr>
            <a:spLocks noGrp="1" noChangeArrowheads="1"/>
          </p:cNvSpPr>
          <p:nvPr>
            <p:ph type="sldNum" sz="quarter" idx="12"/>
          </p:nvPr>
        </p:nvSpPr>
        <p:spPr/>
        <p:txBody>
          <a:bodyPr/>
          <a:lstStyle>
            <a:lvl1pPr>
              <a:defRPr/>
            </a:lvl1pPr>
          </a:lstStyle>
          <a:p>
            <a:pPr>
              <a:defRPr/>
            </a:pPr>
            <a:r>
              <a:rPr lang="zh-CN" altLang="en-US"/>
              <a:t>第 </a:t>
            </a:r>
            <a:fld id="{8519D63C-5EA9-49E2-8385-F834B696D880}" type="slidenum">
              <a:rPr lang="zh-CN" altLang="en-US"/>
              <a:pPr>
                <a:defRPr/>
              </a:pPr>
              <a:t>‹#›</a:t>
            </a:fld>
            <a:r>
              <a:rPr lang="zh-CN" altLang="en-US"/>
              <a:t> 页</a:t>
            </a:r>
          </a:p>
        </p:txBody>
      </p:sp>
    </p:spTree>
    <p:extLst>
      <p:ext uri="{BB962C8B-B14F-4D97-AF65-F5344CB8AC3E}">
        <p14:creationId xmlns:p14="http://schemas.microsoft.com/office/powerpoint/2010/main" val="4073324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1430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054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36"/>
          <p:cNvSpPr>
            <a:spLocks noGrp="1" noChangeArrowheads="1"/>
          </p:cNvSpPr>
          <p:nvPr>
            <p:ph type="dt" sz="half" idx="10"/>
          </p:nvPr>
        </p:nvSpPr>
        <p:spPr/>
        <p:txBody>
          <a:bodyPr/>
          <a:lstStyle>
            <a:lvl1pPr>
              <a:defRPr/>
            </a:lvl1pPr>
          </a:lstStyle>
          <a:p>
            <a:pPr>
              <a:defRPr/>
            </a:pPr>
            <a:fld id="{7AE98789-F8A9-4B5F-BEE4-6250E5425CAE}" type="datetime1">
              <a:rPr lang="zh-CN" altLang="en-US"/>
              <a:pPr>
                <a:defRPr/>
              </a:pPr>
              <a:t>2024/11/24</a:t>
            </a:fld>
            <a:endParaRPr lang="en-US" altLang="zh-CN"/>
          </a:p>
        </p:txBody>
      </p:sp>
      <p:sp>
        <p:nvSpPr>
          <p:cNvPr id="6" name="Rectangle 37"/>
          <p:cNvSpPr>
            <a:spLocks noGrp="1" noChangeArrowheads="1"/>
          </p:cNvSpPr>
          <p:nvPr>
            <p:ph type="ftr" sz="quarter" idx="11"/>
          </p:nvPr>
        </p:nvSpPr>
        <p:spPr/>
        <p:txBody>
          <a:bodyPr/>
          <a:lstStyle>
            <a:lvl1pPr>
              <a:defRPr/>
            </a:lvl1pPr>
          </a:lstStyle>
          <a:p>
            <a:pPr>
              <a:defRPr/>
            </a:pPr>
            <a:endParaRPr lang="en-US" altLang="zh-CN"/>
          </a:p>
        </p:txBody>
      </p:sp>
      <p:sp>
        <p:nvSpPr>
          <p:cNvPr id="7" name="Rectangle 38"/>
          <p:cNvSpPr>
            <a:spLocks noGrp="1" noChangeArrowheads="1"/>
          </p:cNvSpPr>
          <p:nvPr>
            <p:ph type="sldNum" sz="quarter" idx="12"/>
          </p:nvPr>
        </p:nvSpPr>
        <p:spPr/>
        <p:txBody>
          <a:bodyPr/>
          <a:lstStyle>
            <a:lvl1pPr>
              <a:defRPr/>
            </a:lvl1pPr>
          </a:lstStyle>
          <a:p>
            <a:pPr>
              <a:defRPr/>
            </a:pPr>
            <a:r>
              <a:rPr lang="zh-CN" altLang="en-US"/>
              <a:t>第 </a:t>
            </a:r>
            <a:fld id="{7409795D-40E7-4A5D-BA3F-90C01BB69497}" type="slidenum">
              <a:rPr lang="zh-CN" altLang="en-US"/>
              <a:pPr>
                <a:defRPr/>
              </a:pPr>
              <a:t>‹#›</a:t>
            </a:fld>
            <a:r>
              <a:rPr lang="zh-CN" altLang="en-US"/>
              <a:t> 页</a:t>
            </a:r>
          </a:p>
        </p:txBody>
      </p:sp>
    </p:spTree>
    <p:extLst>
      <p:ext uri="{BB962C8B-B14F-4D97-AF65-F5344CB8AC3E}">
        <p14:creationId xmlns:p14="http://schemas.microsoft.com/office/powerpoint/2010/main" val="251579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36"/>
          <p:cNvSpPr>
            <a:spLocks noGrp="1" noChangeArrowheads="1"/>
          </p:cNvSpPr>
          <p:nvPr>
            <p:ph type="dt" sz="half" idx="10"/>
          </p:nvPr>
        </p:nvSpPr>
        <p:spPr/>
        <p:txBody>
          <a:bodyPr/>
          <a:lstStyle>
            <a:lvl1pPr>
              <a:defRPr/>
            </a:lvl1pPr>
          </a:lstStyle>
          <a:p>
            <a:pPr>
              <a:defRPr/>
            </a:pPr>
            <a:fld id="{BBD87684-F0D2-4E98-8235-739B1F111B16}" type="datetime1">
              <a:rPr lang="zh-CN" altLang="en-US"/>
              <a:pPr>
                <a:defRPr/>
              </a:pPr>
              <a:t>2024/11/24</a:t>
            </a:fld>
            <a:endParaRPr lang="en-US" altLang="zh-CN"/>
          </a:p>
        </p:txBody>
      </p:sp>
      <p:sp>
        <p:nvSpPr>
          <p:cNvPr id="8" name="Rectangle 37"/>
          <p:cNvSpPr>
            <a:spLocks noGrp="1" noChangeArrowheads="1"/>
          </p:cNvSpPr>
          <p:nvPr>
            <p:ph type="ftr" sz="quarter" idx="11"/>
          </p:nvPr>
        </p:nvSpPr>
        <p:spPr/>
        <p:txBody>
          <a:bodyPr/>
          <a:lstStyle>
            <a:lvl1pPr>
              <a:defRPr/>
            </a:lvl1pPr>
          </a:lstStyle>
          <a:p>
            <a:pPr>
              <a:defRPr/>
            </a:pPr>
            <a:endParaRPr lang="en-US" altLang="zh-CN"/>
          </a:p>
        </p:txBody>
      </p:sp>
      <p:sp>
        <p:nvSpPr>
          <p:cNvPr id="9" name="Rectangle 38"/>
          <p:cNvSpPr>
            <a:spLocks noGrp="1" noChangeArrowheads="1"/>
          </p:cNvSpPr>
          <p:nvPr>
            <p:ph type="sldNum" sz="quarter" idx="12"/>
          </p:nvPr>
        </p:nvSpPr>
        <p:spPr/>
        <p:txBody>
          <a:bodyPr/>
          <a:lstStyle>
            <a:lvl1pPr>
              <a:defRPr/>
            </a:lvl1pPr>
          </a:lstStyle>
          <a:p>
            <a:pPr>
              <a:defRPr/>
            </a:pPr>
            <a:r>
              <a:rPr lang="zh-CN" altLang="en-US"/>
              <a:t>第 </a:t>
            </a:r>
            <a:fld id="{D2059273-7D80-4E3B-8BCE-583D5260105C}" type="slidenum">
              <a:rPr lang="zh-CN" altLang="en-US"/>
              <a:pPr>
                <a:defRPr/>
              </a:pPr>
              <a:t>‹#›</a:t>
            </a:fld>
            <a:r>
              <a:rPr lang="zh-CN" altLang="en-US"/>
              <a:t> 页</a:t>
            </a:r>
          </a:p>
        </p:txBody>
      </p:sp>
    </p:spTree>
    <p:extLst>
      <p:ext uri="{BB962C8B-B14F-4D97-AF65-F5344CB8AC3E}">
        <p14:creationId xmlns:p14="http://schemas.microsoft.com/office/powerpoint/2010/main" val="1085483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36"/>
          <p:cNvSpPr>
            <a:spLocks noGrp="1" noChangeArrowheads="1"/>
          </p:cNvSpPr>
          <p:nvPr>
            <p:ph type="dt" sz="half" idx="10"/>
          </p:nvPr>
        </p:nvSpPr>
        <p:spPr/>
        <p:txBody>
          <a:bodyPr/>
          <a:lstStyle>
            <a:lvl1pPr>
              <a:defRPr/>
            </a:lvl1pPr>
          </a:lstStyle>
          <a:p>
            <a:pPr>
              <a:defRPr/>
            </a:pPr>
            <a:fld id="{2F832044-E465-4215-A18A-293C1E55801A}" type="datetime1">
              <a:rPr lang="zh-CN" altLang="en-US"/>
              <a:pPr>
                <a:defRPr/>
              </a:pPr>
              <a:t>2024/11/24</a:t>
            </a:fld>
            <a:endParaRPr lang="en-US" altLang="zh-CN"/>
          </a:p>
        </p:txBody>
      </p:sp>
      <p:sp>
        <p:nvSpPr>
          <p:cNvPr id="4" name="Rectangle 37"/>
          <p:cNvSpPr>
            <a:spLocks noGrp="1" noChangeArrowheads="1"/>
          </p:cNvSpPr>
          <p:nvPr>
            <p:ph type="ftr" sz="quarter" idx="11"/>
          </p:nvPr>
        </p:nvSpPr>
        <p:spPr/>
        <p:txBody>
          <a:bodyPr/>
          <a:lstStyle>
            <a:lvl1pPr>
              <a:defRPr/>
            </a:lvl1pPr>
          </a:lstStyle>
          <a:p>
            <a:pPr>
              <a:defRPr/>
            </a:pPr>
            <a:endParaRPr lang="en-US" altLang="zh-CN"/>
          </a:p>
        </p:txBody>
      </p:sp>
      <p:sp>
        <p:nvSpPr>
          <p:cNvPr id="5" name="Rectangle 38"/>
          <p:cNvSpPr>
            <a:spLocks noGrp="1" noChangeArrowheads="1"/>
          </p:cNvSpPr>
          <p:nvPr>
            <p:ph type="sldNum" sz="quarter" idx="12"/>
          </p:nvPr>
        </p:nvSpPr>
        <p:spPr/>
        <p:txBody>
          <a:bodyPr/>
          <a:lstStyle>
            <a:lvl1pPr>
              <a:defRPr/>
            </a:lvl1pPr>
          </a:lstStyle>
          <a:p>
            <a:pPr>
              <a:defRPr/>
            </a:pPr>
            <a:r>
              <a:rPr lang="zh-CN" altLang="en-US"/>
              <a:t>第 </a:t>
            </a:r>
            <a:fld id="{97A9B27E-F6AD-429A-B769-769820E19C6F}" type="slidenum">
              <a:rPr lang="zh-CN" altLang="en-US"/>
              <a:pPr>
                <a:defRPr/>
              </a:pPr>
              <a:t>‹#›</a:t>
            </a:fld>
            <a:r>
              <a:rPr lang="zh-CN" altLang="en-US"/>
              <a:t> 页</a:t>
            </a:r>
          </a:p>
        </p:txBody>
      </p:sp>
    </p:spTree>
    <p:extLst>
      <p:ext uri="{BB962C8B-B14F-4D97-AF65-F5344CB8AC3E}">
        <p14:creationId xmlns:p14="http://schemas.microsoft.com/office/powerpoint/2010/main" val="294273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Rectangle 36"/>
          <p:cNvSpPr>
            <a:spLocks noGrp="1" noChangeArrowheads="1"/>
          </p:cNvSpPr>
          <p:nvPr>
            <p:ph type="dt" sz="half" idx="10"/>
          </p:nvPr>
        </p:nvSpPr>
        <p:spPr/>
        <p:txBody>
          <a:bodyPr/>
          <a:lstStyle>
            <a:lvl1pPr>
              <a:defRPr/>
            </a:lvl1pPr>
          </a:lstStyle>
          <a:p>
            <a:pPr>
              <a:defRPr/>
            </a:pPr>
            <a:fld id="{0F3703A3-1889-4D5A-B002-82B1611E7DF6}" type="datetime1">
              <a:rPr lang="zh-CN" altLang="en-US"/>
              <a:pPr>
                <a:defRPr/>
              </a:pPr>
              <a:t>2024/11/24</a:t>
            </a:fld>
            <a:endParaRPr lang="en-US" altLang="zh-CN"/>
          </a:p>
        </p:txBody>
      </p:sp>
      <p:sp>
        <p:nvSpPr>
          <p:cNvPr id="3" name="Rectangle 37"/>
          <p:cNvSpPr>
            <a:spLocks noGrp="1" noChangeArrowheads="1"/>
          </p:cNvSpPr>
          <p:nvPr>
            <p:ph type="ftr" sz="quarter" idx="11"/>
          </p:nvPr>
        </p:nvSpPr>
        <p:spPr/>
        <p:txBody>
          <a:bodyPr/>
          <a:lstStyle>
            <a:lvl1pPr>
              <a:defRPr/>
            </a:lvl1pPr>
          </a:lstStyle>
          <a:p>
            <a:pPr>
              <a:defRPr/>
            </a:pPr>
            <a:endParaRPr lang="en-US" altLang="zh-CN"/>
          </a:p>
        </p:txBody>
      </p:sp>
      <p:sp>
        <p:nvSpPr>
          <p:cNvPr id="4" name="Rectangle 38"/>
          <p:cNvSpPr>
            <a:spLocks noGrp="1" noChangeArrowheads="1"/>
          </p:cNvSpPr>
          <p:nvPr>
            <p:ph type="sldNum" sz="quarter" idx="12"/>
          </p:nvPr>
        </p:nvSpPr>
        <p:spPr/>
        <p:txBody>
          <a:bodyPr/>
          <a:lstStyle>
            <a:lvl1pPr>
              <a:defRPr/>
            </a:lvl1pPr>
          </a:lstStyle>
          <a:p>
            <a:pPr>
              <a:defRPr/>
            </a:pPr>
            <a:r>
              <a:rPr lang="zh-CN" altLang="en-US"/>
              <a:t>第 </a:t>
            </a:r>
            <a:fld id="{AA9BF305-28BD-41C0-8AA3-BF5601F9D25F}" type="slidenum">
              <a:rPr lang="zh-CN" altLang="en-US"/>
              <a:pPr>
                <a:defRPr/>
              </a:pPr>
              <a:t>‹#›</a:t>
            </a:fld>
            <a:r>
              <a:rPr lang="zh-CN" altLang="en-US"/>
              <a:t> 页</a:t>
            </a:r>
          </a:p>
        </p:txBody>
      </p:sp>
    </p:spTree>
    <p:extLst>
      <p:ext uri="{BB962C8B-B14F-4D97-AF65-F5344CB8AC3E}">
        <p14:creationId xmlns:p14="http://schemas.microsoft.com/office/powerpoint/2010/main" val="40838041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36"/>
          <p:cNvSpPr>
            <a:spLocks noGrp="1" noChangeArrowheads="1"/>
          </p:cNvSpPr>
          <p:nvPr>
            <p:ph type="dt" sz="half" idx="10"/>
          </p:nvPr>
        </p:nvSpPr>
        <p:spPr/>
        <p:txBody>
          <a:bodyPr/>
          <a:lstStyle>
            <a:lvl1pPr>
              <a:defRPr/>
            </a:lvl1pPr>
          </a:lstStyle>
          <a:p>
            <a:pPr>
              <a:defRPr/>
            </a:pPr>
            <a:fld id="{DC6E5853-D849-460E-9F4F-6003FF06D3DA}" type="datetime1">
              <a:rPr lang="zh-CN" altLang="en-US"/>
              <a:pPr>
                <a:defRPr/>
              </a:pPr>
              <a:t>2024/11/24</a:t>
            </a:fld>
            <a:endParaRPr lang="en-US" altLang="zh-CN"/>
          </a:p>
        </p:txBody>
      </p:sp>
      <p:sp>
        <p:nvSpPr>
          <p:cNvPr id="6" name="Rectangle 37"/>
          <p:cNvSpPr>
            <a:spLocks noGrp="1" noChangeArrowheads="1"/>
          </p:cNvSpPr>
          <p:nvPr>
            <p:ph type="ftr" sz="quarter" idx="11"/>
          </p:nvPr>
        </p:nvSpPr>
        <p:spPr/>
        <p:txBody>
          <a:bodyPr/>
          <a:lstStyle>
            <a:lvl1pPr>
              <a:defRPr/>
            </a:lvl1pPr>
          </a:lstStyle>
          <a:p>
            <a:pPr>
              <a:defRPr/>
            </a:pPr>
            <a:endParaRPr lang="en-US" altLang="zh-CN"/>
          </a:p>
        </p:txBody>
      </p:sp>
      <p:sp>
        <p:nvSpPr>
          <p:cNvPr id="7" name="Rectangle 38"/>
          <p:cNvSpPr>
            <a:spLocks noGrp="1" noChangeArrowheads="1"/>
          </p:cNvSpPr>
          <p:nvPr>
            <p:ph type="sldNum" sz="quarter" idx="12"/>
          </p:nvPr>
        </p:nvSpPr>
        <p:spPr/>
        <p:txBody>
          <a:bodyPr/>
          <a:lstStyle>
            <a:lvl1pPr>
              <a:defRPr/>
            </a:lvl1pPr>
          </a:lstStyle>
          <a:p>
            <a:pPr>
              <a:defRPr/>
            </a:pPr>
            <a:r>
              <a:rPr lang="zh-CN" altLang="en-US"/>
              <a:t>第 </a:t>
            </a:r>
            <a:fld id="{B03169C1-45E3-47B7-AD5D-8FF29948B46E}" type="slidenum">
              <a:rPr lang="zh-CN" altLang="en-US"/>
              <a:pPr>
                <a:defRPr/>
              </a:pPr>
              <a:t>‹#›</a:t>
            </a:fld>
            <a:r>
              <a:rPr lang="zh-CN" altLang="en-US"/>
              <a:t> 页</a:t>
            </a:r>
          </a:p>
        </p:txBody>
      </p:sp>
    </p:spTree>
    <p:extLst>
      <p:ext uri="{BB962C8B-B14F-4D97-AF65-F5344CB8AC3E}">
        <p14:creationId xmlns:p14="http://schemas.microsoft.com/office/powerpoint/2010/main" val="3414277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36"/>
          <p:cNvSpPr>
            <a:spLocks noGrp="1" noChangeArrowheads="1"/>
          </p:cNvSpPr>
          <p:nvPr>
            <p:ph type="dt" sz="half" idx="10"/>
          </p:nvPr>
        </p:nvSpPr>
        <p:spPr/>
        <p:txBody>
          <a:bodyPr/>
          <a:lstStyle>
            <a:lvl1pPr>
              <a:defRPr/>
            </a:lvl1pPr>
          </a:lstStyle>
          <a:p>
            <a:pPr>
              <a:defRPr/>
            </a:pPr>
            <a:fld id="{1549D3A2-BCD0-4CFB-ABCB-27401639CB2C}" type="datetime1">
              <a:rPr lang="zh-CN" altLang="en-US"/>
              <a:pPr>
                <a:defRPr/>
              </a:pPr>
              <a:t>2024/11/24</a:t>
            </a:fld>
            <a:endParaRPr lang="en-US" altLang="zh-CN"/>
          </a:p>
        </p:txBody>
      </p:sp>
      <p:sp>
        <p:nvSpPr>
          <p:cNvPr id="6" name="Rectangle 37"/>
          <p:cNvSpPr>
            <a:spLocks noGrp="1" noChangeArrowheads="1"/>
          </p:cNvSpPr>
          <p:nvPr>
            <p:ph type="ftr" sz="quarter" idx="11"/>
          </p:nvPr>
        </p:nvSpPr>
        <p:spPr/>
        <p:txBody>
          <a:bodyPr/>
          <a:lstStyle>
            <a:lvl1pPr>
              <a:defRPr/>
            </a:lvl1pPr>
          </a:lstStyle>
          <a:p>
            <a:pPr>
              <a:defRPr/>
            </a:pPr>
            <a:endParaRPr lang="en-US" altLang="zh-CN"/>
          </a:p>
        </p:txBody>
      </p:sp>
      <p:sp>
        <p:nvSpPr>
          <p:cNvPr id="7" name="Rectangle 38"/>
          <p:cNvSpPr>
            <a:spLocks noGrp="1" noChangeArrowheads="1"/>
          </p:cNvSpPr>
          <p:nvPr>
            <p:ph type="sldNum" sz="quarter" idx="12"/>
          </p:nvPr>
        </p:nvSpPr>
        <p:spPr/>
        <p:txBody>
          <a:bodyPr/>
          <a:lstStyle>
            <a:lvl1pPr>
              <a:defRPr/>
            </a:lvl1pPr>
          </a:lstStyle>
          <a:p>
            <a:pPr>
              <a:defRPr/>
            </a:pPr>
            <a:r>
              <a:rPr lang="zh-CN" altLang="en-US"/>
              <a:t>第 </a:t>
            </a:r>
            <a:fld id="{98695DA6-D3C0-4362-B9C6-2058F88EAA16}" type="slidenum">
              <a:rPr lang="zh-CN" altLang="en-US"/>
              <a:pPr>
                <a:defRPr/>
              </a:pPr>
              <a:t>‹#›</a:t>
            </a:fld>
            <a:r>
              <a:rPr lang="zh-CN" altLang="en-US"/>
              <a:t> 页</a:t>
            </a:r>
          </a:p>
        </p:txBody>
      </p:sp>
    </p:spTree>
    <p:extLst>
      <p:ext uri="{BB962C8B-B14F-4D97-AF65-F5344CB8AC3E}">
        <p14:creationId xmlns:p14="http://schemas.microsoft.com/office/powerpoint/2010/main" val="20611604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36"/>
          <p:cNvSpPr>
            <a:spLocks noGrp="1" noChangeArrowheads="1"/>
          </p:cNvSpPr>
          <p:nvPr>
            <p:ph type="dt" sz="half" idx="10"/>
          </p:nvPr>
        </p:nvSpPr>
        <p:spPr/>
        <p:txBody>
          <a:bodyPr/>
          <a:lstStyle>
            <a:lvl1pPr>
              <a:defRPr/>
            </a:lvl1pPr>
          </a:lstStyle>
          <a:p>
            <a:pPr>
              <a:defRPr/>
            </a:pPr>
            <a:fld id="{0A0937CE-14AC-4FDC-8791-A5C3FABEA371}" type="datetime1">
              <a:rPr lang="zh-CN" altLang="en-US"/>
              <a:pPr>
                <a:defRPr/>
              </a:pPr>
              <a:t>2024/11/24</a:t>
            </a:fld>
            <a:endParaRPr lang="en-US" altLang="zh-CN"/>
          </a:p>
        </p:txBody>
      </p:sp>
      <p:sp>
        <p:nvSpPr>
          <p:cNvPr id="5" name="Rectangle 37"/>
          <p:cNvSpPr>
            <a:spLocks noGrp="1" noChangeArrowheads="1"/>
          </p:cNvSpPr>
          <p:nvPr>
            <p:ph type="ftr" sz="quarter" idx="11"/>
          </p:nvPr>
        </p:nvSpPr>
        <p:spPr/>
        <p:txBody>
          <a:bodyPr/>
          <a:lstStyle>
            <a:lvl1pPr>
              <a:defRPr/>
            </a:lvl1pPr>
          </a:lstStyle>
          <a:p>
            <a:pPr>
              <a:defRPr/>
            </a:pPr>
            <a:endParaRPr lang="en-US" altLang="zh-CN"/>
          </a:p>
        </p:txBody>
      </p:sp>
      <p:sp>
        <p:nvSpPr>
          <p:cNvPr id="6" name="Rectangle 38"/>
          <p:cNvSpPr>
            <a:spLocks noGrp="1" noChangeArrowheads="1"/>
          </p:cNvSpPr>
          <p:nvPr>
            <p:ph type="sldNum" sz="quarter" idx="12"/>
          </p:nvPr>
        </p:nvSpPr>
        <p:spPr/>
        <p:txBody>
          <a:bodyPr/>
          <a:lstStyle>
            <a:lvl1pPr>
              <a:defRPr/>
            </a:lvl1pPr>
          </a:lstStyle>
          <a:p>
            <a:pPr>
              <a:defRPr/>
            </a:pPr>
            <a:r>
              <a:rPr lang="zh-CN" altLang="en-US"/>
              <a:t>第 </a:t>
            </a:r>
            <a:fld id="{CF9CE347-85B5-4E19-9840-3BD30714E280}" type="slidenum">
              <a:rPr lang="zh-CN" altLang="en-US"/>
              <a:pPr>
                <a:defRPr/>
              </a:pPr>
              <a:t>‹#›</a:t>
            </a:fld>
            <a:r>
              <a:rPr lang="zh-CN" altLang="en-US"/>
              <a:t> 页</a:t>
            </a:r>
          </a:p>
        </p:txBody>
      </p:sp>
    </p:spTree>
    <p:extLst>
      <p:ext uri="{BB962C8B-B14F-4D97-AF65-F5344CB8AC3E}">
        <p14:creationId xmlns:p14="http://schemas.microsoft.com/office/powerpoint/2010/main" val="3591834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723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1430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36"/>
          <p:cNvSpPr>
            <a:spLocks noGrp="1" noChangeArrowheads="1"/>
          </p:cNvSpPr>
          <p:nvPr>
            <p:ph type="dt" sz="half" idx="10"/>
          </p:nvPr>
        </p:nvSpPr>
        <p:spPr/>
        <p:txBody>
          <a:bodyPr/>
          <a:lstStyle>
            <a:lvl1pPr>
              <a:defRPr/>
            </a:lvl1pPr>
          </a:lstStyle>
          <a:p>
            <a:pPr>
              <a:defRPr/>
            </a:pPr>
            <a:fld id="{18CB66FB-F865-4CCD-9088-832BE60B9DC4}" type="datetime1">
              <a:rPr lang="zh-CN" altLang="en-US"/>
              <a:pPr>
                <a:defRPr/>
              </a:pPr>
              <a:t>2024/11/24</a:t>
            </a:fld>
            <a:endParaRPr lang="en-US" altLang="zh-CN"/>
          </a:p>
        </p:txBody>
      </p:sp>
      <p:sp>
        <p:nvSpPr>
          <p:cNvPr id="5" name="Rectangle 37"/>
          <p:cNvSpPr>
            <a:spLocks noGrp="1" noChangeArrowheads="1"/>
          </p:cNvSpPr>
          <p:nvPr>
            <p:ph type="ftr" sz="quarter" idx="11"/>
          </p:nvPr>
        </p:nvSpPr>
        <p:spPr/>
        <p:txBody>
          <a:bodyPr/>
          <a:lstStyle>
            <a:lvl1pPr>
              <a:defRPr/>
            </a:lvl1pPr>
          </a:lstStyle>
          <a:p>
            <a:pPr>
              <a:defRPr/>
            </a:pPr>
            <a:endParaRPr lang="en-US" altLang="zh-CN"/>
          </a:p>
        </p:txBody>
      </p:sp>
      <p:sp>
        <p:nvSpPr>
          <p:cNvPr id="6" name="Rectangle 38"/>
          <p:cNvSpPr>
            <a:spLocks noGrp="1" noChangeArrowheads="1"/>
          </p:cNvSpPr>
          <p:nvPr>
            <p:ph type="sldNum" sz="quarter" idx="12"/>
          </p:nvPr>
        </p:nvSpPr>
        <p:spPr/>
        <p:txBody>
          <a:bodyPr/>
          <a:lstStyle>
            <a:lvl1pPr>
              <a:defRPr/>
            </a:lvl1pPr>
          </a:lstStyle>
          <a:p>
            <a:pPr>
              <a:defRPr/>
            </a:pPr>
            <a:r>
              <a:rPr lang="zh-CN" altLang="en-US"/>
              <a:t>第 </a:t>
            </a:r>
            <a:fld id="{CDF596D4-5A36-4042-A11D-CAC24AB8477E}" type="slidenum">
              <a:rPr lang="zh-CN" altLang="en-US"/>
              <a:pPr>
                <a:defRPr/>
              </a:pPr>
              <a:t>‹#›</a:t>
            </a:fld>
            <a:r>
              <a:rPr lang="zh-CN" altLang="en-US"/>
              <a:t> 页</a:t>
            </a:r>
          </a:p>
        </p:txBody>
      </p:sp>
    </p:spTree>
    <p:extLst>
      <p:ext uri="{BB962C8B-B14F-4D97-AF65-F5344CB8AC3E}">
        <p14:creationId xmlns:p14="http://schemas.microsoft.com/office/powerpoint/2010/main" val="27700593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11430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36"/>
          <p:cNvSpPr>
            <a:spLocks noGrp="1" noChangeArrowheads="1"/>
          </p:cNvSpPr>
          <p:nvPr>
            <p:ph type="dt" sz="half" idx="10"/>
          </p:nvPr>
        </p:nvSpPr>
        <p:spPr/>
        <p:txBody>
          <a:bodyPr/>
          <a:lstStyle>
            <a:lvl1pPr>
              <a:defRPr/>
            </a:lvl1pPr>
          </a:lstStyle>
          <a:p>
            <a:pPr>
              <a:defRPr/>
            </a:pPr>
            <a:fld id="{0B1C1D82-E8E2-48B3-AD85-615A84ADA2AC}" type="datetime1">
              <a:rPr lang="zh-CN" altLang="en-US"/>
              <a:pPr>
                <a:defRPr/>
              </a:pPr>
              <a:t>2024/11/24</a:t>
            </a:fld>
            <a:endParaRPr lang="en-US" altLang="zh-CN"/>
          </a:p>
        </p:txBody>
      </p:sp>
      <p:sp>
        <p:nvSpPr>
          <p:cNvPr id="4" name="Rectangle 37"/>
          <p:cNvSpPr>
            <a:spLocks noGrp="1" noChangeArrowheads="1"/>
          </p:cNvSpPr>
          <p:nvPr>
            <p:ph type="ftr" sz="quarter" idx="11"/>
          </p:nvPr>
        </p:nvSpPr>
        <p:spPr/>
        <p:txBody>
          <a:bodyPr/>
          <a:lstStyle>
            <a:lvl1pPr>
              <a:defRPr/>
            </a:lvl1pPr>
          </a:lstStyle>
          <a:p>
            <a:pPr>
              <a:defRPr/>
            </a:pPr>
            <a:endParaRPr lang="en-US" altLang="zh-CN"/>
          </a:p>
        </p:txBody>
      </p:sp>
      <p:sp>
        <p:nvSpPr>
          <p:cNvPr id="5" name="Rectangle 38"/>
          <p:cNvSpPr>
            <a:spLocks noGrp="1" noChangeArrowheads="1"/>
          </p:cNvSpPr>
          <p:nvPr>
            <p:ph type="sldNum" sz="quarter" idx="12"/>
          </p:nvPr>
        </p:nvSpPr>
        <p:spPr/>
        <p:txBody>
          <a:bodyPr/>
          <a:lstStyle>
            <a:lvl1pPr>
              <a:defRPr/>
            </a:lvl1pPr>
          </a:lstStyle>
          <a:p>
            <a:pPr>
              <a:defRPr/>
            </a:pPr>
            <a:r>
              <a:rPr lang="zh-CN" altLang="en-US"/>
              <a:t>第 </a:t>
            </a:r>
            <a:fld id="{78AD3EBF-7634-4DB3-B027-7EE6659BDEF6}" type="slidenum">
              <a:rPr lang="zh-CN" altLang="en-US"/>
              <a:pPr>
                <a:defRPr/>
              </a:pPr>
              <a:t>‹#›</a:t>
            </a:fld>
            <a:r>
              <a:rPr lang="zh-CN" altLang="en-US"/>
              <a:t> 页</a:t>
            </a:r>
          </a:p>
        </p:txBody>
      </p:sp>
    </p:spTree>
    <p:extLst>
      <p:ext uri="{BB962C8B-B14F-4D97-AF65-F5344CB8AC3E}">
        <p14:creationId xmlns:p14="http://schemas.microsoft.com/office/powerpoint/2010/main" val="14938833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43000" y="609600"/>
            <a:ext cx="77724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1143000" y="1981200"/>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05400" y="1981200"/>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36"/>
          <p:cNvSpPr>
            <a:spLocks noGrp="1" noChangeArrowheads="1"/>
          </p:cNvSpPr>
          <p:nvPr>
            <p:ph type="dt" sz="half" idx="10"/>
          </p:nvPr>
        </p:nvSpPr>
        <p:spPr/>
        <p:txBody>
          <a:bodyPr/>
          <a:lstStyle>
            <a:lvl1pPr>
              <a:defRPr/>
            </a:lvl1pPr>
          </a:lstStyle>
          <a:p>
            <a:pPr>
              <a:defRPr/>
            </a:pPr>
            <a:fld id="{A103EBAB-9D8B-4C7B-B0E2-D4E34748BDBD}" type="datetime1">
              <a:rPr lang="zh-CN" altLang="en-US"/>
              <a:pPr>
                <a:defRPr/>
              </a:pPr>
              <a:t>2024/11/24</a:t>
            </a:fld>
            <a:endParaRPr lang="en-US" altLang="zh-CN"/>
          </a:p>
        </p:txBody>
      </p:sp>
      <p:sp>
        <p:nvSpPr>
          <p:cNvPr id="6" name="Rectangle 37"/>
          <p:cNvSpPr>
            <a:spLocks noGrp="1" noChangeArrowheads="1"/>
          </p:cNvSpPr>
          <p:nvPr>
            <p:ph type="ftr" sz="quarter" idx="11"/>
          </p:nvPr>
        </p:nvSpPr>
        <p:spPr/>
        <p:txBody>
          <a:bodyPr/>
          <a:lstStyle>
            <a:lvl1pPr>
              <a:defRPr/>
            </a:lvl1pPr>
          </a:lstStyle>
          <a:p>
            <a:pPr>
              <a:defRPr/>
            </a:pPr>
            <a:endParaRPr lang="en-US" altLang="zh-CN"/>
          </a:p>
        </p:txBody>
      </p:sp>
      <p:sp>
        <p:nvSpPr>
          <p:cNvPr id="7" name="Rectangle 38"/>
          <p:cNvSpPr>
            <a:spLocks noGrp="1" noChangeArrowheads="1"/>
          </p:cNvSpPr>
          <p:nvPr>
            <p:ph type="sldNum" sz="quarter" idx="12"/>
          </p:nvPr>
        </p:nvSpPr>
        <p:spPr/>
        <p:txBody>
          <a:bodyPr/>
          <a:lstStyle>
            <a:lvl1pPr>
              <a:defRPr/>
            </a:lvl1pPr>
          </a:lstStyle>
          <a:p>
            <a:pPr>
              <a:defRPr/>
            </a:pPr>
            <a:r>
              <a:rPr lang="zh-CN" altLang="en-US"/>
              <a:t>第 </a:t>
            </a:r>
            <a:fld id="{DC39A68F-2843-49D1-BA2D-56A2F9C7C602}" type="slidenum">
              <a:rPr lang="zh-CN" altLang="en-US"/>
              <a:pPr>
                <a:defRPr/>
              </a:pPr>
              <a:t>‹#›</a:t>
            </a:fld>
            <a:r>
              <a:rPr lang="zh-CN" altLang="en-US"/>
              <a:t> 页</a:t>
            </a:r>
          </a:p>
        </p:txBody>
      </p:sp>
    </p:spTree>
    <p:extLst>
      <p:ext uri="{BB962C8B-B14F-4D97-AF65-F5344CB8AC3E}">
        <p14:creationId xmlns:p14="http://schemas.microsoft.com/office/powerpoint/2010/main" val="21374114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1026" name="Group 33"/>
          <p:cNvGrpSpPr>
            <a:grpSpLocks/>
          </p:cNvGrpSpPr>
          <p:nvPr/>
        </p:nvGrpSpPr>
        <p:grpSpPr bwMode="auto">
          <a:xfrm>
            <a:off x="0" y="0"/>
            <a:ext cx="1085850" cy="6854825"/>
            <a:chOff x="0" y="0"/>
            <a:chExt cx="684" cy="4318"/>
          </a:xfrm>
        </p:grpSpPr>
        <p:sp>
          <p:nvSpPr>
            <p:cNvPr id="2" name="Rectangle 2"/>
            <p:cNvSpPr>
              <a:spLocks noChangeArrowheads="1"/>
            </p:cNvSpPr>
            <p:nvPr/>
          </p:nvSpPr>
          <p:spPr bwMode="invGray">
            <a:xfrm>
              <a:off x="0" y="0"/>
              <a:ext cx="684" cy="4318"/>
            </a:xfrm>
            <a:prstGeom prst="rect">
              <a:avLst/>
            </a:prstGeom>
            <a:gradFill rotWithShape="0">
              <a:gsLst>
                <a:gs pos="0">
                  <a:schemeClr val="bg1"/>
                </a:gs>
                <a:gs pos="50000">
                  <a:schemeClr val="bg2"/>
                </a:gs>
                <a:gs pos="100000">
                  <a:schemeClr val="bg1"/>
                </a:gs>
              </a:gsLst>
              <a:lin ang="5400000" scaled="1"/>
            </a:gra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grpSp>
          <p:nvGrpSpPr>
            <p:cNvPr id="1033" name="Group 32"/>
            <p:cNvGrpSpPr>
              <a:grpSpLocks/>
            </p:cNvGrpSpPr>
            <p:nvPr/>
          </p:nvGrpSpPr>
          <p:grpSpPr bwMode="auto">
            <a:xfrm>
              <a:off x="48" y="102"/>
              <a:ext cx="96" cy="4128"/>
              <a:chOff x="48" y="102"/>
              <a:chExt cx="96" cy="4128"/>
            </a:xfrm>
          </p:grpSpPr>
          <p:sp>
            <p:nvSpPr>
              <p:cNvPr id="3" name="Rectangle 3"/>
              <p:cNvSpPr>
                <a:spLocks noChangeArrowheads="1"/>
              </p:cNvSpPr>
              <p:nvPr/>
            </p:nvSpPr>
            <p:spPr bwMode="auto">
              <a:xfrm>
                <a:off x="48" y="1105"/>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28" name="Rectangle 4"/>
              <p:cNvSpPr>
                <a:spLocks noChangeArrowheads="1"/>
              </p:cNvSpPr>
              <p:nvPr/>
            </p:nvSpPr>
            <p:spPr bwMode="auto">
              <a:xfrm>
                <a:off x="48" y="1250"/>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29" name="Rectangle 5"/>
              <p:cNvSpPr>
                <a:spLocks noChangeArrowheads="1"/>
              </p:cNvSpPr>
              <p:nvPr/>
            </p:nvSpPr>
            <p:spPr bwMode="auto">
              <a:xfrm>
                <a:off x="48" y="1393"/>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0" name="Rectangle 6"/>
              <p:cNvSpPr>
                <a:spLocks noChangeArrowheads="1"/>
              </p:cNvSpPr>
              <p:nvPr/>
            </p:nvSpPr>
            <p:spPr bwMode="auto">
              <a:xfrm>
                <a:off x="48" y="1538"/>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1" name="Rectangle 7"/>
              <p:cNvSpPr>
                <a:spLocks noChangeArrowheads="1"/>
              </p:cNvSpPr>
              <p:nvPr/>
            </p:nvSpPr>
            <p:spPr bwMode="auto">
              <a:xfrm>
                <a:off x="48" y="1683"/>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2" name="Rectangle 8"/>
              <p:cNvSpPr>
                <a:spLocks noChangeArrowheads="1"/>
              </p:cNvSpPr>
              <p:nvPr/>
            </p:nvSpPr>
            <p:spPr bwMode="auto">
              <a:xfrm>
                <a:off x="48" y="1826"/>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4" name="Rectangle 9"/>
              <p:cNvSpPr>
                <a:spLocks noChangeArrowheads="1"/>
              </p:cNvSpPr>
              <p:nvPr/>
            </p:nvSpPr>
            <p:spPr bwMode="auto">
              <a:xfrm>
                <a:off x="48" y="1971"/>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4" name="Rectangle 10"/>
              <p:cNvSpPr>
                <a:spLocks noChangeArrowheads="1"/>
              </p:cNvSpPr>
              <p:nvPr/>
            </p:nvSpPr>
            <p:spPr bwMode="auto">
              <a:xfrm>
                <a:off x="48" y="2115"/>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5" name="Rectangle 11"/>
              <p:cNvSpPr>
                <a:spLocks noChangeArrowheads="1"/>
              </p:cNvSpPr>
              <p:nvPr/>
            </p:nvSpPr>
            <p:spPr bwMode="auto">
              <a:xfrm>
                <a:off x="48" y="2259"/>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6" name="Rectangle 12"/>
              <p:cNvSpPr>
                <a:spLocks noChangeArrowheads="1"/>
              </p:cNvSpPr>
              <p:nvPr/>
            </p:nvSpPr>
            <p:spPr bwMode="auto">
              <a:xfrm>
                <a:off x="48" y="2403"/>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7" name="Rectangle 13"/>
              <p:cNvSpPr>
                <a:spLocks noChangeArrowheads="1"/>
              </p:cNvSpPr>
              <p:nvPr/>
            </p:nvSpPr>
            <p:spPr bwMode="auto">
              <a:xfrm>
                <a:off x="48" y="2548"/>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8" name="Rectangle 14"/>
              <p:cNvSpPr>
                <a:spLocks noChangeArrowheads="1"/>
              </p:cNvSpPr>
              <p:nvPr/>
            </p:nvSpPr>
            <p:spPr bwMode="auto">
              <a:xfrm>
                <a:off x="48" y="2692"/>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39" name="Rectangle 15"/>
              <p:cNvSpPr>
                <a:spLocks noChangeArrowheads="1"/>
              </p:cNvSpPr>
              <p:nvPr/>
            </p:nvSpPr>
            <p:spPr bwMode="auto">
              <a:xfrm>
                <a:off x="48" y="2836"/>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0" name="Rectangle 16"/>
              <p:cNvSpPr>
                <a:spLocks noChangeArrowheads="1"/>
              </p:cNvSpPr>
              <p:nvPr/>
            </p:nvSpPr>
            <p:spPr bwMode="auto">
              <a:xfrm>
                <a:off x="48" y="2980"/>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1" name="Rectangle 17"/>
              <p:cNvSpPr>
                <a:spLocks noChangeArrowheads="1"/>
              </p:cNvSpPr>
              <p:nvPr/>
            </p:nvSpPr>
            <p:spPr bwMode="auto">
              <a:xfrm>
                <a:off x="48" y="3124"/>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2" name="Rectangle 18"/>
              <p:cNvSpPr>
                <a:spLocks noChangeArrowheads="1"/>
              </p:cNvSpPr>
              <p:nvPr/>
            </p:nvSpPr>
            <p:spPr bwMode="auto">
              <a:xfrm>
                <a:off x="48" y="3269"/>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3" name="Rectangle 19"/>
              <p:cNvSpPr>
                <a:spLocks noChangeArrowheads="1"/>
              </p:cNvSpPr>
              <p:nvPr/>
            </p:nvSpPr>
            <p:spPr bwMode="auto">
              <a:xfrm>
                <a:off x="48" y="3412"/>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4" name="Rectangle 20"/>
              <p:cNvSpPr>
                <a:spLocks noChangeArrowheads="1"/>
              </p:cNvSpPr>
              <p:nvPr/>
            </p:nvSpPr>
            <p:spPr bwMode="auto">
              <a:xfrm>
                <a:off x="48" y="3557"/>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5" name="Rectangle 21"/>
              <p:cNvSpPr>
                <a:spLocks noChangeArrowheads="1"/>
              </p:cNvSpPr>
              <p:nvPr/>
            </p:nvSpPr>
            <p:spPr bwMode="auto">
              <a:xfrm>
                <a:off x="48" y="3702"/>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6" name="Rectangle 22"/>
              <p:cNvSpPr>
                <a:spLocks noChangeArrowheads="1"/>
              </p:cNvSpPr>
              <p:nvPr/>
            </p:nvSpPr>
            <p:spPr bwMode="auto">
              <a:xfrm>
                <a:off x="48" y="3845"/>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7" name="Rectangle 23"/>
              <p:cNvSpPr>
                <a:spLocks noChangeArrowheads="1"/>
              </p:cNvSpPr>
              <p:nvPr/>
            </p:nvSpPr>
            <p:spPr bwMode="auto">
              <a:xfrm>
                <a:off x="48" y="3990"/>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8" name="Rectangle 24"/>
              <p:cNvSpPr>
                <a:spLocks noChangeArrowheads="1"/>
              </p:cNvSpPr>
              <p:nvPr/>
            </p:nvSpPr>
            <p:spPr bwMode="auto">
              <a:xfrm>
                <a:off x="48" y="4133"/>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49" name="Rectangle 25"/>
              <p:cNvSpPr>
                <a:spLocks noChangeArrowheads="1"/>
              </p:cNvSpPr>
              <p:nvPr/>
            </p:nvSpPr>
            <p:spPr bwMode="auto">
              <a:xfrm>
                <a:off x="48" y="102"/>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50" name="Rectangle 26"/>
              <p:cNvSpPr>
                <a:spLocks noChangeArrowheads="1"/>
              </p:cNvSpPr>
              <p:nvPr/>
            </p:nvSpPr>
            <p:spPr bwMode="auto">
              <a:xfrm>
                <a:off x="48" y="246"/>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51" name="Rectangle 27"/>
              <p:cNvSpPr>
                <a:spLocks noChangeArrowheads="1"/>
              </p:cNvSpPr>
              <p:nvPr/>
            </p:nvSpPr>
            <p:spPr bwMode="auto">
              <a:xfrm>
                <a:off x="48" y="391"/>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52" name="Rectangle 28"/>
              <p:cNvSpPr>
                <a:spLocks noChangeArrowheads="1"/>
              </p:cNvSpPr>
              <p:nvPr/>
            </p:nvSpPr>
            <p:spPr bwMode="auto">
              <a:xfrm>
                <a:off x="48" y="535"/>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53" name="Rectangle 29"/>
              <p:cNvSpPr>
                <a:spLocks noChangeArrowheads="1"/>
              </p:cNvSpPr>
              <p:nvPr/>
            </p:nvSpPr>
            <p:spPr bwMode="auto">
              <a:xfrm>
                <a:off x="48" y="679"/>
                <a:ext cx="96" cy="96"/>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54" name="Rectangle 30"/>
              <p:cNvSpPr>
                <a:spLocks noChangeArrowheads="1"/>
              </p:cNvSpPr>
              <p:nvPr/>
            </p:nvSpPr>
            <p:spPr bwMode="auto">
              <a:xfrm>
                <a:off x="48" y="823"/>
                <a:ext cx="96" cy="97"/>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
            <p:nvSpPr>
              <p:cNvPr id="1055" name="Rectangle 31"/>
              <p:cNvSpPr>
                <a:spLocks noChangeArrowheads="1"/>
              </p:cNvSpPr>
              <p:nvPr/>
            </p:nvSpPr>
            <p:spPr bwMode="auto">
              <a:xfrm>
                <a:off x="48" y="968"/>
                <a:ext cx="96" cy="95"/>
              </a:xfrm>
              <a:prstGeom prst="rect">
                <a:avLst/>
              </a:prstGeom>
              <a:solidFill>
                <a:schemeClr val="bg1">
                  <a:alpha val="50000"/>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grpSp>
      </p:grpSp>
      <p:sp>
        <p:nvSpPr>
          <p:cNvPr id="1027" name="Rectangle 34"/>
          <p:cNvSpPr>
            <a:spLocks noGrp="1" noChangeArrowheads="1"/>
          </p:cNvSpPr>
          <p:nvPr>
            <p:ph type="title"/>
          </p:nvPr>
        </p:nvSpPr>
        <p:spPr bwMode="auto">
          <a:xfrm>
            <a:off x="11430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zh-CN"/>
              <a:t>Click to edit Master title style</a:t>
            </a:r>
          </a:p>
        </p:txBody>
      </p:sp>
      <p:sp>
        <p:nvSpPr>
          <p:cNvPr id="1059" name="Rectangle 35"/>
          <p:cNvSpPr>
            <a:spLocks noGrp="1" noChangeArrowheads="1"/>
          </p:cNvSpPr>
          <p:nvPr>
            <p:ph type="body" idx="1"/>
          </p:nvPr>
        </p:nvSpPr>
        <p:spPr bwMode="auto">
          <a:xfrm>
            <a:off x="1143000" y="1981200"/>
            <a:ext cx="7772400" cy="4114800"/>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60" name="Rectangle 36"/>
          <p:cNvSpPr>
            <a:spLocks noGrp="1" noChangeArrowheads="1"/>
          </p:cNvSpPr>
          <p:nvPr>
            <p:ph type="dt" sz="half" idx="2"/>
          </p:nvPr>
        </p:nvSpPr>
        <p:spPr bwMode="auto">
          <a:xfrm>
            <a:off x="0" y="6400800"/>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nSpc>
                <a:spcPct val="100000"/>
              </a:lnSpc>
              <a:spcBef>
                <a:spcPct val="0"/>
              </a:spcBef>
              <a:buClrTx/>
              <a:buSzTx/>
              <a:buFontTx/>
              <a:buNone/>
              <a:defRPr sz="1400" b="0">
                <a:solidFill>
                  <a:schemeClr val="tx1"/>
                </a:solidFill>
                <a:effectLst/>
                <a:latin typeface="+mn-lt"/>
              </a:defRPr>
            </a:lvl1pPr>
          </a:lstStyle>
          <a:p>
            <a:pPr>
              <a:defRPr/>
            </a:pPr>
            <a:fld id="{FAB4141E-F527-482F-9800-1834449B9BF3}" type="datetime1">
              <a:rPr lang="zh-CN" altLang="en-US"/>
              <a:pPr>
                <a:defRPr/>
              </a:pPr>
              <a:t>2024/11/24</a:t>
            </a:fld>
            <a:endParaRPr lang="en-US" altLang="zh-CN"/>
          </a:p>
        </p:txBody>
      </p:sp>
      <p:sp>
        <p:nvSpPr>
          <p:cNvPr id="1061" name="Rectangle 37"/>
          <p:cNvSpPr>
            <a:spLocks noGrp="1" noChangeArrowheads="1"/>
          </p:cNvSpPr>
          <p:nvPr>
            <p:ph type="ftr" sz="quarter" idx="3"/>
          </p:nvPr>
        </p:nvSpPr>
        <p:spPr bwMode="auto">
          <a:xfrm>
            <a:off x="3581400" y="6324600"/>
            <a:ext cx="28956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ctr">
              <a:lnSpc>
                <a:spcPct val="100000"/>
              </a:lnSpc>
              <a:spcBef>
                <a:spcPct val="0"/>
              </a:spcBef>
              <a:buClrTx/>
              <a:buSzTx/>
              <a:buFontTx/>
              <a:buNone/>
              <a:defRPr sz="1400" b="0">
                <a:solidFill>
                  <a:schemeClr val="tx1"/>
                </a:solidFill>
                <a:effectLst/>
                <a:latin typeface="+mn-lt"/>
              </a:defRPr>
            </a:lvl1pPr>
          </a:lstStyle>
          <a:p>
            <a:pPr>
              <a:defRPr/>
            </a:pPr>
            <a:endParaRPr lang="en-US" altLang="zh-CN"/>
          </a:p>
        </p:txBody>
      </p:sp>
      <p:sp>
        <p:nvSpPr>
          <p:cNvPr id="1062" name="Rectangle 38"/>
          <p:cNvSpPr>
            <a:spLocks noGrp="1" noChangeArrowheads="1"/>
          </p:cNvSpPr>
          <p:nvPr>
            <p:ph type="sldNum" sz="quarter" idx="4"/>
          </p:nvPr>
        </p:nvSpPr>
        <p:spPr bwMode="auto">
          <a:xfrm>
            <a:off x="6732588" y="6661150"/>
            <a:ext cx="1905000" cy="19685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r">
              <a:lnSpc>
                <a:spcPct val="100000"/>
              </a:lnSpc>
              <a:spcBef>
                <a:spcPct val="0"/>
              </a:spcBef>
              <a:buClrTx/>
              <a:buSzTx/>
              <a:buFontTx/>
              <a:buNone/>
              <a:defRPr sz="1400" b="0">
                <a:solidFill>
                  <a:schemeClr val="tx1"/>
                </a:solidFill>
                <a:latin typeface="Times New Roman" panose="02020603050405020304" pitchFamily="18" charset="0"/>
              </a:defRPr>
            </a:lvl1pPr>
          </a:lstStyle>
          <a:p>
            <a:pPr>
              <a:defRPr/>
            </a:pPr>
            <a:r>
              <a:rPr lang="zh-CN" altLang="en-US"/>
              <a:t>第 </a:t>
            </a:r>
            <a:fld id="{CE3EE724-3080-4457-B503-924982FD04EC}" type="slidenum">
              <a:rPr lang="zh-CN" altLang="en-US"/>
              <a:pPr>
                <a:defRPr/>
              </a:pPr>
              <a:t>‹#›</a:t>
            </a:fld>
            <a:r>
              <a:rPr lang="zh-CN" altLang="en-US"/>
              <a:t> 页</a:t>
            </a:r>
          </a:p>
        </p:txBody>
      </p:sp>
    </p:spTree>
  </p:cSld>
  <p:clrMap bg1="dk2" tx1="lt1" bg2="dk1" tx2="lt2" accent1="accent1" accent2="accent2" accent3="accent3" accent4="accent4" accent5="accent5" accent6="accent6" hlink="hlink" folHlink="folHlink"/>
  <p:sldLayoutIdLst>
    <p:sldLayoutId id="2147484105" r:id="rId1"/>
    <p:sldLayoutId id="2147484106" r:id="rId2"/>
    <p:sldLayoutId id="2147484107" r:id="rId3"/>
    <p:sldLayoutId id="2147484108" r:id="rId4"/>
    <p:sldLayoutId id="2147484109" r:id="rId5"/>
    <p:sldLayoutId id="2147484110" r:id="rId6"/>
    <p:sldLayoutId id="2147484111" r:id="rId7"/>
    <p:sldLayoutId id="2147484112" r:id="rId8"/>
    <p:sldLayoutId id="2147484113" r:id="rId9"/>
    <p:sldLayoutId id="2147484114" r:id="rId10"/>
    <p:sldLayoutId id="2147484115" r:id="rId11"/>
    <p:sldLayoutId id="2147484116" r:id="rId12"/>
    <p:sldLayoutId id="2147484117" r:id="rId13"/>
  </p:sldLayoutIdLst>
  <p:hf hdr="0" ftr="0"/>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 Target="slide41.xml"/><Relationship Id="rId3" Type="http://schemas.openxmlformats.org/officeDocument/2006/relationships/slide" Target="slide5.xml"/><Relationship Id="rId7" Type="http://schemas.openxmlformats.org/officeDocument/2006/relationships/slide" Target="slide54.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slide" Target="slide26.xml"/><Relationship Id="rId5" Type="http://schemas.openxmlformats.org/officeDocument/2006/relationships/slide" Target="slide12.xml"/><Relationship Id="rId4" Type="http://schemas.openxmlformats.org/officeDocument/2006/relationships/slide" Target="slide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slide" Target="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7.xml"/><Relationship Id="rId4" Type="http://schemas.openxmlformats.org/officeDocument/2006/relationships/slide" Target="slid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5" Type="http://schemas.openxmlformats.org/officeDocument/2006/relationships/image" Target="../media/image2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7.xml"/><Relationship Id="rId7" Type="http://schemas.openxmlformats.org/officeDocument/2006/relationships/slide" Target="slide1.xml"/><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38.png"/><Relationship Id="rId4" Type="http://schemas.openxmlformats.org/officeDocument/2006/relationships/oleObject" Target="../embeddings/oleObject1.bin"/></Relationships>
</file>

<file path=ppt/slides/_rels/slide25.xml.rels><?xml version="1.0" encoding="UTF-8" standalone="yes"?>
<Relationships xmlns="http://schemas.openxmlformats.org/package/2006/relationships"><Relationship Id="rId2" Type="http://schemas.openxmlformats.org/officeDocument/2006/relationships/slide" Target="slide80.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1.xml"/><Relationship Id="rId1" Type="http://schemas.openxmlformats.org/officeDocument/2006/relationships/slideLayout" Target="../slideLayouts/slideLayout7.xml"/><Relationship Id="rId5" Type="http://schemas.openxmlformats.org/officeDocument/2006/relationships/image" Target="../media/image45.png"/><Relationship Id="rId4" Type="http://schemas.openxmlformats.org/officeDocument/2006/relationships/image" Target="../media/image4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6.xml"/><Relationship Id="rId1" Type="http://schemas.openxmlformats.org/officeDocument/2006/relationships/slideLayout" Target="../slideLayouts/slideLayout7.xml"/><Relationship Id="rId5" Type="http://schemas.openxmlformats.org/officeDocument/2006/relationships/slide" Target="slide1.xml"/><Relationship Id="rId4" Type="http://schemas.openxmlformats.org/officeDocument/2006/relationships/image" Target="../media/image4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slide" Target="slide65.xml"/><Relationship Id="rId2" Type="http://schemas.openxmlformats.org/officeDocument/2006/relationships/notesSlide" Target="../notesSlides/notesSlide40.xml"/><Relationship Id="rId1" Type="http://schemas.openxmlformats.org/officeDocument/2006/relationships/slideLayout" Target="../slideLayouts/slideLayout7.xml"/><Relationship Id="rId6" Type="http://schemas.openxmlformats.org/officeDocument/2006/relationships/slide" Target="slide1.xml"/><Relationship Id="rId5" Type="http://schemas.openxmlformats.org/officeDocument/2006/relationships/slide" Target="slide60.xml"/><Relationship Id="rId4" Type="http://schemas.openxmlformats.org/officeDocument/2006/relationships/slide" Target="slide7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slide" Target="slide59.xml"/><Relationship Id="rId5" Type="http://schemas.openxmlformats.org/officeDocument/2006/relationships/image" Target="../media/image48.png"/><Relationship Id="rId4" Type="http://schemas.openxmlformats.org/officeDocument/2006/relationships/oleObject" Target="../embeddings/oleObject3.bin"/></Relationships>
</file>

<file path=ppt/slides/_rels/slide6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slide" Target="slide59.xml"/><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DF475825-8149-4993-8459-4FBACFB6926E}"/>
              </a:ext>
            </a:extLst>
          </p:cNvPr>
          <p:cNvSpPr>
            <a:spLocks noGrp="1"/>
          </p:cNvSpPr>
          <p:nvPr>
            <p:ph type="title"/>
          </p:nvPr>
        </p:nvSpPr>
        <p:spPr>
          <a:xfrm>
            <a:off x="548615" y="-125470"/>
            <a:ext cx="8001000" cy="1027400"/>
          </a:xfrm>
        </p:spPr>
        <p:txBody>
          <a:bodyPr/>
          <a:lstStyle/>
          <a:p>
            <a:pPr algn="ctr" eaLnBrk="0" fontAlgn="base" hangingPunct="0">
              <a:spcAft>
                <a:spcPct val="0"/>
              </a:spcAft>
              <a:defRPr/>
            </a:pPr>
            <a:r>
              <a:rPr kumimoji="1" lang="zh-CN" altLang="en-US" sz="4800" b="1" dirty="0">
                <a:solidFill>
                  <a:srgbClr val="C00000"/>
                </a:solidFill>
                <a:effectLst>
                  <a:outerShdw blurRad="38100" dist="38100" dir="2700000" algn="tl">
                    <a:srgbClr val="000000"/>
                  </a:outerShdw>
                </a:effectLst>
                <a:ea typeface="楷体_GB2312" pitchFamily="49" charset="-122"/>
                <a:cs typeface="+mn-cs"/>
              </a:rPr>
              <a:t>第 </a:t>
            </a:r>
            <a:r>
              <a:rPr kumimoji="1" lang="en-US" altLang="zh-CN" sz="4800" b="1" dirty="0">
                <a:solidFill>
                  <a:srgbClr val="C00000"/>
                </a:solidFill>
                <a:effectLst>
                  <a:outerShdw blurRad="38100" dist="38100" dir="2700000" algn="tl">
                    <a:srgbClr val="000000"/>
                  </a:outerShdw>
                </a:effectLst>
                <a:ea typeface="楷体_GB2312" pitchFamily="49" charset="-122"/>
                <a:cs typeface="+mn-cs"/>
              </a:rPr>
              <a:t>8 </a:t>
            </a:r>
            <a:r>
              <a:rPr kumimoji="1" lang="zh-CN" altLang="en-US" sz="4800" b="1" dirty="0">
                <a:solidFill>
                  <a:srgbClr val="C00000"/>
                </a:solidFill>
                <a:effectLst>
                  <a:outerShdw blurRad="38100" dist="38100" dir="2700000" algn="tl">
                    <a:srgbClr val="000000"/>
                  </a:outerShdw>
                </a:effectLst>
                <a:ea typeface="楷体_GB2312" pitchFamily="49" charset="-122"/>
                <a:cs typeface="+mn-cs"/>
              </a:rPr>
              <a:t>章  虚 拟 内 存</a:t>
            </a:r>
          </a:p>
        </p:txBody>
      </p:sp>
      <p:sp>
        <p:nvSpPr>
          <p:cNvPr id="2" name="矩形 1">
            <a:extLst>
              <a:ext uri="{FF2B5EF4-FFF2-40B4-BE49-F238E27FC236}">
                <a16:creationId xmlns:a16="http://schemas.microsoft.com/office/drawing/2014/main" id="{006F2389-9443-49AA-9593-876FA3512032}"/>
              </a:ext>
            </a:extLst>
          </p:cNvPr>
          <p:cNvSpPr/>
          <p:nvPr/>
        </p:nvSpPr>
        <p:spPr>
          <a:xfrm>
            <a:off x="2520000" y="895064"/>
            <a:ext cx="2749471" cy="768031"/>
          </a:xfrm>
          <a:prstGeom prst="rect">
            <a:avLst/>
          </a:prstGeom>
        </p:spPr>
        <p:txBody>
          <a:bodyPr wrap="none">
            <a:spAutoFit/>
          </a:bodyPr>
          <a:lstStyle/>
          <a:p>
            <a:pPr marL="457200" indent="-457200">
              <a:lnSpc>
                <a:spcPct val="120000"/>
              </a:lnSpc>
              <a:spcBef>
                <a:spcPts val="600"/>
              </a:spcBef>
              <a:buClr>
                <a:schemeClr val="folHlink"/>
              </a:buClr>
              <a:buSzPct val="75000"/>
              <a:defRPr/>
            </a:pPr>
            <a:r>
              <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rPr>
              <a:t>8.1  </a:t>
            </a:r>
            <a:r>
              <a:rPr lang="zh-CN" altLang="en-US" sz="4000" dirty="0">
                <a:solidFill>
                  <a:srgbClr val="C00000"/>
                </a:solidFill>
                <a:effectLst>
                  <a:outerShdw blurRad="38100" dist="38100" dir="2700000" algn="tl">
                    <a:srgbClr val="000000"/>
                  </a:outerShdw>
                </a:effectLst>
                <a:latin typeface="Times New Roman" pitchFamily="18" charset="0"/>
                <a:ea typeface="楷体_GB2312" pitchFamily="49" charset="-122"/>
              </a:rPr>
              <a:t>背   景  </a:t>
            </a:r>
            <a:endPar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3" name="矩形 2">
            <a:hlinkClick r:id="rId3" action="ppaction://hlinksldjump"/>
            <a:extLst>
              <a:ext uri="{FF2B5EF4-FFF2-40B4-BE49-F238E27FC236}">
                <a16:creationId xmlns:a16="http://schemas.microsoft.com/office/drawing/2014/main" id="{3A1E538E-4FC1-495B-B8E8-C9E5758C6680}"/>
              </a:ext>
            </a:extLst>
          </p:cNvPr>
          <p:cNvSpPr/>
          <p:nvPr/>
        </p:nvSpPr>
        <p:spPr>
          <a:xfrm>
            <a:off x="2520000" y="1537676"/>
            <a:ext cx="4129825" cy="768031"/>
          </a:xfrm>
          <a:prstGeom prst="rect">
            <a:avLst/>
          </a:prstGeom>
        </p:spPr>
        <p:txBody>
          <a:bodyPr wrap="square">
            <a:spAutoFit/>
          </a:bodyPr>
          <a:lstStyle/>
          <a:p>
            <a:pPr marL="457200" indent="-457200">
              <a:lnSpc>
                <a:spcPct val="120000"/>
              </a:lnSpc>
              <a:spcBef>
                <a:spcPts val="600"/>
              </a:spcBef>
              <a:buClr>
                <a:schemeClr val="folHlink"/>
              </a:buClr>
              <a:buSzPct val="75000"/>
              <a:defRPr/>
            </a:pPr>
            <a:r>
              <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rPr>
              <a:t>8.2  </a:t>
            </a:r>
            <a:r>
              <a:rPr lang="zh-CN" altLang="en-US" sz="4000" dirty="0">
                <a:solidFill>
                  <a:srgbClr val="C00000"/>
                </a:solidFill>
                <a:effectLst>
                  <a:outerShdw blurRad="38100" dist="38100" dir="2700000" algn="tl">
                    <a:srgbClr val="000000"/>
                  </a:outerShdw>
                </a:effectLst>
                <a:latin typeface="Times New Roman" pitchFamily="18" charset="0"/>
                <a:ea typeface="楷体_GB2312" pitchFamily="49" charset="-122"/>
              </a:rPr>
              <a:t>请求调页</a:t>
            </a:r>
            <a:endPar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8" name="矩形 7">
            <a:hlinkClick r:id="rId4" action="ppaction://hlinksldjump"/>
            <a:extLst>
              <a:ext uri="{FF2B5EF4-FFF2-40B4-BE49-F238E27FC236}">
                <a16:creationId xmlns:a16="http://schemas.microsoft.com/office/drawing/2014/main" id="{3B13801B-E251-4A49-8E4D-FF454E8ED73E}"/>
              </a:ext>
            </a:extLst>
          </p:cNvPr>
          <p:cNvSpPr/>
          <p:nvPr/>
        </p:nvSpPr>
        <p:spPr>
          <a:xfrm>
            <a:off x="2520000" y="2204509"/>
            <a:ext cx="3220753" cy="768031"/>
          </a:xfrm>
          <a:prstGeom prst="rect">
            <a:avLst/>
          </a:prstGeom>
        </p:spPr>
        <p:txBody>
          <a:bodyPr wrap="none">
            <a:spAutoFit/>
          </a:bodyPr>
          <a:lstStyle/>
          <a:p>
            <a:pPr marL="457200" indent="-457200">
              <a:lnSpc>
                <a:spcPct val="120000"/>
              </a:lnSpc>
              <a:spcBef>
                <a:spcPts val="600"/>
              </a:spcBef>
              <a:buClr>
                <a:schemeClr val="folHlink"/>
              </a:buClr>
              <a:buSzPct val="75000"/>
              <a:defRPr/>
            </a:pPr>
            <a:r>
              <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rPr>
              <a:t>8.3  </a:t>
            </a:r>
            <a:r>
              <a:rPr lang="zh-CN" altLang="en-US" sz="4000" dirty="0">
                <a:solidFill>
                  <a:srgbClr val="C00000"/>
                </a:solidFill>
                <a:effectLst>
                  <a:outerShdw blurRad="38100" dist="38100" dir="2700000" algn="tl">
                    <a:srgbClr val="000000"/>
                  </a:outerShdw>
                </a:effectLst>
                <a:latin typeface="Times New Roman" pitchFamily="18" charset="0"/>
                <a:ea typeface="楷体_GB2312" pitchFamily="49" charset="-122"/>
              </a:rPr>
              <a:t>写时复制</a:t>
            </a:r>
            <a:endPar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9" name="矩形 8">
            <a:hlinkClick r:id="rId5" action="ppaction://hlinksldjump"/>
            <a:extLst>
              <a:ext uri="{FF2B5EF4-FFF2-40B4-BE49-F238E27FC236}">
                <a16:creationId xmlns:a16="http://schemas.microsoft.com/office/drawing/2014/main" id="{CAB53D24-D1A8-4642-9C5A-5632175D6ADF}"/>
              </a:ext>
            </a:extLst>
          </p:cNvPr>
          <p:cNvSpPr/>
          <p:nvPr/>
        </p:nvSpPr>
        <p:spPr>
          <a:xfrm>
            <a:off x="2520000" y="2939124"/>
            <a:ext cx="3849937" cy="768031"/>
          </a:xfrm>
          <a:prstGeom prst="rect">
            <a:avLst/>
          </a:prstGeom>
        </p:spPr>
        <p:txBody>
          <a:bodyPr wrap="square">
            <a:spAutoFit/>
          </a:bodyPr>
          <a:lstStyle/>
          <a:p>
            <a:pPr marL="457200" indent="-457200">
              <a:lnSpc>
                <a:spcPct val="120000"/>
              </a:lnSpc>
              <a:spcBef>
                <a:spcPts val="600"/>
              </a:spcBef>
              <a:buClr>
                <a:schemeClr val="folHlink"/>
              </a:buClr>
              <a:buSzPct val="75000"/>
              <a:defRPr/>
            </a:pPr>
            <a:r>
              <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rPr>
              <a:t>8.4  </a:t>
            </a:r>
            <a:r>
              <a:rPr lang="zh-CN" altLang="en-US" sz="4000" dirty="0">
                <a:solidFill>
                  <a:srgbClr val="C00000"/>
                </a:solidFill>
                <a:effectLst>
                  <a:outerShdw blurRad="38100" dist="38100" dir="2700000" algn="tl">
                    <a:srgbClr val="000000"/>
                  </a:outerShdw>
                </a:effectLst>
                <a:latin typeface="Times New Roman" pitchFamily="18" charset="0"/>
                <a:ea typeface="楷体_GB2312" pitchFamily="49" charset="-122"/>
              </a:rPr>
              <a:t>页面置换</a:t>
            </a:r>
            <a:endPar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10" name="矩形 9">
            <a:hlinkClick r:id="rId6" action="ppaction://hlinksldjump"/>
            <a:extLst>
              <a:ext uri="{FF2B5EF4-FFF2-40B4-BE49-F238E27FC236}">
                <a16:creationId xmlns:a16="http://schemas.microsoft.com/office/drawing/2014/main" id="{B492DFE0-8D9F-4CA3-AFFE-2F5918279158}"/>
              </a:ext>
            </a:extLst>
          </p:cNvPr>
          <p:cNvSpPr/>
          <p:nvPr/>
        </p:nvSpPr>
        <p:spPr>
          <a:xfrm>
            <a:off x="2520000" y="3639373"/>
            <a:ext cx="6353906" cy="768031"/>
          </a:xfrm>
          <a:prstGeom prst="rect">
            <a:avLst/>
          </a:prstGeom>
        </p:spPr>
        <p:txBody>
          <a:bodyPr wrap="square">
            <a:spAutoFit/>
          </a:bodyPr>
          <a:lstStyle/>
          <a:p>
            <a:pPr marL="457200" indent="-457200">
              <a:lnSpc>
                <a:spcPct val="120000"/>
              </a:lnSpc>
              <a:spcBef>
                <a:spcPts val="600"/>
              </a:spcBef>
              <a:buClr>
                <a:schemeClr val="folHlink"/>
              </a:buClr>
              <a:buSzPct val="75000"/>
              <a:defRPr/>
            </a:pPr>
            <a:r>
              <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rPr>
              <a:t>8.5  </a:t>
            </a:r>
            <a:r>
              <a:rPr lang="zh-CN" altLang="en-US" sz="4000" dirty="0">
                <a:solidFill>
                  <a:srgbClr val="C00000"/>
                </a:solidFill>
                <a:effectLst>
                  <a:outerShdw blurRad="38100" dist="38100" dir="2700000" algn="tl">
                    <a:srgbClr val="000000"/>
                  </a:outerShdw>
                </a:effectLst>
                <a:latin typeface="Times New Roman" pitchFamily="18" charset="0"/>
                <a:ea typeface="楷体_GB2312" pitchFamily="49" charset="-122"/>
              </a:rPr>
              <a:t>请求页式的设计问题</a:t>
            </a:r>
            <a:endPar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11" name="矩形 10">
            <a:hlinkClick r:id="rId7" action="ppaction://hlinksldjump"/>
            <a:extLst>
              <a:ext uri="{FF2B5EF4-FFF2-40B4-BE49-F238E27FC236}">
                <a16:creationId xmlns:a16="http://schemas.microsoft.com/office/drawing/2014/main" id="{808A8F6C-B28E-4BF6-9A83-326E33CB1B7B}"/>
              </a:ext>
            </a:extLst>
          </p:cNvPr>
          <p:cNvSpPr/>
          <p:nvPr/>
        </p:nvSpPr>
        <p:spPr>
          <a:xfrm>
            <a:off x="2520000" y="5136767"/>
            <a:ext cx="4214057" cy="768031"/>
          </a:xfrm>
          <a:prstGeom prst="rect">
            <a:avLst/>
          </a:prstGeom>
        </p:spPr>
        <p:txBody>
          <a:bodyPr wrap="square">
            <a:spAutoFit/>
          </a:bodyPr>
          <a:lstStyle/>
          <a:p>
            <a:pPr marL="457200" indent="-457200">
              <a:lnSpc>
                <a:spcPct val="120000"/>
              </a:lnSpc>
              <a:spcBef>
                <a:spcPts val="600"/>
              </a:spcBef>
              <a:buClr>
                <a:schemeClr val="folHlink"/>
              </a:buClr>
              <a:buSzPct val="75000"/>
              <a:defRPr/>
            </a:pPr>
            <a:r>
              <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rPr>
              <a:t>8.7  </a:t>
            </a:r>
            <a:r>
              <a:rPr lang="zh-CN" altLang="en-US" sz="4000" dirty="0">
                <a:solidFill>
                  <a:srgbClr val="C00000"/>
                </a:solidFill>
                <a:effectLst>
                  <a:outerShdw blurRad="38100" dist="38100" dir="2700000" algn="tl">
                    <a:srgbClr val="000000"/>
                  </a:outerShdw>
                </a:effectLst>
                <a:latin typeface="Times New Roman" pitchFamily="18" charset="0"/>
                <a:ea typeface="楷体_GB2312" pitchFamily="49" charset="-122"/>
              </a:rPr>
              <a:t>操作系统例子</a:t>
            </a:r>
            <a:endPar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12" name="矩形 11">
            <a:hlinkClick r:id="rId8" action="ppaction://hlinksldjump"/>
            <a:extLst>
              <a:ext uri="{FF2B5EF4-FFF2-40B4-BE49-F238E27FC236}">
                <a16:creationId xmlns:a16="http://schemas.microsoft.com/office/drawing/2014/main" id="{D0580921-9058-4EF0-9760-F8E452432ECB}"/>
              </a:ext>
            </a:extLst>
          </p:cNvPr>
          <p:cNvSpPr/>
          <p:nvPr/>
        </p:nvSpPr>
        <p:spPr>
          <a:xfrm>
            <a:off x="2520000" y="4373033"/>
            <a:ext cx="4214057" cy="768031"/>
          </a:xfrm>
          <a:prstGeom prst="rect">
            <a:avLst/>
          </a:prstGeom>
        </p:spPr>
        <p:txBody>
          <a:bodyPr wrap="square">
            <a:spAutoFit/>
          </a:bodyPr>
          <a:lstStyle/>
          <a:p>
            <a:pPr marL="457200" indent="-457200">
              <a:lnSpc>
                <a:spcPct val="120000"/>
              </a:lnSpc>
              <a:spcBef>
                <a:spcPts val="600"/>
              </a:spcBef>
              <a:buClr>
                <a:schemeClr val="folHlink"/>
              </a:buClr>
              <a:buSzPct val="75000"/>
              <a:defRPr/>
            </a:pPr>
            <a:r>
              <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rPr>
              <a:t>8.6  </a:t>
            </a:r>
            <a:r>
              <a:rPr lang="zh-CN" altLang="en-US" sz="4000" dirty="0">
                <a:solidFill>
                  <a:srgbClr val="C00000"/>
                </a:solidFill>
                <a:effectLst>
                  <a:outerShdw blurRad="38100" dist="38100" dir="2700000" algn="tl">
                    <a:srgbClr val="000000"/>
                  </a:outerShdw>
                </a:effectLst>
                <a:latin typeface="Times New Roman" pitchFamily="18" charset="0"/>
                <a:ea typeface="楷体_GB2312" pitchFamily="49" charset="-122"/>
              </a:rPr>
              <a:t>内存映射文件</a:t>
            </a:r>
            <a:endParaRPr lang="en-US" altLang="zh-CN" sz="40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13" name="日期占位符 1">
            <a:extLst>
              <a:ext uri="{FF2B5EF4-FFF2-40B4-BE49-F238E27FC236}">
                <a16:creationId xmlns:a16="http://schemas.microsoft.com/office/drawing/2014/main" id="{A3D73B32-9CCC-4CD3-A2AE-5F466CAA8231}"/>
              </a:ext>
            </a:extLst>
          </p:cNvPr>
          <p:cNvSpPr txBox="1">
            <a:spLocks/>
          </p:cNvSpPr>
          <p:nvPr/>
        </p:nvSpPr>
        <p:spPr bwMode="auto">
          <a:xfrm>
            <a:off x="0" y="6400800"/>
            <a:ext cx="3779912"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defPPr>
              <a:defRPr lang="zh-CN"/>
            </a:defPPr>
            <a:lvl1pPr algn="l" rtl="0" eaLnBrk="0" fontAlgn="base" hangingPunct="0">
              <a:lnSpc>
                <a:spcPct val="100000"/>
              </a:lnSpc>
              <a:spcBef>
                <a:spcPct val="0"/>
              </a:spcBef>
              <a:spcAft>
                <a:spcPct val="0"/>
              </a:spcAft>
              <a:buClrTx/>
              <a:buSzTx/>
              <a:buFontTx/>
              <a:buNone/>
              <a:defRPr kumimoji="1" sz="1400" b="0" kern="1200">
                <a:solidFill>
                  <a:schemeClr val="tx1"/>
                </a:solidFill>
                <a:effectLst/>
                <a:latin typeface="+mn-lt"/>
                <a:ea typeface="宋体" panose="02010600030101010101" pitchFamily="2" charset="-122"/>
                <a:cs typeface="+mn-cs"/>
              </a:defRPr>
            </a:lvl1pPr>
            <a:lvl2pPr marL="4572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9pPr>
          </a:lstStyle>
          <a:p>
            <a:pPr eaLnBrk="1" hangingPunct="1">
              <a:defRPr/>
            </a:pPr>
            <a:r>
              <a:rPr lang="zh-CN" altLang="en-US" sz="1800" b="1" dirty="0" smtClean="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大连海事大学  计算机系  史一民</a:t>
            </a:r>
            <a:endParaRPr lang="en-US" altLang="zh-CN" sz="1800" b="1" dirty="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153871781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ABD3B11-121E-45E2-AA08-9C49B167550E}"/>
              </a:ext>
            </a:extLst>
          </p:cNvPr>
          <p:cNvSpPr>
            <a:spLocks noGrp="1"/>
          </p:cNvSpPr>
          <p:nvPr>
            <p:ph type="dt" sz="half" idx="10"/>
          </p:nvPr>
        </p:nvSpPr>
        <p:spPr/>
        <p:txBody>
          <a:bodyPr/>
          <a:lstStyle/>
          <a:p>
            <a:pPr>
              <a:defRPr/>
            </a:pPr>
            <a:fld id="{0F3703A3-1889-4D5A-B002-82B1611E7DF6}" type="datetime1">
              <a:rPr lang="zh-CN" altLang="en-US" smtClean="0"/>
              <a:pPr>
                <a:defRPr/>
              </a:pPr>
              <a:t>2024/11/24</a:t>
            </a:fld>
            <a:endParaRPr lang="en-US" altLang="zh-CN"/>
          </a:p>
        </p:txBody>
      </p:sp>
      <p:sp>
        <p:nvSpPr>
          <p:cNvPr id="3" name="灯片编号占位符 2">
            <a:extLst>
              <a:ext uri="{FF2B5EF4-FFF2-40B4-BE49-F238E27FC236}">
                <a16:creationId xmlns:a16="http://schemas.microsoft.com/office/drawing/2014/main" id="{9829EAE8-507A-474A-8095-D60E546A9EA3}"/>
              </a:ext>
            </a:extLst>
          </p:cNvPr>
          <p:cNvSpPr>
            <a:spLocks noGrp="1"/>
          </p:cNvSpPr>
          <p:nvPr>
            <p:ph type="sldNum" sz="quarter" idx="12"/>
          </p:nvPr>
        </p:nvSpPr>
        <p:spPr/>
        <p:txBody>
          <a:bodyPr/>
          <a:lstStyle/>
          <a:p>
            <a:pPr>
              <a:defRPr/>
            </a:pPr>
            <a:r>
              <a:rPr lang="zh-CN" altLang="en-US"/>
              <a:t>第 </a:t>
            </a:r>
            <a:fld id="{AA9BF305-28BD-41C0-8AA3-BF5601F9D25F}" type="slidenum">
              <a:rPr lang="zh-CN" altLang="en-US" smtClean="0"/>
              <a:pPr>
                <a:defRPr/>
              </a:pPr>
              <a:t>2</a:t>
            </a:fld>
            <a:r>
              <a:rPr lang="zh-CN" altLang="en-US"/>
              <a:t> 页</a:t>
            </a:r>
          </a:p>
        </p:txBody>
      </p:sp>
      <p:sp>
        <p:nvSpPr>
          <p:cNvPr id="4" name="矩形 3">
            <a:extLst>
              <a:ext uri="{FF2B5EF4-FFF2-40B4-BE49-F238E27FC236}">
                <a16:creationId xmlns:a16="http://schemas.microsoft.com/office/drawing/2014/main" id="{00949CBE-78F8-4FEB-AD36-061A98E757AE}"/>
              </a:ext>
            </a:extLst>
          </p:cNvPr>
          <p:cNvSpPr/>
          <p:nvPr/>
        </p:nvSpPr>
        <p:spPr>
          <a:xfrm>
            <a:off x="3261385" y="0"/>
            <a:ext cx="2864887" cy="835613"/>
          </a:xfrm>
          <a:prstGeom prst="rect">
            <a:avLst/>
          </a:prstGeom>
        </p:spPr>
        <p:txBody>
          <a:bodyPr wrap="none">
            <a:spAutoFit/>
          </a:bodyPr>
          <a:lstStyle/>
          <a:p>
            <a:pPr marL="457200" indent="-457200">
              <a:lnSpc>
                <a:spcPct val="120000"/>
              </a:lnSpc>
              <a:spcBef>
                <a:spcPts val="600"/>
              </a:spcBef>
              <a:buClr>
                <a:schemeClr val="folHlink"/>
              </a:buClr>
              <a:buSzPct val="75000"/>
              <a:defRPr/>
            </a:pPr>
            <a:r>
              <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rPr>
              <a:t>8.1 </a:t>
            </a:r>
            <a:r>
              <a:rPr lang="zh-CN" altLang="en-US" sz="4400" dirty="0">
                <a:solidFill>
                  <a:srgbClr val="C00000"/>
                </a:solidFill>
                <a:effectLst>
                  <a:outerShdw blurRad="38100" dist="38100" dir="2700000" algn="tl">
                    <a:srgbClr val="000000"/>
                  </a:outerShdw>
                </a:effectLst>
                <a:latin typeface="Times New Roman" pitchFamily="18" charset="0"/>
                <a:ea typeface="楷体_GB2312" pitchFamily="49" charset="-122"/>
              </a:rPr>
              <a:t>背   景  </a:t>
            </a:r>
            <a:endPar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5" name="Text Box 4">
            <a:extLst>
              <a:ext uri="{FF2B5EF4-FFF2-40B4-BE49-F238E27FC236}">
                <a16:creationId xmlns:a16="http://schemas.microsoft.com/office/drawing/2014/main" id="{943C7427-0DC6-4EC7-A4A2-BE217ABBF0C7}"/>
              </a:ext>
            </a:extLst>
          </p:cNvPr>
          <p:cNvSpPr txBox="1">
            <a:spLocks noChangeArrowheads="1"/>
          </p:cNvSpPr>
          <p:nvPr/>
        </p:nvSpPr>
        <p:spPr bwMode="auto">
          <a:xfrm>
            <a:off x="179512" y="1484784"/>
            <a:ext cx="8638051"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74650" indent="-374650">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831850" indent="-3746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55600" lvl="2" indent="-355600" defTabSz="355600">
              <a:lnSpc>
                <a:spcPct val="90000"/>
              </a:lnSpc>
              <a:spcBef>
                <a:spcPct val="0"/>
              </a:spcBef>
              <a:buClr>
                <a:schemeClr val="bg1"/>
              </a:buClr>
              <a:buSzPct val="80000"/>
              <a:buFont typeface="Wingdings" panose="05000000000000000000" pitchFamily="2" charset="2"/>
              <a:buChar char="n"/>
              <a:tabLst>
                <a:tab pos="3851275" algn="l"/>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覆盖</a:t>
            </a:r>
            <a:endParaRPr lang="en-US" altLang="zh-CN" sz="3600" dirty="0">
              <a:solidFill>
                <a:schemeClr val="bg1"/>
              </a:solidFill>
              <a:effectLst>
                <a:outerShdw blurRad="38100" dist="38100" dir="2700000" algn="tl">
                  <a:srgbClr val="000000"/>
                </a:outerShdw>
              </a:effectLst>
              <a:latin typeface="+mj-lt"/>
              <a:ea typeface="楷体" panose="02010609060101010101" pitchFamily="49" charset="-122"/>
            </a:endParaRPr>
          </a:p>
          <a:p>
            <a:pPr marL="812800" lvl="3" indent="-355600" defTabSz="355600">
              <a:lnSpc>
                <a:spcPct val="90000"/>
              </a:lnSpc>
              <a:spcBef>
                <a:spcPct val="0"/>
              </a:spcBef>
              <a:buClr>
                <a:schemeClr val="bg2"/>
              </a:buClr>
              <a:buSzPct val="70000"/>
              <a:buFont typeface="Wingdings" panose="05000000000000000000" pitchFamily="2" charset="2"/>
              <a:buChar char="n"/>
              <a:tabLst>
                <a:tab pos="3851275" algn="l"/>
              </a:tabLst>
              <a:defRPr/>
            </a:pPr>
            <a:r>
              <a:rPr lang="zh-CN" altLang="en-US" sz="3200" dirty="0">
                <a:solidFill>
                  <a:schemeClr val="bg2"/>
                </a:solidFill>
                <a:effectLst>
                  <a:outerShdw blurRad="38100" dist="38100" dir="2700000" algn="tl">
                    <a:srgbClr val="000000">
                      <a:alpha val="43137"/>
                    </a:srgbClr>
                  </a:outerShdw>
                </a:effectLst>
                <a:ea typeface="楷体" panose="02010609060101010101" pitchFamily="49" charset="-122"/>
              </a:rPr>
              <a:t>程序员划分程序的功能模块，并确定模块间的覆盖关系，增加了程序员的负担</a:t>
            </a:r>
            <a:r>
              <a:rPr lang="en-US" altLang="zh-CN" sz="3200" dirty="0">
                <a:solidFill>
                  <a:schemeClr val="bg2"/>
                </a:solidFill>
                <a:effectLst>
                  <a:outerShdw blurRad="38100" dist="38100" dir="2700000" algn="tl">
                    <a:srgbClr val="000000">
                      <a:alpha val="43137"/>
                    </a:srgbClr>
                  </a:outerShdw>
                </a:effectLst>
                <a:ea typeface="楷体" panose="02010609060101010101" pitchFamily="49" charset="-122"/>
              </a:rPr>
              <a:t>;</a:t>
            </a:r>
          </a:p>
          <a:p>
            <a:pPr marL="355600" lvl="2" indent="-355600" defTabSz="355600">
              <a:lnSpc>
                <a:spcPct val="90000"/>
              </a:lnSpc>
              <a:spcBef>
                <a:spcPct val="0"/>
              </a:spcBef>
              <a:buClr>
                <a:schemeClr val="bg1"/>
              </a:buClr>
              <a:buSzPct val="80000"/>
              <a:buFont typeface="Wingdings" panose="05000000000000000000" pitchFamily="2" charset="2"/>
              <a:buChar char="n"/>
              <a:tabLst>
                <a:tab pos="3851275" algn="l"/>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交换</a:t>
            </a:r>
            <a:endParaRPr lang="en-US" altLang="zh-CN" sz="3600" dirty="0">
              <a:solidFill>
                <a:schemeClr val="bg1"/>
              </a:solidFill>
              <a:effectLst>
                <a:outerShdw blurRad="38100" dist="38100" dir="2700000" algn="tl">
                  <a:srgbClr val="000000"/>
                </a:outerShdw>
              </a:effectLst>
              <a:latin typeface="+mj-lt"/>
              <a:ea typeface="楷体" panose="02010609060101010101" pitchFamily="49" charset="-122"/>
            </a:endParaRPr>
          </a:p>
          <a:p>
            <a:pPr marL="812800" lvl="3" indent="-355600" defTabSz="355600">
              <a:lnSpc>
                <a:spcPct val="90000"/>
              </a:lnSpc>
              <a:spcBef>
                <a:spcPct val="0"/>
              </a:spcBef>
              <a:buClr>
                <a:schemeClr val="bg2"/>
              </a:buClr>
              <a:buSzPct val="70000"/>
              <a:buFont typeface="Wingdings" panose="05000000000000000000" pitchFamily="2" charset="2"/>
              <a:buChar char="n"/>
              <a:tabLst>
                <a:tab pos="3851275" algn="l"/>
              </a:tabLst>
              <a:defRPr/>
            </a:pPr>
            <a:r>
              <a:rPr lang="zh-CN" altLang="en-US" sz="3200" dirty="0">
                <a:solidFill>
                  <a:schemeClr val="bg2"/>
                </a:solidFill>
                <a:effectLst>
                  <a:outerShdw blurRad="38100" dist="38100" dir="2700000" algn="tl">
                    <a:srgbClr val="000000">
                      <a:alpha val="43137"/>
                    </a:srgbClr>
                  </a:outerShdw>
                </a:effectLst>
                <a:ea typeface="楷体" panose="02010609060101010101" pitchFamily="49" charset="-122"/>
              </a:rPr>
              <a:t>以进程作为交换的单位，进程的整个地址空间换进换出，增加了处理器的开销。</a:t>
            </a:r>
          </a:p>
        </p:txBody>
      </p:sp>
      <p:sp>
        <p:nvSpPr>
          <p:cNvPr id="6"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87243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20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fade">
                                      <p:cBhvr>
                                        <p:cTn id="17" dur="20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2000"/>
                                        <p:tgtEl>
                                          <p:spTgt spid="5">
                                            <p:txEl>
                                              <p:pRg st="3" end="3"/>
                                            </p:txEl>
                                          </p:spTgt>
                                        </p:tgtEl>
                                      </p:cBhvr>
                                    </p:animEffect>
                                  </p:childTnLst>
                                </p:cTn>
                              </p:par>
                            </p:childTnLst>
                          </p:cTn>
                        </p:par>
                        <p:par>
                          <p:cTn id="23" fill="hold">
                            <p:stCondLst>
                              <p:cond delay="2000"/>
                            </p:stCondLst>
                            <p:childTnLst>
                              <p:par>
                                <p:cTn id="24" presetID="2" presetClass="entr" presetSubtype="6"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1+#ppt_w/2"/>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EAE363BA-A346-47EB-830A-0E7443936B62}"/>
              </a:ext>
            </a:extLst>
          </p:cNvPr>
          <p:cNvSpPr>
            <a:spLocks noGrp="1"/>
          </p:cNvSpPr>
          <p:nvPr>
            <p:ph type="sldNum" sz="quarter" idx="12"/>
          </p:nvPr>
        </p:nvSpPr>
        <p:spPr/>
        <p:txBody>
          <a:bodyPr/>
          <a:lstStyle/>
          <a:p>
            <a:pPr>
              <a:defRPr/>
            </a:pPr>
            <a:r>
              <a:rPr lang="zh-CN" altLang="en-US"/>
              <a:t>第 </a:t>
            </a:r>
            <a:fld id="{AA9BF305-28BD-41C0-8AA3-BF5601F9D25F}" type="slidenum">
              <a:rPr lang="zh-CN" altLang="en-US" smtClean="0"/>
              <a:pPr>
                <a:defRPr/>
              </a:pPr>
              <a:t>3</a:t>
            </a:fld>
            <a:r>
              <a:rPr lang="zh-CN" altLang="en-US"/>
              <a:t> 页</a:t>
            </a:r>
          </a:p>
        </p:txBody>
      </p:sp>
      <p:sp>
        <p:nvSpPr>
          <p:cNvPr id="4" name="矩形 3">
            <a:extLst>
              <a:ext uri="{FF2B5EF4-FFF2-40B4-BE49-F238E27FC236}">
                <a16:creationId xmlns:a16="http://schemas.microsoft.com/office/drawing/2014/main" id="{17958244-58EB-4F18-B537-4A4A7E4628F0}"/>
              </a:ext>
            </a:extLst>
          </p:cNvPr>
          <p:cNvSpPr/>
          <p:nvPr/>
        </p:nvSpPr>
        <p:spPr>
          <a:xfrm>
            <a:off x="-1421" y="1697580"/>
            <a:ext cx="8892480" cy="5133713"/>
          </a:xfrm>
          <a:prstGeom prst="rect">
            <a:avLst/>
          </a:prstGeom>
        </p:spPr>
        <p:txBody>
          <a:bodyPr wrap="square">
            <a:spAutoFit/>
          </a:bodyPr>
          <a:lstStyle/>
          <a:p>
            <a:pPr marL="355600" lvl="2" indent="-355600" defTabSz="355600">
              <a:lnSpc>
                <a:spcPct val="90000"/>
              </a:lnSpc>
              <a:buClr>
                <a:schemeClr val="bg1"/>
              </a:buClr>
              <a:buSzPct val="80000"/>
              <a:buFont typeface="Wingdings" panose="05000000000000000000" pitchFamily="2" charset="2"/>
              <a:buChar char="n"/>
              <a:tabLst>
                <a:tab pos="3851275" algn="l"/>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请求调页</a:t>
            </a:r>
            <a:r>
              <a:rPr lang="en-US" altLang="zh-CN" sz="2800" dirty="0">
                <a:solidFill>
                  <a:schemeClr val="bg1"/>
                </a:solidFill>
                <a:effectLst>
                  <a:outerShdw blurRad="38100" dist="38100" dir="2700000" algn="tl">
                    <a:srgbClr val="000000"/>
                  </a:outerShdw>
                </a:effectLst>
                <a:latin typeface="+mj-lt"/>
                <a:ea typeface="楷体" panose="02010609060101010101" pitchFamily="49" charset="-122"/>
              </a:rPr>
              <a:t>（Demand paging </a:t>
            </a:r>
            <a:r>
              <a:rPr lang="zh-CN" altLang="en-US" sz="2800" dirty="0">
                <a:solidFill>
                  <a:schemeClr val="bg1"/>
                </a:solidFill>
                <a:effectLst>
                  <a:outerShdw blurRad="38100" dist="38100" dir="2700000" algn="tl">
                    <a:srgbClr val="000000"/>
                  </a:outerShdw>
                </a:effectLst>
                <a:latin typeface="+mj-lt"/>
                <a:ea typeface="楷体" panose="02010609060101010101" pitchFamily="49" charset="-122"/>
              </a:rPr>
              <a:t>）</a:t>
            </a:r>
            <a:endParaRPr lang="en-US" altLang="zh-CN" sz="2800" dirty="0">
              <a:solidFill>
                <a:schemeClr val="bg1"/>
              </a:solidFill>
              <a:effectLst>
                <a:outerShdw blurRad="38100" dist="38100" dir="2700000" algn="tl">
                  <a:srgbClr val="000000"/>
                </a:outerShdw>
              </a:effectLst>
              <a:latin typeface="+mj-lt"/>
              <a:ea typeface="楷体" panose="02010609060101010101" pitchFamily="49" charset="-122"/>
            </a:endParaRPr>
          </a:p>
          <a:p>
            <a:pPr marL="812800" lvl="3" indent="-355600" defTabSz="355600">
              <a:lnSpc>
                <a:spcPct val="90000"/>
              </a:lnSpc>
              <a:buClr>
                <a:schemeClr val="bg2"/>
              </a:buClr>
              <a:buSzPct val="70000"/>
              <a:buFont typeface="Wingdings" panose="05000000000000000000" pitchFamily="2" charset="2"/>
              <a:buChar char="n"/>
              <a:tabLst>
                <a:tab pos="3851275" algn="l"/>
              </a:tabLst>
              <a:defRPr/>
            </a:pP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访问的逻辑页不在内存，发出缺页中断。</a:t>
            </a:r>
          </a:p>
          <a:p>
            <a:pPr marL="812800" lvl="3" indent="-355600" defTabSz="355600">
              <a:lnSpc>
                <a:spcPct val="90000"/>
              </a:lnSpc>
              <a:buClr>
                <a:schemeClr val="bg2"/>
              </a:buClr>
              <a:buSzPct val="70000"/>
              <a:buFont typeface="Wingdings" panose="05000000000000000000" pitchFamily="2" charset="2"/>
              <a:buChar char="n"/>
              <a:tabLst>
                <a:tab pos="3851275" algn="l"/>
              </a:tabLst>
              <a:defRPr/>
            </a:pP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优点：容易实现。</a:t>
            </a:r>
          </a:p>
          <a:p>
            <a:pPr marL="812800" lvl="3" indent="-355600" defTabSz="355600">
              <a:lnSpc>
                <a:spcPct val="90000"/>
              </a:lnSpc>
              <a:buClr>
                <a:schemeClr val="bg2"/>
              </a:buClr>
              <a:buSzPct val="70000"/>
              <a:buFont typeface="Wingdings" panose="05000000000000000000" pitchFamily="2" charset="2"/>
              <a:buChar char="n"/>
              <a:tabLst>
                <a:tab pos="3851275" algn="l"/>
              </a:tabLst>
              <a:defRPr/>
            </a:pP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缺点：对外存</a:t>
            </a:r>
            <a:r>
              <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I/O</a:t>
            </a: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次数多，开销较大</a:t>
            </a:r>
          </a:p>
          <a:p>
            <a:pPr marL="355600" lvl="2" indent="-355600" defTabSz="355600">
              <a:lnSpc>
                <a:spcPct val="90000"/>
              </a:lnSpc>
              <a:buSzPct val="80000"/>
              <a:buFont typeface="Wingdings" panose="05000000000000000000" pitchFamily="2" charset="2"/>
              <a:buChar char="n"/>
              <a:tabLst>
                <a:tab pos="3851275" algn="l"/>
              </a:tabLst>
              <a:defRPr/>
            </a:pPr>
            <a:r>
              <a:rPr lang="zh-CN" altLang="en-US" sz="3600" dirty="0">
                <a:solidFill>
                  <a:schemeClr val="bg2"/>
                </a:solidFill>
                <a:effectLst>
                  <a:outerShdw blurRad="38100" dist="38100" dir="2700000" algn="tl">
                    <a:srgbClr val="000000"/>
                  </a:outerShdw>
                </a:effectLst>
                <a:latin typeface="+mj-lt"/>
                <a:ea typeface="楷体" panose="02010609060101010101" pitchFamily="49" charset="-122"/>
              </a:rPr>
              <a:t>预调页</a:t>
            </a:r>
            <a:endParaRPr lang="en-US" altLang="zh-CN" sz="3600" dirty="0">
              <a:solidFill>
                <a:schemeClr val="bg2"/>
              </a:solidFill>
              <a:effectLst>
                <a:outerShdw blurRad="38100" dist="38100" dir="2700000" algn="tl">
                  <a:srgbClr val="000000"/>
                </a:outerShdw>
              </a:effectLst>
              <a:latin typeface="+mj-lt"/>
              <a:ea typeface="楷体" panose="02010609060101010101" pitchFamily="49" charset="-122"/>
            </a:endParaRPr>
          </a:p>
          <a:p>
            <a:pPr marL="812800" lvl="3" indent="-355600" defTabSz="355600">
              <a:lnSpc>
                <a:spcPct val="90000"/>
              </a:lnSpc>
              <a:buClr>
                <a:schemeClr val="bg2"/>
              </a:buClr>
              <a:buSzPct val="70000"/>
              <a:buFont typeface="Wingdings" panose="05000000000000000000" pitchFamily="2" charset="2"/>
              <a:buChar char="n"/>
              <a:tabLst>
                <a:tab pos="3851275" algn="l"/>
              </a:tabLst>
              <a:defRPr/>
            </a:pP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对在外存中的页进行调入顺序计算，并按此调入调出。</a:t>
            </a:r>
          </a:p>
          <a:p>
            <a:pPr marL="812800" lvl="3" indent="-355600" defTabSz="355600">
              <a:lnSpc>
                <a:spcPct val="90000"/>
              </a:lnSpc>
              <a:buClr>
                <a:schemeClr val="bg2"/>
              </a:buClr>
              <a:buSzPct val="70000"/>
              <a:buFont typeface="Wingdings" panose="05000000000000000000" pitchFamily="2" charset="2"/>
              <a:buChar char="n"/>
              <a:tabLst>
                <a:tab pos="3851275" algn="l"/>
              </a:tabLst>
              <a:defRPr/>
            </a:pP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优点：提高调页的</a:t>
            </a:r>
            <a:r>
              <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I/O</a:t>
            </a: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效率。</a:t>
            </a:r>
          </a:p>
          <a:p>
            <a:pPr marL="812800" lvl="3" indent="-355600" defTabSz="355600">
              <a:lnSpc>
                <a:spcPct val="90000"/>
              </a:lnSpc>
              <a:buClr>
                <a:schemeClr val="bg2"/>
              </a:buClr>
              <a:buSzPct val="70000"/>
              <a:buFont typeface="Wingdings" panose="05000000000000000000" pitchFamily="2" charset="2"/>
              <a:buChar char="n"/>
              <a:tabLst>
                <a:tab pos="3851275" algn="l"/>
              </a:tabLst>
              <a:defRPr/>
            </a:pP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缺点：基于预测，若调入的页在以后很少被访问，则效率低。用于程序装入时的调页。</a:t>
            </a:r>
            <a:endParaRPr lang="en-US" altLang="zh-CN" sz="3600" dirty="0">
              <a:solidFill>
                <a:schemeClr val="bg1"/>
              </a:solidFill>
              <a:effectLst>
                <a:outerShdw blurRad="38100" dist="38100" dir="2700000" algn="tl">
                  <a:srgbClr val="000000"/>
                </a:outerShdw>
              </a:effectLst>
              <a:latin typeface="+mj-lt"/>
              <a:ea typeface="楷体" panose="02010609060101010101" pitchFamily="49" charset="-122"/>
            </a:endParaRPr>
          </a:p>
          <a:p>
            <a:pPr marL="355600" lvl="2" indent="-355600" defTabSz="355600">
              <a:lnSpc>
                <a:spcPct val="90000"/>
              </a:lnSpc>
              <a:buSzPct val="80000"/>
              <a:buFont typeface="Wingdings" panose="05000000000000000000" pitchFamily="2" charset="2"/>
              <a:buChar char="n"/>
              <a:tabLst>
                <a:tab pos="3851275" algn="l"/>
              </a:tabLst>
              <a:defRPr/>
            </a:pPr>
            <a:r>
              <a:rPr lang="zh-CN" altLang="en-US" sz="3600" dirty="0">
                <a:solidFill>
                  <a:schemeClr val="bg2"/>
                </a:solidFill>
                <a:effectLst>
                  <a:outerShdw blurRad="38100" dist="38100" dir="2700000" algn="tl">
                    <a:srgbClr val="000000"/>
                  </a:outerShdw>
                </a:effectLst>
                <a:ea typeface="楷体" panose="02010609060101010101" pitchFamily="49" charset="-122"/>
              </a:rPr>
              <a:t>请求段式</a:t>
            </a:r>
            <a:r>
              <a:rPr lang="en-US" altLang="zh-CN" sz="2800" dirty="0">
                <a:solidFill>
                  <a:schemeClr val="bg2"/>
                </a:solidFill>
                <a:effectLst>
                  <a:outerShdw blurRad="38100" dist="38100" dir="2700000" algn="tl">
                    <a:srgbClr val="000000"/>
                  </a:outerShdw>
                </a:effectLst>
                <a:latin typeface="+mj-lt"/>
                <a:ea typeface="楷体" panose="02010609060101010101" pitchFamily="49" charset="-122"/>
              </a:rPr>
              <a:t>（Demand segmentation</a:t>
            </a:r>
            <a:r>
              <a:rPr lang="zh-CN" altLang="en-US" sz="2800" dirty="0">
                <a:solidFill>
                  <a:schemeClr val="bg2"/>
                </a:solidFill>
                <a:effectLst>
                  <a:outerShdw blurRad="38100" dist="38100" dir="2700000" algn="tl">
                    <a:srgbClr val="000000"/>
                  </a:outerShdw>
                </a:effectLst>
                <a:latin typeface="+mj-lt"/>
                <a:ea typeface="楷体" panose="02010609060101010101" pitchFamily="49" charset="-122"/>
              </a:rPr>
              <a:t>）</a:t>
            </a:r>
          </a:p>
        </p:txBody>
      </p:sp>
      <p:sp>
        <p:nvSpPr>
          <p:cNvPr id="5" name="矩形 4">
            <a:extLst>
              <a:ext uri="{FF2B5EF4-FFF2-40B4-BE49-F238E27FC236}">
                <a16:creationId xmlns:a16="http://schemas.microsoft.com/office/drawing/2014/main" id="{DD562928-7DBC-4AF9-B68F-4A62C9C35A56}"/>
              </a:ext>
            </a:extLst>
          </p:cNvPr>
          <p:cNvSpPr/>
          <p:nvPr/>
        </p:nvSpPr>
        <p:spPr>
          <a:xfrm>
            <a:off x="2440478" y="0"/>
            <a:ext cx="4296369" cy="715581"/>
          </a:xfrm>
          <a:prstGeom prst="rect">
            <a:avLst/>
          </a:prstGeom>
        </p:spPr>
        <p:txBody>
          <a:bodyPr wrap="none">
            <a:spAutoFit/>
          </a:bodyPr>
          <a:lstStyle/>
          <a:p>
            <a:pPr marL="342900" lvl="1" indent="-342900" algn="ctr" eaLnBrk="1" hangingPunct="1">
              <a:lnSpc>
                <a:spcPct val="110000"/>
              </a:lnSpc>
              <a:buClr>
                <a:schemeClr val="tx2"/>
              </a:buClr>
              <a:buSzPct val="75000"/>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虚拟存储管理技术</a:t>
            </a:r>
          </a:p>
        </p:txBody>
      </p:sp>
      <p:sp>
        <p:nvSpPr>
          <p:cNvPr id="7" name="Text Box 6">
            <a:extLst>
              <a:ext uri="{FF2B5EF4-FFF2-40B4-BE49-F238E27FC236}">
                <a16:creationId xmlns:a16="http://schemas.microsoft.com/office/drawing/2014/main" id="{CA2C260A-4905-467B-9061-F2A69D218C8E}"/>
              </a:ext>
            </a:extLst>
          </p:cNvPr>
          <p:cNvSpPr txBox="1">
            <a:spLocks noChangeArrowheads="1"/>
          </p:cNvSpPr>
          <p:nvPr/>
        </p:nvSpPr>
        <p:spPr bwMode="auto">
          <a:xfrm>
            <a:off x="16662" y="647069"/>
            <a:ext cx="9144000" cy="1077218"/>
          </a:xfrm>
          <a:prstGeom prst="rect">
            <a:avLst/>
          </a:prstGeom>
          <a:solidFill>
            <a:srgbClr val="929EF8"/>
          </a:solidFill>
          <a:ln>
            <a:noFill/>
          </a:ln>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None/>
            </a:pPr>
            <a:r>
              <a:rPr lang="zh-CN" altLang="en-US" dirty="0">
                <a:solidFill>
                  <a:schemeClr val="bg2"/>
                </a:solidFill>
                <a:effectLst>
                  <a:outerShdw blurRad="38100" dist="38100" dir="2700000" algn="tl">
                    <a:srgbClr val="000000">
                      <a:alpha val="43137"/>
                    </a:srgbClr>
                  </a:outerShdw>
                </a:effectLst>
                <a:latin typeface="楷体_GB2312" pitchFamily="49" charset="-122"/>
                <a:ea typeface="楷体_GB2312" pitchFamily="49" charset="-122"/>
              </a:rPr>
              <a:t>只装入在一定时间内经常反复执行和调用的代码和数据，其它部分则在执行过程中动态装入。</a:t>
            </a:r>
          </a:p>
        </p:txBody>
      </p:sp>
      <p:sp>
        <p:nvSpPr>
          <p:cNvPr id="6"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844982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1000"/>
                                        <p:tgtEl>
                                          <p:spTgt spid="4">
                                            <p:txEl>
                                              <p:pRg st="2" end="2"/>
                                            </p:txEl>
                                          </p:spTgt>
                                        </p:tgtEl>
                                      </p:cBhvr>
                                    </p:animEffect>
                                    <p:anim calcmode="lin" valueType="num">
                                      <p:cBhvr>
                                        <p:cTn id="13"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1000"/>
                                        <p:tgtEl>
                                          <p:spTgt spid="4">
                                            <p:txEl>
                                              <p:pRg st="3" end="3"/>
                                            </p:txEl>
                                          </p:spTgt>
                                        </p:tgtEl>
                                      </p:cBhvr>
                                    </p:animEffect>
                                    <p:anim calcmode="lin" valueType="num">
                                      <p:cBhvr>
                                        <p:cTn id="18"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4">
                                            <p:txEl>
                                              <p:pRg st="5" end="5"/>
                                            </p:txEl>
                                          </p:spTgt>
                                        </p:tgtEl>
                                        <p:attrNameLst>
                                          <p:attrName>style.visibility</p:attrName>
                                        </p:attrNameLst>
                                      </p:cBhvr>
                                      <p:to>
                                        <p:strVal val="visible"/>
                                      </p:to>
                                    </p:set>
                                    <p:animEffect transition="in" filter="fade">
                                      <p:cBhvr>
                                        <p:cTn id="24" dur="1000"/>
                                        <p:tgtEl>
                                          <p:spTgt spid="4">
                                            <p:txEl>
                                              <p:pRg st="5" end="5"/>
                                            </p:txEl>
                                          </p:spTgt>
                                        </p:tgtEl>
                                      </p:cBhvr>
                                    </p:animEffect>
                                    <p:anim calcmode="lin" valueType="num">
                                      <p:cBhvr>
                                        <p:cTn id="25"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26" dur="1000" fill="hold"/>
                                        <p:tgtEl>
                                          <p:spTgt spid="4">
                                            <p:txEl>
                                              <p:pRg st="5" end="5"/>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animEffect transition="in" filter="fade">
                                      <p:cBhvr>
                                        <p:cTn id="29" dur="1000"/>
                                        <p:tgtEl>
                                          <p:spTgt spid="4">
                                            <p:txEl>
                                              <p:pRg st="6" end="6"/>
                                            </p:txEl>
                                          </p:spTgt>
                                        </p:tgtEl>
                                      </p:cBhvr>
                                    </p:animEffect>
                                    <p:anim calcmode="lin" valueType="num">
                                      <p:cBhvr>
                                        <p:cTn id="30"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31" dur="1000" fill="hold"/>
                                        <p:tgtEl>
                                          <p:spTgt spid="4">
                                            <p:txEl>
                                              <p:pRg st="6" end="6"/>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4">
                                            <p:txEl>
                                              <p:pRg st="7" end="7"/>
                                            </p:txEl>
                                          </p:spTgt>
                                        </p:tgtEl>
                                        <p:attrNameLst>
                                          <p:attrName>style.visibility</p:attrName>
                                        </p:attrNameLst>
                                      </p:cBhvr>
                                      <p:to>
                                        <p:strVal val="visible"/>
                                      </p:to>
                                    </p:set>
                                    <p:animEffect transition="in" filter="fade">
                                      <p:cBhvr>
                                        <p:cTn id="34" dur="1000"/>
                                        <p:tgtEl>
                                          <p:spTgt spid="4">
                                            <p:txEl>
                                              <p:pRg st="7" end="7"/>
                                            </p:txEl>
                                          </p:spTgt>
                                        </p:tgtEl>
                                      </p:cBhvr>
                                    </p:animEffect>
                                    <p:anim calcmode="lin" valueType="num">
                                      <p:cBhvr>
                                        <p:cTn id="35"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36"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par>
                          <p:cTn id="37" fill="hold">
                            <p:stCondLst>
                              <p:cond delay="1000"/>
                            </p:stCondLst>
                            <p:childTnLst>
                              <p:par>
                                <p:cTn id="38" presetID="2" presetClass="entr" presetSubtype="6" fill="hold" grpId="0" nodeType="afterEffect">
                                  <p:stCondLst>
                                    <p:cond delay="0"/>
                                  </p:stCondLst>
                                  <p:childTnLst>
                                    <p:set>
                                      <p:cBhvr>
                                        <p:cTn id="39" dur="1" fill="hold">
                                          <p:stCondLst>
                                            <p:cond delay="0"/>
                                          </p:stCondLst>
                                        </p:cTn>
                                        <p:tgtEl>
                                          <p:spTgt spid="6"/>
                                        </p:tgtEl>
                                        <p:attrNameLst>
                                          <p:attrName>style.visibility</p:attrName>
                                        </p:attrNameLst>
                                      </p:cBhvr>
                                      <p:to>
                                        <p:strVal val="visible"/>
                                      </p:to>
                                    </p:set>
                                    <p:anim calcmode="lin" valueType="num">
                                      <p:cBhvr additive="base">
                                        <p:cTn id="40" dur="500" fill="hold"/>
                                        <p:tgtEl>
                                          <p:spTgt spid="6"/>
                                        </p:tgtEl>
                                        <p:attrNameLst>
                                          <p:attrName>ppt_x</p:attrName>
                                        </p:attrNameLst>
                                      </p:cBhvr>
                                      <p:tavLst>
                                        <p:tav tm="0">
                                          <p:val>
                                            <p:strVal val="1+#ppt_w/2"/>
                                          </p:val>
                                        </p:tav>
                                        <p:tav tm="100000">
                                          <p:val>
                                            <p:strVal val="#ppt_x"/>
                                          </p:val>
                                        </p:tav>
                                      </p:tavLst>
                                    </p:anim>
                                    <p:anim calcmode="lin" valueType="num">
                                      <p:cBhvr additive="base">
                                        <p:cTn id="41"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E34EAD9-611E-4359-8E27-D63B488D6912}"/>
              </a:ext>
            </a:extLst>
          </p:cNvPr>
          <p:cNvSpPr>
            <a:spLocks noGrp="1"/>
          </p:cNvSpPr>
          <p:nvPr>
            <p:ph type="dt" sz="half" idx="10"/>
          </p:nvPr>
        </p:nvSpPr>
        <p:spPr/>
        <p:txBody>
          <a:bodyPr/>
          <a:lstStyle/>
          <a:p>
            <a:pPr>
              <a:defRPr/>
            </a:pPr>
            <a:fld id="{0F3703A3-1889-4D5A-B002-82B1611E7DF6}" type="datetime1">
              <a:rPr lang="zh-CN" altLang="en-US" smtClean="0"/>
              <a:pPr>
                <a:defRPr/>
              </a:pPr>
              <a:t>2024/11/24</a:t>
            </a:fld>
            <a:endParaRPr lang="en-US" altLang="zh-CN"/>
          </a:p>
        </p:txBody>
      </p:sp>
      <p:sp>
        <p:nvSpPr>
          <p:cNvPr id="3" name="灯片编号占位符 2">
            <a:extLst>
              <a:ext uri="{FF2B5EF4-FFF2-40B4-BE49-F238E27FC236}">
                <a16:creationId xmlns:a16="http://schemas.microsoft.com/office/drawing/2014/main" id="{C4FDA19E-04F3-4605-8FD6-CC863F2F8387}"/>
              </a:ext>
            </a:extLst>
          </p:cNvPr>
          <p:cNvSpPr>
            <a:spLocks noGrp="1"/>
          </p:cNvSpPr>
          <p:nvPr>
            <p:ph type="sldNum" sz="quarter" idx="12"/>
          </p:nvPr>
        </p:nvSpPr>
        <p:spPr/>
        <p:txBody>
          <a:bodyPr/>
          <a:lstStyle/>
          <a:p>
            <a:pPr>
              <a:defRPr/>
            </a:pPr>
            <a:r>
              <a:rPr lang="zh-CN" altLang="en-US"/>
              <a:t>第 </a:t>
            </a:r>
            <a:fld id="{AA9BF305-28BD-41C0-8AA3-BF5601F9D25F}" type="slidenum">
              <a:rPr lang="zh-CN" altLang="en-US" smtClean="0"/>
              <a:pPr>
                <a:defRPr/>
              </a:pPr>
              <a:t>4</a:t>
            </a:fld>
            <a:r>
              <a:rPr lang="zh-CN" altLang="en-US"/>
              <a:t> 页</a:t>
            </a:r>
          </a:p>
        </p:txBody>
      </p:sp>
      <p:pic>
        <p:nvPicPr>
          <p:cNvPr id="4" name="Picture 4" descr="9">
            <a:extLst>
              <a:ext uri="{FF2B5EF4-FFF2-40B4-BE49-F238E27FC236}">
                <a16:creationId xmlns:a16="http://schemas.microsoft.com/office/drawing/2014/main" id="{02490CC4-F272-4688-8726-900899086F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836712"/>
            <a:ext cx="4967288" cy="481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70">
            <a:extLst>
              <a:ext uri="{FF2B5EF4-FFF2-40B4-BE49-F238E27FC236}">
                <a16:creationId xmlns:a16="http://schemas.microsoft.com/office/drawing/2014/main" id="{99484F6C-674A-4B8A-8238-AD0CDB269B53}"/>
              </a:ext>
            </a:extLst>
          </p:cNvPr>
          <p:cNvSpPr>
            <a:spLocks noChangeArrowheads="1"/>
          </p:cNvSpPr>
          <p:nvPr/>
        </p:nvSpPr>
        <p:spPr bwMode="auto">
          <a:xfrm>
            <a:off x="2628132" y="5957907"/>
            <a:ext cx="4104456" cy="400110"/>
          </a:xfrm>
          <a:prstGeom prst="rect">
            <a:avLst/>
          </a:prstGeom>
          <a:noFill/>
          <a:ln w="12700" cap="sq">
            <a:no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lang="zh-CN" altLang="en-US" sz="2000" dirty="0">
                <a:solidFill>
                  <a:schemeClr val="bg2"/>
                </a:solidFill>
                <a:latin typeface="宋体" panose="02010600030101010101" pitchFamily="2" charset="-122"/>
              </a:rPr>
              <a:t>图</a:t>
            </a:r>
            <a:r>
              <a:rPr lang="en-US" altLang="zh-CN" sz="2000" dirty="0">
                <a:solidFill>
                  <a:schemeClr val="bg2"/>
                </a:solidFill>
                <a:latin typeface="宋体" panose="02010600030101010101" pitchFamily="2" charset="-122"/>
              </a:rPr>
              <a:t>8-5 </a:t>
            </a:r>
            <a:r>
              <a:rPr lang="zh-CN" altLang="en-US" sz="2000" dirty="0">
                <a:solidFill>
                  <a:schemeClr val="bg2"/>
                </a:solidFill>
                <a:latin typeface="宋体" panose="02010600030101010101" pitchFamily="2" charset="-122"/>
              </a:rPr>
              <a:t>部分页面不在内存的页表</a:t>
            </a:r>
          </a:p>
        </p:txBody>
      </p:sp>
      <p:sp>
        <p:nvSpPr>
          <p:cNvPr id="6" name="TextBox 15">
            <a:extLst>
              <a:ext uri="{FF2B5EF4-FFF2-40B4-BE49-F238E27FC236}">
                <a16:creationId xmlns:a16="http://schemas.microsoft.com/office/drawing/2014/main" id="{2F457A56-452A-4E87-BB51-AAA18583431F}"/>
              </a:ext>
            </a:extLst>
          </p:cNvPr>
          <p:cNvSpPr txBox="1">
            <a:spLocks noChangeArrowheads="1"/>
          </p:cNvSpPr>
          <p:nvPr/>
        </p:nvSpPr>
        <p:spPr bwMode="auto">
          <a:xfrm>
            <a:off x="1964531" y="61962"/>
            <a:ext cx="5214938" cy="715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lvl="1" indent="-342900" algn="ctr" eaLnBrk="1" hangingPunct="1">
              <a:lnSpc>
                <a:spcPct val="110000"/>
              </a:lnSpc>
              <a:spcBef>
                <a:spcPct val="0"/>
              </a:spcBef>
              <a:buClr>
                <a:schemeClr val="tx2"/>
              </a:buClr>
              <a:buSzPct val="75000"/>
              <a:buFontTx/>
              <a:buNone/>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虚拟页式存储管理</a:t>
            </a:r>
          </a:p>
        </p:txBody>
      </p:sp>
      <p:sp>
        <p:nvSpPr>
          <p:cNvPr id="8" name="AutoShape 7">
            <a:hlinkClick r:id="rId4" action="ppaction://hlinksldjump" highlightClick="1"/>
            <a:extLst>
              <a:ext uri="{FF2B5EF4-FFF2-40B4-BE49-F238E27FC236}">
                <a16:creationId xmlns:a16="http://schemas.microsoft.com/office/drawing/2014/main" id="{C6EA639A-5EE7-4D1D-AA75-4B9CAB274E9D}"/>
              </a:ext>
            </a:extLst>
          </p:cNvPr>
          <p:cNvSpPr>
            <a:spLocks noChangeArrowheads="1"/>
          </p:cNvSpPr>
          <p:nvPr/>
        </p:nvSpPr>
        <p:spPr bwMode="auto">
          <a:xfrm>
            <a:off x="8763000" y="6477000"/>
            <a:ext cx="381000" cy="381000"/>
          </a:xfrm>
          <a:prstGeom prst="actionButtonHome">
            <a:avLst/>
          </a:prstGeom>
          <a:solidFill>
            <a:schemeClr val="tx1">
              <a:lumMod val="85000"/>
            </a:schemeClr>
          </a:solidFill>
          <a:ln w="12700" cap="sq">
            <a:noFill/>
            <a:miter lim="800000"/>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344214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a:hlinkClick r:id="" action="ppaction://noaction"/>
            <a:extLst>
              <a:ext uri="{FF2B5EF4-FFF2-40B4-BE49-F238E27FC236}">
                <a16:creationId xmlns:a16="http://schemas.microsoft.com/office/drawing/2014/main" id="{E818100B-201E-4C35-BC93-3A772CAA1A38}"/>
              </a:ext>
            </a:extLst>
          </p:cNvPr>
          <p:cNvSpPr/>
          <p:nvPr/>
        </p:nvSpPr>
        <p:spPr>
          <a:xfrm>
            <a:off x="2507087" y="0"/>
            <a:ext cx="4129825" cy="835613"/>
          </a:xfrm>
          <a:prstGeom prst="rect">
            <a:avLst/>
          </a:prstGeom>
        </p:spPr>
        <p:txBody>
          <a:bodyPr wrap="square">
            <a:spAutoFit/>
          </a:bodyPr>
          <a:lstStyle/>
          <a:p>
            <a:pPr marL="457200" indent="-457200" algn="ctr">
              <a:lnSpc>
                <a:spcPct val="120000"/>
              </a:lnSpc>
              <a:spcBef>
                <a:spcPts val="600"/>
              </a:spcBef>
              <a:buClr>
                <a:schemeClr val="folHlink"/>
              </a:buClr>
              <a:buSzPct val="75000"/>
              <a:defRPr/>
            </a:pPr>
            <a:r>
              <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rPr>
              <a:t>8.2 </a:t>
            </a:r>
            <a:r>
              <a:rPr lang="zh-CN" altLang="en-US" sz="4400" dirty="0">
                <a:solidFill>
                  <a:srgbClr val="C00000"/>
                </a:solidFill>
                <a:effectLst>
                  <a:outerShdw blurRad="38100" dist="38100" dir="2700000" algn="tl">
                    <a:srgbClr val="000000"/>
                  </a:outerShdw>
                </a:effectLst>
                <a:latin typeface="Times New Roman" pitchFamily="18" charset="0"/>
                <a:ea typeface="楷体_GB2312" pitchFamily="49" charset="-122"/>
              </a:rPr>
              <a:t>请求调页</a:t>
            </a:r>
            <a:endPar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10"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11" name="日期占位符 1">
            <a:extLst>
              <a:ext uri="{FF2B5EF4-FFF2-40B4-BE49-F238E27FC236}">
                <a16:creationId xmlns:a16="http://schemas.microsoft.com/office/drawing/2014/main" id="{A3D73B32-9CCC-4CD3-A2AE-5F466CAA8231}"/>
              </a:ext>
            </a:extLst>
          </p:cNvPr>
          <p:cNvSpPr txBox="1">
            <a:spLocks/>
          </p:cNvSpPr>
          <p:nvPr/>
        </p:nvSpPr>
        <p:spPr bwMode="auto">
          <a:xfrm>
            <a:off x="0" y="6400800"/>
            <a:ext cx="3779912"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defPPr>
              <a:defRPr lang="zh-CN"/>
            </a:defPPr>
            <a:lvl1pPr algn="l" rtl="0" eaLnBrk="0" fontAlgn="base" hangingPunct="0">
              <a:lnSpc>
                <a:spcPct val="100000"/>
              </a:lnSpc>
              <a:spcBef>
                <a:spcPct val="0"/>
              </a:spcBef>
              <a:spcAft>
                <a:spcPct val="0"/>
              </a:spcAft>
              <a:buClrTx/>
              <a:buSzTx/>
              <a:buFontTx/>
              <a:buNone/>
              <a:defRPr kumimoji="1" sz="1400" b="0" kern="1200">
                <a:solidFill>
                  <a:schemeClr val="tx1"/>
                </a:solidFill>
                <a:effectLst/>
                <a:latin typeface="+mn-lt"/>
                <a:ea typeface="宋体" panose="02010600030101010101" pitchFamily="2" charset="-122"/>
                <a:cs typeface="+mn-cs"/>
              </a:defRPr>
            </a:lvl1pPr>
            <a:lvl2pPr marL="4572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9pPr>
          </a:lstStyle>
          <a:p>
            <a:pPr eaLnBrk="1" hangingPunct="1">
              <a:defRPr/>
            </a:pPr>
            <a:r>
              <a:rPr lang="zh-CN" altLang="en-US" sz="1800" b="1" dirty="0" smtClean="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大连海事大学  计算机系  史一民</a:t>
            </a:r>
            <a:endParaRPr lang="en-US" altLang="zh-CN" sz="1800" b="1" dirty="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endParaRPr>
          </a:p>
        </p:txBody>
      </p:sp>
      <p:sp>
        <p:nvSpPr>
          <p:cNvPr id="12" name="Rectangle 3">
            <a:extLst>
              <a:ext uri="{FF2B5EF4-FFF2-40B4-BE49-F238E27FC236}">
                <a16:creationId xmlns:a16="http://schemas.microsoft.com/office/drawing/2014/main" id="{EC2DD53F-05AF-44D6-A28A-2EEC59D53497}"/>
              </a:ext>
            </a:extLst>
          </p:cNvPr>
          <p:cNvSpPr txBox="1">
            <a:spLocks noChangeArrowheads="1"/>
          </p:cNvSpPr>
          <p:nvPr/>
        </p:nvSpPr>
        <p:spPr>
          <a:xfrm>
            <a:off x="153961" y="1412776"/>
            <a:ext cx="9051381" cy="3211783"/>
          </a:xfrm>
          <a:prstGeom prst="rect">
            <a:avLst/>
          </a:prstGeom>
          <a:noFill/>
          <a:ln/>
        </p:spPr>
        <p:txBody>
          <a:bodyPr/>
          <a:lstStyle>
            <a:lvl1pPr marL="342900" indent="-342900" algn="l" rtl="0" eaLnBrk="0" fontAlgn="base" hangingPunct="0">
              <a:spcBef>
                <a:spcPct val="20000"/>
              </a:spcBef>
              <a:spcAft>
                <a:spcPct val="0"/>
              </a:spcAft>
              <a:buClr>
                <a:srgbClr val="FFABFF"/>
              </a:buClr>
              <a:buSzPct val="90000"/>
              <a:buFont typeface="Symbol" panose="05050102010706020507" pitchFamily="18" charset="2"/>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355600" lvl="2" indent="-355600" defTabSz="355600">
              <a:lnSpc>
                <a:spcPct val="90000"/>
              </a:lnSpc>
              <a:spcBef>
                <a:spcPct val="0"/>
              </a:spcBef>
              <a:buClr>
                <a:schemeClr val="bg1"/>
              </a:buClr>
              <a:buSzPct val="80000"/>
              <a:buFont typeface="Wingdings" panose="05000000000000000000" pitchFamily="2" charset="2"/>
              <a:buChar char="n"/>
              <a:tabLst>
                <a:tab pos="3851275" algn="l"/>
              </a:tabLst>
              <a:defRPr/>
            </a:pPr>
            <a:r>
              <a:rPr lang="en-US" altLang="zh-CN" sz="3600" dirty="0" smtClean="0">
                <a:solidFill>
                  <a:schemeClr val="bg1"/>
                </a:solidFill>
                <a:effectLst>
                  <a:outerShdw blurRad="38100" dist="38100" dir="2700000" algn="tl">
                    <a:srgbClr val="000000"/>
                  </a:outerShdw>
                </a:effectLst>
                <a:ea typeface="楷体" panose="02010609060101010101" pitchFamily="49" charset="-122"/>
              </a:rPr>
              <a:t>OS  </a:t>
            </a:r>
          </a:p>
          <a:p>
            <a:pPr marL="812800" lvl="3" indent="-355600" defTabSz="355600">
              <a:lnSpc>
                <a:spcPct val="90000"/>
              </a:lnSpc>
              <a:spcBef>
                <a:spcPct val="0"/>
              </a:spcBef>
              <a:buClr>
                <a:schemeClr val="bg1"/>
              </a:buClr>
              <a:buSzPct val="80000"/>
              <a:buFont typeface="Wingdings" panose="05000000000000000000" pitchFamily="2" charset="2"/>
              <a:buChar char="n"/>
              <a:tabLst>
                <a:tab pos="3851275" algn="l"/>
              </a:tabLst>
              <a:defRPr/>
            </a:pPr>
            <a:r>
              <a:rPr lang="zh-CN" altLang="en-US" sz="3200" dirty="0" smtClean="0">
                <a:solidFill>
                  <a:schemeClr val="bg1"/>
                </a:solidFill>
                <a:effectLst>
                  <a:outerShdw blurRad="38100" dist="38100" dir="2700000" algn="tl">
                    <a:srgbClr val="000000"/>
                  </a:outerShdw>
                </a:effectLst>
                <a:ea typeface="楷体" panose="02010609060101010101" pitchFamily="49" charset="-122"/>
              </a:rPr>
              <a:t>增加</a:t>
            </a:r>
            <a:r>
              <a:rPr lang="zh-CN" altLang="en-US" sz="3200" dirty="0">
                <a:solidFill>
                  <a:schemeClr val="bg1"/>
                </a:solidFill>
                <a:effectLst>
                  <a:outerShdw blurRad="38100" dist="38100" dir="2700000" algn="tl">
                    <a:srgbClr val="000000"/>
                  </a:outerShdw>
                </a:effectLst>
                <a:ea typeface="楷体" panose="02010609060101010101" pitchFamily="49" charset="-122"/>
              </a:rPr>
              <a:t>页表信息、缺页中断处理程序</a:t>
            </a:r>
            <a:endParaRPr lang="en-US" altLang="zh-CN" sz="3200" dirty="0">
              <a:solidFill>
                <a:schemeClr val="bg1"/>
              </a:solidFill>
              <a:effectLst>
                <a:outerShdw blurRad="38100" dist="38100" dir="2700000" algn="tl">
                  <a:srgbClr val="000000"/>
                </a:outerShdw>
              </a:effectLst>
              <a:ea typeface="楷体" panose="02010609060101010101" pitchFamily="49" charset="-122"/>
            </a:endParaRPr>
          </a:p>
          <a:p>
            <a:pPr marL="355600" lvl="2" indent="-355600" defTabSz="355600">
              <a:lnSpc>
                <a:spcPct val="90000"/>
              </a:lnSpc>
              <a:spcBef>
                <a:spcPts val="600"/>
              </a:spcBef>
              <a:buClr>
                <a:schemeClr val="bg1"/>
              </a:buClr>
              <a:buSzPct val="80000"/>
              <a:buFont typeface="Wingdings" panose="05000000000000000000" pitchFamily="2" charset="2"/>
              <a:buChar char="n"/>
              <a:tabLst>
                <a:tab pos="3851275" algn="l"/>
              </a:tabLst>
              <a:defRPr/>
            </a:pPr>
            <a:r>
              <a:rPr lang="zh-CN" altLang="en-US" sz="3600" dirty="0" smtClean="0">
                <a:solidFill>
                  <a:schemeClr val="bg1"/>
                </a:solidFill>
                <a:effectLst>
                  <a:outerShdw blurRad="38100" dist="38100" dir="2700000" algn="tl">
                    <a:srgbClr val="000000"/>
                  </a:outerShdw>
                </a:effectLst>
                <a:ea typeface="楷体" panose="02010609060101010101" pitchFamily="49" charset="-122"/>
              </a:rPr>
              <a:t>硬件</a:t>
            </a:r>
            <a:endParaRPr lang="zh-CN" altLang="en-US" sz="3600" dirty="0"/>
          </a:p>
          <a:p>
            <a:pPr marL="812800" lvl="3" indent="-355600" defTabSz="355600">
              <a:lnSpc>
                <a:spcPct val="90000"/>
              </a:lnSpc>
              <a:spcBef>
                <a:spcPct val="0"/>
              </a:spcBef>
              <a:buSzPct val="80000"/>
              <a:buFont typeface="Wingdings" panose="05000000000000000000" pitchFamily="2" charset="2"/>
              <a:buChar char="n"/>
              <a:tabLst>
                <a:tab pos="3851275" algn="l"/>
              </a:tabLst>
              <a:defRPr/>
            </a:pPr>
            <a:r>
              <a:rPr lang="zh-CN" altLang="en-US" sz="3200" dirty="0" smtClean="0">
                <a:solidFill>
                  <a:schemeClr val="bg2"/>
                </a:solidFill>
                <a:effectLst>
                  <a:outerShdw blurRad="38100" dist="38100" dir="2700000" algn="tl">
                    <a:srgbClr val="000000"/>
                  </a:outerShdw>
                </a:effectLst>
                <a:latin typeface="+mj-lt"/>
                <a:ea typeface="楷体" panose="02010609060101010101" pitchFamily="49" charset="-122"/>
              </a:rPr>
              <a:t>地址</a:t>
            </a:r>
            <a:r>
              <a:rPr lang="zh-CN" altLang="en-US" sz="3200" dirty="0">
                <a:solidFill>
                  <a:schemeClr val="bg2"/>
                </a:solidFill>
                <a:effectLst>
                  <a:outerShdw blurRad="38100" dist="38100" dir="2700000" algn="tl">
                    <a:srgbClr val="000000"/>
                  </a:outerShdw>
                </a:effectLst>
                <a:latin typeface="+mj-lt"/>
                <a:ea typeface="楷体" panose="02010609060101010101" pitchFamily="49" charset="-122"/>
              </a:rPr>
              <a:t>变换机构</a:t>
            </a:r>
            <a:endParaRPr lang="en-US" altLang="zh-CN" sz="3200" dirty="0">
              <a:solidFill>
                <a:schemeClr val="bg2"/>
              </a:solidFill>
              <a:effectLst>
                <a:outerShdw blurRad="38100" dist="38100" dir="2700000" algn="tl">
                  <a:srgbClr val="000000"/>
                </a:outerShdw>
              </a:effectLst>
              <a:latin typeface="+mj-lt"/>
              <a:ea typeface="楷体" panose="02010609060101010101" pitchFamily="49" charset="-122"/>
            </a:endParaRPr>
          </a:p>
          <a:p>
            <a:pPr marL="1270000" lvl="4" indent="-355600" defTabSz="355600">
              <a:lnSpc>
                <a:spcPct val="90000"/>
              </a:lnSpc>
              <a:spcBef>
                <a:spcPct val="0"/>
              </a:spcBef>
              <a:buClr>
                <a:schemeClr val="bg2"/>
              </a:buClr>
              <a:buSzPct val="70000"/>
              <a:buFont typeface="Wingdings" panose="05000000000000000000" pitchFamily="2" charset="2"/>
              <a:buChar char="n"/>
              <a:tabLst>
                <a:tab pos="3851275" algn="l"/>
              </a:tabLst>
              <a:defRPr/>
            </a:pPr>
            <a:r>
              <a:rPr lang="zh-CN" altLang="en-US"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快表、页表始值寄存器、页表长度寄存器</a:t>
            </a:r>
            <a:endParaRPr lang="en-US" altLang="zh-CN"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a:p>
            <a:pPr marL="812800" lvl="3" indent="-355600" defTabSz="355600">
              <a:lnSpc>
                <a:spcPct val="90000"/>
              </a:lnSpc>
              <a:spcBef>
                <a:spcPts val="1200"/>
              </a:spcBef>
              <a:buClr>
                <a:schemeClr val="bg1"/>
              </a:buClr>
              <a:buSzPct val="80000"/>
              <a:buFont typeface="Wingdings" panose="05000000000000000000" pitchFamily="2" charset="2"/>
              <a:buChar char="n"/>
              <a:tabLst>
                <a:tab pos="3851275" algn="l"/>
              </a:tabLst>
              <a:defRPr/>
            </a:pPr>
            <a:r>
              <a:rPr lang="zh-CN" altLang="en-US" sz="3200" dirty="0">
                <a:solidFill>
                  <a:schemeClr val="bg1"/>
                </a:solidFill>
                <a:effectLst>
                  <a:outerShdw blurRad="38100" dist="38100" dir="2700000" algn="tl">
                    <a:srgbClr val="000000"/>
                  </a:outerShdw>
                </a:effectLst>
                <a:latin typeface="+mj-lt"/>
                <a:ea typeface="楷体" panose="02010609060101010101" pitchFamily="49" charset="-122"/>
              </a:rPr>
              <a:t>缺页中断机制</a:t>
            </a:r>
            <a:endParaRPr lang="en-US" altLang="zh-CN" sz="3200" dirty="0">
              <a:solidFill>
                <a:schemeClr val="bg1"/>
              </a:solidFill>
              <a:effectLst>
                <a:outerShdw blurRad="38100" dist="38100" dir="2700000" algn="tl">
                  <a:srgbClr val="000000"/>
                </a:outerShdw>
              </a:effectLst>
              <a:latin typeface="+mj-lt"/>
              <a:ea typeface="楷体" panose="02010609060101010101" pitchFamily="49" charset="-122"/>
            </a:endParaRPr>
          </a:p>
          <a:p>
            <a:pPr marL="812800" lvl="3" indent="-355600" defTabSz="355600">
              <a:lnSpc>
                <a:spcPct val="90000"/>
              </a:lnSpc>
              <a:spcBef>
                <a:spcPct val="0"/>
              </a:spcBef>
              <a:buClr>
                <a:schemeClr val="bg2"/>
              </a:buClr>
              <a:buSzPct val="70000"/>
              <a:buFont typeface="Wingdings" panose="05000000000000000000" pitchFamily="2" charset="2"/>
              <a:buChar char="n"/>
              <a:tabLst>
                <a:tab pos="3851275" algn="l"/>
              </a:tabLst>
              <a:defRPr/>
            </a:pPr>
            <a:endParaRPr lang="en-US" altLang="zh-CN"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3362313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animEffect transition="in" filter="fade">
                                      <p:cBhvr>
                                        <p:cTn id="7" dur="1000"/>
                                        <p:tgtEl>
                                          <p:spTgt spid="12">
                                            <p:txEl>
                                              <p:pRg st="1" end="1"/>
                                            </p:txEl>
                                          </p:spTgt>
                                        </p:tgtEl>
                                      </p:cBhvr>
                                    </p:animEffect>
                                    <p:anim calcmode="lin" valueType="num">
                                      <p:cBhvr>
                                        <p:cTn id="8" dur="1000" fill="hold"/>
                                        <p:tgtEl>
                                          <p:spTgt spid="1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2">
                                            <p:txEl>
                                              <p:pRg st="5" end="5"/>
                                            </p:txEl>
                                          </p:spTgt>
                                        </p:tgtEl>
                                        <p:attrNameLst>
                                          <p:attrName>style.visibility</p:attrName>
                                        </p:attrNameLst>
                                      </p:cBhvr>
                                      <p:to>
                                        <p:strVal val="visible"/>
                                      </p:to>
                                    </p:set>
                                    <p:animEffect transition="in" filter="fade">
                                      <p:cBhvr>
                                        <p:cTn id="14" dur="1000"/>
                                        <p:tgtEl>
                                          <p:spTgt spid="12">
                                            <p:txEl>
                                              <p:pRg st="5" end="5"/>
                                            </p:txEl>
                                          </p:spTgt>
                                        </p:tgtEl>
                                      </p:cBhvr>
                                    </p:animEffect>
                                    <p:anim calcmode="lin" valueType="num">
                                      <p:cBhvr>
                                        <p:cTn id="15" dur="1000" fill="hold"/>
                                        <p:tgtEl>
                                          <p:spTgt spid="12">
                                            <p:txEl>
                                              <p:pRg st="5" end="5"/>
                                            </p:txEl>
                                          </p:spTgt>
                                        </p:tgtEl>
                                        <p:attrNameLst>
                                          <p:attrName>ppt_x</p:attrName>
                                        </p:attrNameLst>
                                      </p:cBhvr>
                                      <p:tavLst>
                                        <p:tav tm="0">
                                          <p:val>
                                            <p:strVal val="#ppt_x"/>
                                          </p:val>
                                        </p:tav>
                                        <p:tav tm="100000">
                                          <p:val>
                                            <p:strVal val="#ppt_x"/>
                                          </p:val>
                                        </p:tav>
                                      </p:tavLst>
                                    </p:anim>
                                    <p:anim calcmode="lin" valueType="num">
                                      <p:cBhvr>
                                        <p:cTn id="16" dur="1000" fill="hold"/>
                                        <p:tgtEl>
                                          <p:spTgt spid="12">
                                            <p:txEl>
                                              <p:pRg st="5" end="5"/>
                                            </p:txEl>
                                          </p:spTgt>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2" presetClass="entr" presetSubtype="6"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anim calcmode="lin" valueType="num">
                                      <p:cBhvr additive="base">
                                        <p:cTn id="20" dur="500" fill="hold"/>
                                        <p:tgtEl>
                                          <p:spTgt spid="10"/>
                                        </p:tgtEl>
                                        <p:attrNameLst>
                                          <p:attrName>ppt_x</p:attrName>
                                        </p:attrNameLst>
                                      </p:cBhvr>
                                      <p:tavLst>
                                        <p:tav tm="0">
                                          <p:val>
                                            <p:strVal val="1+#ppt_w/2"/>
                                          </p:val>
                                        </p:tav>
                                        <p:tav tm="100000">
                                          <p:val>
                                            <p:strVal val="#ppt_x"/>
                                          </p:val>
                                        </p:tav>
                                      </p:tavLst>
                                    </p:anim>
                                    <p:anim calcmode="lin" valueType="num">
                                      <p:cBhvr additive="base">
                                        <p:cTn id="21"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4">
            <a:extLst>
              <a:ext uri="{FF2B5EF4-FFF2-40B4-BE49-F238E27FC236}">
                <a16:creationId xmlns:a16="http://schemas.microsoft.com/office/drawing/2014/main" id="{3DBCBCFB-1EEF-42B9-AE34-802C15427487}"/>
              </a:ext>
            </a:extLst>
          </p:cNvPr>
          <p:cNvGraphicFramePr>
            <a:graphicFrameLocks noGrp="1"/>
          </p:cNvGraphicFramePr>
          <p:nvPr>
            <p:extLst>
              <p:ext uri="{D42A27DB-BD31-4B8C-83A1-F6EECF244321}">
                <p14:modId xmlns:p14="http://schemas.microsoft.com/office/powerpoint/2010/main" val="2851521187"/>
              </p:ext>
            </p:extLst>
          </p:nvPr>
        </p:nvGraphicFramePr>
        <p:xfrm>
          <a:off x="1143000" y="1714500"/>
          <a:ext cx="7072312" cy="757238"/>
        </p:xfrm>
        <a:graphic>
          <a:graphicData uri="http://schemas.openxmlformats.org/drawingml/2006/table">
            <a:tbl>
              <a:tblPr/>
              <a:tblGrid>
                <a:gridCol w="1858169">
                  <a:extLst>
                    <a:ext uri="{9D8B030D-6E8A-4147-A177-3AD203B41FA5}">
                      <a16:colId xmlns:a16="http://schemas.microsoft.com/office/drawing/2014/main" val="20000"/>
                    </a:ext>
                  </a:extLst>
                </a:gridCol>
                <a:gridCol w="549952">
                  <a:extLst>
                    <a:ext uri="{9D8B030D-6E8A-4147-A177-3AD203B41FA5}">
                      <a16:colId xmlns:a16="http://schemas.microsoft.com/office/drawing/2014/main" val="20001"/>
                    </a:ext>
                  </a:extLst>
                </a:gridCol>
                <a:gridCol w="548285">
                  <a:extLst>
                    <a:ext uri="{9D8B030D-6E8A-4147-A177-3AD203B41FA5}">
                      <a16:colId xmlns:a16="http://schemas.microsoft.com/office/drawing/2014/main" val="20002"/>
                    </a:ext>
                  </a:extLst>
                </a:gridCol>
                <a:gridCol w="544007">
                  <a:extLst>
                    <a:ext uri="{9D8B030D-6E8A-4147-A177-3AD203B41FA5}">
                      <a16:colId xmlns:a16="http://schemas.microsoft.com/office/drawing/2014/main" val="20003"/>
                    </a:ext>
                  </a:extLst>
                </a:gridCol>
                <a:gridCol w="571500">
                  <a:extLst>
                    <a:ext uri="{9D8B030D-6E8A-4147-A177-3AD203B41FA5}">
                      <a16:colId xmlns:a16="http://schemas.microsoft.com/office/drawing/2014/main" val="20004"/>
                    </a:ext>
                  </a:extLst>
                </a:gridCol>
                <a:gridCol w="3000399">
                  <a:extLst>
                    <a:ext uri="{9D8B030D-6E8A-4147-A177-3AD203B41FA5}">
                      <a16:colId xmlns:a16="http://schemas.microsoft.com/office/drawing/2014/main" val="20005"/>
                    </a:ext>
                  </a:extLst>
                </a:gridCol>
              </a:tblGrid>
              <a:tr h="757238">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lang="zh-CN" altLang="en-US" sz="2800" b="1" dirty="0">
                          <a:solidFill>
                            <a:schemeClr val="bg2"/>
                          </a:solidFill>
                          <a:effectLst>
                            <a:outerShdw blurRad="38100" dist="38100" dir="2700000" algn="tl">
                              <a:srgbClr val="000000">
                                <a:alpha val="43137"/>
                              </a:srgbClr>
                            </a:outerShdw>
                          </a:effectLst>
                          <a:ea typeface="楷体_GB2312" pitchFamily="49" charset="-122"/>
                        </a:rPr>
                        <a:t>逻辑页号</a:t>
                      </a:r>
                      <a:endParaRPr kumimoji="1" lang="zh-CN" altLang="zh-CN" sz="2800" b="1" i="0" u="none" strike="noStrike" cap="none" normalizeH="0" baseline="0" dirty="0">
                        <a:ln>
                          <a:noFill/>
                        </a:ln>
                        <a:solidFill>
                          <a:schemeClr val="bg2"/>
                        </a:solidFill>
                        <a:effectLst>
                          <a:outerShdw blurRad="38100" dist="38100" dir="2700000" algn="tl">
                            <a:srgbClr val="000000">
                              <a:alpha val="43137"/>
                            </a:srgbClr>
                          </a:outerShdw>
                        </a:effectLst>
                        <a:latin typeface="Times New Roman" pitchFamily="18" charset="0"/>
                        <a:ea typeface="宋体" pitchFamily="2" charset="-122"/>
                      </a:endParaRPr>
                    </a:p>
                  </a:txBody>
                  <a:tcPr marL="91439" marR="91439" anchor="ctr" anchorCtr="1" horzOverflow="overflow">
                    <a:lnL w="38100"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dirty="0">
                        <a:ln>
                          <a:noFill/>
                        </a:ln>
                        <a:solidFill>
                          <a:schemeClr val="tx1"/>
                        </a:solidFill>
                        <a:effectLst/>
                        <a:latin typeface="Times New Roman" pitchFamily="18" charset="0"/>
                        <a:ea typeface="宋体" pitchFamily="2" charset="-122"/>
                      </a:endParaRPr>
                    </a:p>
                  </a:txBody>
                  <a:tcPr marL="91439" marR="91439" anchor="ctr" anchorCtr="1" horzOverflow="overflow">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solidFill>
                      <a:srgbClr val="3CC86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dirty="0">
                        <a:ln>
                          <a:noFill/>
                        </a:ln>
                        <a:solidFill>
                          <a:schemeClr val="tx1"/>
                        </a:solidFill>
                        <a:effectLst/>
                        <a:latin typeface="Times New Roman" pitchFamily="18" charset="0"/>
                        <a:ea typeface="宋体" pitchFamily="2" charset="-122"/>
                      </a:endParaRPr>
                    </a:p>
                  </a:txBody>
                  <a:tcPr marL="91439" marR="91439" anchor="ctr" anchorCtr="1" horzOverflow="overflow">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dirty="0">
                        <a:ln>
                          <a:noFill/>
                        </a:ln>
                        <a:solidFill>
                          <a:schemeClr val="tx1"/>
                        </a:solidFill>
                        <a:effectLst/>
                        <a:latin typeface="Times New Roman" pitchFamily="18" charset="0"/>
                        <a:ea typeface="宋体" pitchFamily="2" charset="-122"/>
                      </a:endParaRPr>
                    </a:p>
                  </a:txBody>
                  <a:tcPr marL="91439" marR="91439" anchor="ctr" anchorCtr="1" horzOverflow="overflow">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solidFill>
                      <a:srgbClr val="3CC86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dirty="0">
                        <a:ln>
                          <a:noFill/>
                        </a:ln>
                        <a:solidFill>
                          <a:schemeClr val="tx1"/>
                        </a:solidFill>
                        <a:effectLst/>
                        <a:latin typeface="Times New Roman" pitchFamily="18" charset="0"/>
                        <a:ea typeface="宋体" pitchFamily="2" charset="-122"/>
                      </a:endParaRPr>
                    </a:p>
                  </a:txBody>
                  <a:tcPr marL="91439" marR="91439" anchor="ctr" anchorCtr="1" horzOverflow="overflow">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dirty="0">
                        <a:ln>
                          <a:noFill/>
                        </a:ln>
                        <a:solidFill>
                          <a:schemeClr val="tx1"/>
                        </a:solidFill>
                        <a:effectLst/>
                        <a:latin typeface="Times New Roman" pitchFamily="18" charset="0"/>
                        <a:ea typeface="宋体" pitchFamily="2" charset="-122"/>
                      </a:endParaRPr>
                    </a:p>
                  </a:txBody>
                  <a:tcPr marL="91439" marR="91439" anchor="ctr" anchorCtr="1" horzOverflow="overflow">
                    <a:lnL w="28575"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9255" name="Text Box 21">
            <a:extLst>
              <a:ext uri="{FF2B5EF4-FFF2-40B4-BE49-F238E27FC236}">
                <a16:creationId xmlns:a16="http://schemas.microsoft.com/office/drawing/2014/main" id="{71BA662D-192E-4BC0-98FD-129BD1CF045B}"/>
              </a:ext>
            </a:extLst>
          </p:cNvPr>
          <p:cNvSpPr txBox="1">
            <a:spLocks noChangeArrowheads="1"/>
          </p:cNvSpPr>
          <p:nvPr/>
        </p:nvSpPr>
        <p:spPr bwMode="auto">
          <a:xfrm>
            <a:off x="5786438" y="1728000"/>
            <a:ext cx="2428875" cy="733425"/>
          </a:xfrm>
          <a:prstGeom prst="rect">
            <a:avLst/>
          </a:prstGeom>
          <a:solidFill>
            <a:srgbClr val="FFCCFF"/>
          </a:solidFill>
          <a:ln w="28575">
            <a:solidFill>
              <a:schemeClr val="bg2"/>
            </a:solidFill>
            <a:miter lim="800000"/>
            <a:headEnd/>
            <a:tailEnd/>
          </a:ln>
        </p:spPr>
        <p:txBody>
          <a:bodyPr>
            <a:spAutoFit/>
          </a:bodyPr>
          <a:lstStyle/>
          <a:p>
            <a:pPr algn="ctr" eaLnBrk="1" hangingPunct="1">
              <a:lnSpc>
                <a:spcPts val="5000"/>
              </a:lnSpc>
              <a:spcBef>
                <a:spcPts val="1800"/>
              </a:spcBef>
              <a:spcAft>
                <a:spcPts val="1800"/>
              </a:spcAft>
              <a:defRPr/>
            </a:pPr>
            <a:r>
              <a:rPr lang="zh-CN" altLang="en-US" sz="2800" dirty="0">
                <a:solidFill>
                  <a:schemeClr val="bg2"/>
                </a:solidFill>
                <a:effectLst>
                  <a:outerShdw blurRad="38100" dist="38100" dir="2700000" algn="tl">
                    <a:srgbClr val="000000">
                      <a:alpha val="43137"/>
                    </a:srgbClr>
                  </a:outerShdw>
                </a:effectLst>
                <a:latin typeface="+mn-lt"/>
                <a:ea typeface="楷体_GB2312" pitchFamily="49" charset="-122"/>
              </a:rPr>
              <a:t>物理页号</a:t>
            </a:r>
          </a:p>
        </p:txBody>
      </p:sp>
      <p:grpSp>
        <p:nvGrpSpPr>
          <p:cNvPr id="2" name="组合 22">
            <a:extLst>
              <a:ext uri="{FF2B5EF4-FFF2-40B4-BE49-F238E27FC236}">
                <a16:creationId xmlns:a16="http://schemas.microsoft.com/office/drawing/2014/main" id="{C7AF8001-BBB9-4C03-9F78-5AF2E6950602}"/>
              </a:ext>
            </a:extLst>
          </p:cNvPr>
          <p:cNvGrpSpPr>
            <a:grpSpLocks/>
          </p:cNvGrpSpPr>
          <p:nvPr/>
        </p:nvGrpSpPr>
        <p:grpSpPr bwMode="auto">
          <a:xfrm>
            <a:off x="4429127" y="785813"/>
            <a:ext cx="1261884" cy="931862"/>
            <a:chOff x="4429148" y="616804"/>
            <a:chExt cx="1261811" cy="1102167"/>
          </a:xfrm>
        </p:grpSpPr>
        <p:sp>
          <p:nvSpPr>
            <p:cNvPr id="29736" name="Line 22">
              <a:extLst>
                <a:ext uri="{FF2B5EF4-FFF2-40B4-BE49-F238E27FC236}">
                  <a16:creationId xmlns:a16="http://schemas.microsoft.com/office/drawing/2014/main" id="{44B20FC9-1C02-42C9-BDCB-6557B3CB9A4A}"/>
                </a:ext>
              </a:extLst>
            </p:cNvPr>
            <p:cNvSpPr>
              <a:spLocks noChangeShapeType="1"/>
            </p:cNvSpPr>
            <p:nvPr/>
          </p:nvSpPr>
          <p:spPr bwMode="auto">
            <a:xfrm flipV="1">
              <a:off x="5000634" y="1123658"/>
              <a:ext cx="0" cy="595313"/>
            </a:xfrm>
            <a:prstGeom prst="line">
              <a:avLst/>
            </a:prstGeom>
            <a:noFill/>
            <a:ln w="38100">
              <a:solidFill>
                <a:schemeClr val="bg2"/>
              </a:solidFill>
              <a:round/>
              <a:headEnd type="triangle" w="med" len="med"/>
              <a:tailEn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4373" name="Text Box 23">
              <a:extLst>
                <a:ext uri="{FF2B5EF4-FFF2-40B4-BE49-F238E27FC236}">
                  <a16:creationId xmlns:a16="http://schemas.microsoft.com/office/drawing/2014/main" id="{905BCC0A-F472-4B9F-901C-5F0936F515F5}"/>
                </a:ext>
              </a:extLst>
            </p:cNvPr>
            <p:cNvSpPr txBox="1">
              <a:spLocks noChangeArrowheads="1"/>
            </p:cNvSpPr>
            <p:nvPr/>
          </p:nvSpPr>
          <p:spPr bwMode="auto">
            <a:xfrm>
              <a:off x="4429148" y="616804"/>
              <a:ext cx="1261811" cy="618843"/>
            </a:xfrm>
            <a:prstGeom prst="rect">
              <a:avLst/>
            </a:prstGeom>
            <a:noFill/>
            <a:ln w="38100">
              <a:noFill/>
              <a:miter lim="800000"/>
              <a:headEnd/>
              <a:tailEnd/>
            </a:ln>
          </p:spPr>
          <p:txBody>
            <a:bodyPr wrap="none">
              <a:spAutoFit/>
            </a:bodyPr>
            <a:lstStyle/>
            <a:p>
              <a:pPr eaLnBrk="1" hangingPunct="1">
                <a:defRPr/>
              </a:pPr>
              <a:r>
                <a:rPr lang="zh-CN" altLang="en-US" sz="2800" dirty="0">
                  <a:solidFill>
                    <a:schemeClr val="bg2"/>
                  </a:solidFill>
                  <a:effectLst>
                    <a:outerShdw blurRad="38100" dist="38100" dir="2700000" algn="tl">
                      <a:srgbClr val="000000">
                        <a:alpha val="43137"/>
                      </a:srgbClr>
                    </a:outerShdw>
                  </a:effectLst>
                  <a:ea typeface="楷体_GB2312" pitchFamily="49" charset="-122"/>
                </a:rPr>
                <a:t>保护位</a:t>
              </a:r>
            </a:p>
          </p:txBody>
        </p:sp>
      </p:grpSp>
      <p:grpSp>
        <p:nvGrpSpPr>
          <p:cNvPr id="3" name="组合 21">
            <a:extLst>
              <a:ext uri="{FF2B5EF4-FFF2-40B4-BE49-F238E27FC236}">
                <a16:creationId xmlns:a16="http://schemas.microsoft.com/office/drawing/2014/main" id="{9FE4449C-6435-41A0-8046-1BD5AF758589}"/>
              </a:ext>
            </a:extLst>
          </p:cNvPr>
          <p:cNvGrpSpPr>
            <a:grpSpLocks/>
          </p:cNvGrpSpPr>
          <p:nvPr/>
        </p:nvGrpSpPr>
        <p:grpSpPr bwMode="auto">
          <a:xfrm>
            <a:off x="3714751" y="2428876"/>
            <a:ext cx="1620957" cy="1313795"/>
            <a:chOff x="4214808" y="2484434"/>
            <a:chExt cx="1620666" cy="949763"/>
          </a:xfrm>
        </p:grpSpPr>
        <p:sp>
          <p:nvSpPr>
            <p:cNvPr id="29734" name="Line 24">
              <a:extLst>
                <a:ext uri="{FF2B5EF4-FFF2-40B4-BE49-F238E27FC236}">
                  <a16:creationId xmlns:a16="http://schemas.microsoft.com/office/drawing/2014/main" id="{66FC2B38-C49F-4837-89CA-02C8399393EB}"/>
                </a:ext>
              </a:extLst>
            </p:cNvPr>
            <p:cNvSpPr>
              <a:spLocks noChangeShapeType="1"/>
            </p:cNvSpPr>
            <p:nvPr/>
          </p:nvSpPr>
          <p:spPr bwMode="auto">
            <a:xfrm flipV="1">
              <a:off x="4857733" y="2484434"/>
              <a:ext cx="0" cy="595312"/>
            </a:xfrm>
            <a:prstGeom prst="line">
              <a:avLst/>
            </a:prstGeom>
            <a:noFill/>
            <a:ln w="38100">
              <a:solidFill>
                <a:schemeClr val="bg2"/>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4371" name="Text Box 25">
              <a:extLst>
                <a:ext uri="{FF2B5EF4-FFF2-40B4-BE49-F238E27FC236}">
                  <a16:creationId xmlns:a16="http://schemas.microsoft.com/office/drawing/2014/main" id="{E2B4F1A3-E956-4A93-A760-EE433A5F7EC6}"/>
                </a:ext>
              </a:extLst>
            </p:cNvPr>
            <p:cNvSpPr txBox="1">
              <a:spLocks noChangeArrowheads="1"/>
            </p:cNvSpPr>
            <p:nvPr/>
          </p:nvSpPr>
          <p:spPr bwMode="auto">
            <a:xfrm>
              <a:off x="4214808" y="3055953"/>
              <a:ext cx="1620666" cy="378244"/>
            </a:xfrm>
            <a:prstGeom prst="rect">
              <a:avLst/>
            </a:prstGeom>
            <a:noFill/>
            <a:ln w="38100">
              <a:noFill/>
              <a:miter lim="800000"/>
              <a:headEnd/>
              <a:tailEnd/>
            </a:ln>
          </p:spPr>
          <p:txBody>
            <a:bodyPr wrap="none">
              <a:spAutoFit/>
            </a:bodyPr>
            <a:lstStyle/>
            <a:p>
              <a:pPr eaLnBrk="1" hangingPunct="1">
                <a:defRPr/>
              </a:pPr>
              <a:r>
                <a:rPr lang="zh-CN" altLang="en-US" sz="2800" dirty="0">
                  <a:solidFill>
                    <a:schemeClr val="bg2"/>
                  </a:solidFill>
                  <a:effectLst>
                    <a:outerShdw blurRad="38100" dist="38100" dir="2700000" algn="tl">
                      <a:srgbClr val="000000">
                        <a:alpha val="43137"/>
                      </a:srgbClr>
                    </a:outerShdw>
                  </a:effectLst>
                  <a:ea typeface="楷体_GB2312" pitchFamily="49" charset="-122"/>
                </a:rPr>
                <a:t>外存始址</a:t>
              </a:r>
            </a:p>
          </p:txBody>
        </p:sp>
      </p:grpSp>
      <p:grpSp>
        <p:nvGrpSpPr>
          <p:cNvPr id="4" name="组合 20">
            <a:extLst>
              <a:ext uri="{FF2B5EF4-FFF2-40B4-BE49-F238E27FC236}">
                <a16:creationId xmlns:a16="http://schemas.microsoft.com/office/drawing/2014/main" id="{44D66B3C-DEB1-4203-A8C7-D05141D71CC9}"/>
              </a:ext>
            </a:extLst>
          </p:cNvPr>
          <p:cNvGrpSpPr>
            <a:grpSpLocks/>
          </p:cNvGrpSpPr>
          <p:nvPr/>
        </p:nvGrpSpPr>
        <p:grpSpPr bwMode="auto">
          <a:xfrm>
            <a:off x="3065401" y="743678"/>
            <a:ext cx="1261884" cy="970822"/>
            <a:chOff x="3065400" y="519521"/>
            <a:chExt cx="1261849" cy="1197180"/>
          </a:xfrm>
        </p:grpSpPr>
        <p:sp>
          <p:nvSpPr>
            <p:cNvPr id="29732" name="Line 26">
              <a:extLst>
                <a:ext uri="{FF2B5EF4-FFF2-40B4-BE49-F238E27FC236}">
                  <a16:creationId xmlns:a16="http://schemas.microsoft.com/office/drawing/2014/main" id="{37F7048D-7C65-4A98-AD8A-FB7BFE0850B2}"/>
                </a:ext>
              </a:extLst>
            </p:cNvPr>
            <p:cNvSpPr>
              <a:spLocks noChangeShapeType="1"/>
            </p:cNvSpPr>
            <p:nvPr/>
          </p:nvSpPr>
          <p:spPr bwMode="auto">
            <a:xfrm flipV="1">
              <a:off x="3816849" y="1121389"/>
              <a:ext cx="0" cy="595312"/>
            </a:xfrm>
            <a:prstGeom prst="line">
              <a:avLst/>
            </a:prstGeom>
            <a:noFill/>
            <a:ln w="38100">
              <a:solidFill>
                <a:schemeClr val="bg2"/>
              </a:solidFill>
              <a:round/>
              <a:headEnd type="triangle" w="med" len="med"/>
              <a:tailEnd/>
            </a:ln>
            <a:extLst>
              <a:ext uri="{909E8E84-426E-40DD-AFC4-6F175D3DCCD1}">
                <a14:hiddenFill xmlns:a14="http://schemas.microsoft.com/office/drawing/2010/main">
                  <a:noFill/>
                </a14:hiddenFill>
              </a:ext>
            </a:extLst>
          </p:spPr>
          <p:txBody>
            <a:bodyPr>
              <a:spAutoFit/>
            </a:bodyPr>
            <a:lstStyle/>
            <a:p>
              <a:endParaRPr lang="zh-CN" altLang="en-US" sz="2800"/>
            </a:p>
          </p:txBody>
        </p:sp>
        <p:sp>
          <p:nvSpPr>
            <p:cNvPr id="14369" name="Text Box 27">
              <a:extLst>
                <a:ext uri="{FF2B5EF4-FFF2-40B4-BE49-F238E27FC236}">
                  <a16:creationId xmlns:a16="http://schemas.microsoft.com/office/drawing/2014/main" id="{1DAB7AF1-3653-466F-A404-4485821AE107}"/>
                </a:ext>
              </a:extLst>
            </p:cNvPr>
            <p:cNvSpPr txBox="1">
              <a:spLocks noChangeArrowheads="1"/>
            </p:cNvSpPr>
            <p:nvPr/>
          </p:nvSpPr>
          <p:spPr bwMode="auto">
            <a:xfrm>
              <a:off x="3065400" y="519521"/>
              <a:ext cx="1261849" cy="645215"/>
            </a:xfrm>
            <a:prstGeom prst="rect">
              <a:avLst/>
            </a:prstGeom>
            <a:noFill/>
            <a:ln w="38100">
              <a:noFill/>
              <a:miter lim="800000"/>
              <a:headEnd/>
              <a:tailEnd/>
            </a:ln>
          </p:spPr>
          <p:txBody>
            <a:bodyPr wrap="none">
              <a:spAutoFit/>
            </a:bodyPr>
            <a:lstStyle/>
            <a:p>
              <a:pPr eaLnBrk="1" hangingPunct="1">
                <a:defRPr/>
              </a:pPr>
              <a:r>
                <a:rPr lang="zh-CN" altLang="en-US" sz="2800" dirty="0">
                  <a:solidFill>
                    <a:schemeClr val="bg2"/>
                  </a:solidFill>
                  <a:effectLst>
                    <a:outerShdw blurRad="38100" dist="38100" dir="2700000" algn="tl">
                      <a:srgbClr val="000000">
                        <a:alpha val="43137"/>
                      </a:srgbClr>
                    </a:outerShdw>
                  </a:effectLst>
                  <a:ea typeface="楷体_GB2312" pitchFamily="49" charset="-122"/>
                </a:rPr>
                <a:t>修改位</a:t>
              </a:r>
            </a:p>
          </p:txBody>
        </p:sp>
      </p:grpSp>
      <p:grpSp>
        <p:nvGrpSpPr>
          <p:cNvPr id="6" name="组合 19">
            <a:extLst>
              <a:ext uri="{FF2B5EF4-FFF2-40B4-BE49-F238E27FC236}">
                <a16:creationId xmlns:a16="http://schemas.microsoft.com/office/drawing/2014/main" id="{BEE07E7B-6706-4D2D-8D9D-4AB0700212D5}"/>
              </a:ext>
            </a:extLst>
          </p:cNvPr>
          <p:cNvGrpSpPr>
            <a:grpSpLocks/>
          </p:cNvGrpSpPr>
          <p:nvPr/>
        </p:nvGrpSpPr>
        <p:grpSpPr bwMode="auto">
          <a:xfrm>
            <a:off x="2571751" y="2428875"/>
            <a:ext cx="1261884" cy="1023283"/>
            <a:chOff x="2889240" y="2212975"/>
            <a:chExt cx="1261810" cy="1022648"/>
          </a:xfrm>
        </p:grpSpPr>
        <p:sp>
          <p:nvSpPr>
            <p:cNvPr id="29730" name="Line 28">
              <a:extLst>
                <a:ext uri="{FF2B5EF4-FFF2-40B4-BE49-F238E27FC236}">
                  <a16:creationId xmlns:a16="http://schemas.microsoft.com/office/drawing/2014/main" id="{76CB96E4-9686-44A9-B949-EC7232388D1D}"/>
                </a:ext>
              </a:extLst>
            </p:cNvPr>
            <p:cNvSpPr>
              <a:spLocks noChangeShapeType="1"/>
            </p:cNvSpPr>
            <p:nvPr/>
          </p:nvSpPr>
          <p:spPr bwMode="auto">
            <a:xfrm flipV="1">
              <a:off x="3473450" y="2212975"/>
              <a:ext cx="0" cy="595313"/>
            </a:xfrm>
            <a:prstGeom prst="line">
              <a:avLst/>
            </a:prstGeom>
            <a:noFill/>
            <a:ln w="38100">
              <a:solidFill>
                <a:schemeClr val="bg2"/>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14367" name="Text Box 29">
              <a:extLst>
                <a:ext uri="{FF2B5EF4-FFF2-40B4-BE49-F238E27FC236}">
                  <a16:creationId xmlns:a16="http://schemas.microsoft.com/office/drawing/2014/main" id="{0C7A1257-0E0F-4D7B-BC18-E8A61C569BC7}"/>
                </a:ext>
              </a:extLst>
            </p:cNvPr>
            <p:cNvSpPr txBox="1">
              <a:spLocks noChangeArrowheads="1"/>
            </p:cNvSpPr>
            <p:nvPr/>
          </p:nvSpPr>
          <p:spPr bwMode="auto">
            <a:xfrm>
              <a:off x="2889240" y="2712728"/>
              <a:ext cx="1261810" cy="522895"/>
            </a:xfrm>
            <a:prstGeom prst="rect">
              <a:avLst/>
            </a:prstGeom>
            <a:noFill/>
            <a:ln w="38100">
              <a:noFill/>
              <a:miter lim="800000"/>
              <a:headEnd/>
              <a:tailEnd/>
            </a:ln>
          </p:spPr>
          <p:txBody>
            <a:bodyPr wrap="none">
              <a:spAutoFit/>
            </a:bodyPr>
            <a:lstStyle/>
            <a:p>
              <a:pPr eaLnBrk="1" hangingPunct="1">
                <a:defRPr/>
              </a:pPr>
              <a:r>
                <a:rPr lang="zh-CN" altLang="en-US" sz="2800" dirty="0">
                  <a:solidFill>
                    <a:schemeClr val="bg2"/>
                  </a:solidFill>
                  <a:effectLst>
                    <a:outerShdw blurRad="38100" dist="38100" dir="2700000" algn="tl">
                      <a:srgbClr val="000000">
                        <a:alpha val="43137"/>
                      </a:srgbClr>
                    </a:outerShdw>
                  </a:effectLst>
                  <a:ea typeface="楷体_GB2312" pitchFamily="49" charset="-122"/>
                </a:rPr>
                <a:t>驻留位</a:t>
              </a:r>
            </a:p>
          </p:txBody>
        </p:sp>
      </p:grpSp>
      <p:sp>
        <p:nvSpPr>
          <p:cNvPr id="11288" name="Rectangle 14">
            <a:extLst>
              <a:ext uri="{FF2B5EF4-FFF2-40B4-BE49-F238E27FC236}">
                <a16:creationId xmlns:a16="http://schemas.microsoft.com/office/drawing/2014/main" id="{3DDA9673-734B-47BC-BEFC-573E792FEBB1}"/>
              </a:ext>
            </a:extLst>
          </p:cNvPr>
          <p:cNvSpPr>
            <a:spLocks noChangeArrowheads="1"/>
          </p:cNvSpPr>
          <p:nvPr/>
        </p:nvSpPr>
        <p:spPr bwMode="auto">
          <a:xfrm>
            <a:off x="3505981" y="46052"/>
            <a:ext cx="2236510" cy="722249"/>
          </a:xfrm>
          <a:prstGeom prst="rect">
            <a:avLst/>
          </a:prstGeom>
          <a:noFill/>
          <a:ln w="12700" cap="sq">
            <a:noFill/>
            <a:miter lim="800000"/>
            <a:headEnd type="none" w="sm" len="sm"/>
            <a:tailEnd type="none" w="sm" len="sm"/>
          </a:ln>
        </p:spPr>
        <p:txBody>
          <a:bodyPr wrap="none">
            <a:spAutoFit/>
          </a:bodyPr>
          <a:lstStyle/>
          <a:p>
            <a:pPr marL="342900" lvl="1" indent="-342900" algn="ctr" eaLnBrk="1" hangingPunct="1">
              <a:lnSpc>
                <a:spcPct val="110000"/>
              </a:lnSpc>
              <a:buClr>
                <a:schemeClr val="tx2"/>
              </a:buClr>
              <a:buSzPct val="75000"/>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页表表项</a:t>
            </a:r>
          </a:p>
        </p:txBody>
      </p:sp>
      <p:sp>
        <p:nvSpPr>
          <p:cNvPr id="25" name="TextBox 24">
            <a:extLst>
              <a:ext uri="{FF2B5EF4-FFF2-40B4-BE49-F238E27FC236}">
                <a16:creationId xmlns:a16="http://schemas.microsoft.com/office/drawing/2014/main" id="{345AB461-EE67-4FD3-9AAC-23FD9E570A0E}"/>
              </a:ext>
            </a:extLst>
          </p:cNvPr>
          <p:cNvSpPr txBox="1">
            <a:spLocks noChangeArrowheads="1"/>
          </p:cNvSpPr>
          <p:nvPr/>
        </p:nvSpPr>
        <p:spPr bwMode="auto">
          <a:xfrm>
            <a:off x="0" y="3786188"/>
            <a:ext cx="8929688"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800" dirty="0">
                <a:solidFill>
                  <a:srgbClr val="FF00FF"/>
                </a:solidFill>
                <a:latin typeface="华文楷体" panose="02010600040101010101" pitchFamily="2" charset="-122"/>
                <a:ea typeface="华文楷体" panose="02010600040101010101" pitchFamily="2" charset="-122"/>
              </a:rPr>
              <a:t>驻留位</a:t>
            </a:r>
            <a:r>
              <a:rPr lang="zh-CN" altLang="en-US" sz="2400" dirty="0">
                <a:solidFill>
                  <a:srgbClr val="FF00FF"/>
                </a:solidFill>
                <a:latin typeface="华文楷体" panose="02010600040101010101" pitchFamily="2" charset="-122"/>
                <a:ea typeface="华文楷体" panose="02010600040101010101" pitchFamily="2" charset="-122"/>
              </a:rPr>
              <a:t>（</a:t>
            </a:r>
            <a:r>
              <a:rPr lang="zh-CN" altLang="en-US" sz="2800" dirty="0">
                <a:solidFill>
                  <a:srgbClr val="FF00FF"/>
                </a:solidFill>
                <a:latin typeface="华文楷体" panose="02010600040101010101" pitchFamily="2" charset="-122"/>
                <a:ea typeface="华文楷体" panose="02010600040101010101" pitchFamily="2" charset="-122"/>
              </a:rPr>
              <a:t>有效位</a:t>
            </a:r>
            <a:r>
              <a:rPr lang="zh-CN" altLang="en-US" sz="2400" dirty="0">
                <a:solidFill>
                  <a:srgbClr val="FF00FF"/>
                </a:solidFill>
                <a:latin typeface="华文楷体" panose="02010600040101010101" pitchFamily="2" charset="-122"/>
                <a:ea typeface="华文楷体" panose="02010600040101010101" pitchFamily="2" charset="-122"/>
              </a:rPr>
              <a:t>）</a:t>
            </a:r>
            <a:r>
              <a:rPr lang="zh-CN" altLang="en-US" sz="2400" dirty="0">
                <a:solidFill>
                  <a:schemeClr val="bg2"/>
                </a:solidFill>
                <a:latin typeface="华文楷体" panose="02010600040101010101" pitchFamily="2" charset="-122"/>
                <a:ea typeface="华文楷体" panose="02010600040101010101" pitchFamily="2" charset="-122"/>
              </a:rPr>
              <a:t>：是否在内存。“</a:t>
            </a:r>
            <a:r>
              <a:rPr lang="en-US" altLang="zh-CN" sz="2400" dirty="0">
                <a:solidFill>
                  <a:schemeClr val="bg2"/>
                </a:solidFill>
                <a:latin typeface="华文楷体" panose="02010600040101010101" pitchFamily="2" charset="-122"/>
                <a:ea typeface="华文楷体" panose="02010600040101010101" pitchFamily="2" charset="-122"/>
              </a:rPr>
              <a:t>1</a:t>
            </a:r>
            <a:r>
              <a:rPr lang="zh-CN" altLang="en-US" sz="2400" dirty="0">
                <a:solidFill>
                  <a:schemeClr val="bg2"/>
                </a:solidFill>
                <a:latin typeface="华文楷体" panose="02010600040101010101" pitchFamily="2" charset="-122"/>
                <a:ea typeface="华文楷体" panose="02010600040101010101" pitchFamily="2" charset="-122"/>
              </a:rPr>
              <a:t>”：在内存，即该页表项是有效的，“</a:t>
            </a:r>
            <a:r>
              <a:rPr lang="en-US" altLang="zh-CN" sz="2400" dirty="0">
                <a:solidFill>
                  <a:schemeClr val="bg2"/>
                </a:solidFill>
                <a:latin typeface="华文楷体" panose="02010600040101010101" pitchFamily="2" charset="-122"/>
                <a:ea typeface="华文楷体" panose="02010600040101010101" pitchFamily="2" charset="-122"/>
              </a:rPr>
              <a:t>0</a:t>
            </a:r>
            <a:r>
              <a:rPr lang="zh-CN" altLang="en-US" sz="2400" dirty="0">
                <a:solidFill>
                  <a:schemeClr val="bg2"/>
                </a:solidFill>
                <a:latin typeface="华文楷体" panose="02010600040101010101" pitchFamily="2" charset="-122"/>
                <a:ea typeface="华文楷体" panose="02010600040101010101" pitchFamily="2" charset="-122"/>
              </a:rPr>
              <a:t>”：在外存，访问该页表项，将导致缺页中断。</a:t>
            </a:r>
          </a:p>
        </p:txBody>
      </p:sp>
      <p:sp>
        <p:nvSpPr>
          <p:cNvPr id="26" name="TextBox 25">
            <a:extLst>
              <a:ext uri="{FF2B5EF4-FFF2-40B4-BE49-F238E27FC236}">
                <a16:creationId xmlns:a16="http://schemas.microsoft.com/office/drawing/2014/main" id="{710396A8-3EA1-44CD-AA9D-B7DA6C8D9B98}"/>
              </a:ext>
            </a:extLst>
          </p:cNvPr>
          <p:cNvSpPr txBox="1">
            <a:spLocks noChangeArrowheads="1"/>
          </p:cNvSpPr>
          <p:nvPr/>
        </p:nvSpPr>
        <p:spPr bwMode="auto">
          <a:xfrm>
            <a:off x="0" y="4714875"/>
            <a:ext cx="9144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800" dirty="0">
                <a:solidFill>
                  <a:srgbClr val="FF00FF"/>
                </a:solidFill>
                <a:latin typeface="华文楷体" panose="02010600040101010101" pitchFamily="2" charset="-122"/>
                <a:ea typeface="华文楷体" panose="02010600040101010101" pitchFamily="2" charset="-122"/>
              </a:rPr>
              <a:t>修改位</a:t>
            </a:r>
            <a:r>
              <a:rPr lang="zh-CN" altLang="en-US" sz="2400" dirty="0">
                <a:solidFill>
                  <a:schemeClr val="bg2"/>
                </a:solidFill>
                <a:latin typeface="华文楷体" panose="02010600040101010101" pitchFamily="2" charset="-122"/>
                <a:ea typeface="华文楷体" panose="02010600040101010101" pitchFamily="2" charset="-122"/>
              </a:rPr>
              <a:t>：是否被修改过。回收时，据此决定是否把它写回外存。</a:t>
            </a:r>
          </a:p>
        </p:txBody>
      </p:sp>
      <p:sp>
        <p:nvSpPr>
          <p:cNvPr id="27" name="TextBox 26">
            <a:extLst>
              <a:ext uri="{FF2B5EF4-FFF2-40B4-BE49-F238E27FC236}">
                <a16:creationId xmlns:a16="http://schemas.microsoft.com/office/drawing/2014/main" id="{B3DC6901-9720-414B-941E-50432D644C47}"/>
              </a:ext>
            </a:extLst>
          </p:cNvPr>
          <p:cNvSpPr txBox="1">
            <a:spLocks noChangeArrowheads="1"/>
          </p:cNvSpPr>
          <p:nvPr/>
        </p:nvSpPr>
        <p:spPr bwMode="auto">
          <a:xfrm>
            <a:off x="0" y="5316538"/>
            <a:ext cx="8715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800" dirty="0">
                <a:solidFill>
                  <a:srgbClr val="FF00FF"/>
                </a:solidFill>
                <a:latin typeface="华文楷体" panose="02010600040101010101" pitchFamily="2" charset="-122"/>
                <a:ea typeface="华文楷体" panose="02010600040101010101" pitchFamily="2" charset="-122"/>
              </a:rPr>
              <a:t>保护位</a:t>
            </a:r>
            <a:r>
              <a:rPr lang="zh-CN" altLang="en-US" sz="2400" dirty="0">
                <a:solidFill>
                  <a:schemeClr val="bg2"/>
                </a:solidFill>
                <a:latin typeface="华文楷体" panose="02010600040101010101" pitchFamily="2" charset="-122"/>
                <a:ea typeface="华文楷体" panose="02010600040101010101" pitchFamily="2" charset="-122"/>
              </a:rPr>
              <a:t>：允许对该页做何种访问，只读、可读写、可执行等。</a:t>
            </a:r>
          </a:p>
        </p:txBody>
      </p:sp>
      <p:sp>
        <p:nvSpPr>
          <p:cNvPr id="28" name="Text Box 2">
            <a:extLst>
              <a:ext uri="{FF2B5EF4-FFF2-40B4-BE49-F238E27FC236}">
                <a16:creationId xmlns:a16="http://schemas.microsoft.com/office/drawing/2014/main" id="{7E835F34-EE76-442E-A743-8C67305627D0}"/>
              </a:ext>
            </a:extLst>
          </p:cNvPr>
          <p:cNvSpPr txBox="1">
            <a:spLocks noChangeArrowheads="1"/>
          </p:cNvSpPr>
          <p:nvPr/>
        </p:nvSpPr>
        <p:spPr bwMode="auto">
          <a:xfrm>
            <a:off x="0" y="5965825"/>
            <a:ext cx="82454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76250" indent="-476250">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30000"/>
              </a:spcBef>
              <a:buClr>
                <a:srgbClr val="FFFF66"/>
              </a:buClr>
              <a:buSzTx/>
              <a:buFontTx/>
              <a:buNone/>
            </a:pPr>
            <a:r>
              <a:rPr lang="zh-CN" altLang="en-US" sz="2800" dirty="0">
                <a:solidFill>
                  <a:srgbClr val="FF00FF"/>
                </a:solidFill>
                <a:latin typeface="华文楷体" panose="02010600040101010101" pitchFamily="2" charset="-122"/>
                <a:ea typeface="华文楷体" panose="02010600040101010101" pitchFamily="2" charset="-122"/>
              </a:rPr>
              <a:t>访问位</a:t>
            </a:r>
            <a:r>
              <a:rPr lang="zh-CN" altLang="en-US" sz="2400" dirty="0">
                <a:solidFill>
                  <a:schemeClr val="bg2"/>
                </a:solidFill>
                <a:latin typeface="华文楷体" panose="02010600040101010101" pitchFamily="2" charset="-122"/>
                <a:ea typeface="华文楷体" panose="02010600040101010101" pitchFamily="2" charset="-122"/>
              </a:rPr>
              <a:t>：页面被访问过，则置位。用于页面置换算法。</a:t>
            </a:r>
          </a:p>
        </p:txBody>
      </p:sp>
      <p:sp>
        <p:nvSpPr>
          <p:cNvPr id="29726" name="TextBox 22">
            <a:extLst>
              <a:ext uri="{FF2B5EF4-FFF2-40B4-BE49-F238E27FC236}">
                <a16:creationId xmlns:a16="http://schemas.microsoft.com/office/drawing/2014/main" id="{E8886252-C200-4341-A40F-1A1AAC58EEAB}"/>
              </a:ext>
            </a:extLst>
          </p:cNvPr>
          <p:cNvSpPr txBox="1">
            <a:spLocks noChangeArrowheads="1"/>
          </p:cNvSpPr>
          <p:nvPr/>
        </p:nvSpPr>
        <p:spPr bwMode="auto">
          <a:xfrm>
            <a:off x="5214938" y="1728000"/>
            <a:ext cx="571500" cy="720000"/>
          </a:xfrm>
          <a:prstGeom prst="rect">
            <a:avLst/>
          </a:prstGeom>
          <a:solidFill>
            <a:srgbClr val="00B050"/>
          </a:solidFill>
          <a:ln w="9525">
            <a:noFill/>
            <a:miter lim="800000"/>
            <a:headEnd/>
            <a:tailEnd/>
          </a:ln>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ts val="5400"/>
              </a:spcBef>
              <a:buClrTx/>
              <a:buSzTx/>
              <a:buFontTx/>
              <a:buNone/>
            </a:pPr>
            <a:endParaRPr lang="zh-CN" altLang="en-US"/>
          </a:p>
        </p:txBody>
      </p:sp>
      <p:grpSp>
        <p:nvGrpSpPr>
          <p:cNvPr id="7" name="组合 19">
            <a:extLst>
              <a:ext uri="{FF2B5EF4-FFF2-40B4-BE49-F238E27FC236}">
                <a16:creationId xmlns:a16="http://schemas.microsoft.com/office/drawing/2014/main" id="{9F295E74-2896-4840-88CA-0305CD7EE18B}"/>
              </a:ext>
            </a:extLst>
          </p:cNvPr>
          <p:cNvGrpSpPr>
            <a:grpSpLocks/>
          </p:cNvGrpSpPr>
          <p:nvPr/>
        </p:nvGrpSpPr>
        <p:grpSpPr bwMode="auto">
          <a:xfrm>
            <a:off x="5000626" y="2428875"/>
            <a:ext cx="1261884" cy="1023283"/>
            <a:chOff x="2889239" y="2212975"/>
            <a:chExt cx="1261810" cy="1022648"/>
          </a:xfrm>
        </p:grpSpPr>
        <p:sp>
          <p:nvSpPr>
            <p:cNvPr id="29728" name="Line 28">
              <a:extLst>
                <a:ext uri="{FF2B5EF4-FFF2-40B4-BE49-F238E27FC236}">
                  <a16:creationId xmlns:a16="http://schemas.microsoft.com/office/drawing/2014/main" id="{B17B7B47-A881-46BB-90FA-B7CEE6DA444D}"/>
                </a:ext>
              </a:extLst>
            </p:cNvPr>
            <p:cNvSpPr>
              <a:spLocks noChangeShapeType="1"/>
            </p:cNvSpPr>
            <p:nvPr/>
          </p:nvSpPr>
          <p:spPr bwMode="auto">
            <a:xfrm flipV="1">
              <a:off x="3473450" y="2212975"/>
              <a:ext cx="0" cy="595313"/>
            </a:xfrm>
            <a:prstGeom prst="line">
              <a:avLst/>
            </a:prstGeom>
            <a:noFill/>
            <a:ln w="38100">
              <a:solidFill>
                <a:schemeClr val="bg2"/>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1" name="Text Box 29">
              <a:extLst>
                <a:ext uri="{FF2B5EF4-FFF2-40B4-BE49-F238E27FC236}">
                  <a16:creationId xmlns:a16="http://schemas.microsoft.com/office/drawing/2014/main" id="{B84D7B80-9E62-47CA-9799-A82557109297}"/>
                </a:ext>
              </a:extLst>
            </p:cNvPr>
            <p:cNvSpPr txBox="1">
              <a:spLocks noChangeArrowheads="1"/>
            </p:cNvSpPr>
            <p:nvPr/>
          </p:nvSpPr>
          <p:spPr bwMode="auto">
            <a:xfrm>
              <a:off x="2889239" y="2712728"/>
              <a:ext cx="1261810" cy="522895"/>
            </a:xfrm>
            <a:prstGeom prst="rect">
              <a:avLst/>
            </a:prstGeom>
            <a:noFill/>
            <a:ln w="38100">
              <a:noFill/>
              <a:miter lim="800000"/>
              <a:headEnd/>
              <a:tailEnd/>
            </a:ln>
          </p:spPr>
          <p:txBody>
            <a:bodyPr wrap="none">
              <a:spAutoFit/>
            </a:bodyPr>
            <a:lstStyle/>
            <a:p>
              <a:pPr eaLnBrk="1" hangingPunct="1">
                <a:defRPr/>
              </a:pPr>
              <a:r>
                <a:rPr lang="zh-CN" altLang="en-US" sz="2800" dirty="0">
                  <a:solidFill>
                    <a:schemeClr val="bg2"/>
                  </a:solidFill>
                  <a:effectLst>
                    <a:outerShdw blurRad="38100" dist="38100" dir="2700000" algn="tl">
                      <a:srgbClr val="000000">
                        <a:alpha val="43137"/>
                      </a:srgbClr>
                    </a:outerShdw>
                  </a:effectLst>
                  <a:ea typeface="楷体_GB2312" pitchFamily="49" charset="-122"/>
                </a:rPr>
                <a:t>访问位</a:t>
              </a:r>
            </a:p>
          </p:txBody>
        </p:sp>
      </p:grpSp>
      <p:sp>
        <p:nvSpPr>
          <p:cNvPr id="29"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4516574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dissolve">
                                      <p:cBhvr>
                                        <p:cTn id="12" dur="500"/>
                                        <p:tgtEl>
                                          <p:spTgt spid="2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dissolve">
                                      <p:cBhvr>
                                        <p:cTn id="27" dur="500"/>
                                        <p:tgtEl>
                                          <p:spTgt spid="2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blinds(horizontal)">
                                      <p:cBhvr>
                                        <p:cTn id="32" dur="500"/>
                                        <p:tgtEl>
                                          <p:spTgt spid="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blinds(horizontal)">
                                      <p:cBhvr>
                                        <p:cTn id="37" dur="500"/>
                                        <p:tgtEl>
                                          <p:spTgt spid="2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blinds(horizontal)">
                                      <p:cBhvr>
                                        <p:cTn id="42" dur="500"/>
                                        <p:tgtEl>
                                          <p:spTgt spid="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8" presetClass="entr" presetSubtype="16" fill="hold" grpId="0" nodeType="clickEffect">
                                  <p:stCondLst>
                                    <p:cond delay="0"/>
                                  </p:stCondLst>
                                  <p:childTnLst>
                                    <p:set>
                                      <p:cBhvr>
                                        <p:cTn id="46" dur="1" fill="hold">
                                          <p:stCondLst>
                                            <p:cond delay="0"/>
                                          </p:stCondLst>
                                        </p:cTn>
                                        <p:tgtEl>
                                          <p:spTgt spid="28">
                                            <p:txEl>
                                              <p:pRg st="0" end="0"/>
                                            </p:txEl>
                                          </p:spTgt>
                                        </p:tgtEl>
                                        <p:attrNameLst>
                                          <p:attrName>style.visibility</p:attrName>
                                        </p:attrNameLst>
                                      </p:cBhvr>
                                      <p:to>
                                        <p:strVal val="visible"/>
                                      </p:to>
                                    </p:set>
                                    <p:animEffect transition="in" filter="diamond(in)">
                                      <p:cBhvr>
                                        <p:cTn id="47" dur="1000"/>
                                        <p:tgtEl>
                                          <p:spTgt spid="28">
                                            <p:txEl>
                                              <p:pRg st="0" end="0"/>
                                            </p:txEl>
                                          </p:spTgt>
                                        </p:tgtEl>
                                      </p:cBhvr>
                                    </p:animEffect>
                                  </p:childTnLst>
                                </p:cTn>
                              </p:par>
                            </p:childTnLst>
                          </p:cTn>
                        </p:par>
                        <p:par>
                          <p:cTn id="48" fill="hold">
                            <p:stCondLst>
                              <p:cond delay="1000"/>
                            </p:stCondLst>
                            <p:childTnLst>
                              <p:par>
                                <p:cTn id="49" presetID="2" presetClass="entr" presetSubtype="6" fill="hold" grpId="0" nodeType="afterEffect">
                                  <p:stCondLst>
                                    <p:cond delay="0"/>
                                  </p:stCondLst>
                                  <p:childTnLst>
                                    <p:set>
                                      <p:cBhvr>
                                        <p:cTn id="50" dur="1" fill="hold">
                                          <p:stCondLst>
                                            <p:cond delay="0"/>
                                          </p:stCondLst>
                                        </p:cTn>
                                        <p:tgtEl>
                                          <p:spTgt spid="29"/>
                                        </p:tgtEl>
                                        <p:attrNameLst>
                                          <p:attrName>style.visibility</p:attrName>
                                        </p:attrNameLst>
                                      </p:cBhvr>
                                      <p:to>
                                        <p:strVal val="visible"/>
                                      </p:to>
                                    </p:set>
                                    <p:anim calcmode="lin" valueType="num">
                                      <p:cBhvr additive="base">
                                        <p:cTn id="51" dur="500" fill="hold"/>
                                        <p:tgtEl>
                                          <p:spTgt spid="29"/>
                                        </p:tgtEl>
                                        <p:attrNameLst>
                                          <p:attrName>ppt_x</p:attrName>
                                        </p:attrNameLst>
                                      </p:cBhvr>
                                      <p:tavLst>
                                        <p:tav tm="0">
                                          <p:val>
                                            <p:strVal val="1+#ppt_w/2"/>
                                          </p:val>
                                        </p:tav>
                                        <p:tav tm="100000">
                                          <p:val>
                                            <p:strVal val="#ppt_x"/>
                                          </p:val>
                                        </p:tav>
                                      </p:tavLst>
                                    </p:anim>
                                    <p:anim calcmode="lin" valueType="num">
                                      <p:cBhvr additive="base">
                                        <p:cTn id="52"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P spid="28" grpId="0" build="p"/>
      <p:bldP spid="2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utoShape 1033">
            <a:extLst>
              <a:ext uri="{FF2B5EF4-FFF2-40B4-BE49-F238E27FC236}">
                <a16:creationId xmlns:a16="http://schemas.microsoft.com/office/drawing/2014/main" id="{B870CB6C-A660-4CE9-AEA8-BE2FA478DFA9}"/>
              </a:ext>
            </a:extLst>
          </p:cNvPr>
          <p:cNvSpPr>
            <a:spLocks noChangeArrowheads="1"/>
          </p:cNvSpPr>
          <p:nvPr/>
        </p:nvSpPr>
        <p:spPr bwMode="auto">
          <a:xfrm>
            <a:off x="1420451" y="595313"/>
            <a:ext cx="2921000" cy="381000"/>
          </a:xfrm>
          <a:prstGeom prst="roundRect">
            <a:avLst>
              <a:gd name="adj" fmla="val 16667"/>
            </a:avLst>
          </a:prstGeom>
          <a:solidFill>
            <a:srgbClr val="FBBBFD"/>
          </a:solidFill>
          <a:ln w="9525">
            <a:solidFill>
              <a:srgbClr val="000000"/>
            </a:solidFill>
            <a:round/>
            <a:headEnd/>
            <a:tailEnd/>
          </a:ln>
          <a:effectLst/>
        </p:spPr>
        <p:txBody>
          <a:bodyPr/>
          <a:lstStyle/>
          <a:p>
            <a:pPr algn="just" eaLnBrk="1" hangingPunct="1"/>
            <a:r>
              <a:rPr kumimoji="1" lang="zh-CN" altLang="en-US" sz="1800" dirty="0">
                <a:solidFill>
                  <a:schemeClr val="bg2"/>
                </a:solidFill>
                <a:latin typeface="+mn-ea"/>
                <a:ea typeface="+mn-ea"/>
              </a:rPr>
              <a:t>开始（程序请求访问一页)</a:t>
            </a:r>
          </a:p>
        </p:txBody>
      </p:sp>
      <p:sp>
        <p:nvSpPr>
          <p:cNvPr id="12" name="AutoShape 1034">
            <a:extLst>
              <a:ext uri="{FF2B5EF4-FFF2-40B4-BE49-F238E27FC236}">
                <a16:creationId xmlns:a16="http://schemas.microsoft.com/office/drawing/2014/main" id="{F65C5275-971B-4D65-8FF8-F2885C651998}"/>
              </a:ext>
            </a:extLst>
          </p:cNvPr>
          <p:cNvSpPr>
            <a:spLocks noChangeArrowheads="1"/>
          </p:cNvSpPr>
          <p:nvPr/>
        </p:nvSpPr>
        <p:spPr bwMode="auto">
          <a:xfrm>
            <a:off x="1226" y="976313"/>
            <a:ext cx="1027113" cy="371475"/>
          </a:xfrm>
          <a:prstGeom prst="roundRect">
            <a:avLst>
              <a:gd name="adj" fmla="val 16667"/>
            </a:avLst>
          </a:prstGeom>
          <a:solidFill>
            <a:schemeClr val="tx1">
              <a:lumMod val="85000"/>
            </a:schemeClr>
          </a:solidFill>
          <a:ln w="9525">
            <a:solidFill>
              <a:srgbClr val="000000"/>
            </a:solidFill>
            <a:round/>
            <a:headEnd/>
            <a:tailEnd/>
          </a:ln>
          <a:effectLst/>
        </p:spPr>
        <p:txBody>
          <a:bodyPr lIns="0" rIns="0"/>
          <a:lstStyle/>
          <a:p>
            <a:pPr algn="just" eaLnBrk="1" hangingPunct="1"/>
            <a:r>
              <a:rPr kumimoji="1" lang="zh-CN" altLang="en-US" sz="1800">
                <a:solidFill>
                  <a:schemeClr val="bg2"/>
                </a:solidFill>
                <a:latin typeface="+mn-ea"/>
                <a:ea typeface="+mn-ea"/>
              </a:rPr>
              <a:t>越界中断</a:t>
            </a:r>
          </a:p>
        </p:txBody>
      </p:sp>
      <p:sp>
        <p:nvSpPr>
          <p:cNvPr id="13" name="Line 1035">
            <a:extLst>
              <a:ext uri="{FF2B5EF4-FFF2-40B4-BE49-F238E27FC236}">
                <a16:creationId xmlns:a16="http://schemas.microsoft.com/office/drawing/2014/main" id="{6F5A7F16-B9C6-4E21-B8A4-7DD68E1CEE0E}"/>
              </a:ext>
            </a:extLst>
          </p:cNvPr>
          <p:cNvSpPr>
            <a:spLocks noChangeShapeType="1"/>
          </p:cNvSpPr>
          <p:nvPr/>
        </p:nvSpPr>
        <p:spPr bwMode="auto">
          <a:xfrm flipH="1">
            <a:off x="1028339" y="1231583"/>
            <a:ext cx="571500" cy="0"/>
          </a:xfrm>
          <a:prstGeom prst="line">
            <a:avLst/>
          </a:prstGeom>
          <a:noFill/>
          <a:ln w="28575">
            <a:solidFill>
              <a:srgbClr val="00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800" dirty="0">
              <a:solidFill>
                <a:schemeClr val="bg2"/>
              </a:solidFill>
              <a:latin typeface="+mn-ea"/>
              <a:ea typeface="+mn-ea"/>
            </a:endParaRPr>
          </a:p>
        </p:txBody>
      </p:sp>
      <p:sp>
        <p:nvSpPr>
          <p:cNvPr id="14" name="Line 1036">
            <a:extLst>
              <a:ext uri="{FF2B5EF4-FFF2-40B4-BE49-F238E27FC236}">
                <a16:creationId xmlns:a16="http://schemas.microsoft.com/office/drawing/2014/main" id="{759476B4-F9A3-4AD9-8F81-FECD68E81459}"/>
              </a:ext>
            </a:extLst>
          </p:cNvPr>
          <p:cNvSpPr>
            <a:spLocks noChangeShapeType="1"/>
          </p:cNvSpPr>
          <p:nvPr/>
        </p:nvSpPr>
        <p:spPr bwMode="auto">
          <a:xfrm>
            <a:off x="2855551" y="885826"/>
            <a:ext cx="0" cy="188912"/>
          </a:xfrm>
          <a:prstGeom prst="line">
            <a:avLst/>
          </a:prstGeom>
          <a:noFill/>
          <a:ln w="28575">
            <a:solidFill>
              <a:srgbClr val="00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800">
              <a:solidFill>
                <a:schemeClr val="bg2"/>
              </a:solidFill>
              <a:latin typeface="+mn-ea"/>
              <a:ea typeface="+mn-ea"/>
            </a:endParaRPr>
          </a:p>
        </p:txBody>
      </p:sp>
      <p:sp>
        <p:nvSpPr>
          <p:cNvPr id="15" name="Rectangle 1037">
            <a:extLst>
              <a:ext uri="{FF2B5EF4-FFF2-40B4-BE49-F238E27FC236}">
                <a16:creationId xmlns:a16="http://schemas.microsoft.com/office/drawing/2014/main" id="{AA658539-006B-4AF7-976A-7B014786EDEB}"/>
              </a:ext>
            </a:extLst>
          </p:cNvPr>
          <p:cNvSpPr>
            <a:spLocks noChangeArrowheads="1"/>
          </p:cNvSpPr>
          <p:nvPr/>
        </p:nvSpPr>
        <p:spPr bwMode="auto">
          <a:xfrm>
            <a:off x="2057039" y="1722438"/>
            <a:ext cx="1731962" cy="320675"/>
          </a:xfrm>
          <a:prstGeom prst="rect">
            <a:avLst/>
          </a:prstGeom>
          <a:solidFill>
            <a:schemeClr val="tx1">
              <a:lumMod val="85000"/>
            </a:schemeClr>
          </a:solidFill>
          <a:ln w="9525">
            <a:solidFill>
              <a:srgbClr val="000000"/>
            </a:solidFill>
            <a:miter lim="800000"/>
            <a:headEnd/>
            <a:tailEnd/>
          </a:ln>
          <a:effectLst/>
        </p:spPr>
        <p:txBody>
          <a:bodyPr/>
          <a:lstStyle/>
          <a:p>
            <a:pPr algn="just" eaLnBrk="1" hangingPunct="1"/>
            <a:r>
              <a:rPr kumimoji="1" lang="en-US" altLang="zh-CN" sz="1800">
                <a:solidFill>
                  <a:schemeClr val="bg2"/>
                </a:solidFill>
                <a:latin typeface="+mn-ea"/>
                <a:ea typeface="+mn-ea"/>
              </a:rPr>
              <a:t>CPU</a:t>
            </a:r>
            <a:r>
              <a:rPr kumimoji="1" lang="zh-CN" altLang="en-US" sz="1800">
                <a:solidFill>
                  <a:schemeClr val="bg2"/>
                </a:solidFill>
                <a:latin typeface="+mn-ea"/>
                <a:ea typeface="+mn-ea"/>
              </a:rPr>
              <a:t>检索快表</a:t>
            </a:r>
          </a:p>
        </p:txBody>
      </p:sp>
      <p:sp>
        <p:nvSpPr>
          <p:cNvPr id="16" name="Line 1038">
            <a:extLst>
              <a:ext uri="{FF2B5EF4-FFF2-40B4-BE49-F238E27FC236}">
                <a16:creationId xmlns:a16="http://schemas.microsoft.com/office/drawing/2014/main" id="{9FCD42A1-8482-4FD9-8B00-0BB47C1FEC9F}"/>
              </a:ext>
            </a:extLst>
          </p:cNvPr>
          <p:cNvSpPr>
            <a:spLocks noChangeShapeType="1"/>
          </p:cNvSpPr>
          <p:nvPr/>
        </p:nvSpPr>
        <p:spPr bwMode="auto">
          <a:xfrm>
            <a:off x="2855551" y="1365251"/>
            <a:ext cx="0" cy="376237"/>
          </a:xfrm>
          <a:prstGeom prst="line">
            <a:avLst/>
          </a:prstGeom>
          <a:noFill/>
          <a:ln w="28575">
            <a:solidFill>
              <a:srgbClr val="00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800">
              <a:solidFill>
                <a:schemeClr val="bg2"/>
              </a:solidFill>
              <a:latin typeface="+mn-ea"/>
              <a:ea typeface="+mn-ea"/>
            </a:endParaRPr>
          </a:p>
        </p:txBody>
      </p:sp>
      <p:sp>
        <p:nvSpPr>
          <p:cNvPr id="17" name="AutoShape 1039">
            <a:extLst>
              <a:ext uri="{FF2B5EF4-FFF2-40B4-BE49-F238E27FC236}">
                <a16:creationId xmlns:a16="http://schemas.microsoft.com/office/drawing/2014/main" id="{30352CFF-4A18-4524-8336-9673BCB4B8B2}"/>
              </a:ext>
            </a:extLst>
          </p:cNvPr>
          <p:cNvSpPr>
            <a:spLocks noChangeArrowheads="1"/>
          </p:cNvSpPr>
          <p:nvPr/>
        </p:nvSpPr>
        <p:spPr bwMode="auto">
          <a:xfrm>
            <a:off x="1485540" y="2287588"/>
            <a:ext cx="2698750" cy="365125"/>
          </a:xfrm>
          <a:prstGeom prst="hexagon">
            <a:avLst>
              <a:gd name="adj" fmla="val 101829"/>
              <a:gd name="vf" fmla="val 115470"/>
            </a:avLst>
          </a:prstGeom>
          <a:solidFill>
            <a:schemeClr val="tx1">
              <a:lumMod val="85000"/>
            </a:schemeClr>
          </a:solidFill>
          <a:ln w="9525">
            <a:solidFill>
              <a:srgbClr val="000000"/>
            </a:solidFill>
            <a:miter lim="800000"/>
            <a:headEnd/>
            <a:tailEnd/>
          </a:ln>
          <a:effectLst/>
        </p:spPr>
        <p:txBody>
          <a:bodyPr lIns="0" tIns="0" rIns="0" bIns="0"/>
          <a:lstStyle/>
          <a:p>
            <a:pPr algn="just" eaLnBrk="1" hangingPunct="1"/>
            <a:r>
              <a:rPr kumimoji="1" lang="zh-CN" altLang="en-US" sz="1800" dirty="0">
                <a:solidFill>
                  <a:schemeClr val="bg2"/>
                </a:solidFill>
                <a:latin typeface="+mn-ea"/>
                <a:ea typeface="+mn-ea"/>
              </a:rPr>
              <a:t>页表项在快表中？</a:t>
            </a:r>
          </a:p>
        </p:txBody>
      </p:sp>
      <p:sp>
        <p:nvSpPr>
          <p:cNvPr id="18" name="Line 1040">
            <a:extLst>
              <a:ext uri="{FF2B5EF4-FFF2-40B4-BE49-F238E27FC236}">
                <a16:creationId xmlns:a16="http://schemas.microsoft.com/office/drawing/2014/main" id="{10E04F98-FB42-43CB-A3F4-4CD7061B1CE2}"/>
              </a:ext>
            </a:extLst>
          </p:cNvPr>
          <p:cNvSpPr>
            <a:spLocks noChangeShapeType="1"/>
          </p:cNvSpPr>
          <p:nvPr/>
        </p:nvSpPr>
        <p:spPr bwMode="auto">
          <a:xfrm>
            <a:off x="2855551" y="2005013"/>
            <a:ext cx="0" cy="282575"/>
          </a:xfrm>
          <a:prstGeom prst="line">
            <a:avLst/>
          </a:prstGeom>
          <a:noFill/>
          <a:ln w="28575">
            <a:solidFill>
              <a:srgbClr val="00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800">
              <a:solidFill>
                <a:schemeClr val="bg2"/>
              </a:solidFill>
              <a:latin typeface="+mn-ea"/>
              <a:ea typeface="+mn-ea"/>
            </a:endParaRPr>
          </a:p>
        </p:txBody>
      </p:sp>
      <p:sp>
        <p:nvSpPr>
          <p:cNvPr id="19" name="Rectangle 1041">
            <a:extLst>
              <a:ext uri="{FF2B5EF4-FFF2-40B4-BE49-F238E27FC236}">
                <a16:creationId xmlns:a16="http://schemas.microsoft.com/office/drawing/2014/main" id="{01D91093-50BD-4F5D-91FA-4B0E12DF0ACA}"/>
              </a:ext>
            </a:extLst>
          </p:cNvPr>
          <p:cNvSpPr>
            <a:spLocks noChangeArrowheads="1"/>
          </p:cNvSpPr>
          <p:nvPr/>
        </p:nvSpPr>
        <p:spPr bwMode="auto">
          <a:xfrm>
            <a:off x="2218964" y="2851151"/>
            <a:ext cx="1255712" cy="334962"/>
          </a:xfrm>
          <a:prstGeom prst="rect">
            <a:avLst/>
          </a:prstGeom>
          <a:solidFill>
            <a:schemeClr val="tx1">
              <a:lumMod val="85000"/>
            </a:schemeClr>
          </a:solidFill>
          <a:ln w="9525">
            <a:solidFill>
              <a:srgbClr val="000000"/>
            </a:solidFill>
            <a:miter lim="800000"/>
            <a:headEnd/>
            <a:tailEnd/>
          </a:ln>
          <a:effectLst/>
        </p:spPr>
        <p:txBody>
          <a:bodyPr/>
          <a:lstStyle/>
          <a:p>
            <a:pPr algn="just" eaLnBrk="1" hangingPunct="1"/>
            <a:r>
              <a:rPr kumimoji="1" lang="zh-CN" altLang="en-US" sz="1800">
                <a:solidFill>
                  <a:schemeClr val="bg2"/>
                </a:solidFill>
                <a:latin typeface="+mn-ea"/>
                <a:ea typeface="+mn-ea"/>
              </a:rPr>
              <a:t>访问页表</a:t>
            </a:r>
          </a:p>
        </p:txBody>
      </p:sp>
      <p:sp>
        <p:nvSpPr>
          <p:cNvPr id="21" name="AutoShape 1043">
            <a:extLst>
              <a:ext uri="{FF2B5EF4-FFF2-40B4-BE49-F238E27FC236}">
                <a16:creationId xmlns:a16="http://schemas.microsoft.com/office/drawing/2014/main" id="{FC280D8F-FC01-4BBA-AA70-91D08B15AC3A}"/>
              </a:ext>
            </a:extLst>
          </p:cNvPr>
          <p:cNvSpPr>
            <a:spLocks noChangeArrowheads="1"/>
          </p:cNvSpPr>
          <p:nvPr/>
        </p:nvSpPr>
        <p:spPr bwMode="auto">
          <a:xfrm>
            <a:off x="1615714" y="3414713"/>
            <a:ext cx="2647950" cy="381000"/>
          </a:xfrm>
          <a:prstGeom prst="hexagon">
            <a:avLst>
              <a:gd name="adj" fmla="val 178416"/>
              <a:gd name="vf" fmla="val 115470"/>
            </a:avLst>
          </a:prstGeom>
          <a:solidFill>
            <a:schemeClr val="tx1">
              <a:lumMod val="85000"/>
            </a:schemeClr>
          </a:solidFill>
          <a:ln w="9525">
            <a:solidFill>
              <a:srgbClr val="000000"/>
            </a:solidFill>
            <a:miter lim="800000"/>
            <a:headEnd/>
            <a:tailEnd/>
          </a:ln>
          <a:effectLst/>
        </p:spPr>
        <p:txBody>
          <a:bodyPr lIns="0" tIns="0" rIns="0" bIns="0"/>
          <a:lstStyle/>
          <a:p>
            <a:pPr algn="ctr" eaLnBrk="1" hangingPunct="1"/>
            <a:r>
              <a:rPr kumimoji="1" lang="zh-CN" altLang="en-US" sz="1800" dirty="0">
                <a:solidFill>
                  <a:schemeClr val="bg2"/>
                </a:solidFill>
                <a:latin typeface="+mn-ea"/>
                <a:ea typeface="+mn-ea"/>
              </a:rPr>
              <a:t>页在内存中？</a:t>
            </a:r>
          </a:p>
        </p:txBody>
      </p:sp>
      <p:sp>
        <p:nvSpPr>
          <p:cNvPr id="22" name="Line 1044">
            <a:extLst>
              <a:ext uri="{FF2B5EF4-FFF2-40B4-BE49-F238E27FC236}">
                <a16:creationId xmlns:a16="http://schemas.microsoft.com/office/drawing/2014/main" id="{622640A9-17AE-4426-9346-2506179B8767}"/>
              </a:ext>
            </a:extLst>
          </p:cNvPr>
          <p:cNvSpPr>
            <a:spLocks noChangeShapeType="1"/>
          </p:cNvSpPr>
          <p:nvPr/>
        </p:nvSpPr>
        <p:spPr bwMode="auto">
          <a:xfrm>
            <a:off x="2855551" y="3133726"/>
            <a:ext cx="0" cy="280987"/>
          </a:xfrm>
          <a:prstGeom prst="line">
            <a:avLst/>
          </a:prstGeom>
          <a:noFill/>
          <a:ln w="28575">
            <a:solidFill>
              <a:srgbClr val="00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800">
              <a:solidFill>
                <a:schemeClr val="bg2"/>
              </a:solidFill>
              <a:latin typeface="+mn-ea"/>
              <a:ea typeface="+mn-ea"/>
            </a:endParaRPr>
          </a:p>
        </p:txBody>
      </p:sp>
      <p:sp>
        <p:nvSpPr>
          <p:cNvPr id="23" name="Rectangle 1045">
            <a:extLst>
              <a:ext uri="{FF2B5EF4-FFF2-40B4-BE49-F238E27FC236}">
                <a16:creationId xmlns:a16="http://schemas.microsoft.com/office/drawing/2014/main" id="{CFACC2D0-D899-46F2-BAE2-BF52BAF5296B}"/>
              </a:ext>
            </a:extLst>
          </p:cNvPr>
          <p:cNvSpPr>
            <a:spLocks noChangeArrowheads="1"/>
          </p:cNvSpPr>
          <p:nvPr/>
        </p:nvSpPr>
        <p:spPr bwMode="auto">
          <a:xfrm>
            <a:off x="2211026" y="4100513"/>
            <a:ext cx="1255713" cy="381000"/>
          </a:xfrm>
          <a:prstGeom prst="rect">
            <a:avLst/>
          </a:prstGeom>
          <a:solidFill>
            <a:schemeClr val="tx1">
              <a:lumMod val="85000"/>
            </a:schemeClr>
          </a:solidFill>
          <a:ln w="9525">
            <a:solidFill>
              <a:srgbClr val="000000"/>
            </a:solidFill>
            <a:miter lim="800000"/>
            <a:headEnd/>
            <a:tailEnd/>
          </a:ln>
          <a:effectLst/>
        </p:spPr>
        <p:txBody>
          <a:bodyPr/>
          <a:lstStyle/>
          <a:p>
            <a:pPr algn="just" eaLnBrk="1" hangingPunct="1"/>
            <a:r>
              <a:rPr kumimoji="1" lang="zh-CN" altLang="en-US" sz="1800" dirty="0" smtClean="0">
                <a:solidFill>
                  <a:schemeClr val="bg2"/>
                </a:solidFill>
                <a:latin typeface="+mn-ea"/>
                <a:ea typeface="+mn-ea"/>
              </a:rPr>
              <a:t>更新快</a:t>
            </a:r>
            <a:r>
              <a:rPr kumimoji="1" lang="zh-CN" altLang="en-US" sz="1800" dirty="0">
                <a:solidFill>
                  <a:schemeClr val="bg2"/>
                </a:solidFill>
                <a:latin typeface="+mn-ea"/>
                <a:ea typeface="+mn-ea"/>
              </a:rPr>
              <a:t>表</a:t>
            </a:r>
          </a:p>
        </p:txBody>
      </p:sp>
      <p:sp>
        <p:nvSpPr>
          <p:cNvPr id="25" name="Rectangle 1047">
            <a:extLst>
              <a:ext uri="{FF2B5EF4-FFF2-40B4-BE49-F238E27FC236}">
                <a16:creationId xmlns:a16="http://schemas.microsoft.com/office/drawing/2014/main" id="{C9F16CC2-8FC5-4319-9BAA-025170EDFBC7}"/>
              </a:ext>
            </a:extLst>
          </p:cNvPr>
          <p:cNvSpPr>
            <a:spLocks noChangeArrowheads="1"/>
          </p:cNvSpPr>
          <p:nvPr/>
        </p:nvSpPr>
        <p:spPr bwMode="auto">
          <a:xfrm>
            <a:off x="1830026" y="4786313"/>
            <a:ext cx="2355850" cy="393700"/>
          </a:xfrm>
          <a:prstGeom prst="rect">
            <a:avLst/>
          </a:prstGeom>
          <a:solidFill>
            <a:schemeClr val="tx1">
              <a:lumMod val="85000"/>
            </a:schemeClr>
          </a:solidFill>
          <a:ln w="9525">
            <a:solidFill>
              <a:srgbClr val="000000"/>
            </a:solidFill>
            <a:miter lim="800000"/>
            <a:headEnd/>
            <a:tailEnd/>
          </a:ln>
          <a:effectLst/>
        </p:spPr>
        <p:txBody>
          <a:bodyPr lIns="36000" rIns="36000"/>
          <a:lstStyle/>
          <a:p>
            <a:pPr algn="just" eaLnBrk="1" hangingPunct="1"/>
            <a:r>
              <a:rPr kumimoji="1" lang="zh-CN" altLang="en-US" sz="1800" dirty="0">
                <a:solidFill>
                  <a:schemeClr val="bg2"/>
                </a:solidFill>
                <a:latin typeface="+mn-ea"/>
                <a:ea typeface="+mn-ea"/>
              </a:rPr>
              <a:t>修改访问位和修改位</a:t>
            </a:r>
          </a:p>
        </p:txBody>
      </p:sp>
      <p:sp>
        <p:nvSpPr>
          <p:cNvPr id="26" name="Rectangle 1048">
            <a:extLst>
              <a:ext uri="{FF2B5EF4-FFF2-40B4-BE49-F238E27FC236}">
                <a16:creationId xmlns:a16="http://schemas.microsoft.com/office/drawing/2014/main" id="{CA019722-AB6C-42EA-A820-68BDBE3711D4}"/>
              </a:ext>
            </a:extLst>
          </p:cNvPr>
          <p:cNvSpPr>
            <a:spLocks noChangeArrowheads="1"/>
          </p:cNvSpPr>
          <p:nvPr/>
        </p:nvSpPr>
        <p:spPr bwMode="auto">
          <a:xfrm>
            <a:off x="1982426" y="5472113"/>
            <a:ext cx="1711325" cy="336550"/>
          </a:xfrm>
          <a:prstGeom prst="rect">
            <a:avLst/>
          </a:prstGeom>
          <a:solidFill>
            <a:schemeClr val="tx1">
              <a:lumMod val="85000"/>
            </a:schemeClr>
          </a:solidFill>
          <a:ln w="9525">
            <a:solidFill>
              <a:srgbClr val="000000"/>
            </a:solidFill>
            <a:miter lim="800000"/>
            <a:headEnd/>
            <a:tailEnd/>
          </a:ln>
          <a:effectLst/>
        </p:spPr>
        <p:txBody>
          <a:bodyPr/>
          <a:lstStyle/>
          <a:p>
            <a:pPr algn="just" eaLnBrk="1" hangingPunct="1"/>
            <a:r>
              <a:rPr kumimoji="1" lang="zh-CN" altLang="en-US" sz="1800" dirty="0">
                <a:solidFill>
                  <a:schemeClr val="bg2"/>
                </a:solidFill>
                <a:latin typeface="+mn-ea"/>
                <a:ea typeface="+mn-ea"/>
              </a:rPr>
              <a:t>形成物理地址</a:t>
            </a:r>
          </a:p>
        </p:txBody>
      </p:sp>
      <p:sp>
        <p:nvSpPr>
          <p:cNvPr id="28" name="AutoShape 1050">
            <a:extLst>
              <a:ext uri="{FF2B5EF4-FFF2-40B4-BE49-F238E27FC236}">
                <a16:creationId xmlns:a16="http://schemas.microsoft.com/office/drawing/2014/main" id="{149E7119-5A50-48AE-AC34-8513B34D2810}"/>
              </a:ext>
            </a:extLst>
          </p:cNvPr>
          <p:cNvSpPr>
            <a:spLocks noChangeArrowheads="1"/>
          </p:cNvSpPr>
          <p:nvPr/>
        </p:nvSpPr>
        <p:spPr bwMode="auto">
          <a:xfrm>
            <a:off x="1982426" y="6234113"/>
            <a:ext cx="1731963" cy="382588"/>
          </a:xfrm>
          <a:prstGeom prst="roundRect">
            <a:avLst>
              <a:gd name="adj" fmla="val 16667"/>
            </a:avLst>
          </a:prstGeom>
          <a:solidFill>
            <a:srgbClr val="FBBBFD"/>
          </a:solidFill>
          <a:ln w="9525">
            <a:solidFill>
              <a:srgbClr val="000000"/>
            </a:solidFill>
            <a:round/>
            <a:headEnd/>
            <a:tailEnd/>
          </a:ln>
          <a:effectLst/>
        </p:spPr>
        <p:txBody>
          <a:bodyPr lIns="18000" rIns="18000"/>
          <a:lstStyle/>
          <a:p>
            <a:pPr algn="just" eaLnBrk="1" hangingPunct="1"/>
            <a:r>
              <a:rPr kumimoji="1" lang="zh-CN" altLang="en-US" sz="1800" b="0" dirty="0">
                <a:solidFill>
                  <a:schemeClr val="bg2"/>
                </a:solidFill>
                <a:latin typeface="+mn-ea"/>
                <a:ea typeface="+mn-ea"/>
              </a:rPr>
              <a:t> </a:t>
            </a:r>
            <a:r>
              <a:rPr kumimoji="1" lang="zh-CN" altLang="en-US" sz="1800" dirty="0">
                <a:solidFill>
                  <a:schemeClr val="bg2"/>
                </a:solidFill>
                <a:latin typeface="+mn-ea"/>
                <a:ea typeface="+mn-ea"/>
              </a:rPr>
              <a:t>地址变换结束</a:t>
            </a:r>
          </a:p>
        </p:txBody>
      </p:sp>
      <p:sp>
        <p:nvSpPr>
          <p:cNvPr id="29" name="Line 1051">
            <a:extLst>
              <a:ext uri="{FF2B5EF4-FFF2-40B4-BE49-F238E27FC236}">
                <a16:creationId xmlns:a16="http://schemas.microsoft.com/office/drawing/2014/main" id="{5CF35E9E-9A87-4E36-939E-25060182A6BC}"/>
              </a:ext>
            </a:extLst>
          </p:cNvPr>
          <p:cNvSpPr>
            <a:spLocks noChangeShapeType="1"/>
          </p:cNvSpPr>
          <p:nvPr/>
        </p:nvSpPr>
        <p:spPr bwMode="auto">
          <a:xfrm>
            <a:off x="2820626" y="5853113"/>
            <a:ext cx="0" cy="381000"/>
          </a:xfrm>
          <a:prstGeom prst="line">
            <a:avLst/>
          </a:prstGeom>
          <a:noFill/>
          <a:ln w="28575">
            <a:solidFill>
              <a:srgbClr val="00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800">
              <a:solidFill>
                <a:schemeClr val="bg2"/>
              </a:solidFill>
              <a:latin typeface="+mn-ea"/>
              <a:ea typeface="+mn-ea"/>
            </a:endParaRPr>
          </a:p>
        </p:txBody>
      </p:sp>
      <p:sp>
        <p:nvSpPr>
          <p:cNvPr id="30" name="Line 1052">
            <a:extLst>
              <a:ext uri="{FF2B5EF4-FFF2-40B4-BE49-F238E27FC236}">
                <a16:creationId xmlns:a16="http://schemas.microsoft.com/office/drawing/2014/main" id="{C9A573DC-9A56-4A48-8CDB-2D8FDCF026CE}"/>
              </a:ext>
            </a:extLst>
          </p:cNvPr>
          <p:cNvSpPr>
            <a:spLocks noChangeShapeType="1"/>
          </p:cNvSpPr>
          <p:nvPr/>
        </p:nvSpPr>
        <p:spPr bwMode="auto">
          <a:xfrm>
            <a:off x="687027" y="2454713"/>
            <a:ext cx="798513"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800">
              <a:solidFill>
                <a:schemeClr val="bg2"/>
              </a:solidFill>
              <a:latin typeface="+mn-ea"/>
              <a:ea typeface="+mn-ea"/>
            </a:endParaRPr>
          </a:p>
        </p:txBody>
      </p:sp>
      <p:sp>
        <p:nvSpPr>
          <p:cNvPr id="31" name="Line 1053">
            <a:extLst>
              <a:ext uri="{FF2B5EF4-FFF2-40B4-BE49-F238E27FC236}">
                <a16:creationId xmlns:a16="http://schemas.microsoft.com/office/drawing/2014/main" id="{418C5770-DCB3-49AA-8EC7-6AE57E233227}"/>
              </a:ext>
            </a:extLst>
          </p:cNvPr>
          <p:cNvSpPr>
            <a:spLocks noChangeShapeType="1"/>
          </p:cNvSpPr>
          <p:nvPr/>
        </p:nvSpPr>
        <p:spPr bwMode="auto">
          <a:xfrm>
            <a:off x="685226" y="2490713"/>
            <a:ext cx="0" cy="216000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800">
              <a:solidFill>
                <a:schemeClr val="bg2"/>
              </a:solidFill>
              <a:latin typeface="+mn-ea"/>
              <a:ea typeface="+mn-ea"/>
            </a:endParaRPr>
          </a:p>
        </p:txBody>
      </p:sp>
      <p:sp>
        <p:nvSpPr>
          <p:cNvPr id="32" name="Line 1054">
            <a:extLst>
              <a:ext uri="{FF2B5EF4-FFF2-40B4-BE49-F238E27FC236}">
                <a16:creationId xmlns:a16="http://schemas.microsoft.com/office/drawing/2014/main" id="{5231A40E-B6D3-4F18-AEEB-3BC0DCAEDE14}"/>
              </a:ext>
            </a:extLst>
          </p:cNvPr>
          <p:cNvSpPr>
            <a:spLocks noChangeShapeType="1"/>
          </p:cNvSpPr>
          <p:nvPr/>
        </p:nvSpPr>
        <p:spPr bwMode="auto">
          <a:xfrm>
            <a:off x="687026" y="4633913"/>
            <a:ext cx="2155825" cy="0"/>
          </a:xfrm>
          <a:prstGeom prst="line">
            <a:avLst/>
          </a:prstGeom>
          <a:noFill/>
          <a:ln w="28575">
            <a:solidFill>
              <a:srgbClr val="000000"/>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800">
              <a:solidFill>
                <a:schemeClr val="bg2"/>
              </a:solidFill>
              <a:latin typeface="+mn-ea"/>
              <a:ea typeface="+mn-ea"/>
            </a:endParaRPr>
          </a:p>
        </p:txBody>
      </p:sp>
      <p:sp>
        <p:nvSpPr>
          <p:cNvPr id="39" name="AutoShape 1061">
            <a:extLst>
              <a:ext uri="{FF2B5EF4-FFF2-40B4-BE49-F238E27FC236}">
                <a16:creationId xmlns:a16="http://schemas.microsoft.com/office/drawing/2014/main" id="{E9F3E2CA-2317-40EE-8900-8FE0D36E4A6D}"/>
              </a:ext>
            </a:extLst>
          </p:cNvPr>
          <p:cNvSpPr>
            <a:spLocks noChangeArrowheads="1"/>
          </p:cNvSpPr>
          <p:nvPr/>
        </p:nvSpPr>
        <p:spPr bwMode="auto">
          <a:xfrm>
            <a:off x="1599839" y="1065213"/>
            <a:ext cx="2668587" cy="368300"/>
          </a:xfrm>
          <a:prstGeom prst="hexagon">
            <a:avLst>
              <a:gd name="adj" fmla="val 236424"/>
              <a:gd name="vf" fmla="val 115470"/>
            </a:avLst>
          </a:prstGeom>
          <a:solidFill>
            <a:schemeClr val="tx1">
              <a:lumMod val="85000"/>
            </a:schemeClr>
          </a:solidFill>
          <a:ln w="9525">
            <a:solidFill>
              <a:srgbClr val="000000"/>
            </a:solidFill>
            <a:miter lim="800000"/>
            <a:headEnd/>
            <a:tailEnd/>
          </a:ln>
          <a:effectLst/>
        </p:spPr>
        <p:txBody>
          <a:bodyPr lIns="0" tIns="0" rIns="0" bIns="0"/>
          <a:lstStyle/>
          <a:p>
            <a:pPr algn="just" eaLnBrk="1" hangingPunct="1"/>
            <a:r>
              <a:rPr kumimoji="1" lang="zh-CN" altLang="en-US" sz="1800">
                <a:solidFill>
                  <a:schemeClr val="bg2"/>
                </a:solidFill>
                <a:latin typeface="+mn-ea"/>
                <a:ea typeface="+mn-ea"/>
              </a:rPr>
              <a:t>页号&gt;页表长度？</a:t>
            </a:r>
          </a:p>
        </p:txBody>
      </p:sp>
      <p:sp>
        <p:nvSpPr>
          <p:cNvPr id="67" name="Line 1049">
            <a:extLst>
              <a:ext uri="{FF2B5EF4-FFF2-40B4-BE49-F238E27FC236}">
                <a16:creationId xmlns:a16="http://schemas.microsoft.com/office/drawing/2014/main" id="{4C4B1AEA-2D2D-4FAC-B96C-9D69E4A80A58}"/>
              </a:ext>
            </a:extLst>
          </p:cNvPr>
          <p:cNvSpPr>
            <a:spLocks noChangeShapeType="1"/>
          </p:cNvSpPr>
          <p:nvPr/>
        </p:nvSpPr>
        <p:spPr bwMode="auto">
          <a:xfrm>
            <a:off x="2866437" y="2620056"/>
            <a:ext cx="0" cy="282575"/>
          </a:xfrm>
          <a:prstGeom prst="line">
            <a:avLst/>
          </a:prstGeom>
          <a:noFill/>
          <a:ln w="28575">
            <a:solidFill>
              <a:srgbClr val="00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800">
              <a:solidFill>
                <a:schemeClr val="bg2"/>
              </a:solidFill>
              <a:latin typeface="+mn-ea"/>
              <a:ea typeface="+mn-ea"/>
            </a:endParaRPr>
          </a:p>
        </p:txBody>
      </p:sp>
      <p:sp>
        <p:nvSpPr>
          <p:cNvPr id="68" name="Line 1051">
            <a:extLst>
              <a:ext uri="{FF2B5EF4-FFF2-40B4-BE49-F238E27FC236}">
                <a16:creationId xmlns:a16="http://schemas.microsoft.com/office/drawing/2014/main" id="{E98CC512-D974-4008-BAC1-98853BDB3FBC}"/>
              </a:ext>
            </a:extLst>
          </p:cNvPr>
          <p:cNvSpPr>
            <a:spLocks noChangeShapeType="1"/>
          </p:cNvSpPr>
          <p:nvPr/>
        </p:nvSpPr>
        <p:spPr bwMode="auto">
          <a:xfrm>
            <a:off x="2866437" y="3795713"/>
            <a:ext cx="0" cy="381000"/>
          </a:xfrm>
          <a:prstGeom prst="line">
            <a:avLst/>
          </a:prstGeom>
          <a:noFill/>
          <a:ln w="28575">
            <a:solidFill>
              <a:srgbClr val="00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800">
              <a:solidFill>
                <a:schemeClr val="bg2"/>
              </a:solidFill>
              <a:latin typeface="+mn-ea"/>
              <a:ea typeface="+mn-ea"/>
            </a:endParaRPr>
          </a:p>
        </p:txBody>
      </p:sp>
      <p:sp>
        <p:nvSpPr>
          <p:cNvPr id="69" name="Line 1064">
            <a:extLst>
              <a:ext uri="{FF2B5EF4-FFF2-40B4-BE49-F238E27FC236}">
                <a16:creationId xmlns:a16="http://schemas.microsoft.com/office/drawing/2014/main" id="{16670B5F-5611-44F0-B395-0E9CE35EB37C}"/>
              </a:ext>
            </a:extLst>
          </p:cNvPr>
          <p:cNvSpPr>
            <a:spLocks noChangeShapeType="1"/>
          </p:cNvSpPr>
          <p:nvPr/>
        </p:nvSpPr>
        <p:spPr bwMode="auto">
          <a:xfrm>
            <a:off x="2866437" y="5180013"/>
            <a:ext cx="0" cy="319087"/>
          </a:xfrm>
          <a:prstGeom prst="line">
            <a:avLst/>
          </a:prstGeom>
          <a:noFill/>
          <a:ln w="28575">
            <a:solidFill>
              <a:srgbClr val="00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800">
              <a:solidFill>
                <a:schemeClr val="bg2"/>
              </a:solidFill>
              <a:latin typeface="+mn-ea"/>
              <a:ea typeface="+mn-ea"/>
            </a:endParaRPr>
          </a:p>
        </p:txBody>
      </p:sp>
      <p:sp>
        <p:nvSpPr>
          <p:cNvPr id="70" name="Line 1064">
            <a:extLst>
              <a:ext uri="{FF2B5EF4-FFF2-40B4-BE49-F238E27FC236}">
                <a16:creationId xmlns:a16="http://schemas.microsoft.com/office/drawing/2014/main" id="{C4165622-E523-45C0-913D-DF5E8B5416F9}"/>
              </a:ext>
            </a:extLst>
          </p:cNvPr>
          <p:cNvSpPr>
            <a:spLocks noChangeShapeType="1"/>
          </p:cNvSpPr>
          <p:nvPr/>
        </p:nvSpPr>
        <p:spPr bwMode="auto">
          <a:xfrm>
            <a:off x="2866437" y="4481513"/>
            <a:ext cx="0" cy="319087"/>
          </a:xfrm>
          <a:prstGeom prst="line">
            <a:avLst/>
          </a:prstGeom>
          <a:noFill/>
          <a:ln w="28575">
            <a:solidFill>
              <a:srgbClr val="00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800">
              <a:solidFill>
                <a:schemeClr val="bg2"/>
              </a:solidFill>
              <a:latin typeface="+mn-ea"/>
              <a:ea typeface="+mn-ea"/>
            </a:endParaRPr>
          </a:p>
        </p:txBody>
      </p:sp>
      <p:sp>
        <p:nvSpPr>
          <p:cNvPr id="71" name="矩形 70">
            <a:extLst>
              <a:ext uri="{FF2B5EF4-FFF2-40B4-BE49-F238E27FC236}">
                <a16:creationId xmlns:a16="http://schemas.microsoft.com/office/drawing/2014/main" id="{D4AC9DB0-BD23-4408-A33B-B83DD4ADF899}"/>
              </a:ext>
            </a:extLst>
          </p:cNvPr>
          <p:cNvSpPr/>
          <p:nvPr/>
        </p:nvSpPr>
        <p:spPr>
          <a:xfrm>
            <a:off x="1081653" y="2129518"/>
            <a:ext cx="232436" cy="276999"/>
          </a:xfrm>
          <a:prstGeom prst="rect">
            <a:avLst/>
          </a:prstGeom>
        </p:spPr>
        <p:txBody>
          <a:bodyPr wrap="none" lIns="0" tIns="0" rIns="0" bIns="0">
            <a:spAutoFit/>
          </a:bodyPr>
          <a:lstStyle/>
          <a:p>
            <a:r>
              <a:rPr lang="zh-CN" altLang="en-US" sz="1800" kern="0" dirty="0">
                <a:solidFill>
                  <a:schemeClr val="bg2"/>
                </a:solidFill>
                <a:latin typeface="+mn-ea"/>
              </a:rPr>
              <a:t>是</a:t>
            </a:r>
            <a:endParaRPr lang="zh-CN" altLang="en-US" sz="1800" dirty="0"/>
          </a:p>
        </p:txBody>
      </p:sp>
      <p:sp>
        <p:nvSpPr>
          <p:cNvPr id="73" name="矩形 72">
            <a:extLst>
              <a:ext uri="{FF2B5EF4-FFF2-40B4-BE49-F238E27FC236}">
                <a16:creationId xmlns:a16="http://schemas.microsoft.com/office/drawing/2014/main" id="{595E3544-B719-42BE-BB45-9DFFC651D853}"/>
              </a:ext>
            </a:extLst>
          </p:cNvPr>
          <p:cNvSpPr/>
          <p:nvPr/>
        </p:nvSpPr>
        <p:spPr>
          <a:xfrm>
            <a:off x="2432153" y="2607329"/>
            <a:ext cx="232436" cy="276999"/>
          </a:xfrm>
          <a:prstGeom prst="rect">
            <a:avLst/>
          </a:prstGeom>
        </p:spPr>
        <p:txBody>
          <a:bodyPr wrap="square" lIns="0" tIns="0" rIns="0" bIns="0">
            <a:spAutoFit/>
          </a:bodyPr>
          <a:lstStyle/>
          <a:p>
            <a:r>
              <a:rPr lang="zh-CN" altLang="en-US" sz="1800" kern="0" dirty="0">
                <a:solidFill>
                  <a:schemeClr val="bg2"/>
                </a:solidFill>
                <a:latin typeface="+mn-ea"/>
              </a:rPr>
              <a:t>否</a:t>
            </a:r>
            <a:endParaRPr lang="zh-CN" altLang="en-US" sz="1800" dirty="0"/>
          </a:p>
        </p:txBody>
      </p:sp>
      <p:sp>
        <p:nvSpPr>
          <p:cNvPr id="74" name="矩形 73">
            <a:extLst>
              <a:ext uri="{FF2B5EF4-FFF2-40B4-BE49-F238E27FC236}">
                <a16:creationId xmlns:a16="http://schemas.microsoft.com/office/drawing/2014/main" id="{27C77BD6-6481-49E2-B387-25471CAC7FFD}"/>
              </a:ext>
            </a:extLst>
          </p:cNvPr>
          <p:cNvSpPr/>
          <p:nvPr/>
        </p:nvSpPr>
        <p:spPr>
          <a:xfrm>
            <a:off x="2525292" y="3779064"/>
            <a:ext cx="232436" cy="276999"/>
          </a:xfrm>
          <a:prstGeom prst="rect">
            <a:avLst/>
          </a:prstGeom>
        </p:spPr>
        <p:txBody>
          <a:bodyPr wrap="none" lIns="0" tIns="0" rIns="0" bIns="0">
            <a:spAutoFit/>
          </a:bodyPr>
          <a:lstStyle/>
          <a:p>
            <a:r>
              <a:rPr lang="zh-CN" altLang="en-US" sz="1800" kern="0" dirty="0">
                <a:solidFill>
                  <a:schemeClr val="bg2"/>
                </a:solidFill>
                <a:latin typeface="+mn-ea"/>
              </a:rPr>
              <a:t>是</a:t>
            </a:r>
            <a:endParaRPr lang="zh-CN" altLang="en-US" sz="1800" dirty="0"/>
          </a:p>
        </p:txBody>
      </p:sp>
      <p:grpSp>
        <p:nvGrpSpPr>
          <p:cNvPr id="83" name="组合 82">
            <a:extLst>
              <a:ext uri="{FF2B5EF4-FFF2-40B4-BE49-F238E27FC236}">
                <a16:creationId xmlns:a16="http://schemas.microsoft.com/office/drawing/2014/main" id="{E456604A-2BF4-4B7F-86AA-936C438BC8BD}"/>
              </a:ext>
            </a:extLst>
          </p:cNvPr>
          <p:cNvGrpSpPr/>
          <p:nvPr/>
        </p:nvGrpSpPr>
        <p:grpSpPr>
          <a:xfrm>
            <a:off x="2850844" y="3917563"/>
            <a:ext cx="4176000" cy="2808000"/>
            <a:chOff x="4402574" y="3839658"/>
            <a:chExt cx="4176000" cy="2808000"/>
          </a:xfrm>
        </p:grpSpPr>
        <p:sp>
          <p:nvSpPr>
            <p:cNvPr id="61" name="Line 1083">
              <a:extLst>
                <a:ext uri="{FF2B5EF4-FFF2-40B4-BE49-F238E27FC236}">
                  <a16:creationId xmlns:a16="http://schemas.microsoft.com/office/drawing/2014/main" id="{3115756B-C0F8-4A85-9604-A5790285CB28}"/>
                </a:ext>
              </a:extLst>
            </p:cNvPr>
            <p:cNvSpPr>
              <a:spLocks noChangeShapeType="1"/>
            </p:cNvSpPr>
            <p:nvPr/>
          </p:nvSpPr>
          <p:spPr bwMode="auto">
            <a:xfrm>
              <a:off x="4402574" y="3839658"/>
              <a:ext cx="1656000" cy="0"/>
            </a:xfrm>
            <a:prstGeom prst="line">
              <a:avLst/>
            </a:prstGeom>
            <a:noFill/>
            <a:ln w="28575">
              <a:solidFill>
                <a:srgbClr val="000000"/>
              </a:solidFill>
              <a:round/>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800">
                <a:solidFill>
                  <a:schemeClr val="bg2"/>
                </a:solidFill>
                <a:latin typeface="+mn-ea"/>
                <a:ea typeface="+mn-ea"/>
              </a:endParaRPr>
            </a:p>
          </p:txBody>
        </p:sp>
        <p:sp>
          <p:nvSpPr>
            <p:cNvPr id="8" name="Line 1030">
              <a:extLst>
                <a:ext uri="{FF2B5EF4-FFF2-40B4-BE49-F238E27FC236}">
                  <a16:creationId xmlns:a16="http://schemas.microsoft.com/office/drawing/2014/main" id="{45477E74-0D8C-4D31-AAC0-704E2440D1D9}"/>
                </a:ext>
              </a:extLst>
            </p:cNvPr>
            <p:cNvSpPr>
              <a:spLocks noChangeShapeType="1"/>
            </p:cNvSpPr>
            <p:nvPr/>
          </p:nvSpPr>
          <p:spPr bwMode="auto">
            <a:xfrm flipV="1">
              <a:off x="6058574" y="3839658"/>
              <a:ext cx="1588" cy="280800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800">
                <a:solidFill>
                  <a:schemeClr val="bg2"/>
                </a:solidFill>
                <a:latin typeface="+mn-ea"/>
                <a:ea typeface="+mn-ea"/>
              </a:endParaRPr>
            </a:p>
          </p:txBody>
        </p:sp>
        <p:sp>
          <p:nvSpPr>
            <p:cNvPr id="60" name="Line 1082">
              <a:extLst>
                <a:ext uri="{FF2B5EF4-FFF2-40B4-BE49-F238E27FC236}">
                  <a16:creationId xmlns:a16="http://schemas.microsoft.com/office/drawing/2014/main" id="{16DB7AD5-A087-4B5C-B0D1-935C307F1D0B}"/>
                </a:ext>
              </a:extLst>
            </p:cNvPr>
            <p:cNvSpPr>
              <a:spLocks noChangeShapeType="1"/>
            </p:cNvSpPr>
            <p:nvPr/>
          </p:nvSpPr>
          <p:spPr bwMode="auto">
            <a:xfrm flipH="1">
              <a:off x="6058574" y="6641308"/>
              <a:ext cx="2520000" cy="635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800">
                <a:solidFill>
                  <a:schemeClr val="bg2"/>
                </a:solidFill>
                <a:latin typeface="+mn-ea"/>
                <a:ea typeface="+mn-ea"/>
              </a:endParaRPr>
            </a:p>
          </p:txBody>
        </p:sp>
      </p:grpSp>
      <p:grpSp>
        <p:nvGrpSpPr>
          <p:cNvPr id="82" name="组合 81">
            <a:extLst>
              <a:ext uri="{FF2B5EF4-FFF2-40B4-BE49-F238E27FC236}">
                <a16:creationId xmlns:a16="http://schemas.microsoft.com/office/drawing/2014/main" id="{AB822F75-42A0-4C07-8006-1DE26F622451}"/>
              </a:ext>
            </a:extLst>
          </p:cNvPr>
          <p:cNvGrpSpPr/>
          <p:nvPr/>
        </p:nvGrpSpPr>
        <p:grpSpPr>
          <a:xfrm>
            <a:off x="4226590" y="3280557"/>
            <a:ext cx="1062037" cy="346086"/>
            <a:chOff x="4184290" y="3259127"/>
            <a:chExt cx="1062037" cy="346086"/>
          </a:xfrm>
        </p:grpSpPr>
        <p:sp>
          <p:nvSpPr>
            <p:cNvPr id="33" name="Line 1055">
              <a:extLst>
                <a:ext uri="{FF2B5EF4-FFF2-40B4-BE49-F238E27FC236}">
                  <a16:creationId xmlns:a16="http://schemas.microsoft.com/office/drawing/2014/main" id="{EC6FEA9D-F576-45FF-A0DF-CD8D458786B8}"/>
                </a:ext>
              </a:extLst>
            </p:cNvPr>
            <p:cNvSpPr>
              <a:spLocks noChangeShapeType="1"/>
            </p:cNvSpPr>
            <p:nvPr/>
          </p:nvSpPr>
          <p:spPr bwMode="auto">
            <a:xfrm flipV="1">
              <a:off x="4184290" y="3605213"/>
              <a:ext cx="1062037"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800">
                <a:solidFill>
                  <a:schemeClr val="bg2"/>
                </a:solidFill>
                <a:latin typeface="+mn-ea"/>
                <a:ea typeface="+mn-ea"/>
              </a:endParaRPr>
            </a:p>
          </p:txBody>
        </p:sp>
        <p:sp>
          <p:nvSpPr>
            <p:cNvPr id="75" name="矩形 74">
              <a:extLst>
                <a:ext uri="{FF2B5EF4-FFF2-40B4-BE49-F238E27FC236}">
                  <a16:creationId xmlns:a16="http://schemas.microsoft.com/office/drawing/2014/main" id="{02BF066C-9072-46F9-A7D9-27F1B9041814}"/>
                </a:ext>
              </a:extLst>
            </p:cNvPr>
            <p:cNvSpPr/>
            <p:nvPr/>
          </p:nvSpPr>
          <p:spPr>
            <a:xfrm>
              <a:off x="4326833" y="3259127"/>
              <a:ext cx="232436" cy="276999"/>
            </a:xfrm>
            <a:prstGeom prst="rect">
              <a:avLst/>
            </a:prstGeom>
          </p:spPr>
          <p:txBody>
            <a:bodyPr wrap="square" lIns="0" tIns="0" rIns="0" bIns="0">
              <a:spAutoFit/>
            </a:bodyPr>
            <a:lstStyle/>
            <a:p>
              <a:r>
                <a:rPr lang="zh-CN" altLang="en-US" sz="1800" kern="0" dirty="0">
                  <a:solidFill>
                    <a:schemeClr val="bg2"/>
                  </a:solidFill>
                  <a:latin typeface="+mn-ea"/>
                </a:rPr>
                <a:t>否</a:t>
              </a:r>
              <a:endParaRPr lang="zh-CN" altLang="en-US" sz="1800" dirty="0"/>
            </a:p>
          </p:txBody>
        </p:sp>
      </p:grpSp>
      <p:sp>
        <p:nvSpPr>
          <p:cNvPr id="85" name="矩形 84">
            <a:extLst>
              <a:ext uri="{FF2B5EF4-FFF2-40B4-BE49-F238E27FC236}">
                <a16:creationId xmlns:a16="http://schemas.microsoft.com/office/drawing/2014/main" id="{DBC4C8C3-B468-48FD-A4A4-54D4F4DA169B}"/>
              </a:ext>
            </a:extLst>
          </p:cNvPr>
          <p:cNvSpPr/>
          <p:nvPr/>
        </p:nvSpPr>
        <p:spPr>
          <a:xfrm>
            <a:off x="1138642" y="914812"/>
            <a:ext cx="232436" cy="276999"/>
          </a:xfrm>
          <a:prstGeom prst="rect">
            <a:avLst/>
          </a:prstGeom>
        </p:spPr>
        <p:txBody>
          <a:bodyPr wrap="none" lIns="0" tIns="0" rIns="0" bIns="0">
            <a:spAutoFit/>
          </a:bodyPr>
          <a:lstStyle/>
          <a:p>
            <a:r>
              <a:rPr lang="zh-CN" altLang="en-US" sz="1800" kern="0" dirty="0">
                <a:solidFill>
                  <a:schemeClr val="bg2"/>
                </a:solidFill>
                <a:latin typeface="+mn-ea"/>
              </a:rPr>
              <a:t>是</a:t>
            </a:r>
            <a:endParaRPr lang="zh-CN" altLang="en-US" sz="1800" dirty="0"/>
          </a:p>
        </p:txBody>
      </p:sp>
      <p:sp>
        <p:nvSpPr>
          <p:cNvPr id="86" name="矩形 85">
            <a:extLst>
              <a:ext uri="{FF2B5EF4-FFF2-40B4-BE49-F238E27FC236}">
                <a16:creationId xmlns:a16="http://schemas.microsoft.com/office/drawing/2014/main" id="{8B637A17-8B4A-451D-9E54-1432E64D5E78}"/>
              </a:ext>
            </a:extLst>
          </p:cNvPr>
          <p:cNvSpPr/>
          <p:nvPr/>
        </p:nvSpPr>
        <p:spPr>
          <a:xfrm>
            <a:off x="2499290" y="1425377"/>
            <a:ext cx="232436" cy="276999"/>
          </a:xfrm>
          <a:prstGeom prst="rect">
            <a:avLst/>
          </a:prstGeom>
        </p:spPr>
        <p:txBody>
          <a:bodyPr wrap="square" lIns="0" tIns="0" rIns="0" bIns="0">
            <a:spAutoFit/>
          </a:bodyPr>
          <a:lstStyle/>
          <a:p>
            <a:r>
              <a:rPr lang="zh-CN" altLang="en-US" sz="1800" kern="0" dirty="0">
                <a:solidFill>
                  <a:schemeClr val="bg2"/>
                </a:solidFill>
                <a:latin typeface="+mn-ea"/>
              </a:rPr>
              <a:t>否</a:t>
            </a:r>
            <a:endParaRPr lang="zh-CN" altLang="en-US" sz="1800" dirty="0"/>
          </a:p>
        </p:txBody>
      </p:sp>
      <p:grpSp>
        <p:nvGrpSpPr>
          <p:cNvPr id="89" name="组合 88">
            <a:extLst>
              <a:ext uri="{FF2B5EF4-FFF2-40B4-BE49-F238E27FC236}">
                <a16:creationId xmlns:a16="http://schemas.microsoft.com/office/drawing/2014/main" id="{DA2D9A80-82A2-45D7-81DC-8C5BA1DBCD2C}"/>
              </a:ext>
            </a:extLst>
          </p:cNvPr>
          <p:cNvGrpSpPr/>
          <p:nvPr/>
        </p:nvGrpSpPr>
        <p:grpSpPr>
          <a:xfrm>
            <a:off x="5235213" y="260732"/>
            <a:ext cx="3603626" cy="6465301"/>
            <a:chOff x="5235213" y="260732"/>
            <a:chExt cx="3603626" cy="6465301"/>
          </a:xfrm>
        </p:grpSpPr>
        <p:sp>
          <p:nvSpPr>
            <p:cNvPr id="6" name="Line 1028">
              <a:extLst>
                <a:ext uri="{FF2B5EF4-FFF2-40B4-BE49-F238E27FC236}">
                  <a16:creationId xmlns:a16="http://schemas.microsoft.com/office/drawing/2014/main" id="{B578A4E3-D4CB-4A8A-8DE4-64ADB39123BC}"/>
                </a:ext>
              </a:extLst>
            </p:cNvPr>
            <p:cNvSpPr>
              <a:spLocks noChangeShapeType="1"/>
            </p:cNvSpPr>
            <p:nvPr/>
          </p:nvSpPr>
          <p:spPr bwMode="auto">
            <a:xfrm>
              <a:off x="5239764" y="260733"/>
              <a:ext cx="1728000"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800">
                <a:solidFill>
                  <a:schemeClr val="bg2"/>
                </a:solidFill>
                <a:latin typeface="+mn-ea"/>
                <a:ea typeface="+mn-ea"/>
              </a:endParaRPr>
            </a:p>
          </p:txBody>
        </p:sp>
        <p:sp>
          <p:nvSpPr>
            <p:cNvPr id="10" name="Line 1032">
              <a:extLst>
                <a:ext uri="{FF2B5EF4-FFF2-40B4-BE49-F238E27FC236}">
                  <a16:creationId xmlns:a16="http://schemas.microsoft.com/office/drawing/2014/main" id="{D72E85F4-33A5-4796-B62B-C31C8157117D}"/>
                </a:ext>
              </a:extLst>
            </p:cNvPr>
            <p:cNvSpPr>
              <a:spLocks noChangeShapeType="1"/>
            </p:cNvSpPr>
            <p:nvPr/>
          </p:nvSpPr>
          <p:spPr bwMode="auto">
            <a:xfrm>
              <a:off x="6946539" y="281371"/>
              <a:ext cx="0" cy="319087"/>
            </a:xfrm>
            <a:prstGeom prst="line">
              <a:avLst/>
            </a:prstGeom>
            <a:noFill/>
            <a:ln w="28575">
              <a:solidFill>
                <a:srgbClr val="00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800">
                <a:solidFill>
                  <a:schemeClr val="bg2"/>
                </a:solidFill>
                <a:latin typeface="+mn-ea"/>
                <a:ea typeface="+mn-ea"/>
              </a:endParaRPr>
            </a:p>
          </p:txBody>
        </p:sp>
        <p:sp>
          <p:nvSpPr>
            <p:cNvPr id="34" name="Line 1056">
              <a:extLst>
                <a:ext uri="{FF2B5EF4-FFF2-40B4-BE49-F238E27FC236}">
                  <a16:creationId xmlns:a16="http://schemas.microsoft.com/office/drawing/2014/main" id="{C433E08B-2722-4166-A09D-C21A54DFA5D3}"/>
                </a:ext>
              </a:extLst>
            </p:cNvPr>
            <p:cNvSpPr>
              <a:spLocks noChangeShapeType="1"/>
            </p:cNvSpPr>
            <p:nvPr/>
          </p:nvSpPr>
          <p:spPr bwMode="auto">
            <a:xfrm flipV="1">
              <a:off x="5235213" y="260732"/>
              <a:ext cx="1" cy="334800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800">
                <a:solidFill>
                  <a:schemeClr val="bg2"/>
                </a:solidFill>
                <a:latin typeface="+mn-ea"/>
                <a:ea typeface="+mn-ea"/>
              </a:endParaRPr>
            </a:p>
          </p:txBody>
        </p:sp>
        <p:sp>
          <p:nvSpPr>
            <p:cNvPr id="35" name="Rectangle 1057">
              <a:extLst>
                <a:ext uri="{FF2B5EF4-FFF2-40B4-BE49-F238E27FC236}">
                  <a16:creationId xmlns:a16="http://schemas.microsoft.com/office/drawing/2014/main" id="{31ADD1B3-E677-487E-ADD3-A0BC85C96BE8}"/>
                </a:ext>
              </a:extLst>
            </p:cNvPr>
            <p:cNvSpPr>
              <a:spLocks noChangeArrowheads="1"/>
            </p:cNvSpPr>
            <p:nvPr/>
          </p:nvSpPr>
          <p:spPr bwMode="auto">
            <a:xfrm>
              <a:off x="6148027" y="589346"/>
              <a:ext cx="1727200" cy="319087"/>
            </a:xfrm>
            <a:prstGeom prst="rect">
              <a:avLst/>
            </a:prstGeom>
            <a:solidFill>
              <a:schemeClr val="tx1">
                <a:lumMod val="85000"/>
              </a:schemeClr>
            </a:solidFill>
            <a:ln w="9525">
              <a:solidFill>
                <a:srgbClr val="000000"/>
              </a:solidFill>
              <a:miter lim="800000"/>
              <a:headEnd/>
              <a:tailEnd/>
            </a:ln>
            <a:effectLst/>
          </p:spPr>
          <p:txBody>
            <a:bodyPr/>
            <a:lstStyle/>
            <a:p>
              <a:pPr algn="just" eaLnBrk="1" hangingPunct="1"/>
              <a:r>
                <a:rPr kumimoji="1" lang="zh-CN" altLang="en-US" sz="1800">
                  <a:solidFill>
                    <a:schemeClr val="bg2"/>
                  </a:solidFill>
                  <a:latin typeface="+mn-ea"/>
                  <a:ea typeface="+mn-ea"/>
                </a:rPr>
                <a:t>保留</a:t>
              </a:r>
              <a:r>
                <a:rPr kumimoji="1" lang="en-US" altLang="zh-CN" sz="1800">
                  <a:solidFill>
                    <a:schemeClr val="bg2"/>
                  </a:solidFill>
                  <a:latin typeface="+mn-ea"/>
                  <a:ea typeface="+mn-ea"/>
                </a:rPr>
                <a:t>CPU</a:t>
              </a:r>
              <a:r>
                <a:rPr kumimoji="1" lang="zh-CN" altLang="en-US" sz="1800">
                  <a:solidFill>
                    <a:schemeClr val="bg2"/>
                  </a:solidFill>
                  <a:latin typeface="+mn-ea"/>
                  <a:ea typeface="+mn-ea"/>
                </a:rPr>
                <a:t>现场 </a:t>
              </a:r>
            </a:p>
          </p:txBody>
        </p:sp>
        <p:sp>
          <p:nvSpPr>
            <p:cNvPr id="36" name="Rectangle 1058">
              <a:extLst>
                <a:ext uri="{FF2B5EF4-FFF2-40B4-BE49-F238E27FC236}">
                  <a16:creationId xmlns:a16="http://schemas.microsoft.com/office/drawing/2014/main" id="{C021ADA6-BE98-4C82-A6DC-0249FC777762}"/>
                </a:ext>
              </a:extLst>
            </p:cNvPr>
            <p:cNvSpPr>
              <a:spLocks noChangeArrowheads="1"/>
            </p:cNvSpPr>
            <p:nvPr/>
          </p:nvSpPr>
          <p:spPr bwMode="auto">
            <a:xfrm>
              <a:off x="5903552" y="1191008"/>
              <a:ext cx="2071687" cy="403225"/>
            </a:xfrm>
            <a:prstGeom prst="rect">
              <a:avLst/>
            </a:prstGeom>
            <a:solidFill>
              <a:schemeClr val="tx1">
                <a:lumMod val="85000"/>
              </a:schemeClr>
            </a:solidFill>
            <a:ln w="9525">
              <a:solidFill>
                <a:srgbClr val="000000"/>
              </a:solidFill>
              <a:miter lim="800000"/>
              <a:headEnd/>
              <a:tailEnd/>
            </a:ln>
            <a:effectLst/>
          </p:spPr>
          <p:txBody>
            <a:bodyPr/>
            <a:lstStyle/>
            <a:p>
              <a:pPr algn="just" eaLnBrk="1" hangingPunct="1"/>
              <a:r>
                <a:rPr kumimoji="1" lang="zh-CN" altLang="en-US" sz="1800">
                  <a:solidFill>
                    <a:schemeClr val="bg2"/>
                  </a:solidFill>
                  <a:latin typeface="+mn-ea"/>
                  <a:ea typeface="+mn-ea"/>
                </a:rPr>
                <a:t>从外存中找到缺页 </a:t>
              </a:r>
            </a:p>
          </p:txBody>
        </p:sp>
        <p:sp>
          <p:nvSpPr>
            <p:cNvPr id="37" name="Line 1059">
              <a:extLst>
                <a:ext uri="{FF2B5EF4-FFF2-40B4-BE49-F238E27FC236}">
                  <a16:creationId xmlns:a16="http://schemas.microsoft.com/office/drawing/2014/main" id="{6065C23D-AE86-460F-B3B6-F3D51F08C99C}"/>
                </a:ext>
              </a:extLst>
            </p:cNvPr>
            <p:cNvSpPr>
              <a:spLocks noChangeShapeType="1"/>
            </p:cNvSpPr>
            <p:nvPr/>
          </p:nvSpPr>
          <p:spPr bwMode="auto">
            <a:xfrm>
              <a:off x="6946539" y="879858"/>
              <a:ext cx="0" cy="319088"/>
            </a:xfrm>
            <a:prstGeom prst="line">
              <a:avLst/>
            </a:prstGeom>
            <a:noFill/>
            <a:ln w="28575">
              <a:solidFill>
                <a:srgbClr val="00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800">
                <a:solidFill>
                  <a:schemeClr val="bg2"/>
                </a:solidFill>
                <a:latin typeface="+mn-ea"/>
                <a:ea typeface="+mn-ea"/>
              </a:endParaRPr>
            </a:p>
          </p:txBody>
        </p:sp>
        <p:sp>
          <p:nvSpPr>
            <p:cNvPr id="40" name="AutoShape 1062">
              <a:extLst>
                <a:ext uri="{FF2B5EF4-FFF2-40B4-BE49-F238E27FC236}">
                  <a16:creationId xmlns:a16="http://schemas.microsoft.com/office/drawing/2014/main" id="{A6EE7608-94DF-4990-89DA-8D5D066827A8}"/>
                </a:ext>
              </a:extLst>
            </p:cNvPr>
            <p:cNvSpPr>
              <a:spLocks noChangeArrowheads="1"/>
            </p:cNvSpPr>
            <p:nvPr/>
          </p:nvSpPr>
          <p:spPr bwMode="auto">
            <a:xfrm>
              <a:off x="5643202" y="1792671"/>
              <a:ext cx="2625725" cy="403225"/>
            </a:xfrm>
            <a:prstGeom prst="hexagon">
              <a:avLst>
                <a:gd name="adj" fmla="val 273134"/>
                <a:gd name="vf" fmla="val 115470"/>
              </a:avLst>
            </a:prstGeom>
            <a:solidFill>
              <a:schemeClr val="tx1">
                <a:lumMod val="85000"/>
              </a:schemeClr>
            </a:solidFill>
            <a:ln w="9525">
              <a:solidFill>
                <a:srgbClr val="000000"/>
              </a:solidFill>
              <a:miter lim="800000"/>
              <a:headEnd/>
              <a:tailEnd/>
            </a:ln>
            <a:effectLst/>
          </p:spPr>
          <p:txBody>
            <a:bodyPr lIns="0" tIns="0" rIns="0" bIns="0"/>
            <a:lstStyle/>
            <a:p>
              <a:pPr algn="just" eaLnBrk="1" hangingPunct="1"/>
              <a:r>
                <a:rPr kumimoji="1" lang="zh-CN" altLang="en-US" sz="1800" b="0" dirty="0">
                  <a:solidFill>
                    <a:schemeClr val="bg2"/>
                  </a:solidFill>
                  <a:latin typeface="+mn-ea"/>
                  <a:ea typeface="+mn-ea"/>
                </a:rPr>
                <a:t> </a:t>
              </a:r>
              <a:r>
                <a:rPr kumimoji="1" lang="zh-CN" altLang="en-US" sz="1800" dirty="0">
                  <a:solidFill>
                    <a:schemeClr val="bg2"/>
                  </a:solidFill>
                  <a:latin typeface="+mn-ea"/>
                  <a:ea typeface="+mn-ea"/>
                </a:rPr>
                <a:t>内存满？</a:t>
              </a:r>
            </a:p>
          </p:txBody>
        </p:sp>
        <p:sp>
          <p:nvSpPr>
            <p:cNvPr id="41" name="Rectangle 1063">
              <a:extLst>
                <a:ext uri="{FF2B5EF4-FFF2-40B4-BE49-F238E27FC236}">
                  <a16:creationId xmlns:a16="http://schemas.microsoft.com/office/drawing/2014/main" id="{66D5E2FE-D7CA-4CA9-8DA6-7C201E30DA25}"/>
                </a:ext>
              </a:extLst>
            </p:cNvPr>
            <p:cNvSpPr>
              <a:spLocks noChangeArrowheads="1"/>
            </p:cNvSpPr>
            <p:nvPr/>
          </p:nvSpPr>
          <p:spPr bwMode="auto">
            <a:xfrm>
              <a:off x="6100402" y="2432433"/>
              <a:ext cx="1711325" cy="381000"/>
            </a:xfrm>
            <a:prstGeom prst="rect">
              <a:avLst/>
            </a:prstGeom>
            <a:solidFill>
              <a:schemeClr val="tx1">
                <a:lumMod val="85000"/>
              </a:schemeClr>
            </a:solidFill>
            <a:ln w="9525">
              <a:solidFill>
                <a:srgbClr val="000000"/>
              </a:solidFill>
              <a:miter lim="800000"/>
              <a:headEnd/>
              <a:tailEnd/>
            </a:ln>
            <a:effectLst/>
          </p:spPr>
          <p:txBody>
            <a:bodyPr/>
            <a:lstStyle/>
            <a:p>
              <a:pPr algn="just" eaLnBrk="1" hangingPunct="1"/>
              <a:r>
                <a:rPr kumimoji="1" lang="zh-CN" altLang="en-US" sz="1800">
                  <a:solidFill>
                    <a:schemeClr val="bg2"/>
                  </a:solidFill>
                  <a:latin typeface="+mn-ea"/>
                  <a:ea typeface="+mn-ea"/>
                </a:rPr>
                <a:t>选择一页换出 </a:t>
              </a:r>
            </a:p>
          </p:txBody>
        </p:sp>
        <p:sp>
          <p:nvSpPr>
            <p:cNvPr id="42" name="Line 1064">
              <a:extLst>
                <a:ext uri="{FF2B5EF4-FFF2-40B4-BE49-F238E27FC236}">
                  <a16:creationId xmlns:a16="http://schemas.microsoft.com/office/drawing/2014/main" id="{5F9B672B-2C78-4CC0-9BFD-8080FC895684}"/>
                </a:ext>
              </a:extLst>
            </p:cNvPr>
            <p:cNvSpPr>
              <a:spLocks noChangeShapeType="1"/>
            </p:cNvSpPr>
            <p:nvPr/>
          </p:nvSpPr>
          <p:spPr bwMode="auto">
            <a:xfrm>
              <a:off x="6946539" y="2195896"/>
              <a:ext cx="0" cy="319087"/>
            </a:xfrm>
            <a:prstGeom prst="line">
              <a:avLst/>
            </a:prstGeom>
            <a:noFill/>
            <a:ln w="28575">
              <a:solidFill>
                <a:srgbClr val="00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800">
                <a:solidFill>
                  <a:schemeClr val="bg2"/>
                </a:solidFill>
                <a:latin typeface="+mn-ea"/>
                <a:ea typeface="+mn-ea"/>
              </a:endParaRPr>
            </a:p>
          </p:txBody>
        </p:sp>
        <p:sp>
          <p:nvSpPr>
            <p:cNvPr id="43" name="AutoShape 1065">
              <a:extLst>
                <a:ext uri="{FF2B5EF4-FFF2-40B4-BE49-F238E27FC236}">
                  <a16:creationId xmlns:a16="http://schemas.microsoft.com/office/drawing/2014/main" id="{CABC0739-9F0F-4298-A6B9-5F6AC023891D}"/>
                </a:ext>
              </a:extLst>
            </p:cNvPr>
            <p:cNvSpPr>
              <a:spLocks noChangeArrowheads="1"/>
            </p:cNvSpPr>
            <p:nvPr/>
          </p:nvSpPr>
          <p:spPr bwMode="auto">
            <a:xfrm>
              <a:off x="5627327" y="3089658"/>
              <a:ext cx="2625725" cy="333375"/>
            </a:xfrm>
            <a:prstGeom prst="hexagon">
              <a:avLst>
                <a:gd name="adj" fmla="val 139584"/>
                <a:gd name="vf" fmla="val 115470"/>
              </a:avLst>
            </a:prstGeom>
            <a:solidFill>
              <a:schemeClr val="tx1">
                <a:lumMod val="85000"/>
              </a:schemeClr>
            </a:solidFill>
            <a:ln w="9525">
              <a:solidFill>
                <a:srgbClr val="000000"/>
              </a:solidFill>
              <a:miter lim="800000"/>
              <a:headEnd/>
              <a:tailEnd/>
            </a:ln>
            <a:effectLst/>
          </p:spPr>
          <p:txBody>
            <a:bodyPr lIns="0" tIns="0" rIns="0" bIns="0"/>
            <a:lstStyle/>
            <a:p>
              <a:pPr algn="ctr" eaLnBrk="1" hangingPunct="1"/>
              <a:r>
                <a:rPr kumimoji="1" lang="zh-CN" altLang="en-US" sz="1800" b="0" dirty="0">
                  <a:solidFill>
                    <a:schemeClr val="bg2"/>
                  </a:solidFill>
                  <a:latin typeface="+mn-ea"/>
                  <a:ea typeface="+mn-ea"/>
                </a:rPr>
                <a:t>  </a:t>
              </a:r>
              <a:r>
                <a:rPr kumimoji="1" lang="zh-CN" altLang="en-US" sz="1800" dirty="0">
                  <a:solidFill>
                    <a:schemeClr val="bg2"/>
                  </a:solidFill>
                  <a:latin typeface="+mn-ea"/>
                  <a:ea typeface="+mn-ea"/>
                </a:rPr>
                <a:t>该页被修改？</a:t>
              </a:r>
            </a:p>
          </p:txBody>
        </p:sp>
        <p:sp>
          <p:nvSpPr>
            <p:cNvPr id="44" name="Line 1066">
              <a:extLst>
                <a:ext uri="{FF2B5EF4-FFF2-40B4-BE49-F238E27FC236}">
                  <a16:creationId xmlns:a16="http://schemas.microsoft.com/office/drawing/2014/main" id="{8EA96B34-CA2C-47F4-9498-841FF9499146}"/>
                </a:ext>
              </a:extLst>
            </p:cNvPr>
            <p:cNvSpPr>
              <a:spLocks noChangeShapeType="1"/>
            </p:cNvSpPr>
            <p:nvPr/>
          </p:nvSpPr>
          <p:spPr bwMode="auto">
            <a:xfrm>
              <a:off x="6946539" y="2788033"/>
              <a:ext cx="0" cy="319088"/>
            </a:xfrm>
            <a:prstGeom prst="line">
              <a:avLst/>
            </a:prstGeom>
            <a:noFill/>
            <a:ln w="28575">
              <a:solidFill>
                <a:srgbClr val="00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800">
                <a:solidFill>
                  <a:schemeClr val="bg2"/>
                </a:solidFill>
                <a:latin typeface="+mn-ea"/>
                <a:ea typeface="+mn-ea"/>
              </a:endParaRPr>
            </a:p>
          </p:txBody>
        </p:sp>
        <p:sp>
          <p:nvSpPr>
            <p:cNvPr id="45" name="Rectangle 1067">
              <a:extLst>
                <a:ext uri="{FF2B5EF4-FFF2-40B4-BE49-F238E27FC236}">
                  <a16:creationId xmlns:a16="http://schemas.microsoft.com/office/drawing/2014/main" id="{AC595414-B51E-4392-AB90-EBDAEDD91C21}"/>
                </a:ext>
              </a:extLst>
            </p:cNvPr>
            <p:cNvSpPr>
              <a:spLocks noChangeArrowheads="1"/>
            </p:cNvSpPr>
            <p:nvPr/>
          </p:nvSpPr>
          <p:spPr bwMode="auto">
            <a:xfrm>
              <a:off x="5968639" y="3575433"/>
              <a:ext cx="1941513" cy="358775"/>
            </a:xfrm>
            <a:prstGeom prst="rect">
              <a:avLst/>
            </a:prstGeom>
            <a:solidFill>
              <a:schemeClr val="tx1">
                <a:lumMod val="85000"/>
              </a:schemeClr>
            </a:solidFill>
            <a:ln w="9525">
              <a:solidFill>
                <a:srgbClr val="000000"/>
              </a:solidFill>
              <a:miter lim="800000"/>
              <a:headEnd/>
              <a:tailEnd/>
            </a:ln>
            <a:effectLst/>
          </p:spPr>
          <p:txBody>
            <a:bodyPr/>
            <a:lstStyle/>
            <a:p>
              <a:pPr algn="just" eaLnBrk="1" hangingPunct="1"/>
              <a:r>
                <a:rPr kumimoji="1" lang="zh-CN" altLang="en-US" sz="1800" b="0">
                  <a:solidFill>
                    <a:schemeClr val="bg2"/>
                  </a:solidFill>
                  <a:latin typeface="+mn-ea"/>
                  <a:ea typeface="+mn-ea"/>
                </a:rPr>
                <a:t> </a:t>
              </a:r>
              <a:r>
                <a:rPr kumimoji="1" lang="zh-CN" altLang="en-US" sz="1800">
                  <a:solidFill>
                    <a:schemeClr val="bg2"/>
                  </a:solidFill>
                  <a:latin typeface="+mn-ea"/>
                  <a:ea typeface="+mn-ea"/>
                </a:rPr>
                <a:t>将该页写回外存 </a:t>
              </a:r>
            </a:p>
          </p:txBody>
        </p:sp>
        <p:sp>
          <p:nvSpPr>
            <p:cNvPr id="46" name="Rectangle 1068">
              <a:extLst>
                <a:ext uri="{FF2B5EF4-FFF2-40B4-BE49-F238E27FC236}">
                  <a16:creationId xmlns:a16="http://schemas.microsoft.com/office/drawing/2014/main" id="{067F3B56-1145-4E79-AD67-0025A7F251BD}"/>
                </a:ext>
              </a:extLst>
            </p:cNvPr>
            <p:cNvSpPr>
              <a:spLocks noChangeArrowheads="1"/>
            </p:cNvSpPr>
            <p:nvPr/>
          </p:nvSpPr>
          <p:spPr bwMode="auto">
            <a:xfrm>
              <a:off x="5609864" y="5466146"/>
              <a:ext cx="2625725" cy="395287"/>
            </a:xfrm>
            <a:prstGeom prst="rect">
              <a:avLst/>
            </a:prstGeom>
            <a:solidFill>
              <a:schemeClr val="tx1">
                <a:lumMod val="85000"/>
              </a:schemeClr>
            </a:solidFill>
            <a:ln w="9525">
              <a:solidFill>
                <a:srgbClr val="000000"/>
              </a:solidFill>
              <a:miter lim="800000"/>
              <a:headEnd/>
              <a:tailEnd/>
            </a:ln>
            <a:effectLst/>
          </p:spPr>
          <p:txBody>
            <a:bodyPr/>
            <a:lstStyle/>
            <a:p>
              <a:pPr algn="just" eaLnBrk="1" hangingPunct="1"/>
              <a:r>
                <a:rPr kumimoji="1" lang="zh-CN" altLang="en-US" sz="1800" b="0">
                  <a:solidFill>
                    <a:schemeClr val="bg2"/>
                  </a:solidFill>
                  <a:latin typeface="+mn-ea"/>
                  <a:ea typeface="+mn-ea"/>
                </a:rPr>
                <a:t> </a:t>
              </a:r>
              <a:r>
                <a:rPr kumimoji="1" lang="zh-CN" altLang="en-US" sz="1800">
                  <a:solidFill>
                    <a:schemeClr val="bg2"/>
                  </a:solidFill>
                  <a:latin typeface="+mn-ea"/>
                  <a:ea typeface="+mn-ea"/>
                </a:rPr>
                <a:t>将一页从外存换入内存</a:t>
              </a:r>
            </a:p>
          </p:txBody>
        </p:sp>
        <p:sp>
          <p:nvSpPr>
            <p:cNvPr id="47" name="Rectangle 1069">
              <a:extLst>
                <a:ext uri="{FF2B5EF4-FFF2-40B4-BE49-F238E27FC236}">
                  <a16:creationId xmlns:a16="http://schemas.microsoft.com/office/drawing/2014/main" id="{3EAC356D-E681-462C-B895-3DF1BE344088}"/>
                </a:ext>
              </a:extLst>
            </p:cNvPr>
            <p:cNvSpPr>
              <a:spLocks noChangeArrowheads="1"/>
            </p:cNvSpPr>
            <p:nvPr/>
          </p:nvSpPr>
          <p:spPr bwMode="auto">
            <a:xfrm>
              <a:off x="5676539" y="6027740"/>
              <a:ext cx="2420937" cy="423035"/>
            </a:xfrm>
            <a:prstGeom prst="rect">
              <a:avLst/>
            </a:prstGeom>
            <a:solidFill>
              <a:schemeClr val="tx1">
                <a:lumMod val="85000"/>
              </a:schemeClr>
            </a:solidFill>
            <a:ln w="9525">
              <a:solidFill>
                <a:srgbClr val="000000"/>
              </a:solidFill>
              <a:miter lim="800000"/>
              <a:headEnd/>
              <a:tailEnd/>
            </a:ln>
            <a:effectLst/>
          </p:spPr>
          <p:txBody>
            <a:bodyPr/>
            <a:lstStyle/>
            <a:p>
              <a:pPr algn="just" eaLnBrk="1" hangingPunct="1"/>
              <a:r>
                <a:rPr kumimoji="1" lang="zh-CN" altLang="en-US" sz="1800" b="0" dirty="0">
                  <a:solidFill>
                    <a:schemeClr val="bg2"/>
                  </a:solidFill>
                  <a:latin typeface="+mn-ea"/>
                  <a:ea typeface="+mn-ea"/>
                </a:rPr>
                <a:t> </a:t>
              </a:r>
              <a:r>
                <a:rPr kumimoji="1" lang="zh-CN" altLang="en-US" sz="1800" dirty="0">
                  <a:solidFill>
                    <a:schemeClr val="bg2"/>
                  </a:solidFill>
                  <a:latin typeface="+mn-ea"/>
                  <a:ea typeface="+mn-ea"/>
                </a:rPr>
                <a:t>修改有效位和页框号 </a:t>
              </a:r>
            </a:p>
          </p:txBody>
        </p:sp>
        <p:sp>
          <p:nvSpPr>
            <p:cNvPr id="48" name="Rectangle 1070">
              <a:extLst>
                <a:ext uri="{FF2B5EF4-FFF2-40B4-BE49-F238E27FC236}">
                  <a16:creationId xmlns:a16="http://schemas.microsoft.com/office/drawing/2014/main" id="{C4BD061B-C6FF-41B8-AA61-ACBCE5F2C919}"/>
                </a:ext>
              </a:extLst>
            </p:cNvPr>
            <p:cNvSpPr>
              <a:spLocks noChangeArrowheads="1"/>
            </p:cNvSpPr>
            <p:nvPr/>
          </p:nvSpPr>
          <p:spPr bwMode="auto">
            <a:xfrm>
              <a:off x="5824177" y="4253296"/>
              <a:ext cx="2209800" cy="388937"/>
            </a:xfrm>
            <a:prstGeom prst="rect">
              <a:avLst/>
            </a:prstGeom>
            <a:solidFill>
              <a:schemeClr val="tx1">
                <a:lumMod val="85000"/>
              </a:schemeClr>
            </a:solidFill>
            <a:ln w="9525">
              <a:solidFill>
                <a:srgbClr val="000000"/>
              </a:solidFill>
              <a:miter lim="800000"/>
              <a:headEnd/>
              <a:tailEnd/>
            </a:ln>
            <a:effectLst/>
          </p:spPr>
          <p:txBody>
            <a:bodyPr/>
            <a:lstStyle/>
            <a:p>
              <a:pPr algn="just" eaLnBrk="1" hangingPunct="1"/>
              <a:r>
                <a:rPr kumimoji="1" lang="en-US" altLang="zh-CN" sz="1800" dirty="0">
                  <a:solidFill>
                    <a:schemeClr val="bg2"/>
                  </a:solidFill>
                  <a:latin typeface="+mn-ea"/>
                  <a:ea typeface="+mn-ea"/>
                </a:rPr>
                <a:t>CPU</a:t>
              </a:r>
              <a:r>
                <a:rPr kumimoji="1" lang="zh-CN" altLang="en-US" sz="1800" dirty="0">
                  <a:solidFill>
                    <a:schemeClr val="bg2"/>
                  </a:solidFill>
                  <a:latin typeface="+mn-ea"/>
                  <a:ea typeface="+mn-ea"/>
                </a:rPr>
                <a:t>从外存读缺页 </a:t>
              </a:r>
            </a:p>
          </p:txBody>
        </p:sp>
        <p:sp>
          <p:nvSpPr>
            <p:cNvPr id="49" name="Rectangle 1071">
              <a:extLst>
                <a:ext uri="{FF2B5EF4-FFF2-40B4-BE49-F238E27FC236}">
                  <a16:creationId xmlns:a16="http://schemas.microsoft.com/office/drawing/2014/main" id="{B04A3FE2-A0B4-41E8-B36D-1A61E4A238EA}"/>
                </a:ext>
              </a:extLst>
            </p:cNvPr>
            <p:cNvSpPr>
              <a:spLocks noChangeArrowheads="1"/>
            </p:cNvSpPr>
            <p:nvPr/>
          </p:nvSpPr>
          <p:spPr bwMode="auto">
            <a:xfrm>
              <a:off x="6148027" y="4874008"/>
              <a:ext cx="1600200" cy="282575"/>
            </a:xfrm>
            <a:prstGeom prst="rect">
              <a:avLst/>
            </a:prstGeom>
            <a:solidFill>
              <a:schemeClr val="tx1">
                <a:lumMod val="85000"/>
              </a:schemeClr>
            </a:solidFill>
            <a:ln w="9525">
              <a:solidFill>
                <a:srgbClr val="000000"/>
              </a:solidFill>
              <a:miter lim="800000"/>
              <a:headEnd/>
              <a:tailEnd/>
            </a:ln>
            <a:effectLst/>
          </p:spPr>
          <p:txBody>
            <a:bodyPr tIns="0"/>
            <a:lstStyle/>
            <a:p>
              <a:pPr algn="just" eaLnBrk="1" hangingPunct="1"/>
              <a:r>
                <a:rPr kumimoji="1" lang="zh-CN" altLang="en-US" sz="1800" dirty="0">
                  <a:solidFill>
                    <a:schemeClr val="bg2"/>
                  </a:solidFill>
                  <a:latin typeface="+mn-ea"/>
                  <a:ea typeface="+mn-ea"/>
                </a:rPr>
                <a:t>启动</a:t>
              </a:r>
              <a:r>
                <a:rPr kumimoji="1" lang="en-US" altLang="zh-CN" sz="1800" dirty="0">
                  <a:solidFill>
                    <a:schemeClr val="bg2"/>
                  </a:solidFill>
                  <a:latin typeface="+mn-ea"/>
                  <a:ea typeface="+mn-ea"/>
                </a:rPr>
                <a:t>I/O</a:t>
              </a:r>
              <a:r>
                <a:rPr kumimoji="1" lang="zh-CN" altLang="en-US" sz="1800" dirty="0">
                  <a:solidFill>
                    <a:schemeClr val="bg2"/>
                  </a:solidFill>
                  <a:latin typeface="+mn-ea"/>
                  <a:ea typeface="+mn-ea"/>
                </a:rPr>
                <a:t>硬件 </a:t>
              </a:r>
            </a:p>
          </p:txBody>
        </p:sp>
        <p:sp>
          <p:nvSpPr>
            <p:cNvPr id="50" name="Line 1072">
              <a:extLst>
                <a:ext uri="{FF2B5EF4-FFF2-40B4-BE49-F238E27FC236}">
                  <a16:creationId xmlns:a16="http://schemas.microsoft.com/office/drawing/2014/main" id="{469F478D-5E0F-47D3-AFB0-77C84AD20CE1}"/>
                </a:ext>
              </a:extLst>
            </p:cNvPr>
            <p:cNvSpPr>
              <a:spLocks noChangeShapeType="1"/>
            </p:cNvSpPr>
            <p:nvPr/>
          </p:nvSpPr>
          <p:spPr bwMode="auto">
            <a:xfrm>
              <a:off x="6946539" y="3934208"/>
              <a:ext cx="0" cy="319088"/>
            </a:xfrm>
            <a:prstGeom prst="line">
              <a:avLst/>
            </a:prstGeom>
            <a:noFill/>
            <a:ln w="28575">
              <a:solidFill>
                <a:srgbClr val="00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800">
                <a:solidFill>
                  <a:schemeClr val="bg2"/>
                </a:solidFill>
                <a:latin typeface="+mn-ea"/>
                <a:ea typeface="+mn-ea"/>
              </a:endParaRPr>
            </a:p>
          </p:txBody>
        </p:sp>
        <p:sp>
          <p:nvSpPr>
            <p:cNvPr id="52" name="Line 1074">
              <a:extLst>
                <a:ext uri="{FF2B5EF4-FFF2-40B4-BE49-F238E27FC236}">
                  <a16:creationId xmlns:a16="http://schemas.microsoft.com/office/drawing/2014/main" id="{9B84B874-C294-4B48-9F81-1D2AB8D7D56C}"/>
                </a:ext>
              </a:extLst>
            </p:cNvPr>
            <p:cNvSpPr>
              <a:spLocks noChangeShapeType="1"/>
            </p:cNvSpPr>
            <p:nvPr/>
          </p:nvSpPr>
          <p:spPr bwMode="auto">
            <a:xfrm>
              <a:off x="6946539" y="5156583"/>
              <a:ext cx="0" cy="319088"/>
            </a:xfrm>
            <a:prstGeom prst="line">
              <a:avLst/>
            </a:prstGeom>
            <a:noFill/>
            <a:ln w="28575">
              <a:solidFill>
                <a:srgbClr val="00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800">
                <a:solidFill>
                  <a:schemeClr val="bg2"/>
                </a:solidFill>
                <a:latin typeface="+mn-ea"/>
                <a:ea typeface="+mn-ea"/>
              </a:endParaRPr>
            </a:p>
          </p:txBody>
        </p:sp>
        <p:sp>
          <p:nvSpPr>
            <p:cNvPr id="54" name="Line 1076">
              <a:extLst>
                <a:ext uri="{FF2B5EF4-FFF2-40B4-BE49-F238E27FC236}">
                  <a16:creationId xmlns:a16="http://schemas.microsoft.com/office/drawing/2014/main" id="{C6433294-66DC-458C-A7C0-DF1966564736}"/>
                </a:ext>
              </a:extLst>
            </p:cNvPr>
            <p:cNvSpPr>
              <a:spLocks noChangeShapeType="1"/>
            </p:cNvSpPr>
            <p:nvPr/>
          </p:nvSpPr>
          <p:spPr bwMode="auto">
            <a:xfrm>
              <a:off x="8268927" y="3230946"/>
              <a:ext cx="569912"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800">
                <a:solidFill>
                  <a:schemeClr val="bg2"/>
                </a:solidFill>
                <a:latin typeface="+mn-ea"/>
                <a:ea typeface="+mn-ea"/>
              </a:endParaRPr>
            </a:p>
          </p:txBody>
        </p:sp>
        <p:sp>
          <p:nvSpPr>
            <p:cNvPr id="55" name="Line 1077">
              <a:extLst>
                <a:ext uri="{FF2B5EF4-FFF2-40B4-BE49-F238E27FC236}">
                  <a16:creationId xmlns:a16="http://schemas.microsoft.com/office/drawing/2014/main" id="{A8D840C9-9525-46B0-BCC9-7C97DD9DBD3D}"/>
                </a:ext>
              </a:extLst>
            </p:cNvPr>
            <p:cNvSpPr>
              <a:spLocks noChangeShapeType="1"/>
            </p:cNvSpPr>
            <p:nvPr/>
          </p:nvSpPr>
          <p:spPr bwMode="auto">
            <a:xfrm flipH="1">
              <a:off x="8822964" y="3230946"/>
              <a:ext cx="0" cy="846137"/>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800">
                <a:solidFill>
                  <a:schemeClr val="bg2"/>
                </a:solidFill>
                <a:latin typeface="+mn-ea"/>
                <a:ea typeface="+mn-ea"/>
              </a:endParaRPr>
            </a:p>
          </p:txBody>
        </p:sp>
        <p:sp>
          <p:nvSpPr>
            <p:cNvPr id="56" name="Line 1078">
              <a:extLst>
                <a:ext uri="{FF2B5EF4-FFF2-40B4-BE49-F238E27FC236}">
                  <a16:creationId xmlns:a16="http://schemas.microsoft.com/office/drawing/2014/main" id="{3BF1DF7E-239A-42E7-B9FC-595248B9719A}"/>
                </a:ext>
              </a:extLst>
            </p:cNvPr>
            <p:cNvSpPr>
              <a:spLocks noChangeShapeType="1"/>
            </p:cNvSpPr>
            <p:nvPr/>
          </p:nvSpPr>
          <p:spPr bwMode="auto">
            <a:xfrm flipH="1">
              <a:off x="6979877" y="4077083"/>
              <a:ext cx="1827212" cy="0"/>
            </a:xfrm>
            <a:prstGeom prst="line">
              <a:avLst/>
            </a:prstGeom>
            <a:noFill/>
            <a:ln w="28575">
              <a:solidFill>
                <a:srgbClr val="00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800">
                <a:solidFill>
                  <a:schemeClr val="bg2"/>
                </a:solidFill>
                <a:latin typeface="+mn-ea"/>
                <a:ea typeface="+mn-ea"/>
              </a:endParaRPr>
            </a:p>
          </p:txBody>
        </p:sp>
        <p:sp>
          <p:nvSpPr>
            <p:cNvPr id="57" name="Line 1079">
              <a:extLst>
                <a:ext uri="{FF2B5EF4-FFF2-40B4-BE49-F238E27FC236}">
                  <a16:creationId xmlns:a16="http://schemas.microsoft.com/office/drawing/2014/main" id="{996519A3-D540-4DD6-9649-EDD503A3D5D5}"/>
                </a:ext>
              </a:extLst>
            </p:cNvPr>
            <p:cNvSpPr>
              <a:spLocks noChangeShapeType="1"/>
            </p:cNvSpPr>
            <p:nvPr/>
          </p:nvSpPr>
          <p:spPr bwMode="auto">
            <a:xfrm flipH="1">
              <a:off x="5332052" y="1999046"/>
              <a:ext cx="344487"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800">
                <a:solidFill>
                  <a:schemeClr val="bg2"/>
                </a:solidFill>
                <a:latin typeface="+mn-ea"/>
                <a:ea typeface="+mn-ea"/>
              </a:endParaRPr>
            </a:p>
          </p:txBody>
        </p:sp>
        <p:sp>
          <p:nvSpPr>
            <p:cNvPr id="58" name="Line 1080">
              <a:extLst>
                <a:ext uri="{FF2B5EF4-FFF2-40B4-BE49-F238E27FC236}">
                  <a16:creationId xmlns:a16="http://schemas.microsoft.com/office/drawing/2014/main" id="{11AAD83C-93F5-462B-BE11-7111500599CA}"/>
                </a:ext>
              </a:extLst>
            </p:cNvPr>
            <p:cNvSpPr>
              <a:spLocks noChangeShapeType="1"/>
            </p:cNvSpPr>
            <p:nvPr/>
          </p:nvSpPr>
          <p:spPr bwMode="auto">
            <a:xfrm>
              <a:off x="5359039" y="2008571"/>
              <a:ext cx="0" cy="2068512"/>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800">
                <a:solidFill>
                  <a:schemeClr val="bg2"/>
                </a:solidFill>
                <a:latin typeface="+mn-ea"/>
                <a:ea typeface="+mn-ea"/>
              </a:endParaRPr>
            </a:p>
          </p:txBody>
        </p:sp>
        <p:sp>
          <p:nvSpPr>
            <p:cNvPr id="59" name="Line 1081">
              <a:extLst>
                <a:ext uri="{FF2B5EF4-FFF2-40B4-BE49-F238E27FC236}">
                  <a16:creationId xmlns:a16="http://schemas.microsoft.com/office/drawing/2014/main" id="{9FACA550-33CC-40F7-A2AC-B9DC59663788}"/>
                </a:ext>
              </a:extLst>
            </p:cNvPr>
            <p:cNvSpPr>
              <a:spLocks noChangeShapeType="1"/>
            </p:cNvSpPr>
            <p:nvPr/>
          </p:nvSpPr>
          <p:spPr bwMode="auto">
            <a:xfrm>
              <a:off x="5359039" y="4085021"/>
              <a:ext cx="1585913" cy="0"/>
            </a:xfrm>
            <a:prstGeom prst="line">
              <a:avLst/>
            </a:prstGeom>
            <a:noFill/>
            <a:ln w="28575">
              <a:solidFill>
                <a:srgbClr val="00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800">
                <a:solidFill>
                  <a:schemeClr val="bg2"/>
                </a:solidFill>
                <a:latin typeface="+mn-ea"/>
                <a:ea typeface="+mn-ea"/>
              </a:endParaRPr>
            </a:p>
          </p:txBody>
        </p:sp>
        <p:sp>
          <p:nvSpPr>
            <p:cNvPr id="62" name="Line 1084">
              <a:extLst>
                <a:ext uri="{FF2B5EF4-FFF2-40B4-BE49-F238E27FC236}">
                  <a16:creationId xmlns:a16="http://schemas.microsoft.com/office/drawing/2014/main" id="{3A1AA00B-B6B0-4DB1-B016-C7ADA5F9FD86}"/>
                </a:ext>
              </a:extLst>
            </p:cNvPr>
            <p:cNvSpPr>
              <a:spLocks noChangeShapeType="1"/>
            </p:cNvSpPr>
            <p:nvPr/>
          </p:nvSpPr>
          <p:spPr bwMode="auto">
            <a:xfrm>
              <a:off x="6929077" y="3423033"/>
              <a:ext cx="0" cy="1524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solidFill>
                  <a:schemeClr val="bg2"/>
                </a:solidFill>
                <a:latin typeface="+mn-ea"/>
                <a:ea typeface="+mn-ea"/>
              </a:endParaRPr>
            </a:p>
          </p:txBody>
        </p:sp>
        <p:sp>
          <p:nvSpPr>
            <p:cNvPr id="63" name="Line 1049">
              <a:extLst>
                <a:ext uri="{FF2B5EF4-FFF2-40B4-BE49-F238E27FC236}">
                  <a16:creationId xmlns:a16="http://schemas.microsoft.com/office/drawing/2014/main" id="{029F035F-C79D-4279-A8AB-45523E0D333C}"/>
                </a:ext>
              </a:extLst>
            </p:cNvPr>
            <p:cNvSpPr>
              <a:spLocks noChangeShapeType="1"/>
            </p:cNvSpPr>
            <p:nvPr/>
          </p:nvSpPr>
          <p:spPr bwMode="auto">
            <a:xfrm>
              <a:off x="6979877" y="4633162"/>
              <a:ext cx="0" cy="282575"/>
            </a:xfrm>
            <a:prstGeom prst="line">
              <a:avLst/>
            </a:prstGeom>
            <a:noFill/>
            <a:ln w="28575">
              <a:solidFill>
                <a:srgbClr val="00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800">
                <a:solidFill>
                  <a:schemeClr val="bg2"/>
                </a:solidFill>
                <a:latin typeface="+mn-ea"/>
                <a:ea typeface="+mn-ea"/>
              </a:endParaRPr>
            </a:p>
          </p:txBody>
        </p:sp>
        <p:sp>
          <p:nvSpPr>
            <p:cNvPr id="64" name="Line 1049">
              <a:extLst>
                <a:ext uri="{FF2B5EF4-FFF2-40B4-BE49-F238E27FC236}">
                  <a16:creationId xmlns:a16="http://schemas.microsoft.com/office/drawing/2014/main" id="{835FF6CA-BE6E-46ED-9190-B15CD41D635D}"/>
                </a:ext>
              </a:extLst>
            </p:cNvPr>
            <p:cNvSpPr>
              <a:spLocks noChangeShapeType="1"/>
            </p:cNvSpPr>
            <p:nvPr/>
          </p:nvSpPr>
          <p:spPr bwMode="auto">
            <a:xfrm>
              <a:off x="6944952" y="1550690"/>
              <a:ext cx="0" cy="282575"/>
            </a:xfrm>
            <a:prstGeom prst="line">
              <a:avLst/>
            </a:prstGeom>
            <a:noFill/>
            <a:ln w="28575">
              <a:solidFill>
                <a:srgbClr val="00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800">
                <a:solidFill>
                  <a:schemeClr val="bg2"/>
                </a:solidFill>
                <a:latin typeface="+mn-ea"/>
                <a:ea typeface="+mn-ea"/>
              </a:endParaRPr>
            </a:p>
          </p:txBody>
        </p:sp>
        <p:sp>
          <p:nvSpPr>
            <p:cNvPr id="65" name="Line 1049">
              <a:extLst>
                <a:ext uri="{FF2B5EF4-FFF2-40B4-BE49-F238E27FC236}">
                  <a16:creationId xmlns:a16="http://schemas.microsoft.com/office/drawing/2014/main" id="{A7DE4ECA-FD8A-445A-8F0A-A614676A5E14}"/>
                </a:ext>
              </a:extLst>
            </p:cNvPr>
            <p:cNvSpPr>
              <a:spLocks noChangeShapeType="1"/>
            </p:cNvSpPr>
            <p:nvPr/>
          </p:nvSpPr>
          <p:spPr bwMode="auto">
            <a:xfrm flipH="1">
              <a:off x="6978289" y="6438033"/>
              <a:ext cx="1588" cy="288000"/>
            </a:xfrm>
            <a:prstGeom prst="line">
              <a:avLst/>
            </a:prstGeom>
            <a:noFill/>
            <a:ln w="28575">
              <a:solidFill>
                <a:srgbClr val="00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800">
                <a:solidFill>
                  <a:schemeClr val="bg2"/>
                </a:solidFill>
                <a:latin typeface="+mn-ea"/>
                <a:ea typeface="+mn-ea"/>
              </a:endParaRPr>
            </a:p>
          </p:txBody>
        </p:sp>
        <p:sp>
          <p:nvSpPr>
            <p:cNvPr id="66" name="Line 1049">
              <a:extLst>
                <a:ext uri="{FF2B5EF4-FFF2-40B4-BE49-F238E27FC236}">
                  <a16:creationId xmlns:a16="http://schemas.microsoft.com/office/drawing/2014/main" id="{35154077-0304-42FF-9E53-356159BBADCC}"/>
                </a:ext>
              </a:extLst>
            </p:cNvPr>
            <p:cNvSpPr>
              <a:spLocks noChangeShapeType="1"/>
            </p:cNvSpPr>
            <p:nvPr/>
          </p:nvSpPr>
          <p:spPr bwMode="auto">
            <a:xfrm>
              <a:off x="6979877" y="5861433"/>
              <a:ext cx="0" cy="282575"/>
            </a:xfrm>
            <a:prstGeom prst="line">
              <a:avLst/>
            </a:prstGeom>
            <a:noFill/>
            <a:ln w="28575">
              <a:solidFill>
                <a:srgbClr val="00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800">
                <a:solidFill>
                  <a:schemeClr val="bg2"/>
                </a:solidFill>
                <a:latin typeface="+mn-ea"/>
                <a:ea typeface="+mn-ea"/>
              </a:endParaRPr>
            </a:p>
          </p:txBody>
        </p:sp>
        <p:sp>
          <p:nvSpPr>
            <p:cNvPr id="76" name="矩形 75">
              <a:extLst>
                <a:ext uri="{FF2B5EF4-FFF2-40B4-BE49-F238E27FC236}">
                  <a16:creationId xmlns:a16="http://schemas.microsoft.com/office/drawing/2014/main" id="{15819151-068B-45FF-9B42-B071D23A54BD}"/>
                </a:ext>
              </a:extLst>
            </p:cNvPr>
            <p:cNvSpPr/>
            <p:nvPr/>
          </p:nvSpPr>
          <p:spPr>
            <a:xfrm>
              <a:off x="8321447" y="2901539"/>
              <a:ext cx="232436" cy="276999"/>
            </a:xfrm>
            <a:prstGeom prst="rect">
              <a:avLst/>
            </a:prstGeom>
          </p:spPr>
          <p:txBody>
            <a:bodyPr wrap="square" lIns="0" tIns="0" rIns="0" bIns="0">
              <a:spAutoFit/>
            </a:bodyPr>
            <a:lstStyle/>
            <a:p>
              <a:r>
                <a:rPr lang="zh-CN" altLang="en-US" sz="1800" kern="0" dirty="0">
                  <a:solidFill>
                    <a:schemeClr val="bg2"/>
                  </a:solidFill>
                  <a:latin typeface="+mn-ea"/>
                </a:rPr>
                <a:t>否</a:t>
              </a:r>
              <a:endParaRPr lang="zh-CN" altLang="en-US" sz="1800" dirty="0"/>
            </a:p>
          </p:txBody>
        </p:sp>
        <p:sp>
          <p:nvSpPr>
            <p:cNvPr id="77" name="Line 1049">
              <a:extLst>
                <a:ext uri="{FF2B5EF4-FFF2-40B4-BE49-F238E27FC236}">
                  <a16:creationId xmlns:a16="http://schemas.microsoft.com/office/drawing/2014/main" id="{2C4BBA0E-3CD7-4678-8B44-E67CADDB0567}"/>
                </a:ext>
              </a:extLst>
            </p:cNvPr>
            <p:cNvSpPr>
              <a:spLocks noChangeShapeType="1"/>
            </p:cNvSpPr>
            <p:nvPr/>
          </p:nvSpPr>
          <p:spPr bwMode="auto">
            <a:xfrm>
              <a:off x="6978289" y="3414033"/>
              <a:ext cx="0" cy="252000"/>
            </a:xfrm>
            <a:prstGeom prst="line">
              <a:avLst/>
            </a:prstGeom>
            <a:noFill/>
            <a:ln w="28575">
              <a:solidFill>
                <a:srgbClr val="00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800">
                <a:solidFill>
                  <a:schemeClr val="bg2"/>
                </a:solidFill>
                <a:latin typeface="+mn-ea"/>
                <a:ea typeface="+mn-ea"/>
              </a:endParaRPr>
            </a:p>
          </p:txBody>
        </p:sp>
        <p:sp>
          <p:nvSpPr>
            <p:cNvPr id="78" name="矩形 77">
              <a:extLst>
                <a:ext uri="{FF2B5EF4-FFF2-40B4-BE49-F238E27FC236}">
                  <a16:creationId xmlns:a16="http://schemas.microsoft.com/office/drawing/2014/main" id="{45203F8E-FA0F-4758-ABD5-B62958ABCB87}"/>
                </a:ext>
              </a:extLst>
            </p:cNvPr>
            <p:cNvSpPr/>
            <p:nvPr/>
          </p:nvSpPr>
          <p:spPr>
            <a:xfrm>
              <a:off x="6605030" y="3357786"/>
              <a:ext cx="232436" cy="276999"/>
            </a:xfrm>
            <a:prstGeom prst="rect">
              <a:avLst/>
            </a:prstGeom>
          </p:spPr>
          <p:txBody>
            <a:bodyPr wrap="none" lIns="0" tIns="0" rIns="0" bIns="0">
              <a:spAutoFit/>
            </a:bodyPr>
            <a:lstStyle/>
            <a:p>
              <a:r>
                <a:rPr lang="zh-CN" altLang="en-US" sz="1800" kern="0" dirty="0">
                  <a:solidFill>
                    <a:schemeClr val="bg2"/>
                  </a:solidFill>
                  <a:latin typeface="+mn-ea"/>
                </a:rPr>
                <a:t>是</a:t>
              </a:r>
              <a:endParaRPr lang="zh-CN" altLang="en-US" sz="1800" dirty="0"/>
            </a:p>
          </p:txBody>
        </p:sp>
        <p:sp>
          <p:nvSpPr>
            <p:cNvPr id="87" name="矩形 86">
              <a:extLst>
                <a:ext uri="{FF2B5EF4-FFF2-40B4-BE49-F238E27FC236}">
                  <a16:creationId xmlns:a16="http://schemas.microsoft.com/office/drawing/2014/main" id="{6B20CCAB-8FCF-4B3C-ABA2-B71C5D6DC579}"/>
                </a:ext>
              </a:extLst>
            </p:cNvPr>
            <p:cNvSpPr/>
            <p:nvPr/>
          </p:nvSpPr>
          <p:spPr>
            <a:xfrm>
              <a:off x="6605030" y="2185010"/>
              <a:ext cx="384836" cy="276999"/>
            </a:xfrm>
            <a:prstGeom prst="rect">
              <a:avLst/>
            </a:prstGeom>
          </p:spPr>
          <p:txBody>
            <a:bodyPr wrap="square" lIns="0" tIns="0" rIns="0" bIns="0">
              <a:spAutoFit/>
            </a:bodyPr>
            <a:lstStyle/>
            <a:p>
              <a:r>
                <a:rPr lang="zh-CN" altLang="en-US" sz="1800" kern="0" dirty="0">
                  <a:solidFill>
                    <a:schemeClr val="bg2"/>
                  </a:solidFill>
                  <a:latin typeface="+mn-ea"/>
                </a:rPr>
                <a:t>是</a:t>
              </a:r>
              <a:endParaRPr lang="zh-CN" altLang="en-US" sz="1800" dirty="0"/>
            </a:p>
          </p:txBody>
        </p:sp>
        <p:sp>
          <p:nvSpPr>
            <p:cNvPr id="88" name="矩形 87">
              <a:extLst>
                <a:ext uri="{FF2B5EF4-FFF2-40B4-BE49-F238E27FC236}">
                  <a16:creationId xmlns:a16="http://schemas.microsoft.com/office/drawing/2014/main" id="{62238A9D-40ED-4D80-BDAB-060D3FC12842}"/>
                </a:ext>
              </a:extLst>
            </p:cNvPr>
            <p:cNvSpPr/>
            <p:nvPr/>
          </p:nvSpPr>
          <p:spPr>
            <a:xfrm>
              <a:off x="5361029" y="1667927"/>
              <a:ext cx="232436" cy="276999"/>
            </a:xfrm>
            <a:prstGeom prst="rect">
              <a:avLst/>
            </a:prstGeom>
          </p:spPr>
          <p:txBody>
            <a:bodyPr wrap="square" lIns="0" tIns="0" rIns="0" bIns="0">
              <a:spAutoFit/>
            </a:bodyPr>
            <a:lstStyle/>
            <a:p>
              <a:r>
                <a:rPr lang="zh-CN" altLang="en-US" sz="1800" kern="0" dirty="0">
                  <a:solidFill>
                    <a:schemeClr val="bg2"/>
                  </a:solidFill>
                  <a:latin typeface="+mn-ea"/>
                </a:rPr>
                <a:t>否</a:t>
              </a:r>
              <a:endParaRPr lang="zh-CN" altLang="en-US" sz="1800" dirty="0"/>
            </a:p>
          </p:txBody>
        </p:sp>
      </p:grpSp>
      <p:sp>
        <p:nvSpPr>
          <p:cNvPr id="90" name="文本框 89">
            <a:extLst>
              <a:ext uri="{FF2B5EF4-FFF2-40B4-BE49-F238E27FC236}">
                <a16:creationId xmlns:a16="http://schemas.microsoft.com/office/drawing/2014/main" id="{19105916-624D-4982-B080-E8D1AF9A4AF3}"/>
              </a:ext>
            </a:extLst>
          </p:cNvPr>
          <p:cNvSpPr txBox="1"/>
          <p:nvPr/>
        </p:nvSpPr>
        <p:spPr>
          <a:xfrm>
            <a:off x="4964635" y="-37969"/>
            <a:ext cx="4113387" cy="6912000"/>
          </a:xfrm>
          <a:prstGeom prst="rect">
            <a:avLst/>
          </a:prstGeom>
          <a:solidFill>
            <a:srgbClr val="66FF33">
              <a:alpha val="20784"/>
            </a:srgbClr>
          </a:solidFill>
          <a:ln>
            <a:solidFill>
              <a:srgbClr val="000000">
                <a:alpha val="30980"/>
              </a:srgbClr>
            </a:solidFill>
          </a:ln>
        </p:spPr>
        <p:txBody>
          <a:bodyPr wrap="square" rtlCol="0">
            <a:spAutoFit/>
          </a:bodyPr>
          <a:lstStyle/>
          <a:p>
            <a:pPr algn="r"/>
            <a:r>
              <a:rPr lang="zh-CN" altLang="en-US" dirty="0">
                <a:solidFill>
                  <a:srgbClr val="FF00FF"/>
                </a:solidFill>
                <a:effectLst>
                  <a:outerShdw blurRad="38100" dist="38100" dir="2700000" algn="tl">
                    <a:srgbClr val="000000">
                      <a:alpha val="43137"/>
                    </a:srgbClr>
                  </a:outerShdw>
                </a:effectLst>
              </a:rPr>
              <a:t>缺页中断处理</a:t>
            </a:r>
            <a:endParaRPr lang="en-US" altLang="zh-CN" dirty="0">
              <a:solidFill>
                <a:srgbClr val="FF00FF"/>
              </a:solidFill>
              <a:effectLst>
                <a:outerShdw blurRad="38100" dist="38100" dir="2700000" algn="tl">
                  <a:srgbClr val="000000">
                    <a:alpha val="43137"/>
                  </a:srgbClr>
                </a:outerShdw>
              </a:effectLst>
            </a:endParaRPr>
          </a:p>
          <a:p>
            <a:pPr algn="r"/>
            <a:endParaRPr lang="en-US" altLang="zh-CN" dirty="0"/>
          </a:p>
          <a:p>
            <a:pPr algn="r"/>
            <a:endParaRPr lang="en-US" altLang="zh-CN" dirty="0"/>
          </a:p>
          <a:p>
            <a:pPr algn="r"/>
            <a:endParaRPr lang="en-US" altLang="zh-CN" dirty="0"/>
          </a:p>
          <a:p>
            <a:pPr algn="r"/>
            <a:endParaRPr lang="en-US" altLang="zh-CN" dirty="0"/>
          </a:p>
          <a:p>
            <a:pPr algn="r"/>
            <a:endParaRPr lang="en-US" altLang="zh-CN" dirty="0"/>
          </a:p>
          <a:p>
            <a:pPr algn="r"/>
            <a:endParaRPr lang="en-US" altLang="zh-CN" dirty="0"/>
          </a:p>
          <a:p>
            <a:pPr algn="r"/>
            <a:endParaRPr lang="en-US" altLang="zh-CN" dirty="0"/>
          </a:p>
          <a:p>
            <a:pPr algn="r"/>
            <a:endParaRPr lang="en-US" altLang="zh-CN" dirty="0"/>
          </a:p>
          <a:p>
            <a:pPr algn="r"/>
            <a:endParaRPr lang="en-US" altLang="zh-CN" dirty="0"/>
          </a:p>
          <a:p>
            <a:pPr algn="r"/>
            <a:endParaRPr lang="en-US" altLang="zh-CN" dirty="0"/>
          </a:p>
          <a:p>
            <a:pPr algn="r"/>
            <a:endParaRPr lang="en-US" altLang="zh-CN" dirty="0"/>
          </a:p>
          <a:p>
            <a:pPr algn="r"/>
            <a:endParaRPr lang="en-US" altLang="zh-CN" dirty="0"/>
          </a:p>
          <a:p>
            <a:pPr algn="r"/>
            <a:endParaRPr lang="zh-CN" altLang="en-US" dirty="0"/>
          </a:p>
        </p:txBody>
      </p:sp>
      <p:sp>
        <p:nvSpPr>
          <p:cNvPr id="91" name="文本框 90">
            <a:extLst>
              <a:ext uri="{FF2B5EF4-FFF2-40B4-BE49-F238E27FC236}">
                <a16:creationId xmlns:a16="http://schemas.microsoft.com/office/drawing/2014/main" id="{3D885031-C50E-4D79-B15D-045515DB952C}"/>
              </a:ext>
            </a:extLst>
          </p:cNvPr>
          <p:cNvSpPr txBox="1"/>
          <p:nvPr/>
        </p:nvSpPr>
        <p:spPr>
          <a:xfrm>
            <a:off x="5997218" y="2146844"/>
            <a:ext cx="3052054" cy="892552"/>
          </a:xfrm>
          <a:prstGeom prst="rect">
            <a:avLst/>
          </a:prstGeom>
          <a:solidFill>
            <a:srgbClr val="8282FF">
              <a:alpha val="45098"/>
            </a:srgbClr>
          </a:solidFill>
        </p:spPr>
        <p:txBody>
          <a:bodyPr wrap="square" rtlCol="0">
            <a:spAutoFit/>
          </a:bodyPr>
          <a:lstStyle/>
          <a:p>
            <a:pPr algn="r"/>
            <a:r>
              <a:rPr lang="zh-CN" altLang="en-US" sz="2400" dirty="0" smtClean="0">
                <a:solidFill>
                  <a:schemeClr val="bg2"/>
                </a:solidFill>
              </a:rPr>
              <a:t>页面淘汰算法</a:t>
            </a:r>
            <a:endParaRPr lang="en-US" altLang="zh-CN" sz="2400" dirty="0">
              <a:solidFill>
                <a:schemeClr val="bg2"/>
              </a:solidFill>
            </a:endParaRPr>
          </a:p>
          <a:p>
            <a:pPr algn="r"/>
            <a:endParaRPr lang="zh-CN" altLang="en-US" sz="2800" dirty="0">
              <a:solidFill>
                <a:schemeClr val="bg2"/>
              </a:solidFill>
            </a:endParaRPr>
          </a:p>
        </p:txBody>
      </p:sp>
      <p:sp>
        <p:nvSpPr>
          <p:cNvPr id="2" name="矩形 1"/>
          <p:cNvSpPr/>
          <p:nvPr/>
        </p:nvSpPr>
        <p:spPr bwMode="auto">
          <a:xfrm>
            <a:off x="13033" y="166743"/>
            <a:ext cx="4535709" cy="6552000"/>
          </a:xfrm>
          <a:prstGeom prst="rect">
            <a:avLst/>
          </a:prstGeom>
          <a:solidFill>
            <a:srgbClr val="FFFF00">
              <a:alpha val="32941"/>
            </a:srgbClr>
          </a:solidFill>
          <a:ln w="9525" cap="flat" cmpd="sng" algn="ctr">
            <a:no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smtClean="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sp>
        <p:nvSpPr>
          <p:cNvPr id="3" name="文本框 2"/>
          <p:cNvSpPr txBox="1"/>
          <p:nvPr/>
        </p:nvSpPr>
        <p:spPr>
          <a:xfrm>
            <a:off x="-6453" y="381339"/>
            <a:ext cx="1306028" cy="584775"/>
          </a:xfrm>
          <a:prstGeom prst="rect">
            <a:avLst/>
          </a:prstGeom>
          <a:noFill/>
        </p:spPr>
        <p:txBody>
          <a:bodyPr wrap="square" rtlCol="0">
            <a:spAutoFit/>
          </a:bodyPr>
          <a:lstStyle/>
          <a:p>
            <a:r>
              <a:rPr lang="zh-CN" altLang="en-US" dirty="0">
                <a:solidFill>
                  <a:srgbClr val="FF00FF"/>
                </a:solidFill>
                <a:effectLst>
                  <a:outerShdw blurRad="38100" dist="38100" dir="2700000" algn="tl">
                    <a:srgbClr val="000000">
                      <a:alpha val="43137"/>
                    </a:srgbClr>
                  </a:outerShdw>
                </a:effectLst>
              </a:rPr>
              <a:t>硬件</a:t>
            </a:r>
          </a:p>
        </p:txBody>
      </p:sp>
      <p:sp>
        <p:nvSpPr>
          <p:cNvPr id="79" name="矩形 78">
            <a:extLst>
              <a:ext uri="{FF2B5EF4-FFF2-40B4-BE49-F238E27FC236}">
                <a16:creationId xmlns:a16="http://schemas.microsoft.com/office/drawing/2014/main" id="{0DA07245-BB77-4064-97D9-90AEDEDD1D96}"/>
              </a:ext>
            </a:extLst>
          </p:cNvPr>
          <p:cNvSpPr/>
          <p:nvPr/>
        </p:nvSpPr>
        <p:spPr>
          <a:xfrm>
            <a:off x="259924" y="-108721"/>
            <a:ext cx="4809330" cy="715581"/>
          </a:xfrm>
          <a:prstGeom prst="rect">
            <a:avLst/>
          </a:prstGeom>
        </p:spPr>
        <p:txBody>
          <a:bodyPr wrap="none">
            <a:spAutoFit/>
          </a:bodyPr>
          <a:lstStyle/>
          <a:p>
            <a:pPr marL="342900" lvl="1" indent="-342900" algn="ctr" eaLnBrk="1" hangingPunct="1">
              <a:lnSpc>
                <a:spcPct val="110000"/>
              </a:lnSpc>
              <a:buClr>
                <a:schemeClr val="tx2"/>
              </a:buClr>
              <a:buSzPct val="75000"/>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请求分页的地址变换</a:t>
            </a:r>
          </a:p>
        </p:txBody>
      </p:sp>
    </p:spTree>
    <p:extLst>
      <p:ext uri="{BB962C8B-B14F-4D97-AF65-F5344CB8AC3E}">
        <p14:creationId xmlns:p14="http://schemas.microsoft.com/office/powerpoint/2010/main" val="245775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2"/>
                                        </p:tgtEl>
                                        <p:attrNameLst>
                                          <p:attrName>style.visibility</p:attrName>
                                        </p:attrNameLst>
                                      </p:cBhvr>
                                      <p:to>
                                        <p:strVal val="visible"/>
                                      </p:to>
                                    </p:set>
                                    <p:animEffect transition="in" filter="fade">
                                      <p:cBhvr>
                                        <p:cTn id="7" dur="500"/>
                                        <p:tgtEl>
                                          <p:spTgt spid="8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9"/>
                                        </p:tgtEl>
                                        <p:attrNameLst>
                                          <p:attrName>style.visibility</p:attrName>
                                        </p:attrNameLst>
                                      </p:cBhvr>
                                      <p:to>
                                        <p:strVal val="visible"/>
                                      </p:to>
                                    </p:set>
                                    <p:animEffect transition="in" filter="fade">
                                      <p:cBhvr>
                                        <p:cTn id="12" dur="500"/>
                                        <p:tgtEl>
                                          <p:spTgt spid="8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3"/>
                                        </p:tgtEl>
                                        <p:attrNameLst>
                                          <p:attrName>style.visibility</p:attrName>
                                        </p:attrNameLst>
                                      </p:cBhvr>
                                      <p:to>
                                        <p:strVal val="visible"/>
                                      </p:to>
                                    </p:set>
                                    <p:animEffect transition="in" filter="fade">
                                      <p:cBhvr>
                                        <p:cTn id="17" dur="500"/>
                                        <p:tgtEl>
                                          <p:spTgt spid="8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90"/>
                                        </p:tgtEl>
                                        <p:attrNameLst>
                                          <p:attrName>style.visibility</p:attrName>
                                        </p:attrNameLst>
                                      </p:cBhvr>
                                      <p:to>
                                        <p:strVal val="visible"/>
                                      </p:to>
                                    </p:set>
                                    <p:animEffect transition="in" filter="dissolve">
                                      <p:cBhvr>
                                        <p:cTn id="22" dur="500"/>
                                        <p:tgtEl>
                                          <p:spTgt spid="90"/>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91"/>
                                        </p:tgtEl>
                                        <p:attrNameLst>
                                          <p:attrName>style.visibility</p:attrName>
                                        </p:attrNameLst>
                                      </p:cBhvr>
                                      <p:to>
                                        <p:strVal val="visible"/>
                                      </p:to>
                                    </p:set>
                                    <p:animEffect transition="in" filter="dissolve">
                                      <p:cBhvr>
                                        <p:cTn id="27" dur="500"/>
                                        <p:tgtEl>
                                          <p:spTgt spid="9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fade">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animBg="1"/>
      <p:bldP spid="91" grpId="0" animBg="1"/>
      <p:bldP spid="2" grpId="0" animBg="1"/>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6493424D-BABC-4901-B2E2-D09B826C3CB4}"/>
              </a:ext>
            </a:extLst>
          </p:cNvPr>
          <p:cNvPicPr>
            <a:picLocks noChangeAspect="1"/>
          </p:cNvPicPr>
          <p:nvPr/>
        </p:nvPicPr>
        <p:blipFill>
          <a:blip r:embed="rId3"/>
          <a:stretch>
            <a:fillRect/>
          </a:stretch>
        </p:blipFill>
        <p:spPr>
          <a:xfrm>
            <a:off x="6559" y="654897"/>
            <a:ext cx="9144000" cy="5980253"/>
          </a:xfrm>
          <a:prstGeom prst="rect">
            <a:avLst/>
          </a:prstGeom>
        </p:spPr>
      </p:pic>
      <p:pic>
        <p:nvPicPr>
          <p:cNvPr id="5" name="图片 4">
            <a:extLst>
              <a:ext uri="{FF2B5EF4-FFF2-40B4-BE49-F238E27FC236}">
                <a16:creationId xmlns:a16="http://schemas.microsoft.com/office/drawing/2014/main" id="{34A4C274-4594-4BE5-9BFD-E90B59D44ED9}"/>
              </a:ext>
            </a:extLst>
          </p:cNvPr>
          <p:cNvPicPr>
            <a:picLocks noChangeAspect="1"/>
          </p:cNvPicPr>
          <p:nvPr/>
        </p:nvPicPr>
        <p:blipFill>
          <a:blip r:embed="rId4"/>
          <a:stretch>
            <a:fillRect/>
          </a:stretch>
        </p:blipFill>
        <p:spPr>
          <a:xfrm>
            <a:off x="1986271" y="2492896"/>
            <a:ext cx="936104" cy="585472"/>
          </a:xfrm>
          <a:prstGeom prst="rect">
            <a:avLst/>
          </a:prstGeom>
        </p:spPr>
      </p:pic>
      <p:pic>
        <p:nvPicPr>
          <p:cNvPr id="6" name="图片 5">
            <a:extLst>
              <a:ext uri="{FF2B5EF4-FFF2-40B4-BE49-F238E27FC236}">
                <a16:creationId xmlns:a16="http://schemas.microsoft.com/office/drawing/2014/main" id="{372733CC-035C-4381-B172-69A58BC59C2D}"/>
              </a:ext>
            </a:extLst>
          </p:cNvPr>
          <p:cNvPicPr>
            <a:picLocks noChangeAspect="1"/>
          </p:cNvPicPr>
          <p:nvPr/>
        </p:nvPicPr>
        <p:blipFill>
          <a:blip r:embed="rId5"/>
          <a:stretch>
            <a:fillRect/>
          </a:stretch>
        </p:blipFill>
        <p:spPr>
          <a:xfrm>
            <a:off x="4321934" y="1988840"/>
            <a:ext cx="513249" cy="720080"/>
          </a:xfrm>
          <a:prstGeom prst="rect">
            <a:avLst/>
          </a:prstGeom>
        </p:spPr>
      </p:pic>
      <p:pic>
        <p:nvPicPr>
          <p:cNvPr id="7" name="图片 6">
            <a:extLst>
              <a:ext uri="{FF2B5EF4-FFF2-40B4-BE49-F238E27FC236}">
                <a16:creationId xmlns:a16="http://schemas.microsoft.com/office/drawing/2014/main" id="{F229862B-E9D8-417B-9391-E3BE0026A45B}"/>
              </a:ext>
            </a:extLst>
          </p:cNvPr>
          <p:cNvPicPr>
            <a:picLocks noChangeAspect="1"/>
          </p:cNvPicPr>
          <p:nvPr/>
        </p:nvPicPr>
        <p:blipFill>
          <a:blip r:embed="rId6"/>
          <a:stretch>
            <a:fillRect/>
          </a:stretch>
        </p:blipFill>
        <p:spPr>
          <a:xfrm>
            <a:off x="3862938" y="599269"/>
            <a:ext cx="1728192" cy="485805"/>
          </a:xfrm>
          <a:prstGeom prst="rect">
            <a:avLst/>
          </a:prstGeom>
        </p:spPr>
      </p:pic>
      <p:grpSp>
        <p:nvGrpSpPr>
          <p:cNvPr id="8" name="组合 7">
            <a:extLst>
              <a:ext uri="{FF2B5EF4-FFF2-40B4-BE49-F238E27FC236}">
                <a16:creationId xmlns:a16="http://schemas.microsoft.com/office/drawing/2014/main" id="{504C907B-0A4D-4A49-B0A0-0C2D86F9784F}"/>
              </a:ext>
            </a:extLst>
          </p:cNvPr>
          <p:cNvGrpSpPr/>
          <p:nvPr/>
        </p:nvGrpSpPr>
        <p:grpSpPr>
          <a:xfrm>
            <a:off x="5485731" y="4653136"/>
            <a:ext cx="1410516" cy="1008112"/>
            <a:chOff x="3923088" y="4581128"/>
            <a:chExt cx="1595660" cy="1136513"/>
          </a:xfrm>
        </p:grpSpPr>
        <p:pic>
          <p:nvPicPr>
            <p:cNvPr id="9" name="图片 8">
              <a:extLst>
                <a:ext uri="{FF2B5EF4-FFF2-40B4-BE49-F238E27FC236}">
                  <a16:creationId xmlns:a16="http://schemas.microsoft.com/office/drawing/2014/main" id="{DA858F8F-497A-4EDB-BA54-D0CDFD041358}"/>
                </a:ext>
              </a:extLst>
            </p:cNvPr>
            <p:cNvPicPr>
              <a:picLocks noChangeAspect="1"/>
            </p:cNvPicPr>
            <p:nvPr/>
          </p:nvPicPr>
          <p:blipFill>
            <a:blip r:embed="rId7"/>
            <a:stretch>
              <a:fillRect/>
            </a:stretch>
          </p:blipFill>
          <p:spPr>
            <a:xfrm>
              <a:off x="3923088" y="4581128"/>
              <a:ext cx="1009791" cy="476316"/>
            </a:xfrm>
            <a:prstGeom prst="rect">
              <a:avLst/>
            </a:prstGeom>
          </p:spPr>
        </p:pic>
        <p:pic>
          <p:nvPicPr>
            <p:cNvPr id="10" name="图片 9">
              <a:extLst>
                <a:ext uri="{FF2B5EF4-FFF2-40B4-BE49-F238E27FC236}">
                  <a16:creationId xmlns:a16="http://schemas.microsoft.com/office/drawing/2014/main" id="{69192C0B-B93F-48AC-A701-EA7257A2908F}"/>
                </a:ext>
              </a:extLst>
            </p:cNvPr>
            <p:cNvPicPr>
              <a:picLocks noChangeAspect="1"/>
            </p:cNvPicPr>
            <p:nvPr/>
          </p:nvPicPr>
          <p:blipFill>
            <a:blip r:embed="rId8"/>
            <a:stretch>
              <a:fillRect/>
            </a:stretch>
          </p:blipFill>
          <p:spPr>
            <a:xfrm>
              <a:off x="3975483" y="5050798"/>
              <a:ext cx="1543265" cy="666843"/>
            </a:xfrm>
            <a:prstGeom prst="rect">
              <a:avLst/>
            </a:prstGeom>
          </p:spPr>
        </p:pic>
      </p:grpSp>
      <p:pic>
        <p:nvPicPr>
          <p:cNvPr id="11" name="图片 10">
            <a:extLst>
              <a:ext uri="{FF2B5EF4-FFF2-40B4-BE49-F238E27FC236}">
                <a16:creationId xmlns:a16="http://schemas.microsoft.com/office/drawing/2014/main" id="{89748E8D-11D1-4C3D-9AE5-6ED4E87F3D7D}"/>
              </a:ext>
            </a:extLst>
          </p:cNvPr>
          <p:cNvPicPr>
            <a:picLocks noChangeAspect="1"/>
          </p:cNvPicPr>
          <p:nvPr/>
        </p:nvPicPr>
        <p:blipFill>
          <a:blip r:embed="rId9"/>
          <a:stretch>
            <a:fillRect/>
          </a:stretch>
        </p:blipFill>
        <p:spPr>
          <a:xfrm>
            <a:off x="1815965" y="3605222"/>
            <a:ext cx="931138" cy="903898"/>
          </a:xfrm>
          <a:prstGeom prst="rect">
            <a:avLst/>
          </a:prstGeom>
        </p:spPr>
      </p:pic>
      <p:pic>
        <p:nvPicPr>
          <p:cNvPr id="12" name="图片 11">
            <a:extLst>
              <a:ext uri="{FF2B5EF4-FFF2-40B4-BE49-F238E27FC236}">
                <a16:creationId xmlns:a16="http://schemas.microsoft.com/office/drawing/2014/main" id="{69D86DD8-ACC6-43D4-8C22-41C3CEA45DAB}"/>
              </a:ext>
            </a:extLst>
          </p:cNvPr>
          <p:cNvPicPr>
            <a:picLocks noChangeAspect="1"/>
          </p:cNvPicPr>
          <p:nvPr/>
        </p:nvPicPr>
        <p:blipFill>
          <a:blip r:embed="rId10"/>
          <a:stretch>
            <a:fillRect/>
          </a:stretch>
        </p:blipFill>
        <p:spPr>
          <a:xfrm>
            <a:off x="2931719" y="4651006"/>
            <a:ext cx="1039368" cy="837476"/>
          </a:xfrm>
          <a:prstGeom prst="rect">
            <a:avLst/>
          </a:prstGeom>
        </p:spPr>
      </p:pic>
      <p:sp>
        <p:nvSpPr>
          <p:cNvPr id="13" name="Rectangle 70">
            <a:extLst>
              <a:ext uri="{FF2B5EF4-FFF2-40B4-BE49-F238E27FC236}">
                <a16:creationId xmlns:a16="http://schemas.microsoft.com/office/drawing/2014/main" id="{D841D2F1-BF8E-4C37-9563-B884A4DCEBD2}"/>
              </a:ext>
            </a:extLst>
          </p:cNvPr>
          <p:cNvSpPr>
            <a:spLocks noChangeArrowheads="1"/>
          </p:cNvSpPr>
          <p:nvPr/>
        </p:nvSpPr>
        <p:spPr bwMode="auto">
          <a:xfrm>
            <a:off x="611560" y="5835602"/>
            <a:ext cx="3637458" cy="400110"/>
          </a:xfrm>
          <a:prstGeom prst="rect">
            <a:avLst/>
          </a:prstGeom>
          <a:noFill/>
          <a:ln w="12700" cap="sq">
            <a:no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lang="zh-CN" altLang="en-US" sz="2000" dirty="0">
                <a:solidFill>
                  <a:schemeClr val="bg2"/>
                </a:solidFill>
                <a:latin typeface="宋体" panose="02010600030101010101" pitchFamily="2" charset="-122"/>
              </a:rPr>
              <a:t>图 </a:t>
            </a:r>
            <a:r>
              <a:rPr lang="en-US" altLang="zh-CN" sz="2000" dirty="0">
                <a:solidFill>
                  <a:schemeClr val="bg2"/>
                </a:solidFill>
                <a:latin typeface="宋体" panose="02010600030101010101" pitchFamily="2" charset="-122"/>
              </a:rPr>
              <a:t>8-6 </a:t>
            </a:r>
            <a:r>
              <a:rPr lang="zh-CN" altLang="en-US" sz="2000" dirty="0">
                <a:solidFill>
                  <a:schemeClr val="bg2"/>
                </a:solidFill>
                <a:latin typeface="宋体" panose="02010600030101010101" pitchFamily="2" charset="-122"/>
              </a:rPr>
              <a:t>处理缺页错误的步骤</a:t>
            </a:r>
          </a:p>
        </p:txBody>
      </p:sp>
      <p:sp>
        <p:nvSpPr>
          <p:cNvPr id="14" name="矩形 13">
            <a:extLst>
              <a:ext uri="{FF2B5EF4-FFF2-40B4-BE49-F238E27FC236}">
                <a16:creationId xmlns:a16="http://schemas.microsoft.com/office/drawing/2014/main" id="{C838060F-43E1-45F3-9AF2-A5B51C35540F}"/>
              </a:ext>
            </a:extLst>
          </p:cNvPr>
          <p:cNvSpPr/>
          <p:nvPr/>
        </p:nvSpPr>
        <p:spPr>
          <a:xfrm>
            <a:off x="2627784" y="0"/>
            <a:ext cx="4296369" cy="715581"/>
          </a:xfrm>
          <a:prstGeom prst="rect">
            <a:avLst/>
          </a:prstGeom>
        </p:spPr>
        <p:txBody>
          <a:bodyPr wrap="none">
            <a:spAutoFit/>
          </a:bodyPr>
          <a:lstStyle/>
          <a:p>
            <a:pPr marL="342900" lvl="1" indent="-342900" algn="ctr" eaLnBrk="1" hangingPunct="1">
              <a:lnSpc>
                <a:spcPct val="110000"/>
              </a:lnSpc>
              <a:buClr>
                <a:schemeClr val="tx2"/>
              </a:buClr>
              <a:buSzPct val="75000"/>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缺页中断处理过程</a:t>
            </a:r>
          </a:p>
        </p:txBody>
      </p:sp>
      <p:sp>
        <p:nvSpPr>
          <p:cNvPr id="15"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293824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1000"/>
                                        <p:tgtEl>
                                          <p:spTgt spid="12"/>
                                        </p:tgtEl>
                                      </p:cBhvr>
                                    </p:animEffect>
                                    <p:anim calcmode="lin" valueType="num">
                                      <p:cBhvr>
                                        <p:cTn id="36" dur="1000" fill="hold"/>
                                        <p:tgtEl>
                                          <p:spTgt spid="12"/>
                                        </p:tgtEl>
                                        <p:attrNameLst>
                                          <p:attrName>ppt_x</p:attrName>
                                        </p:attrNameLst>
                                      </p:cBhvr>
                                      <p:tavLst>
                                        <p:tav tm="0">
                                          <p:val>
                                            <p:strVal val="#ppt_x"/>
                                          </p:val>
                                        </p:tav>
                                        <p:tav tm="100000">
                                          <p:val>
                                            <p:strVal val="#ppt_x"/>
                                          </p:val>
                                        </p:tav>
                                      </p:tavLst>
                                    </p:anim>
                                    <p:anim calcmode="lin" valueType="num">
                                      <p:cBhvr>
                                        <p:cTn id="37"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1000"/>
                                        <p:tgtEl>
                                          <p:spTgt spid="11"/>
                                        </p:tgtEl>
                                      </p:cBhvr>
                                    </p:animEffect>
                                    <p:anim calcmode="lin" valueType="num">
                                      <p:cBhvr>
                                        <p:cTn id="43" dur="1000" fill="hold"/>
                                        <p:tgtEl>
                                          <p:spTgt spid="11"/>
                                        </p:tgtEl>
                                        <p:attrNameLst>
                                          <p:attrName>ppt_x</p:attrName>
                                        </p:attrNameLst>
                                      </p:cBhvr>
                                      <p:tavLst>
                                        <p:tav tm="0">
                                          <p:val>
                                            <p:strVal val="#ppt_x"/>
                                          </p:val>
                                        </p:tav>
                                        <p:tav tm="100000">
                                          <p:val>
                                            <p:strVal val="#ppt_x"/>
                                          </p:val>
                                        </p:tav>
                                      </p:tavLst>
                                    </p:anim>
                                    <p:anim calcmode="lin" valueType="num">
                                      <p:cBhvr>
                                        <p:cTn id="44" dur="1000" fill="hold"/>
                                        <p:tgtEl>
                                          <p:spTgt spid="11"/>
                                        </p:tgtEl>
                                        <p:attrNameLst>
                                          <p:attrName>ppt_y</p:attrName>
                                        </p:attrNameLst>
                                      </p:cBhvr>
                                      <p:tavLst>
                                        <p:tav tm="0">
                                          <p:val>
                                            <p:strVal val="#ppt_y+.1"/>
                                          </p:val>
                                        </p:tav>
                                        <p:tav tm="100000">
                                          <p:val>
                                            <p:strVal val="#ppt_y"/>
                                          </p:val>
                                        </p:tav>
                                      </p:tavLst>
                                    </p:anim>
                                  </p:childTnLst>
                                </p:cTn>
                              </p:par>
                            </p:childTnLst>
                          </p:cTn>
                        </p:par>
                        <p:par>
                          <p:cTn id="45" fill="hold">
                            <p:stCondLst>
                              <p:cond delay="1000"/>
                            </p:stCondLst>
                            <p:childTnLst>
                              <p:par>
                                <p:cTn id="46" presetID="2" presetClass="entr" presetSubtype="6" fill="hold" grpId="0" nodeType="afterEffect">
                                  <p:stCondLst>
                                    <p:cond delay="0"/>
                                  </p:stCondLst>
                                  <p:childTnLst>
                                    <p:set>
                                      <p:cBhvr>
                                        <p:cTn id="47" dur="1" fill="hold">
                                          <p:stCondLst>
                                            <p:cond delay="0"/>
                                          </p:stCondLst>
                                        </p:cTn>
                                        <p:tgtEl>
                                          <p:spTgt spid="15"/>
                                        </p:tgtEl>
                                        <p:attrNameLst>
                                          <p:attrName>style.visibility</p:attrName>
                                        </p:attrNameLst>
                                      </p:cBhvr>
                                      <p:to>
                                        <p:strVal val="visible"/>
                                      </p:to>
                                    </p:set>
                                    <p:anim calcmode="lin" valueType="num">
                                      <p:cBhvr additive="base">
                                        <p:cTn id="48" dur="500" fill="hold"/>
                                        <p:tgtEl>
                                          <p:spTgt spid="15"/>
                                        </p:tgtEl>
                                        <p:attrNameLst>
                                          <p:attrName>ppt_x</p:attrName>
                                        </p:attrNameLst>
                                      </p:cBhvr>
                                      <p:tavLst>
                                        <p:tav tm="0">
                                          <p:val>
                                            <p:strVal val="1+#ppt_w/2"/>
                                          </p:val>
                                        </p:tav>
                                        <p:tav tm="100000">
                                          <p:val>
                                            <p:strVal val="#ppt_x"/>
                                          </p:val>
                                        </p:tav>
                                      </p:tavLst>
                                    </p:anim>
                                    <p:anim calcmode="lin" valueType="num">
                                      <p:cBhvr additive="base">
                                        <p:cTn id="49"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5">
            <a:extLst>
              <a:ext uri="{FF2B5EF4-FFF2-40B4-BE49-F238E27FC236}">
                <a16:creationId xmlns:a16="http://schemas.microsoft.com/office/drawing/2014/main" id="{3F560E41-D8D5-4829-8AEA-AB1C4A4F78D7}"/>
              </a:ext>
            </a:extLst>
          </p:cNvPr>
          <p:cNvSpPr>
            <a:spLocks noChangeArrowheads="1"/>
          </p:cNvSpPr>
          <p:nvPr/>
        </p:nvSpPr>
        <p:spPr bwMode="auto">
          <a:xfrm>
            <a:off x="1973263" y="1416050"/>
            <a:ext cx="1079500" cy="1870075"/>
          </a:xfrm>
          <a:prstGeom prst="rect">
            <a:avLst/>
          </a:prstGeom>
          <a:solidFill>
            <a:schemeClr val="accent1">
              <a:alpha val="0"/>
            </a:schemeClr>
          </a:solidFill>
          <a:ln w="38100" algn="ctr">
            <a:solidFill>
              <a:schemeClr val="bg2"/>
            </a:solid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34820" name="Line 26">
            <a:extLst>
              <a:ext uri="{FF2B5EF4-FFF2-40B4-BE49-F238E27FC236}">
                <a16:creationId xmlns:a16="http://schemas.microsoft.com/office/drawing/2014/main" id="{B205A081-C227-4602-9052-08058A1B4D94}"/>
              </a:ext>
            </a:extLst>
          </p:cNvPr>
          <p:cNvSpPr>
            <a:spLocks noChangeShapeType="1"/>
          </p:cNvSpPr>
          <p:nvPr/>
        </p:nvSpPr>
        <p:spPr bwMode="auto">
          <a:xfrm>
            <a:off x="1973263" y="2135188"/>
            <a:ext cx="1106487" cy="1587"/>
          </a:xfrm>
          <a:prstGeom prst="line">
            <a:avLst/>
          </a:prstGeom>
          <a:noFill/>
          <a:ln w="28575">
            <a:solidFill>
              <a:schemeClr val="bg2"/>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sp>
        <p:nvSpPr>
          <p:cNvPr id="34821" name="Line 27">
            <a:extLst>
              <a:ext uri="{FF2B5EF4-FFF2-40B4-BE49-F238E27FC236}">
                <a16:creationId xmlns:a16="http://schemas.microsoft.com/office/drawing/2014/main" id="{61465F3D-86F6-43C3-B31C-63F4C0FD8093}"/>
              </a:ext>
            </a:extLst>
          </p:cNvPr>
          <p:cNvSpPr>
            <a:spLocks noChangeShapeType="1"/>
          </p:cNvSpPr>
          <p:nvPr/>
        </p:nvSpPr>
        <p:spPr bwMode="auto">
          <a:xfrm>
            <a:off x="1973263" y="2711450"/>
            <a:ext cx="1106487" cy="1588"/>
          </a:xfrm>
          <a:prstGeom prst="line">
            <a:avLst/>
          </a:prstGeom>
          <a:noFill/>
          <a:ln w="28575">
            <a:solidFill>
              <a:schemeClr val="bg2"/>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2"/>
              </a:solidFill>
            </a:endParaRPr>
          </a:p>
        </p:txBody>
      </p:sp>
      <p:sp>
        <p:nvSpPr>
          <p:cNvPr id="34822" name="Text Box 28">
            <a:extLst>
              <a:ext uri="{FF2B5EF4-FFF2-40B4-BE49-F238E27FC236}">
                <a16:creationId xmlns:a16="http://schemas.microsoft.com/office/drawing/2014/main" id="{CC8EF7B5-FACA-4B97-A7D4-A026D5FD17EE}"/>
              </a:ext>
            </a:extLst>
          </p:cNvPr>
          <p:cNvSpPr txBox="1">
            <a:spLocks noChangeArrowheads="1"/>
          </p:cNvSpPr>
          <p:nvPr/>
        </p:nvSpPr>
        <p:spPr bwMode="auto">
          <a:xfrm>
            <a:off x="1594326" y="733425"/>
            <a:ext cx="2016125" cy="641350"/>
          </a:xfrm>
          <a:prstGeom prst="rect">
            <a:avLst/>
          </a:prstGeom>
          <a:noFill/>
          <a:ln w="28575" algn="ctr">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kumimoji="0" lang="zh-CN" altLang="en-US" sz="1800" dirty="0">
                <a:solidFill>
                  <a:schemeClr val="bg2"/>
                </a:solidFill>
                <a:latin typeface="Arial" panose="020B0604020202020204" pitchFamily="34" charset="0"/>
              </a:rPr>
              <a:t>进程</a:t>
            </a:r>
            <a:r>
              <a:rPr kumimoji="0" lang="en-US" altLang="zh-CN" sz="1800" dirty="0">
                <a:solidFill>
                  <a:schemeClr val="bg2"/>
                </a:solidFill>
                <a:latin typeface="Arial" panose="020B0604020202020204" pitchFamily="34" charset="0"/>
              </a:rPr>
              <a:t>2</a:t>
            </a:r>
          </a:p>
          <a:p>
            <a:pPr algn="ctr" eaLnBrk="1" hangingPunct="1">
              <a:spcBef>
                <a:spcPct val="0"/>
              </a:spcBef>
              <a:buClrTx/>
              <a:buSzTx/>
              <a:buFontTx/>
              <a:buNone/>
            </a:pPr>
            <a:r>
              <a:rPr kumimoji="0" lang="zh-CN" altLang="en-US" sz="1800" dirty="0">
                <a:solidFill>
                  <a:schemeClr val="bg2"/>
                </a:solidFill>
                <a:latin typeface="Arial" panose="020B0604020202020204" pitchFamily="34" charset="0"/>
              </a:rPr>
              <a:t>虚拟地址空间</a:t>
            </a:r>
          </a:p>
        </p:txBody>
      </p:sp>
      <p:sp>
        <p:nvSpPr>
          <p:cNvPr id="34823" name="Text Box 29">
            <a:extLst>
              <a:ext uri="{FF2B5EF4-FFF2-40B4-BE49-F238E27FC236}">
                <a16:creationId xmlns:a16="http://schemas.microsoft.com/office/drawing/2014/main" id="{3473FB68-99DC-454E-814B-3FD525077628}"/>
              </a:ext>
            </a:extLst>
          </p:cNvPr>
          <p:cNvSpPr txBox="1">
            <a:spLocks noChangeArrowheads="1"/>
          </p:cNvSpPr>
          <p:nvPr/>
        </p:nvSpPr>
        <p:spPr bwMode="auto">
          <a:xfrm>
            <a:off x="1684338" y="1271588"/>
            <a:ext cx="268287" cy="274637"/>
          </a:xfrm>
          <a:prstGeom prst="rect">
            <a:avLst/>
          </a:prstGeom>
          <a:noFill/>
          <a:ln w="28575" algn="ctr">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200">
                <a:solidFill>
                  <a:schemeClr val="bg2"/>
                </a:solidFill>
                <a:latin typeface="Arial" panose="020B0604020202020204" pitchFamily="34" charset="0"/>
              </a:rPr>
              <a:t>0</a:t>
            </a:r>
          </a:p>
        </p:txBody>
      </p:sp>
      <p:sp>
        <p:nvSpPr>
          <p:cNvPr id="34824" name="Text Box 30">
            <a:extLst>
              <a:ext uri="{FF2B5EF4-FFF2-40B4-BE49-F238E27FC236}">
                <a16:creationId xmlns:a16="http://schemas.microsoft.com/office/drawing/2014/main" id="{C79A1CC3-9DDF-4D05-91D2-B5C72BE5F5BE}"/>
              </a:ext>
            </a:extLst>
          </p:cNvPr>
          <p:cNvSpPr txBox="1">
            <a:spLocks noChangeArrowheads="1"/>
          </p:cNvSpPr>
          <p:nvPr/>
        </p:nvSpPr>
        <p:spPr bwMode="auto">
          <a:xfrm>
            <a:off x="1541463" y="1487488"/>
            <a:ext cx="436562" cy="274637"/>
          </a:xfrm>
          <a:prstGeom prst="rect">
            <a:avLst/>
          </a:prstGeom>
          <a:noFill/>
          <a:ln w="28575" algn="ctr">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200">
                <a:solidFill>
                  <a:schemeClr val="bg2"/>
                </a:solidFill>
                <a:latin typeface="Arial" panose="020B0604020202020204" pitchFamily="34" charset="0"/>
              </a:rPr>
              <a:t>518</a:t>
            </a:r>
          </a:p>
        </p:txBody>
      </p:sp>
      <p:sp>
        <p:nvSpPr>
          <p:cNvPr id="34825" name="Text Box 31">
            <a:extLst>
              <a:ext uri="{FF2B5EF4-FFF2-40B4-BE49-F238E27FC236}">
                <a16:creationId xmlns:a16="http://schemas.microsoft.com/office/drawing/2014/main" id="{703612B4-C483-47BC-B870-ECF3F54C48EC}"/>
              </a:ext>
            </a:extLst>
          </p:cNvPr>
          <p:cNvSpPr txBox="1">
            <a:spLocks noChangeArrowheads="1"/>
          </p:cNvSpPr>
          <p:nvPr/>
        </p:nvSpPr>
        <p:spPr bwMode="auto">
          <a:xfrm>
            <a:off x="1541463" y="1992313"/>
            <a:ext cx="487362" cy="274637"/>
          </a:xfrm>
          <a:prstGeom prst="rect">
            <a:avLst/>
          </a:prstGeom>
          <a:noFill/>
          <a:ln w="28575" algn="ctr">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200">
                <a:solidFill>
                  <a:schemeClr val="bg2"/>
                </a:solidFill>
                <a:latin typeface="Arial" panose="020B0604020202020204" pitchFamily="34" charset="0"/>
              </a:rPr>
              <a:t>4KB</a:t>
            </a:r>
          </a:p>
        </p:txBody>
      </p:sp>
      <p:sp>
        <p:nvSpPr>
          <p:cNvPr id="34826" name="Text Box 32">
            <a:extLst>
              <a:ext uri="{FF2B5EF4-FFF2-40B4-BE49-F238E27FC236}">
                <a16:creationId xmlns:a16="http://schemas.microsoft.com/office/drawing/2014/main" id="{F1A8E61D-2F1F-42A3-8F9D-97AD834BDF79}"/>
              </a:ext>
            </a:extLst>
          </p:cNvPr>
          <p:cNvSpPr txBox="1">
            <a:spLocks noChangeArrowheads="1"/>
          </p:cNvSpPr>
          <p:nvPr/>
        </p:nvSpPr>
        <p:spPr bwMode="auto">
          <a:xfrm>
            <a:off x="1541463" y="2566988"/>
            <a:ext cx="487362" cy="274637"/>
          </a:xfrm>
          <a:prstGeom prst="rect">
            <a:avLst/>
          </a:prstGeom>
          <a:noFill/>
          <a:ln w="28575" algn="ctr">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200">
                <a:solidFill>
                  <a:schemeClr val="bg2"/>
                </a:solidFill>
                <a:latin typeface="Arial" panose="020B0604020202020204" pitchFamily="34" charset="0"/>
              </a:rPr>
              <a:t>8KB</a:t>
            </a:r>
          </a:p>
        </p:txBody>
      </p:sp>
      <p:sp>
        <p:nvSpPr>
          <p:cNvPr id="34827" name="Text Box 33">
            <a:extLst>
              <a:ext uri="{FF2B5EF4-FFF2-40B4-BE49-F238E27FC236}">
                <a16:creationId xmlns:a16="http://schemas.microsoft.com/office/drawing/2014/main" id="{BBA7CDED-0B2C-4244-8326-0F5C13F80617}"/>
              </a:ext>
            </a:extLst>
          </p:cNvPr>
          <p:cNvSpPr txBox="1">
            <a:spLocks noChangeArrowheads="1"/>
          </p:cNvSpPr>
          <p:nvPr/>
        </p:nvSpPr>
        <p:spPr bwMode="auto">
          <a:xfrm>
            <a:off x="1468438" y="2782888"/>
            <a:ext cx="520700" cy="274637"/>
          </a:xfrm>
          <a:prstGeom prst="rect">
            <a:avLst/>
          </a:prstGeom>
          <a:noFill/>
          <a:ln w="28575" algn="ctr">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200">
                <a:solidFill>
                  <a:schemeClr val="bg2"/>
                </a:solidFill>
                <a:latin typeface="Arial" panose="020B0604020202020204" pitchFamily="34" charset="0"/>
              </a:rPr>
              <a:t>8300</a:t>
            </a:r>
          </a:p>
        </p:txBody>
      </p:sp>
      <p:sp>
        <p:nvSpPr>
          <p:cNvPr id="34828" name="Text Box 34">
            <a:extLst>
              <a:ext uri="{FF2B5EF4-FFF2-40B4-BE49-F238E27FC236}">
                <a16:creationId xmlns:a16="http://schemas.microsoft.com/office/drawing/2014/main" id="{F83F8A56-C2AA-4F86-A0DA-D6AC07189BCF}"/>
              </a:ext>
            </a:extLst>
          </p:cNvPr>
          <p:cNvSpPr txBox="1">
            <a:spLocks noChangeArrowheads="1"/>
          </p:cNvSpPr>
          <p:nvPr/>
        </p:nvSpPr>
        <p:spPr bwMode="auto">
          <a:xfrm>
            <a:off x="1468438" y="3143250"/>
            <a:ext cx="571500" cy="274638"/>
          </a:xfrm>
          <a:prstGeom prst="rect">
            <a:avLst/>
          </a:prstGeom>
          <a:noFill/>
          <a:ln w="28575" algn="ctr">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200">
                <a:solidFill>
                  <a:schemeClr val="bg2"/>
                </a:solidFill>
                <a:latin typeface="Arial" panose="020B0604020202020204" pitchFamily="34" charset="0"/>
              </a:rPr>
              <a:t>12KB</a:t>
            </a:r>
          </a:p>
        </p:txBody>
      </p:sp>
      <p:sp>
        <p:nvSpPr>
          <p:cNvPr id="34829" name="Text Box 35">
            <a:extLst>
              <a:ext uri="{FF2B5EF4-FFF2-40B4-BE49-F238E27FC236}">
                <a16:creationId xmlns:a16="http://schemas.microsoft.com/office/drawing/2014/main" id="{97E70F6D-1955-43AD-9BCD-86D05C88C8F0}"/>
              </a:ext>
            </a:extLst>
          </p:cNvPr>
          <p:cNvSpPr txBox="1">
            <a:spLocks noChangeArrowheads="1"/>
          </p:cNvSpPr>
          <p:nvPr/>
        </p:nvSpPr>
        <p:spPr bwMode="auto">
          <a:xfrm>
            <a:off x="1973263" y="1487488"/>
            <a:ext cx="817562" cy="274637"/>
          </a:xfrm>
          <a:prstGeom prst="rect">
            <a:avLst/>
          </a:prstGeom>
          <a:noFill/>
          <a:ln w="28575" algn="ctr">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200">
                <a:solidFill>
                  <a:schemeClr val="bg2"/>
                </a:solidFill>
                <a:latin typeface="Arial" panose="020B0604020202020204" pitchFamily="34" charset="0"/>
              </a:rPr>
              <a:t>call 8300</a:t>
            </a:r>
          </a:p>
        </p:txBody>
      </p:sp>
      <p:sp>
        <p:nvSpPr>
          <p:cNvPr id="34830" name="Rectangle 36">
            <a:extLst>
              <a:ext uri="{FF2B5EF4-FFF2-40B4-BE49-F238E27FC236}">
                <a16:creationId xmlns:a16="http://schemas.microsoft.com/office/drawing/2014/main" id="{8AF09BE0-27E1-40E2-AF80-E450433F39B5}"/>
              </a:ext>
            </a:extLst>
          </p:cNvPr>
          <p:cNvSpPr>
            <a:spLocks noChangeArrowheads="1"/>
          </p:cNvSpPr>
          <p:nvPr/>
        </p:nvSpPr>
        <p:spPr bwMode="auto">
          <a:xfrm>
            <a:off x="2189163" y="1847850"/>
            <a:ext cx="573087" cy="274638"/>
          </a:xfrm>
          <a:prstGeom prst="rect">
            <a:avLst/>
          </a:prstGeom>
          <a:noFill/>
          <a:ln w="28575" algn="ctr">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1200" dirty="0">
                <a:solidFill>
                  <a:schemeClr val="bg2"/>
                </a:solidFill>
                <a:latin typeface="Arial" panose="020B0604020202020204" pitchFamily="34" charset="0"/>
              </a:rPr>
              <a:t>第</a:t>
            </a:r>
            <a:r>
              <a:rPr kumimoji="0" lang="en-US" altLang="zh-CN" sz="1200" dirty="0">
                <a:solidFill>
                  <a:schemeClr val="bg2"/>
                </a:solidFill>
                <a:latin typeface="Arial" panose="020B0604020202020204" pitchFamily="34" charset="0"/>
              </a:rPr>
              <a:t>0</a:t>
            </a:r>
            <a:r>
              <a:rPr kumimoji="0" lang="zh-CN" altLang="en-US" sz="1200" dirty="0">
                <a:solidFill>
                  <a:schemeClr val="bg2"/>
                </a:solidFill>
                <a:latin typeface="Arial" panose="020B0604020202020204" pitchFamily="34" charset="0"/>
              </a:rPr>
              <a:t>页</a:t>
            </a:r>
          </a:p>
        </p:txBody>
      </p:sp>
      <p:sp>
        <p:nvSpPr>
          <p:cNvPr id="34831" name="Rectangle 37">
            <a:extLst>
              <a:ext uri="{FF2B5EF4-FFF2-40B4-BE49-F238E27FC236}">
                <a16:creationId xmlns:a16="http://schemas.microsoft.com/office/drawing/2014/main" id="{3FCC6C36-2F77-4D1B-827D-1BCBE29B12DB}"/>
              </a:ext>
            </a:extLst>
          </p:cNvPr>
          <p:cNvSpPr>
            <a:spLocks noChangeArrowheads="1"/>
          </p:cNvSpPr>
          <p:nvPr/>
        </p:nvSpPr>
        <p:spPr bwMode="auto">
          <a:xfrm>
            <a:off x="2189163" y="2278063"/>
            <a:ext cx="573087" cy="274637"/>
          </a:xfrm>
          <a:prstGeom prst="rect">
            <a:avLst/>
          </a:prstGeom>
          <a:noFill/>
          <a:ln w="28575" algn="ctr">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1200">
                <a:solidFill>
                  <a:schemeClr val="bg2"/>
                </a:solidFill>
                <a:latin typeface="Arial" panose="020B0604020202020204" pitchFamily="34" charset="0"/>
              </a:rPr>
              <a:t>第</a:t>
            </a:r>
            <a:r>
              <a:rPr kumimoji="0" lang="en-US" altLang="zh-CN" sz="1200">
                <a:solidFill>
                  <a:schemeClr val="bg2"/>
                </a:solidFill>
                <a:latin typeface="Arial" panose="020B0604020202020204" pitchFamily="34" charset="0"/>
              </a:rPr>
              <a:t>1</a:t>
            </a:r>
            <a:r>
              <a:rPr kumimoji="0" lang="zh-CN" altLang="en-US" sz="1200">
                <a:solidFill>
                  <a:schemeClr val="bg2"/>
                </a:solidFill>
                <a:latin typeface="Arial" panose="020B0604020202020204" pitchFamily="34" charset="0"/>
              </a:rPr>
              <a:t>页</a:t>
            </a:r>
          </a:p>
        </p:txBody>
      </p:sp>
      <p:sp>
        <p:nvSpPr>
          <p:cNvPr id="34832" name="Rectangle 38">
            <a:extLst>
              <a:ext uri="{FF2B5EF4-FFF2-40B4-BE49-F238E27FC236}">
                <a16:creationId xmlns:a16="http://schemas.microsoft.com/office/drawing/2014/main" id="{CCA3919D-4705-4A84-89E9-DF0118EFB6D9}"/>
              </a:ext>
            </a:extLst>
          </p:cNvPr>
          <p:cNvSpPr>
            <a:spLocks noChangeArrowheads="1"/>
          </p:cNvSpPr>
          <p:nvPr/>
        </p:nvSpPr>
        <p:spPr bwMode="auto">
          <a:xfrm>
            <a:off x="2189163" y="2998788"/>
            <a:ext cx="573087" cy="274637"/>
          </a:xfrm>
          <a:prstGeom prst="rect">
            <a:avLst/>
          </a:prstGeom>
          <a:noFill/>
          <a:ln w="28575" algn="ctr">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1200">
                <a:solidFill>
                  <a:schemeClr val="bg2"/>
                </a:solidFill>
                <a:latin typeface="Arial" panose="020B0604020202020204" pitchFamily="34" charset="0"/>
              </a:rPr>
              <a:t>第</a:t>
            </a:r>
            <a:r>
              <a:rPr kumimoji="0" lang="en-US" altLang="zh-CN" sz="1200">
                <a:solidFill>
                  <a:schemeClr val="bg2"/>
                </a:solidFill>
                <a:latin typeface="Arial" panose="020B0604020202020204" pitchFamily="34" charset="0"/>
              </a:rPr>
              <a:t>2</a:t>
            </a:r>
            <a:r>
              <a:rPr kumimoji="0" lang="zh-CN" altLang="en-US" sz="1200">
                <a:solidFill>
                  <a:schemeClr val="bg2"/>
                </a:solidFill>
                <a:latin typeface="Arial" panose="020B0604020202020204" pitchFamily="34" charset="0"/>
              </a:rPr>
              <a:t>页</a:t>
            </a:r>
          </a:p>
        </p:txBody>
      </p:sp>
      <p:sp>
        <p:nvSpPr>
          <p:cNvPr id="34833" name="Rectangle 39">
            <a:extLst>
              <a:ext uri="{FF2B5EF4-FFF2-40B4-BE49-F238E27FC236}">
                <a16:creationId xmlns:a16="http://schemas.microsoft.com/office/drawing/2014/main" id="{B40AD438-08B7-4995-B574-5B16C918AC97}"/>
              </a:ext>
            </a:extLst>
          </p:cNvPr>
          <p:cNvSpPr>
            <a:spLocks noChangeArrowheads="1"/>
          </p:cNvSpPr>
          <p:nvPr/>
        </p:nvSpPr>
        <p:spPr bwMode="auto">
          <a:xfrm>
            <a:off x="1973263" y="2782888"/>
            <a:ext cx="793750" cy="274637"/>
          </a:xfrm>
          <a:prstGeom prst="rect">
            <a:avLst/>
          </a:prstGeom>
          <a:noFill/>
          <a:ln w="28575" algn="ctr">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200">
                <a:solidFill>
                  <a:schemeClr val="bg2"/>
                </a:solidFill>
                <a:latin typeface="Arial" panose="020B0604020202020204" pitchFamily="34" charset="0"/>
              </a:rPr>
              <a:t>XXXXXX</a:t>
            </a:r>
          </a:p>
        </p:txBody>
      </p:sp>
      <p:sp>
        <p:nvSpPr>
          <p:cNvPr id="34834" name="Rectangle 40">
            <a:extLst>
              <a:ext uri="{FF2B5EF4-FFF2-40B4-BE49-F238E27FC236}">
                <a16:creationId xmlns:a16="http://schemas.microsoft.com/office/drawing/2014/main" id="{CE36731B-FDC4-403A-ADF3-515830458422}"/>
              </a:ext>
            </a:extLst>
          </p:cNvPr>
          <p:cNvSpPr>
            <a:spLocks noChangeArrowheads="1"/>
          </p:cNvSpPr>
          <p:nvPr/>
        </p:nvSpPr>
        <p:spPr bwMode="auto">
          <a:xfrm>
            <a:off x="3629025" y="2278063"/>
            <a:ext cx="358775" cy="287337"/>
          </a:xfrm>
          <a:prstGeom prst="rect">
            <a:avLst/>
          </a:prstGeom>
          <a:solidFill>
            <a:schemeClr val="accent3"/>
          </a:solidFill>
          <a:ln w="28575" algn="ctr">
            <a:solidFill>
              <a:schemeClr val="bg2"/>
            </a:solid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34835" name="Text Box 41">
            <a:extLst>
              <a:ext uri="{FF2B5EF4-FFF2-40B4-BE49-F238E27FC236}">
                <a16:creationId xmlns:a16="http://schemas.microsoft.com/office/drawing/2014/main" id="{CE258430-87EE-4DB7-AFB4-763620687CC4}"/>
              </a:ext>
            </a:extLst>
          </p:cNvPr>
          <p:cNvSpPr txBox="1">
            <a:spLocks noChangeArrowheads="1"/>
          </p:cNvSpPr>
          <p:nvPr/>
        </p:nvSpPr>
        <p:spPr bwMode="auto">
          <a:xfrm>
            <a:off x="3702050" y="2278063"/>
            <a:ext cx="268288" cy="274637"/>
          </a:xfrm>
          <a:prstGeom prst="rect">
            <a:avLst/>
          </a:prstGeom>
          <a:solidFill>
            <a:schemeClr val="accent3"/>
          </a:solidFill>
          <a:ln w="28575" algn="ctr">
            <a:noFill/>
            <a:miter lim="800000"/>
            <a:headEnd/>
            <a:tailEnd/>
          </a:ln>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200" b="0">
                <a:solidFill>
                  <a:schemeClr val="bg2"/>
                </a:solidFill>
                <a:latin typeface="Arial" panose="020B0604020202020204" pitchFamily="34" charset="0"/>
              </a:rPr>
              <a:t>2</a:t>
            </a:r>
          </a:p>
        </p:txBody>
      </p:sp>
      <p:sp>
        <p:nvSpPr>
          <p:cNvPr id="34836" name="Rectangle 42">
            <a:extLst>
              <a:ext uri="{FF2B5EF4-FFF2-40B4-BE49-F238E27FC236}">
                <a16:creationId xmlns:a16="http://schemas.microsoft.com/office/drawing/2014/main" id="{00E7E67E-3540-4B9C-8C60-A3620A349473}"/>
              </a:ext>
            </a:extLst>
          </p:cNvPr>
          <p:cNvSpPr>
            <a:spLocks noChangeArrowheads="1"/>
          </p:cNvSpPr>
          <p:nvPr/>
        </p:nvSpPr>
        <p:spPr bwMode="auto">
          <a:xfrm>
            <a:off x="3989388" y="2278063"/>
            <a:ext cx="358775" cy="287337"/>
          </a:xfrm>
          <a:prstGeom prst="rect">
            <a:avLst/>
          </a:prstGeom>
          <a:solidFill>
            <a:schemeClr val="accent3"/>
          </a:solidFill>
          <a:ln w="28575" algn="ctr">
            <a:solidFill>
              <a:schemeClr val="bg2"/>
            </a:solid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34837" name="Text Box 43">
            <a:extLst>
              <a:ext uri="{FF2B5EF4-FFF2-40B4-BE49-F238E27FC236}">
                <a16:creationId xmlns:a16="http://schemas.microsoft.com/office/drawing/2014/main" id="{D6F12E6E-FBE7-4548-AF3D-A8EF06B01BD8}"/>
              </a:ext>
            </a:extLst>
          </p:cNvPr>
          <p:cNvSpPr txBox="1">
            <a:spLocks noChangeArrowheads="1"/>
          </p:cNvSpPr>
          <p:nvPr/>
        </p:nvSpPr>
        <p:spPr bwMode="auto">
          <a:xfrm>
            <a:off x="4062413" y="2278063"/>
            <a:ext cx="268287" cy="274637"/>
          </a:xfrm>
          <a:prstGeom prst="rect">
            <a:avLst/>
          </a:prstGeom>
          <a:solidFill>
            <a:schemeClr val="accent3"/>
          </a:solidFill>
          <a:ln w="28575" algn="ctr">
            <a:noFill/>
            <a:miter lim="800000"/>
            <a:headEnd/>
            <a:tailEnd/>
          </a:ln>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200" b="0">
                <a:solidFill>
                  <a:schemeClr val="bg2"/>
                </a:solidFill>
                <a:latin typeface="Arial" panose="020B0604020202020204" pitchFamily="34" charset="0"/>
              </a:rPr>
              <a:t>0</a:t>
            </a:r>
          </a:p>
        </p:txBody>
      </p:sp>
      <p:sp>
        <p:nvSpPr>
          <p:cNvPr id="34838" name="Rectangle 44">
            <a:extLst>
              <a:ext uri="{FF2B5EF4-FFF2-40B4-BE49-F238E27FC236}">
                <a16:creationId xmlns:a16="http://schemas.microsoft.com/office/drawing/2014/main" id="{83E76AD4-B0DA-45EB-923D-335AE9B320D6}"/>
              </a:ext>
            </a:extLst>
          </p:cNvPr>
          <p:cNvSpPr>
            <a:spLocks noChangeArrowheads="1"/>
          </p:cNvSpPr>
          <p:nvPr/>
        </p:nvSpPr>
        <p:spPr bwMode="auto">
          <a:xfrm>
            <a:off x="4349750" y="2278063"/>
            <a:ext cx="358775" cy="287337"/>
          </a:xfrm>
          <a:prstGeom prst="rect">
            <a:avLst/>
          </a:prstGeom>
          <a:solidFill>
            <a:schemeClr val="accent3"/>
          </a:solidFill>
          <a:ln w="28575" algn="ctr">
            <a:solidFill>
              <a:schemeClr val="bg2"/>
            </a:solid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34839" name="Text Box 45">
            <a:extLst>
              <a:ext uri="{FF2B5EF4-FFF2-40B4-BE49-F238E27FC236}">
                <a16:creationId xmlns:a16="http://schemas.microsoft.com/office/drawing/2014/main" id="{D092B0B9-5FFA-46CE-ACAE-44E62FEA0895}"/>
              </a:ext>
            </a:extLst>
          </p:cNvPr>
          <p:cNvSpPr txBox="1">
            <a:spLocks noChangeArrowheads="1"/>
          </p:cNvSpPr>
          <p:nvPr/>
        </p:nvSpPr>
        <p:spPr bwMode="auto">
          <a:xfrm>
            <a:off x="4421188" y="2278063"/>
            <a:ext cx="268287" cy="274637"/>
          </a:xfrm>
          <a:prstGeom prst="rect">
            <a:avLst/>
          </a:prstGeom>
          <a:solidFill>
            <a:schemeClr val="accent3"/>
          </a:solidFill>
          <a:ln w="28575" algn="ctr">
            <a:noFill/>
            <a:miter lim="800000"/>
            <a:headEnd/>
            <a:tailEnd/>
          </a:ln>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200" b="0">
                <a:solidFill>
                  <a:schemeClr val="bg2"/>
                </a:solidFill>
                <a:latin typeface="Arial" panose="020B0604020202020204" pitchFamily="34" charset="0"/>
              </a:rPr>
              <a:t>5</a:t>
            </a:r>
          </a:p>
        </p:txBody>
      </p:sp>
      <p:sp>
        <p:nvSpPr>
          <p:cNvPr id="34840" name="Rectangle 46">
            <a:extLst>
              <a:ext uri="{FF2B5EF4-FFF2-40B4-BE49-F238E27FC236}">
                <a16:creationId xmlns:a16="http://schemas.microsoft.com/office/drawing/2014/main" id="{F5CE3705-1C0B-43B9-B0F5-C944933CB70E}"/>
              </a:ext>
            </a:extLst>
          </p:cNvPr>
          <p:cNvSpPr>
            <a:spLocks noChangeArrowheads="1"/>
          </p:cNvSpPr>
          <p:nvPr/>
        </p:nvSpPr>
        <p:spPr bwMode="auto">
          <a:xfrm>
            <a:off x="3629025" y="1990725"/>
            <a:ext cx="358775" cy="287338"/>
          </a:xfrm>
          <a:prstGeom prst="rect">
            <a:avLst/>
          </a:prstGeom>
          <a:solidFill>
            <a:schemeClr val="accent3"/>
          </a:solidFill>
          <a:ln w="28575" algn="ctr">
            <a:solidFill>
              <a:schemeClr val="bg2"/>
            </a:solid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34841" name="Text Box 47">
            <a:extLst>
              <a:ext uri="{FF2B5EF4-FFF2-40B4-BE49-F238E27FC236}">
                <a16:creationId xmlns:a16="http://schemas.microsoft.com/office/drawing/2014/main" id="{8A17F828-B545-46AE-9954-560D2B66442D}"/>
              </a:ext>
            </a:extLst>
          </p:cNvPr>
          <p:cNvSpPr txBox="1">
            <a:spLocks noChangeArrowheads="1"/>
          </p:cNvSpPr>
          <p:nvPr/>
        </p:nvSpPr>
        <p:spPr bwMode="auto">
          <a:xfrm>
            <a:off x="3663882" y="1990725"/>
            <a:ext cx="268288" cy="274638"/>
          </a:xfrm>
          <a:prstGeom prst="rect">
            <a:avLst/>
          </a:prstGeom>
          <a:solidFill>
            <a:schemeClr val="accent3"/>
          </a:solidFill>
          <a:ln w="28575" algn="ctr">
            <a:noFill/>
            <a:miter lim="800000"/>
            <a:headEnd/>
            <a:tailEnd/>
          </a:ln>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200" b="0" dirty="0">
                <a:solidFill>
                  <a:schemeClr val="bg2"/>
                </a:solidFill>
                <a:latin typeface="Arial" panose="020B0604020202020204" pitchFamily="34" charset="0"/>
              </a:rPr>
              <a:t>1</a:t>
            </a:r>
          </a:p>
        </p:txBody>
      </p:sp>
      <p:sp>
        <p:nvSpPr>
          <p:cNvPr id="34842" name="Rectangle 48">
            <a:extLst>
              <a:ext uri="{FF2B5EF4-FFF2-40B4-BE49-F238E27FC236}">
                <a16:creationId xmlns:a16="http://schemas.microsoft.com/office/drawing/2014/main" id="{38914197-956C-4ADF-8A5F-B3CE55384B43}"/>
              </a:ext>
            </a:extLst>
          </p:cNvPr>
          <p:cNvSpPr>
            <a:spLocks noChangeArrowheads="1"/>
          </p:cNvSpPr>
          <p:nvPr/>
        </p:nvSpPr>
        <p:spPr bwMode="auto">
          <a:xfrm>
            <a:off x="3989388" y="1990725"/>
            <a:ext cx="358775" cy="287338"/>
          </a:xfrm>
          <a:prstGeom prst="rect">
            <a:avLst/>
          </a:prstGeom>
          <a:solidFill>
            <a:schemeClr val="accent3"/>
          </a:solidFill>
          <a:ln w="28575" algn="ctr">
            <a:solidFill>
              <a:schemeClr val="bg2"/>
            </a:solid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34843" name="Text Box 49">
            <a:extLst>
              <a:ext uri="{FF2B5EF4-FFF2-40B4-BE49-F238E27FC236}">
                <a16:creationId xmlns:a16="http://schemas.microsoft.com/office/drawing/2014/main" id="{3A09D46D-A819-44CA-8B4D-D32C5DC03DA7}"/>
              </a:ext>
            </a:extLst>
          </p:cNvPr>
          <p:cNvSpPr txBox="1">
            <a:spLocks noChangeArrowheads="1"/>
          </p:cNvSpPr>
          <p:nvPr/>
        </p:nvSpPr>
        <p:spPr bwMode="auto">
          <a:xfrm>
            <a:off x="4062413" y="1990725"/>
            <a:ext cx="268287" cy="274638"/>
          </a:xfrm>
          <a:prstGeom prst="rect">
            <a:avLst/>
          </a:prstGeom>
          <a:solidFill>
            <a:schemeClr val="accent3"/>
          </a:solidFill>
          <a:ln w="28575" algn="ctr">
            <a:noFill/>
            <a:miter lim="800000"/>
            <a:headEnd/>
            <a:tailEnd/>
          </a:ln>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200" b="0">
                <a:solidFill>
                  <a:schemeClr val="bg2"/>
                </a:solidFill>
                <a:latin typeface="Arial" panose="020B0604020202020204" pitchFamily="34" charset="0"/>
              </a:rPr>
              <a:t>1</a:t>
            </a:r>
          </a:p>
        </p:txBody>
      </p:sp>
      <p:sp>
        <p:nvSpPr>
          <p:cNvPr id="34844" name="Rectangle 50">
            <a:extLst>
              <a:ext uri="{FF2B5EF4-FFF2-40B4-BE49-F238E27FC236}">
                <a16:creationId xmlns:a16="http://schemas.microsoft.com/office/drawing/2014/main" id="{9BF900FB-32BB-4A08-AD1B-BFF944C73892}"/>
              </a:ext>
            </a:extLst>
          </p:cNvPr>
          <p:cNvSpPr>
            <a:spLocks noChangeArrowheads="1"/>
          </p:cNvSpPr>
          <p:nvPr/>
        </p:nvSpPr>
        <p:spPr bwMode="auto">
          <a:xfrm>
            <a:off x="4349750" y="1990725"/>
            <a:ext cx="358775" cy="287338"/>
          </a:xfrm>
          <a:prstGeom prst="rect">
            <a:avLst/>
          </a:prstGeom>
          <a:solidFill>
            <a:schemeClr val="accent3"/>
          </a:solidFill>
          <a:ln w="28575" algn="ctr">
            <a:solidFill>
              <a:schemeClr val="bg2"/>
            </a:solid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34845" name="Text Box 51">
            <a:extLst>
              <a:ext uri="{FF2B5EF4-FFF2-40B4-BE49-F238E27FC236}">
                <a16:creationId xmlns:a16="http://schemas.microsoft.com/office/drawing/2014/main" id="{2AC16292-F86D-4776-B7E2-4038BF90BF99}"/>
              </a:ext>
            </a:extLst>
          </p:cNvPr>
          <p:cNvSpPr txBox="1">
            <a:spLocks noChangeArrowheads="1"/>
          </p:cNvSpPr>
          <p:nvPr/>
        </p:nvSpPr>
        <p:spPr bwMode="auto">
          <a:xfrm>
            <a:off x="4401342" y="1990725"/>
            <a:ext cx="268287" cy="274638"/>
          </a:xfrm>
          <a:prstGeom prst="rect">
            <a:avLst/>
          </a:prstGeom>
          <a:solidFill>
            <a:schemeClr val="accent3"/>
          </a:solidFill>
          <a:ln w="28575" algn="ctr">
            <a:noFill/>
            <a:miter lim="800000"/>
            <a:headEnd/>
            <a:tailEnd/>
          </a:ln>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200" b="0" dirty="0">
                <a:solidFill>
                  <a:schemeClr val="bg2"/>
                </a:solidFill>
                <a:latin typeface="Arial" panose="020B0604020202020204" pitchFamily="34" charset="0"/>
              </a:rPr>
              <a:t>4</a:t>
            </a:r>
          </a:p>
        </p:txBody>
      </p:sp>
      <p:sp>
        <p:nvSpPr>
          <p:cNvPr id="34846" name="Rectangle 52">
            <a:extLst>
              <a:ext uri="{FF2B5EF4-FFF2-40B4-BE49-F238E27FC236}">
                <a16:creationId xmlns:a16="http://schemas.microsoft.com/office/drawing/2014/main" id="{C1D29826-7741-487D-93BB-001E352D1F23}"/>
              </a:ext>
            </a:extLst>
          </p:cNvPr>
          <p:cNvSpPr>
            <a:spLocks noChangeArrowheads="1"/>
          </p:cNvSpPr>
          <p:nvPr/>
        </p:nvSpPr>
        <p:spPr bwMode="auto">
          <a:xfrm>
            <a:off x="3629025" y="1703388"/>
            <a:ext cx="358775" cy="287337"/>
          </a:xfrm>
          <a:prstGeom prst="rect">
            <a:avLst/>
          </a:prstGeom>
          <a:solidFill>
            <a:schemeClr val="accent3"/>
          </a:solidFill>
          <a:ln w="28575" algn="ctr">
            <a:solidFill>
              <a:schemeClr val="bg2"/>
            </a:solidFill>
            <a:miter lim="800000"/>
            <a:headEnd/>
            <a:tailEnd/>
          </a:ln>
        </p:spPr>
        <p:txBody>
          <a:bodyPr wrap="none" lIns="0" tIns="0" rIns="0" bIns="0"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34847" name="Text Box 53">
            <a:extLst>
              <a:ext uri="{FF2B5EF4-FFF2-40B4-BE49-F238E27FC236}">
                <a16:creationId xmlns:a16="http://schemas.microsoft.com/office/drawing/2014/main" id="{60C3F1DD-42E5-4339-B528-E91756C69907}"/>
              </a:ext>
            </a:extLst>
          </p:cNvPr>
          <p:cNvSpPr txBox="1">
            <a:spLocks noChangeArrowheads="1"/>
          </p:cNvSpPr>
          <p:nvPr/>
        </p:nvSpPr>
        <p:spPr bwMode="auto">
          <a:xfrm>
            <a:off x="3740151" y="1745297"/>
            <a:ext cx="230187" cy="184666"/>
          </a:xfrm>
          <a:prstGeom prst="rect">
            <a:avLst/>
          </a:prstGeom>
          <a:solidFill>
            <a:schemeClr val="accent3"/>
          </a:solidFill>
          <a:ln w="28575" algn="ctr">
            <a:noFill/>
            <a:miter lim="800000"/>
            <a:headEnd/>
            <a:tailEnd/>
          </a:ln>
        </p:spPr>
        <p:txBody>
          <a:bodyPr wrap="square" lIns="0" tIns="0" rIns="0" bIns="0">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200" b="0" dirty="0">
                <a:solidFill>
                  <a:schemeClr val="bg2"/>
                </a:solidFill>
                <a:latin typeface="Arial" panose="020B0604020202020204" pitchFamily="34" charset="0"/>
              </a:rPr>
              <a:t>0</a:t>
            </a:r>
          </a:p>
        </p:txBody>
      </p:sp>
      <p:sp>
        <p:nvSpPr>
          <p:cNvPr id="34848" name="Rectangle 54">
            <a:extLst>
              <a:ext uri="{FF2B5EF4-FFF2-40B4-BE49-F238E27FC236}">
                <a16:creationId xmlns:a16="http://schemas.microsoft.com/office/drawing/2014/main" id="{F48F07F2-F98E-4B9F-BB1B-FB406267E234}"/>
              </a:ext>
            </a:extLst>
          </p:cNvPr>
          <p:cNvSpPr>
            <a:spLocks noChangeArrowheads="1"/>
          </p:cNvSpPr>
          <p:nvPr/>
        </p:nvSpPr>
        <p:spPr bwMode="auto">
          <a:xfrm>
            <a:off x="3989388" y="1703388"/>
            <a:ext cx="358775" cy="287337"/>
          </a:xfrm>
          <a:prstGeom prst="rect">
            <a:avLst/>
          </a:prstGeom>
          <a:solidFill>
            <a:schemeClr val="accent3"/>
          </a:solidFill>
          <a:ln w="28575" algn="ctr">
            <a:solidFill>
              <a:schemeClr val="bg2"/>
            </a:solid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34849" name="Text Box 55">
            <a:extLst>
              <a:ext uri="{FF2B5EF4-FFF2-40B4-BE49-F238E27FC236}">
                <a16:creationId xmlns:a16="http://schemas.microsoft.com/office/drawing/2014/main" id="{6D55D832-3F62-4554-B9D5-2F12F4C9FC9A}"/>
              </a:ext>
            </a:extLst>
          </p:cNvPr>
          <p:cNvSpPr txBox="1">
            <a:spLocks noChangeArrowheads="1"/>
          </p:cNvSpPr>
          <p:nvPr/>
        </p:nvSpPr>
        <p:spPr bwMode="auto">
          <a:xfrm>
            <a:off x="4108451" y="1752342"/>
            <a:ext cx="228599" cy="184666"/>
          </a:xfrm>
          <a:prstGeom prst="rect">
            <a:avLst/>
          </a:prstGeom>
          <a:solidFill>
            <a:schemeClr val="accent3"/>
          </a:solidFill>
          <a:ln w="28575" algn="ctr">
            <a:noFill/>
            <a:miter lim="800000"/>
            <a:headEnd/>
            <a:tailEnd/>
          </a:ln>
        </p:spPr>
        <p:txBody>
          <a:bodyPr wrap="square" lIns="0" tIns="0" rIns="0" bIns="0">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200" b="0" dirty="0">
                <a:solidFill>
                  <a:schemeClr val="bg2"/>
                </a:solidFill>
                <a:latin typeface="Arial" panose="020B0604020202020204" pitchFamily="34" charset="0"/>
              </a:rPr>
              <a:t>1</a:t>
            </a:r>
          </a:p>
        </p:txBody>
      </p:sp>
      <p:sp>
        <p:nvSpPr>
          <p:cNvPr id="34850" name="Rectangle 56">
            <a:extLst>
              <a:ext uri="{FF2B5EF4-FFF2-40B4-BE49-F238E27FC236}">
                <a16:creationId xmlns:a16="http://schemas.microsoft.com/office/drawing/2014/main" id="{C718A286-C88D-4B6B-9CE9-7233DF045038}"/>
              </a:ext>
            </a:extLst>
          </p:cNvPr>
          <p:cNvSpPr>
            <a:spLocks noChangeArrowheads="1"/>
          </p:cNvSpPr>
          <p:nvPr/>
        </p:nvSpPr>
        <p:spPr bwMode="auto">
          <a:xfrm>
            <a:off x="4349750" y="1703388"/>
            <a:ext cx="358775" cy="287337"/>
          </a:xfrm>
          <a:prstGeom prst="rect">
            <a:avLst/>
          </a:prstGeom>
          <a:solidFill>
            <a:schemeClr val="accent3"/>
          </a:solidFill>
          <a:ln w="28575" algn="ctr">
            <a:solidFill>
              <a:schemeClr val="bg2"/>
            </a:solid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zh-CN" sz="2400">
              <a:solidFill>
                <a:schemeClr val="bg2"/>
              </a:solidFill>
            </a:endParaRPr>
          </a:p>
        </p:txBody>
      </p:sp>
      <p:sp>
        <p:nvSpPr>
          <p:cNvPr id="34851" name="Text Box 57">
            <a:extLst>
              <a:ext uri="{FF2B5EF4-FFF2-40B4-BE49-F238E27FC236}">
                <a16:creationId xmlns:a16="http://schemas.microsoft.com/office/drawing/2014/main" id="{CAB30B25-5B8E-46F1-82B7-611DA7C79CD7}"/>
              </a:ext>
            </a:extLst>
          </p:cNvPr>
          <p:cNvSpPr txBox="1">
            <a:spLocks noChangeArrowheads="1"/>
          </p:cNvSpPr>
          <p:nvPr/>
        </p:nvSpPr>
        <p:spPr bwMode="auto">
          <a:xfrm>
            <a:off x="4475163" y="1737159"/>
            <a:ext cx="188406" cy="184666"/>
          </a:xfrm>
          <a:prstGeom prst="rect">
            <a:avLst/>
          </a:prstGeom>
          <a:solidFill>
            <a:schemeClr val="accent3"/>
          </a:solidFill>
          <a:ln w="28575" algn="ctr">
            <a:noFill/>
            <a:miter lim="800000"/>
            <a:headEnd/>
            <a:tailEnd/>
          </a:ln>
        </p:spPr>
        <p:txBody>
          <a:bodyPr wrap="square" lIns="0" tIns="0" rIns="0" bIns="0">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200" b="0" dirty="0">
                <a:solidFill>
                  <a:schemeClr val="bg2"/>
                </a:solidFill>
                <a:latin typeface="Arial" panose="020B0604020202020204" pitchFamily="34" charset="0"/>
              </a:rPr>
              <a:t>2</a:t>
            </a:r>
          </a:p>
        </p:txBody>
      </p:sp>
      <p:sp>
        <p:nvSpPr>
          <p:cNvPr id="34852" name="Rectangle 58">
            <a:extLst>
              <a:ext uri="{FF2B5EF4-FFF2-40B4-BE49-F238E27FC236}">
                <a16:creationId xmlns:a16="http://schemas.microsoft.com/office/drawing/2014/main" id="{CF4FFB50-CACF-4DE8-A12B-81DC37093A94}"/>
              </a:ext>
            </a:extLst>
          </p:cNvPr>
          <p:cNvSpPr>
            <a:spLocks noChangeArrowheads="1"/>
          </p:cNvSpPr>
          <p:nvPr/>
        </p:nvSpPr>
        <p:spPr bwMode="auto">
          <a:xfrm>
            <a:off x="5357813" y="1127125"/>
            <a:ext cx="936625" cy="288925"/>
          </a:xfrm>
          <a:prstGeom prst="rect">
            <a:avLst/>
          </a:prstGeom>
          <a:solidFill>
            <a:schemeClr val="accent1">
              <a:alpha val="0"/>
            </a:schemeClr>
          </a:solidFill>
          <a:ln w="28575" algn="ctr">
            <a:solidFill>
              <a:schemeClr val="bg2"/>
            </a:solid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34853" name="Rectangle 59">
            <a:extLst>
              <a:ext uri="{FF2B5EF4-FFF2-40B4-BE49-F238E27FC236}">
                <a16:creationId xmlns:a16="http://schemas.microsoft.com/office/drawing/2014/main" id="{A881169F-646A-4753-9A0C-C9B041766DC4}"/>
              </a:ext>
            </a:extLst>
          </p:cNvPr>
          <p:cNvSpPr>
            <a:spLocks noChangeArrowheads="1"/>
          </p:cNvSpPr>
          <p:nvPr/>
        </p:nvSpPr>
        <p:spPr bwMode="auto">
          <a:xfrm>
            <a:off x="5357813" y="1416050"/>
            <a:ext cx="936625" cy="214313"/>
          </a:xfrm>
          <a:prstGeom prst="rect">
            <a:avLst/>
          </a:prstGeom>
          <a:solidFill>
            <a:schemeClr val="accent1">
              <a:alpha val="0"/>
            </a:schemeClr>
          </a:solidFill>
          <a:ln w="28575" algn="ctr">
            <a:solidFill>
              <a:schemeClr val="bg2"/>
            </a:solid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34854" name="Rectangle 60">
            <a:extLst>
              <a:ext uri="{FF2B5EF4-FFF2-40B4-BE49-F238E27FC236}">
                <a16:creationId xmlns:a16="http://schemas.microsoft.com/office/drawing/2014/main" id="{F32B1932-7E52-4F3F-BDE3-CE60043749BB}"/>
              </a:ext>
            </a:extLst>
          </p:cNvPr>
          <p:cNvSpPr>
            <a:spLocks noChangeArrowheads="1"/>
          </p:cNvSpPr>
          <p:nvPr/>
        </p:nvSpPr>
        <p:spPr bwMode="auto">
          <a:xfrm>
            <a:off x="5357813" y="1630363"/>
            <a:ext cx="936625" cy="215900"/>
          </a:xfrm>
          <a:prstGeom prst="rect">
            <a:avLst/>
          </a:prstGeom>
          <a:solidFill>
            <a:schemeClr val="accent1">
              <a:alpha val="0"/>
            </a:schemeClr>
          </a:solidFill>
          <a:ln w="28575" algn="ctr">
            <a:solidFill>
              <a:schemeClr val="bg2"/>
            </a:solid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34855" name="Rectangle 61">
            <a:extLst>
              <a:ext uri="{FF2B5EF4-FFF2-40B4-BE49-F238E27FC236}">
                <a16:creationId xmlns:a16="http://schemas.microsoft.com/office/drawing/2014/main" id="{5055C20F-4F45-4395-A2F0-8EC6240AB082}"/>
              </a:ext>
            </a:extLst>
          </p:cNvPr>
          <p:cNvSpPr>
            <a:spLocks noChangeArrowheads="1"/>
          </p:cNvSpPr>
          <p:nvPr/>
        </p:nvSpPr>
        <p:spPr bwMode="auto">
          <a:xfrm>
            <a:off x="5357813" y="1846263"/>
            <a:ext cx="936625" cy="214312"/>
          </a:xfrm>
          <a:prstGeom prst="rect">
            <a:avLst/>
          </a:prstGeom>
          <a:solidFill>
            <a:schemeClr val="accent1">
              <a:alpha val="0"/>
            </a:schemeClr>
          </a:solidFill>
          <a:ln w="28575" algn="ctr">
            <a:solidFill>
              <a:schemeClr val="bg2"/>
            </a:solid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34856" name="Rectangle 62">
            <a:extLst>
              <a:ext uri="{FF2B5EF4-FFF2-40B4-BE49-F238E27FC236}">
                <a16:creationId xmlns:a16="http://schemas.microsoft.com/office/drawing/2014/main" id="{EDDAC33C-2A55-4E42-9C8A-9CC174D4D573}"/>
              </a:ext>
            </a:extLst>
          </p:cNvPr>
          <p:cNvSpPr>
            <a:spLocks noChangeArrowheads="1"/>
          </p:cNvSpPr>
          <p:nvPr/>
        </p:nvSpPr>
        <p:spPr bwMode="auto">
          <a:xfrm>
            <a:off x="5357813" y="2062163"/>
            <a:ext cx="936625" cy="214312"/>
          </a:xfrm>
          <a:prstGeom prst="rect">
            <a:avLst/>
          </a:prstGeom>
          <a:solidFill>
            <a:schemeClr val="accent1">
              <a:alpha val="0"/>
            </a:schemeClr>
          </a:solidFill>
          <a:ln w="28575" algn="ctr">
            <a:solidFill>
              <a:schemeClr val="bg2"/>
            </a:solid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34857" name="Rectangle 63">
            <a:extLst>
              <a:ext uri="{FF2B5EF4-FFF2-40B4-BE49-F238E27FC236}">
                <a16:creationId xmlns:a16="http://schemas.microsoft.com/office/drawing/2014/main" id="{A5CF4B04-B42B-4A6B-8F74-D4AC90EC332C}"/>
              </a:ext>
            </a:extLst>
          </p:cNvPr>
          <p:cNvSpPr>
            <a:spLocks noChangeArrowheads="1"/>
          </p:cNvSpPr>
          <p:nvPr/>
        </p:nvSpPr>
        <p:spPr bwMode="auto">
          <a:xfrm>
            <a:off x="5357813" y="2278063"/>
            <a:ext cx="936625" cy="214312"/>
          </a:xfrm>
          <a:prstGeom prst="rect">
            <a:avLst/>
          </a:prstGeom>
          <a:solidFill>
            <a:schemeClr val="accent1">
              <a:alpha val="0"/>
            </a:schemeClr>
          </a:solidFill>
          <a:ln w="28575" algn="ctr">
            <a:solidFill>
              <a:schemeClr val="bg2"/>
            </a:solid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34858" name="Rectangle 64">
            <a:extLst>
              <a:ext uri="{FF2B5EF4-FFF2-40B4-BE49-F238E27FC236}">
                <a16:creationId xmlns:a16="http://schemas.microsoft.com/office/drawing/2014/main" id="{29B57A9F-7DC1-434C-BFD6-BA8A146A41DA}"/>
              </a:ext>
            </a:extLst>
          </p:cNvPr>
          <p:cNvSpPr>
            <a:spLocks noChangeArrowheads="1"/>
          </p:cNvSpPr>
          <p:nvPr/>
        </p:nvSpPr>
        <p:spPr bwMode="auto">
          <a:xfrm>
            <a:off x="5357813" y="2493963"/>
            <a:ext cx="936625" cy="214312"/>
          </a:xfrm>
          <a:prstGeom prst="rect">
            <a:avLst/>
          </a:prstGeom>
          <a:solidFill>
            <a:schemeClr val="accent1">
              <a:alpha val="0"/>
            </a:schemeClr>
          </a:solidFill>
          <a:ln w="28575" algn="ctr">
            <a:solidFill>
              <a:schemeClr val="bg2"/>
            </a:solid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34859" name="Rectangle 65">
            <a:extLst>
              <a:ext uri="{FF2B5EF4-FFF2-40B4-BE49-F238E27FC236}">
                <a16:creationId xmlns:a16="http://schemas.microsoft.com/office/drawing/2014/main" id="{FAF9B458-84D6-4E5D-8AB3-E9DD4819E0C5}"/>
              </a:ext>
            </a:extLst>
          </p:cNvPr>
          <p:cNvSpPr>
            <a:spLocks noChangeArrowheads="1"/>
          </p:cNvSpPr>
          <p:nvPr/>
        </p:nvSpPr>
        <p:spPr bwMode="auto">
          <a:xfrm>
            <a:off x="5357813" y="2713038"/>
            <a:ext cx="936625" cy="288925"/>
          </a:xfrm>
          <a:prstGeom prst="rect">
            <a:avLst/>
          </a:prstGeom>
          <a:solidFill>
            <a:schemeClr val="accent1">
              <a:alpha val="0"/>
            </a:schemeClr>
          </a:solidFill>
          <a:ln w="28575" algn="ctr">
            <a:solidFill>
              <a:schemeClr val="bg2"/>
            </a:solid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34860" name="Rectangle 66">
            <a:extLst>
              <a:ext uri="{FF2B5EF4-FFF2-40B4-BE49-F238E27FC236}">
                <a16:creationId xmlns:a16="http://schemas.microsoft.com/office/drawing/2014/main" id="{A05DD729-9A4C-4363-AE80-67210E63581B}"/>
              </a:ext>
            </a:extLst>
          </p:cNvPr>
          <p:cNvSpPr>
            <a:spLocks noChangeArrowheads="1"/>
          </p:cNvSpPr>
          <p:nvPr/>
        </p:nvSpPr>
        <p:spPr bwMode="auto">
          <a:xfrm>
            <a:off x="5357813" y="3000375"/>
            <a:ext cx="936625" cy="214313"/>
          </a:xfrm>
          <a:prstGeom prst="rect">
            <a:avLst/>
          </a:prstGeom>
          <a:solidFill>
            <a:schemeClr val="accent1">
              <a:alpha val="0"/>
            </a:schemeClr>
          </a:solidFill>
          <a:ln w="28575" algn="ctr">
            <a:solidFill>
              <a:schemeClr val="bg2"/>
            </a:solid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34861" name="Text Box 67">
            <a:extLst>
              <a:ext uri="{FF2B5EF4-FFF2-40B4-BE49-F238E27FC236}">
                <a16:creationId xmlns:a16="http://schemas.microsoft.com/office/drawing/2014/main" id="{820FB28D-AF3D-474D-8FB9-2525FCB1F126}"/>
              </a:ext>
            </a:extLst>
          </p:cNvPr>
          <p:cNvSpPr txBox="1">
            <a:spLocks noChangeArrowheads="1"/>
          </p:cNvSpPr>
          <p:nvPr/>
        </p:nvSpPr>
        <p:spPr bwMode="auto">
          <a:xfrm>
            <a:off x="5429250" y="1127125"/>
            <a:ext cx="793750" cy="274638"/>
          </a:xfrm>
          <a:prstGeom prst="rect">
            <a:avLst/>
          </a:prstGeom>
          <a:noFill/>
          <a:ln w="28575" algn="ctr">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1200">
                <a:solidFill>
                  <a:schemeClr val="bg2"/>
                </a:solidFill>
                <a:latin typeface="Arial" panose="020B0604020202020204" pitchFamily="34" charset="0"/>
              </a:rPr>
              <a:t>操作系统</a:t>
            </a:r>
          </a:p>
        </p:txBody>
      </p:sp>
      <p:sp>
        <p:nvSpPr>
          <p:cNvPr id="34862" name="Text Box 68">
            <a:extLst>
              <a:ext uri="{FF2B5EF4-FFF2-40B4-BE49-F238E27FC236}">
                <a16:creationId xmlns:a16="http://schemas.microsoft.com/office/drawing/2014/main" id="{55574B06-3372-4592-999F-8E71C33EF7F6}"/>
              </a:ext>
            </a:extLst>
          </p:cNvPr>
          <p:cNvSpPr txBox="1">
            <a:spLocks noChangeArrowheads="1"/>
          </p:cNvSpPr>
          <p:nvPr/>
        </p:nvSpPr>
        <p:spPr bwMode="auto">
          <a:xfrm>
            <a:off x="5382000" y="2736000"/>
            <a:ext cx="892800" cy="252000"/>
          </a:xfrm>
          <a:prstGeom prst="rect">
            <a:avLst/>
          </a:prstGeom>
          <a:solidFill>
            <a:schemeClr val="tx1">
              <a:lumMod val="85000"/>
            </a:schemeClr>
          </a:solidFill>
          <a:ln w="28575" algn="ctr">
            <a:noFill/>
            <a:miter lim="800000"/>
            <a:headEnd/>
            <a:tailEnd/>
          </a:ln>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kumimoji="0" lang="zh-CN" altLang="en-US" sz="1200" dirty="0">
                <a:solidFill>
                  <a:schemeClr val="bg2"/>
                </a:solidFill>
                <a:latin typeface="Arial" panose="020B0604020202020204" pitchFamily="34" charset="0"/>
              </a:rPr>
              <a:t>第</a:t>
            </a:r>
            <a:r>
              <a:rPr kumimoji="0" lang="en-US" altLang="zh-CN" sz="1200" dirty="0">
                <a:solidFill>
                  <a:schemeClr val="bg2"/>
                </a:solidFill>
                <a:latin typeface="Arial" panose="020B0604020202020204" pitchFamily="34" charset="0"/>
              </a:rPr>
              <a:t>7</a:t>
            </a:r>
            <a:r>
              <a:rPr kumimoji="0" lang="zh-CN" altLang="en-US" sz="1200" dirty="0">
                <a:solidFill>
                  <a:schemeClr val="bg2"/>
                </a:solidFill>
                <a:latin typeface="Arial" panose="020B0604020202020204" pitchFamily="34" charset="0"/>
              </a:rPr>
              <a:t>块</a:t>
            </a:r>
          </a:p>
        </p:txBody>
      </p:sp>
      <p:sp>
        <p:nvSpPr>
          <p:cNvPr id="34863" name="Text Box 69">
            <a:extLst>
              <a:ext uri="{FF2B5EF4-FFF2-40B4-BE49-F238E27FC236}">
                <a16:creationId xmlns:a16="http://schemas.microsoft.com/office/drawing/2014/main" id="{1DC659D6-3287-497F-9357-3F0A6C0C1D4C}"/>
              </a:ext>
            </a:extLst>
          </p:cNvPr>
          <p:cNvSpPr txBox="1">
            <a:spLocks noChangeArrowheads="1"/>
          </p:cNvSpPr>
          <p:nvPr/>
        </p:nvSpPr>
        <p:spPr bwMode="auto">
          <a:xfrm>
            <a:off x="3486150" y="1270000"/>
            <a:ext cx="1512888" cy="366713"/>
          </a:xfrm>
          <a:prstGeom prst="rect">
            <a:avLst/>
          </a:prstGeom>
          <a:noFill/>
          <a:ln w="28575" algn="ctr">
            <a:noFill/>
            <a:miter lim="800000"/>
            <a:headEnd/>
            <a:tailEnd/>
          </a:ln>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1800" dirty="0">
                <a:solidFill>
                  <a:schemeClr val="bg2"/>
                </a:solidFill>
                <a:latin typeface="Arial" panose="020B0604020202020204" pitchFamily="34" charset="0"/>
              </a:rPr>
              <a:t>进程</a:t>
            </a:r>
            <a:r>
              <a:rPr kumimoji="0" lang="en-US" altLang="zh-CN" sz="1800" dirty="0">
                <a:solidFill>
                  <a:schemeClr val="bg2"/>
                </a:solidFill>
                <a:latin typeface="Arial" panose="020B0604020202020204" pitchFamily="34" charset="0"/>
              </a:rPr>
              <a:t>2</a:t>
            </a:r>
            <a:r>
              <a:rPr kumimoji="0" lang="zh-CN" altLang="en-US" sz="1800" dirty="0">
                <a:solidFill>
                  <a:schemeClr val="bg2"/>
                </a:solidFill>
                <a:latin typeface="Arial" panose="020B0604020202020204" pitchFamily="34" charset="0"/>
              </a:rPr>
              <a:t>的页表</a:t>
            </a:r>
          </a:p>
        </p:txBody>
      </p:sp>
      <p:sp>
        <p:nvSpPr>
          <p:cNvPr id="34864" name="Text Box 70">
            <a:extLst>
              <a:ext uri="{FF2B5EF4-FFF2-40B4-BE49-F238E27FC236}">
                <a16:creationId xmlns:a16="http://schemas.microsoft.com/office/drawing/2014/main" id="{F26586AF-C6E2-4D15-89E8-5B4F69504965}"/>
              </a:ext>
            </a:extLst>
          </p:cNvPr>
          <p:cNvSpPr txBox="1">
            <a:spLocks noChangeArrowheads="1"/>
          </p:cNvSpPr>
          <p:nvPr/>
        </p:nvSpPr>
        <p:spPr bwMode="auto">
          <a:xfrm>
            <a:off x="5141913" y="838200"/>
            <a:ext cx="1441450" cy="366713"/>
          </a:xfrm>
          <a:prstGeom prst="rect">
            <a:avLst/>
          </a:prstGeom>
          <a:noFill/>
          <a:ln w="9525" algn="ctr">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kumimoji="0" lang="zh-CN" altLang="en-US" sz="1800">
                <a:solidFill>
                  <a:schemeClr val="bg2"/>
                </a:solidFill>
                <a:latin typeface="Arial" panose="020B0604020202020204" pitchFamily="34" charset="0"/>
              </a:rPr>
              <a:t>内存</a:t>
            </a:r>
          </a:p>
        </p:txBody>
      </p:sp>
      <p:grpSp>
        <p:nvGrpSpPr>
          <p:cNvPr id="2" name="Group 129">
            <a:extLst>
              <a:ext uri="{FF2B5EF4-FFF2-40B4-BE49-F238E27FC236}">
                <a16:creationId xmlns:a16="http://schemas.microsoft.com/office/drawing/2014/main" id="{9DAD231B-6E87-4E70-8558-76D5811CC3A7}"/>
              </a:ext>
            </a:extLst>
          </p:cNvPr>
          <p:cNvGrpSpPr>
            <a:grpSpLocks/>
          </p:cNvGrpSpPr>
          <p:nvPr/>
        </p:nvGrpSpPr>
        <p:grpSpPr bwMode="auto">
          <a:xfrm>
            <a:off x="2765425" y="1630363"/>
            <a:ext cx="865188" cy="792162"/>
            <a:chOff x="4830" y="2024"/>
            <a:chExt cx="545" cy="499"/>
          </a:xfrm>
        </p:grpSpPr>
        <p:sp>
          <p:nvSpPr>
            <p:cNvPr id="34910" name="Line 71">
              <a:extLst>
                <a:ext uri="{FF2B5EF4-FFF2-40B4-BE49-F238E27FC236}">
                  <a16:creationId xmlns:a16="http://schemas.microsoft.com/office/drawing/2014/main" id="{CC2E2A35-6A00-477F-9A4A-E05A67DB9B88}"/>
                </a:ext>
              </a:extLst>
            </p:cNvPr>
            <p:cNvSpPr>
              <a:spLocks noChangeShapeType="1"/>
            </p:cNvSpPr>
            <p:nvPr/>
          </p:nvSpPr>
          <p:spPr bwMode="auto">
            <a:xfrm flipV="1">
              <a:off x="4830" y="2024"/>
              <a:ext cx="453" cy="1"/>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solidFill>
                  <a:schemeClr val="bg2"/>
                </a:solidFill>
              </a:endParaRPr>
            </a:p>
          </p:txBody>
        </p:sp>
        <p:sp>
          <p:nvSpPr>
            <p:cNvPr id="34911" name="Line 72">
              <a:extLst>
                <a:ext uri="{FF2B5EF4-FFF2-40B4-BE49-F238E27FC236}">
                  <a16:creationId xmlns:a16="http://schemas.microsoft.com/office/drawing/2014/main" id="{B8BD493C-E241-48E2-BB97-612600E0F4A1}"/>
                </a:ext>
              </a:extLst>
            </p:cNvPr>
            <p:cNvSpPr>
              <a:spLocks noChangeShapeType="1"/>
            </p:cNvSpPr>
            <p:nvPr/>
          </p:nvSpPr>
          <p:spPr bwMode="auto">
            <a:xfrm flipH="1">
              <a:off x="5284" y="2024"/>
              <a:ext cx="1" cy="498"/>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solidFill>
                  <a:schemeClr val="bg2"/>
                </a:solidFill>
              </a:endParaRPr>
            </a:p>
          </p:txBody>
        </p:sp>
        <p:sp>
          <p:nvSpPr>
            <p:cNvPr id="34912" name="Line 73">
              <a:extLst>
                <a:ext uri="{FF2B5EF4-FFF2-40B4-BE49-F238E27FC236}">
                  <a16:creationId xmlns:a16="http://schemas.microsoft.com/office/drawing/2014/main" id="{6CBDE0AE-00A6-44DC-9FD1-860CC3AD960E}"/>
                </a:ext>
              </a:extLst>
            </p:cNvPr>
            <p:cNvSpPr>
              <a:spLocks noChangeShapeType="1"/>
            </p:cNvSpPr>
            <p:nvPr/>
          </p:nvSpPr>
          <p:spPr bwMode="auto">
            <a:xfrm>
              <a:off x="5284" y="2523"/>
              <a:ext cx="91" cy="0"/>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solidFill>
                  <a:schemeClr val="bg2"/>
                </a:solidFill>
              </a:endParaRPr>
            </a:p>
          </p:txBody>
        </p:sp>
      </p:grpSp>
      <p:grpSp>
        <p:nvGrpSpPr>
          <p:cNvPr id="3" name="Group 131">
            <a:extLst>
              <a:ext uri="{FF2B5EF4-FFF2-40B4-BE49-F238E27FC236}">
                <a16:creationId xmlns:a16="http://schemas.microsoft.com/office/drawing/2014/main" id="{E2412B78-E630-4F87-AF81-BE9D3A38C060}"/>
              </a:ext>
            </a:extLst>
          </p:cNvPr>
          <p:cNvGrpSpPr>
            <a:grpSpLocks/>
          </p:cNvGrpSpPr>
          <p:nvPr/>
        </p:nvGrpSpPr>
        <p:grpSpPr bwMode="auto">
          <a:xfrm>
            <a:off x="4494213" y="2566988"/>
            <a:ext cx="863600" cy="287337"/>
            <a:chOff x="3787" y="2478"/>
            <a:chExt cx="454" cy="181"/>
          </a:xfrm>
        </p:grpSpPr>
        <p:sp>
          <p:nvSpPr>
            <p:cNvPr id="34908" name="Line 81">
              <a:extLst>
                <a:ext uri="{FF2B5EF4-FFF2-40B4-BE49-F238E27FC236}">
                  <a16:creationId xmlns:a16="http://schemas.microsoft.com/office/drawing/2014/main" id="{F5EDCC82-D3B9-4D6B-A7F4-10E34F06AEE8}"/>
                </a:ext>
              </a:extLst>
            </p:cNvPr>
            <p:cNvSpPr>
              <a:spLocks noChangeShapeType="1"/>
            </p:cNvSpPr>
            <p:nvPr/>
          </p:nvSpPr>
          <p:spPr bwMode="auto">
            <a:xfrm flipH="1">
              <a:off x="3787" y="2659"/>
              <a:ext cx="454"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solidFill>
                  <a:schemeClr val="bg2"/>
                </a:solidFill>
              </a:endParaRPr>
            </a:p>
          </p:txBody>
        </p:sp>
        <p:sp>
          <p:nvSpPr>
            <p:cNvPr id="34909" name="Line 82">
              <a:extLst>
                <a:ext uri="{FF2B5EF4-FFF2-40B4-BE49-F238E27FC236}">
                  <a16:creationId xmlns:a16="http://schemas.microsoft.com/office/drawing/2014/main" id="{13FE547F-F1CC-426E-9BF9-C458DEAF7179}"/>
                </a:ext>
              </a:extLst>
            </p:cNvPr>
            <p:cNvSpPr>
              <a:spLocks noChangeShapeType="1"/>
            </p:cNvSpPr>
            <p:nvPr/>
          </p:nvSpPr>
          <p:spPr bwMode="auto">
            <a:xfrm flipH="1" flipV="1">
              <a:off x="3787" y="2478"/>
              <a:ext cx="1" cy="181"/>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solidFill>
                  <a:schemeClr val="bg2"/>
                </a:solidFill>
              </a:endParaRPr>
            </a:p>
          </p:txBody>
        </p:sp>
      </p:grpSp>
      <p:sp>
        <p:nvSpPr>
          <p:cNvPr id="34868" name="Oval 83">
            <a:extLst>
              <a:ext uri="{FF2B5EF4-FFF2-40B4-BE49-F238E27FC236}">
                <a16:creationId xmlns:a16="http://schemas.microsoft.com/office/drawing/2014/main" id="{83B1B459-969E-464E-99B8-7513993C4798}"/>
              </a:ext>
            </a:extLst>
          </p:cNvPr>
          <p:cNvSpPr>
            <a:spLocks noChangeArrowheads="1"/>
          </p:cNvSpPr>
          <p:nvPr/>
        </p:nvSpPr>
        <p:spPr bwMode="auto">
          <a:xfrm>
            <a:off x="6867525" y="1270000"/>
            <a:ext cx="936625" cy="288925"/>
          </a:xfrm>
          <a:prstGeom prst="ellipse">
            <a:avLst/>
          </a:prstGeom>
          <a:solidFill>
            <a:srgbClr val="FFFFFF">
              <a:alpha val="0"/>
            </a:srgbClr>
          </a:solidFill>
          <a:ln w="28575" algn="ctr">
            <a:solidFill>
              <a:schemeClr val="bg2"/>
            </a:solidFill>
            <a:round/>
            <a:headEnd/>
            <a:tailEnd/>
          </a:ln>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34869" name="Line 84">
            <a:extLst>
              <a:ext uri="{FF2B5EF4-FFF2-40B4-BE49-F238E27FC236}">
                <a16:creationId xmlns:a16="http://schemas.microsoft.com/office/drawing/2014/main" id="{D637ACC7-8A29-406B-93CD-42EE6AABC701}"/>
              </a:ext>
            </a:extLst>
          </p:cNvPr>
          <p:cNvSpPr>
            <a:spLocks noChangeShapeType="1"/>
          </p:cNvSpPr>
          <p:nvPr/>
        </p:nvSpPr>
        <p:spPr bwMode="auto">
          <a:xfrm>
            <a:off x="6869113" y="1414463"/>
            <a:ext cx="0" cy="122396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solidFill>
                <a:schemeClr val="bg2"/>
              </a:solidFill>
            </a:endParaRPr>
          </a:p>
        </p:txBody>
      </p:sp>
      <p:sp>
        <p:nvSpPr>
          <p:cNvPr id="34870" name="Line 85">
            <a:extLst>
              <a:ext uri="{FF2B5EF4-FFF2-40B4-BE49-F238E27FC236}">
                <a16:creationId xmlns:a16="http://schemas.microsoft.com/office/drawing/2014/main" id="{86B55440-C360-4953-8556-CB57DEC833A9}"/>
              </a:ext>
            </a:extLst>
          </p:cNvPr>
          <p:cNvSpPr>
            <a:spLocks noChangeShapeType="1"/>
          </p:cNvSpPr>
          <p:nvPr/>
        </p:nvSpPr>
        <p:spPr bwMode="auto">
          <a:xfrm flipH="1">
            <a:off x="7802563" y="1414463"/>
            <a:ext cx="1587" cy="122396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solidFill>
                <a:schemeClr val="bg2"/>
              </a:solidFill>
            </a:endParaRPr>
          </a:p>
        </p:txBody>
      </p:sp>
      <p:sp>
        <p:nvSpPr>
          <p:cNvPr id="34871" name="Arc 86">
            <a:extLst>
              <a:ext uri="{FF2B5EF4-FFF2-40B4-BE49-F238E27FC236}">
                <a16:creationId xmlns:a16="http://schemas.microsoft.com/office/drawing/2014/main" id="{A78BA8B9-DF2E-48A7-9BF0-FF4D127D6D02}"/>
              </a:ext>
            </a:extLst>
          </p:cNvPr>
          <p:cNvSpPr>
            <a:spLocks/>
          </p:cNvSpPr>
          <p:nvPr/>
        </p:nvSpPr>
        <p:spPr bwMode="auto">
          <a:xfrm rot="8201579">
            <a:off x="7011988" y="2278063"/>
            <a:ext cx="696912" cy="666750"/>
          </a:xfrm>
          <a:custGeom>
            <a:avLst/>
            <a:gdLst>
              <a:gd name="T0" fmla="*/ 2147483646 w 21600"/>
              <a:gd name="T1" fmla="*/ 0 h 21565"/>
              <a:gd name="T2" fmla="*/ 2147483646 w 21600"/>
              <a:gd name="T3" fmla="*/ 2147483646 h 21565"/>
              <a:gd name="T4" fmla="*/ 0 w 21600"/>
              <a:gd name="T5" fmla="*/ 2147483646 h 21565"/>
              <a:gd name="T6" fmla="*/ 0 60000 65536"/>
              <a:gd name="T7" fmla="*/ 0 60000 65536"/>
              <a:gd name="T8" fmla="*/ 0 60000 65536"/>
              <a:gd name="T9" fmla="*/ 0 w 21600"/>
              <a:gd name="T10" fmla="*/ 0 h 21565"/>
              <a:gd name="T11" fmla="*/ 21600 w 21600"/>
              <a:gd name="T12" fmla="*/ 21565 h 21565"/>
            </a:gdLst>
            <a:ahLst/>
            <a:cxnLst>
              <a:cxn ang="T6">
                <a:pos x="T0" y="T1"/>
              </a:cxn>
              <a:cxn ang="T7">
                <a:pos x="T2" y="T3"/>
              </a:cxn>
              <a:cxn ang="T8">
                <a:pos x="T4" y="T5"/>
              </a:cxn>
            </a:cxnLst>
            <a:rect l="T9" t="T10" r="T11" b="T12"/>
            <a:pathLst>
              <a:path w="21600" h="21565" fill="none" extrusionOk="0">
                <a:moveTo>
                  <a:pt x="1228" y="-1"/>
                </a:moveTo>
                <a:cubicBezTo>
                  <a:pt x="12661" y="651"/>
                  <a:pt x="21600" y="10112"/>
                  <a:pt x="21600" y="21565"/>
                </a:cubicBezTo>
              </a:path>
              <a:path w="21600" h="21565" stroke="0" extrusionOk="0">
                <a:moveTo>
                  <a:pt x="1228" y="-1"/>
                </a:moveTo>
                <a:cubicBezTo>
                  <a:pt x="12661" y="651"/>
                  <a:pt x="21600" y="10112"/>
                  <a:pt x="21600" y="21565"/>
                </a:cubicBezTo>
                <a:lnTo>
                  <a:pt x="0" y="21565"/>
                </a:lnTo>
                <a:lnTo>
                  <a:pt x="1228" y="-1"/>
                </a:lnTo>
                <a:close/>
              </a:path>
            </a:pathLst>
          </a:custGeom>
          <a:noFill/>
          <a:ln w="28575">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2"/>
              </a:solidFill>
            </a:endParaRPr>
          </a:p>
        </p:txBody>
      </p:sp>
      <p:sp>
        <p:nvSpPr>
          <p:cNvPr id="34872" name="Rectangle 87">
            <a:extLst>
              <a:ext uri="{FF2B5EF4-FFF2-40B4-BE49-F238E27FC236}">
                <a16:creationId xmlns:a16="http://schemas.microsoft.com/office/drawing/2014/main" id="{B9717CF1-86D7-4C63-B564-36DDEFE80795}"/>
              </a:ext>
            </a:extLst>
          </p:cNvPr>
          <p:cNvSpPr>
            <a:spLocks noChangeArrowheads="1"/>
          </p:cNvSpPr>
          <p:nvPr/>
        </p:nvSpPr>
        <p:spPr bwMode="auto">
          <a:xfrm>
            <a:off x="7083425" y="1701800"/>
            <a:ext cx="576263" cy="433388"/>
          </a:xfrm>
          <a:prstGeom prst="rect">
            <a:avLst/>
          </a:prstGeom>
          <a:solidFill>
            <a:schemeClr val="accent1">
              <a:alpha val="0"/>
            </a:schemeClr>
          </a:solidFill>
          <a:ln w="28575" algn="ctr">
            <a:solidFill>
              <a:srgbClr val="000000"/>
            </a:solid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34873" name="Text Box 88">
            <a:extLst>
              <a:ext uri="{FF2B5EF4-FFF2-40B4-BE49-F238E27FC236}">
                <a16:creationId xmlns:a16="http://schemas.microsoft.com/office/drawing/2014/main" id="{70714515-34DB-439B-9A7D-A3187C7BCFA6}"/>
              </a:ext>
            </a:extLst>
          </p:cNvPr>
          <p:cNvSpPr txBox="1">
            <a:spLocks noChangeArrowheads="1"/>
          </p:cNvSpPr>
          <p:nvPr/>
        </p:nvSpPr>
        <p:spPr bwMode="auto">
          <a:xfrm>
            <a:off x="7013575" y="1701800"/>
            <a:ext cx="642938" cy="461665"/>
          </a:xfrm>
          <a:prstGeom prst="rect">
            <a:avLst/>
          </a:prstGeom>
          <a:noFill/>
          <a:ln w="28575" algn="ctr">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kumimoji="0" lang="zh-CN" altLang="en-US" sz="1200">
                <a:solidFill>
                  <a:schemeClr val="bg2"/>
                </a:solidFill>
                <a:latin typeface="Arial" panose="020B0604020202020204" pitchFamily="34" charset="0"/>
              </a:rPr>
              <a:t>进程</a:t>
            </a:r>
            <a:r>
              <a:rPr kumimoji="0" lang="en-US" altLang="zh-CN" sz="1200">
                <a:solidFill>
                  <a:schemeClr val="bg2"/>
                </a:solidFill>
                <a:latin typeface="Arial" panose="020B0604020202020204" pitchFamily="34" charset="0"/>
              </a:rPr>
              <a:t>2</a:t>
            </a:r>
          </a:p>
          <a:p>
            <a:pPr algn="ctr" eaLnBrk="1" hangingPunct="1">
              <a:spcBef>
                <a:spcPct val="0"/>
              </a:spcBef>
              <a:buClrTx/>
              <a:buSzTx/>
              <a:buFontTx/>
              <a:buNone/>
            </a:pPr>
            <a:r>
              <a:rPr kumimoji="0" lang="zh-CN" altLang="en-US" sz="1200">
                <a:solidFill>
                  <a:schemeClr val="bg2"/>
                </a:solidFill>
                <a:latin typeface="Arial" panose="020B0604020202020204" pitchFamily="34" charset="0"/>
              </a:rPr>
              <a:t>第</a:t>
            </a:r>
            <a:r>
              <a:rPr kumimoji="0" lang="en-US" altLang="zh-CN" sz="1200">
                <a:solidFill>
                  <a:schemeClr val="bg2"/>
                </a:solidFill>
                <a:latin typeface="Arial" panose="020B0604020202020204" pitchFamily="34" charset="0"/>
              </a:rPr>
              <a:t>2</a:t>
            </a:r>
            <a:r>
              <a:rPr kumimoji="0" lang="zh-CN" altLang="en-US" sz="1200">
                <a:solidFill>
                  <a:schemeClr val="bg2"/>
                </a:solidFill>
                <a:latin typeface="Arial" panose="020B0604020202020204" pitchFamily="34" charset="0"/>
              </a:rPr>
              <a:t>页</a:t>
            </a:r>
          </a:p>
        </p:txBody>
      </p:sp>
      <p:grpSp>
        <p:nvGrpSpPr>
          <p:cNvPr id="4" name="Group 118">
            <a:extLst>
              <a:ext uri="{FF2B5EF4-FFF2-40B4-BE49-F238E27FC236}">
                <a16:creationId xmlns:a16="http://schemas.microsoft.com/office/drawing/2014/main" id="{4CE375C2-187B-4217-B7FB-F51086763D70}"/>
              </a:ext>
            </a:extLst>
          </p:cNvPr>
          <p:cNvGrpSpPr>
            <a:grpSpLocks/>
          </p:cNvGrpSpPr>
          <p:nvPr/>
        </p:nvGrpSpPr>
        <p:grpSpPr bwMode="auto">
          <a:xfrm>
            <a:off x="6294438" y="1270000"/>
            <a:ext cx="790575" cy="574675"/>
            <a:chOff x="3968" y="664"/>
            <a:chExt cx="498" cy="362"/>
          </a:xfrm>
        </p:grpSpPr>
        <p:sp>
          <p:nvSpPr>
            <p:cNvPr id="34905" name="Line 89">
              <a:extLst>
                <a:ext uri="{FF2B5EF4-FFF2-40B4-BE49-F238E27FC236}">
                  <a16:creationId xmlns:a16="http://schemas.microsoft.com/office/drawing/2014/main" id="{93DCDBF2-DC6F-4A06-8424-DEF410F5ED27}"/>
                </a:ext>
              </a:extLst>
            </p:cNvPr>
            <p:cNvSpPr>
              <a:spLocks noChangeShapeType="1"/>
            </p:cNvSpPr>
            <p:nvPr/>
          </p:nvSpPr>
          <p:spPr bwMode="auto">
            <a:xfrm>
              <a:off x="3968" y="664"/>
              <a:ext cx="272"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solidFill>
                  <a:schemeClr val="bg2"/>
                </a:solidFill>
              </a:endParaRPr>
            </a:p>
          </p:txBody>
        </p:sp>
        <p:sp>
          <p:nvSpPr>
            <p:cNvPr id="34906" name="Line 90">
              <a:extLst>
                <a:ext uri="{FF2B5EF4-FFF2-40B4-BE49-F238E27FC236}">
                  <a16:creationId xmlns:a16="http://schemas.microsoft.com/office/drawing/2014/main" id="{0E380DEA-7348-4995-86FD-8BB9CC3900C6}"/>
                </a:ext>
              </a:extLst>
            </p:cNvPr>
            <p:cNvSpPr>
              <a:spLocks noChangeShapeType="1"/>
            </p:cNvSpPr>
            <p:nvPr/>
          </p:nvSpPr>
          <p:spPr bwMode="auto">
            <a:xfrm>
              <a:off x="4240" y="664"/>
              <a:ext cx="0" cy="362"/>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solidFill>
                  <a:schemeClr val="bg2"/>
                </a:solidFill>
              </a:endParaRPr>
            </a:p>
          </p:txBody>
        </p:sp>
        <p:sp>
          <p:nvSpPr>
            <p:cNvPr id="34907" name="Line 91">
              <a:extLst>
                <a:ext uri="{FF2B5EF4-FFF2-40B4-BE49-F238E27FC236}">
                  <a16:creationId xmlns:a16="http://schemas.microsoft.com/office/drawing/2014/main" id="{7902BD4E-67E7-42E4-B7DD-A786149B52CF}"/>
                </a:ext>
              </a:extLst>
            </p:cNvPr>
            <p:cNvSpPr>
              <a:spLocks noChangeShapeType="1"/>
            </p:cNvSpPr>
            <p:nvPr/>
          </p:nvSpPr>
          <p:spPr bwMode="auto">
            <a:xfrm>
              <a:off x="4239" y="1026"/>
              <a:ext cx="227" cy="0"/>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solidFill>
                  <a:schemeClr val="bg2"/>
                </a:solidFill>
              </a:endParaRPr>
            </a:p>
          </p:txBody>
        </p:sp>
      </p:grpSp>
      <p:grpSp>
        <p:nvGrpSpPr>
          <p:cNvPr id="5" name="Group 130">
            <a:extLst>
              <a:ext uri="{FF2B5EF4-FFF2-40B4-BE49-F238E27FC236}">
                <a16:creationId xmlns:a16="http://schemas.microsoft.com/office/drawing/2014/main" id="{7BF97E89-4DFB-42A8-B7BB-3C0B523DB323}"/>
              </a:ext>
            </a:extLst>
          </p:cNvPr>
          <p:cNvGrpSpPr>
            <a:grpSpLocks/>
          </p:cNvGrpSpPr>
          <p:nvPr/>
        </p:nvGrpSpPr>
        <p:grpSpPr bwMode="auto">
          <a:xfrm>
            <a:off x="6294438" y="2133600"/>
            <a:ext cx="1084262" cy="792163"/>
            <a:chOff x="4558" y="2432"/>
            <a:chExt cx="683" cy="499"/>
          </a:xfrm>
        </p:grpSpPr>
        <p:sp>
          <p:nvSpPr>
            <p:cNvPr id="34903" name="Line 92">
              <a:extLst>
                <a:ext uri="{FF2B5EF4-FFF2-40B4-BE49-F238E27FC236}">
                  <a16:creationId xmlns:a16="http://schemas.microsoft.com/office/drawing/2014/main" id="{BB2FD1ED-B866-4C33-A8FA-99DEB79BC7AA}"/>
                </a:ext>
              </a:extLst>
            </p:cNvPr>
            <p:cNvSpPr>
              <a:spLocks noChangeShapeType="1"/>
            </p:cNvSpPr>
            <p:nvPr/>
          </p:nvSpPr>
          <p:spPr bwMode="auto">
            <a:xfrm flipH="1">
              <a:off x="4558" y="2931"/>
              <a:ext cx="681" cy="0"/>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solidFill>
                  <a:schemeClr val="bg2"/>
                </a:solidFill>
              </a:endParaRPr>
            </a:p>
          </p:txBody>
        </p:sp>
        <p:sp>
          <p:nvSpPr>
            <p:cNvPr id="34904" name="Line 93">
              <a:extLst>
                <a:ext uri="{FF2B5EF4-FFF2-40B4-BE49-F238E27FC236}">
                  <a16:creationId xmlns:a16="http://schemas.microsoft.com/office/drawing/2014/main" id="{9B2B5A21-F8FA-4F8F-B964-528329468EBC}"/>
                </a:ext>
              </a:extLst>
            </p:cNvPr>
            <p:cNvSpPr>
              <a:spLocks noChangeShapeType="1"/>
            </p:cNvSpPr>
            <p:nvPr/>
          </p:nvSpPr>
          <p:spPr bwMode="auto">
            <a:xfrm>
              <a:off x="5239" y="2432"/>
              <a:ext cx="2" cy="499"/>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lstStyle/>
            <a:p>
              <a:endParaRPr lang="zh-CN" altLang="en-US">
                <a:solidFill>
                  <a:schemeClr val="bg2"/>
                </a:solidFill>
              </a:endParaRPr>
            </a:p>
          </p:txBody>
        </p:sp>
      </p:grpSp>
      <p:sp>
        <p:nvSpPr>
          <p:cNvPr id="717918" name="Text Box 94">
            <a:extLst>
              <a:ext uri="{FF2B5EF4-FFF2-40B4-BE49-F238E27FC236}">
                <a16:creationId xmlns:a16="http://schemas.microsoft.com/office/drawing/2014/main" id="{D8CD1513-77F9-4D43-B8BE-304BBCE766C0}"/>
              </a:ext>
            </a:extLst>
          </p:cNvPr>
          <p:cNvSpPr txBox="1">
            <a:spLocks noChangeArrowheads="1"/>
          </p:cNvSpPr>
          <p:nvPr/>
        </p:nvSpPr>
        <p:spPr bwMode="auto">
          <a:xfrm>
            <a:off x="80962" y="3721099"/>
            <a:ext cx="8883526" cy="308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spcBef>
                <a:spcPct val="20000"/>
              </a:spcBef>
              <a:buClr>
                <a:srgbClr val="FFABFF"/>
              </a:buClr>
              <a:buSzPct val="90000"/>
              <a:buFont typeface="Symbol" panose="05050102010706020507" pitchFamily="18" charset="2"/>
              <a:buChar char="¨"/>
              <a:tabLst>
                <a:tab pos="0" algn="l"/>
              </a:tabLst>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tabLst>
                <a:tab pos="0" algn="l"/>
              </a:tabLst>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tabLst>
                <a:tab pos="0" algn="l"/>
              </a:tabLst>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tabLst>
                <a:tab pos="0" algn="l"/>
              </a:tabLst>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tabLst>
                <a:tab pos="0" algn="l"/>
              </a:tabLst>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tabLst>
                <a:tab pos="0" algn="l"/>
              </a:tabLs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tabLst>
                <a:tab pos="0" algn="l"/>
              </a:tabLs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tabLst>
                <a:tab pos="0" algn="l"/>
              </a:tabLs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tabLst>
                <a:tab pos="0" algn="l"/>
              </a:tabLst>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2800" dirty="0">
                <a:solidFill>
                  <a:schemeClr val="bg2"/>
                </a:solidFill>
                <a:latin typeface="宋体" panose="02010600030101010101" pitchFamily="2" charset="-122"/>
              </a:rPr>
              <a:t>(1)</a:t>
            </a:r>
            <a:r>
              <a:rPr kumimoji="0" lang="zh-CN" altLang="en-US" sz="2800" dirty="0">
                <a:solidFill>
                  <a:schemeClr val="bg2"/>
                </a:solidFill>
                <a:latin typeface="宋体" panose="02010600030101010101" pitchFamily="2" charset="-122"/>
              </a:rPr>
              <a:t>用页号去查页表</a:t>
            </a:r>
            <a:r>
              <a:rPr kumimoji="0" lang="zh-CN" altLang="en-US" sz="2800" dirty="0" smtClean="0">
                <a:solidFill>
                  <a:schemeClr val="bg2"/>
                </a:solidFill>
                <a:latin typeface="宋体" panose="02010600030101010101" pitchFamily="2" charset="-122"/>
              </a:rPr>
              <a:t>，是否</a:t>
            </a:r>
            <a:r>
              <a:rPr kumimoji="0" lang="zh-CN" altLang="en-US" sz="2800" dirty="0">
                <a:solidFill>
                  <a:schemeClr val="bg2"/>
                </a:solidFill>
                <a:latin typeface="宋体" panose="02010600030101010101" pitchFamily="2" charset="-122"/>
              </a:rPr>
              <a:t>在</a:t>
            </a:r>
            <a:r>
              <a:rPr kumimoji="0" lang="zh-CN" altLang="en-US" sz="2800" dirty="0" smtClean="0">
                <a:solidFill>
                  <a:schemeClr val="bg2"/>
                </a:solidFill>
                <a:latin typeface="宋体" panose="02010600030101010101" pitchFamily="2" charset="-122"/>
              </a:rPr>
              <a:t>内存</a:t>
            </a:r>
            <a:r>
              <a:rPr kumimoji="0" lang="en-US" altLang="zh-CN" sz="2800" dirty="0" smtClean="0">
                <a:solidFill>
                  <a:schemeClr val="bg2"/>
                </a:solidFill>
                <a:latin typeface="宋体" panose="02010600030101010101" pitchFamily="2" charset="-122"/>
              </a:rPr>
              <a:t>?</a:t>
            </a:r>
            <a:endParaRPr kumimoji="0" lang="zh-CN" altLang="en-US" sz="2800" dirty="0">
              <a:solidFill>
                <a:schemeClr val="bg2"/>
              </a:solidFill>
              <a:latin typeface="宋体" panose="02010600030101010101" pitchFamily="2" charset="-122"/>
            </a:endParaRPr>
          </a:p>
          <a:p>
            <a:pPr eaLnBrk="1" hangingPunct="1">
              <a:spcBef>
                <a:spcPct val="0"/>
              </a:spcBef>
              <a:buClrTx/>
              <a:buSzTx/>
              <a:buFontTx/>
              <a:buNone/>
            </a:pPr>
            <a:r>
              <a:rPr kumimoji="0" lang="en-US" altLang="zh-CN" sz="2800" dirty="0">
                <a:solidFill>
                  <a:schemeClr val="bg2"/>
                </a:solidFill>
                <a:latin typeface="宋体" panose="02010600030101010101" pitchFamily="2" charset="-122"/>
              </a:rPr>
              <a:t>(2</a:t>
            </a:r>
            <a:r>
              <a:rPr kumimoji="0" lang="en-US" altLang="zh-CN" sz="2800" dirty="0" smtClean="0">
                <a:solidFill>
                  <a:schemeClr val="bg2"/>
                </a:solidFill>
                <a:latin typeface="宋体" panose="02010600030101010101" pitchFamily="2" charset="-122"/>
              </a:rPr>
              <a:t>)</a:t>
            </a:r>
            <a:r>
              <a:rPr lang="zh-CN" altLang="en-US" sz="2800" dirty="0" smtClean="0">
                <a:solidFill>
                  <a:schemeClr val="bg2"/>
                </a:solidFill>
                <a:latin typeface="宋体" panose="02010600030101010101" pitchFamily="2" charset="-122"/>
              </a:rPr>
              <a:t>驻留</a:t>
            </a:r>
            <a:r>
              <a:rPr lang="zh-CN" altLang="en-US" sz="2800" dirty="0">
                <a:solidFill>
                  <a:schemeClr val="bg2"/>
                </a:solidFill>
                <a:latin typeface="宋体" panose="02010600030101010101" pitchFamily="2" charset="-122"/>
              </a:rPr>
              <a:t>位</a:t>
            </a:r>
            <a:r>
              <a:rPr kumimoji="0" lang="zh-CN" altLang="en-US" sz="2800" dirty="0">
                <a:solidFill>
                  <a:schemeClr val="bg2"/>
                </a:solidFill>
                <a:latin typeface="宋体" panose="02010600030101010101" pitchFamily="2" charset="-122"/>
              </a:rPr>
              <a:t>为“</a:t>
            </a:r>
            <a:r>
              <a:rPr kumimoji="0" lang="en-US" altLang="zh-CN" sz="2800" dirty="0">
                <a:solidFill>
                  <a:schemeClr val="bg2"/>
                </a:solidFill>
                <a:latin typeface="宋体" panose="02010600030101010101" pitchFamily="2" charset="-122"/>
              </a:rPr>
              <a:t>0</a:t>
            </a:r>
            <a:r>
              <a:rPr kumimoji="0" lang="en-US" altLang="zh-CN" sz="2800" dirty="0" smtClean="0">
                <a:solidFill>
                  <a:schemeClr val="bg2"/>
                </a:solidFill>
                <a:latin typeface="宋体" panose="02010600030101010101" pitchFamily="2" charset="-122"/>
              </a:rPr>
              <a:t>”: </a:t>
            </a:r>
            <a:r>
              <a:rPr kumimoji="0" lang="zh-CN" altLang="en-US" sz="2800" dirty="0" smtClean="0">
                <a:solidFill>
                  <a:schemeClr val="bg2"/>
                </a:solidFill>
                <a:latin typeface="宋体" panose="02010600030101010101" pitchFamily="2" charset="-122"/>
              </a:rPr>
              <a:t>产生</a:t>
            </a:r>
            <a:r>
              <a:rPr kumimoji="0" lang="zh-CN" altLang="en-US" sz="2800" dirty="0">
                <a:solidFill>
                  <a:schemeClr val="bg2"/>
                </a:solidFill>
                <a:latin typeface="宋体" panose="02010600030101010101" pitchFamily="2" charset="-122"/>
              </a:rPr>
              <a:t>缺页中断。</a:t>
            </a:r>
          </a:p>
          <a:p>
            <a:pPr eaLnBrk="1" hangingPunct="1">
              <a:spcBef>
                <a:spcPct val="0"/>
              </a:spcBef>
              <a:buClrTx/>
              <a:buSzTx/>
              <a:buFontTx/>
              <a:buNone/>
            </a:pPr>
            <a:r>
              <a:rPr kumimoji="0" lang="en-US" altLang="zh-CN" sz="2800" dirty="0">
                <a:solidFill>
                  <a:schemeClr val="bg2"/>
                </a:solidFill>
                <a:latin typeface="宋体" panose="02010600030101010101" pitchFamily="2" charset="-122"/>
              </a:rPr>
              <a:t>(3</a:t>
            </a:r>
            <a:r>
              <a:rPr kumimoji="0" lang="en-US" altLang="zh-CN" sz="2800" dirty="0" smtClean="0">
                <a:solidFill>
                  <a:schemeClr val="bg2"/>
                </a:solidFill>
                <a:latin typeface="宋体" panose="02010600030101010101" pitchFamily="2" charset="-122"/>
              </a:rPr>
              <a:t>)</a:t>
            </a:r>
            <a:r>
              <a:rPr kumimoji="0" lang="zh-CN" altLang="en-US" sz="2800" dirty="0" smtClean="0">
                <a:solidFill>
                  <a:schemeClr val="bg2"/>
                </a:solidFill>
                <a:latin typeface="宋体" panose="02010600030101010101" pitchFamily="2" charset="-122"/>
              </a:rPr>
              <a:t>查</a:t>
            </a:r>
            <a:r>
              <a:rPr kumimoji="0" lang="zh-CN" altLang="en-US" sz="2800" dirty="0">
                <a:solidFill>
                  <a:schemeClr val="bg2"/>
                </a:solidFill>
                <a:latin typeface="宋体" panose="02010600030101010101" pitchFamily="2" charset="-122"/>
              </a:rPr>
              <a:t>存储页面表，找空闲</a:t>
            </a:r>
            <a:r>
              <a:rPr kumimoji="0" lang="zh-CN" altLang="en-US" sz="2800" dirty="0" smtClean="0">
                <a:solidFill>
                  <a:schemeClr val="bg2"/>
                </a:solidFill>
                <a:latin typeface="宋体" panose="02010600030101010101" pitchFamily="2" charset="-122"/>
              </a:rPr>
              <a:t>块（块号</a:t>
            </a:r>
            <a:r>
              <a:rPr kumimoji="0" lang="en-US" altLang="zh-CN" sz="2800" dirty="0" smtClean="0">
                <a:solidFill>
                  <a:schemeClr val="bg2"/>
                </a:solidFill>
                <a:latin typeface="宋体" panose="02010600030101010101" pitchFamily="2" charset="-122"/>
              </a:rPr>
              <a:t>7</a:t>
            </a:r>
            <a:r>
              <a:rPr kumimoji="0" lang="zh-CN" altLang="en-US" sz="2800" dirty="0" smtClean="0">
                <a:solidFill>
                  <a:schemeClr val="bg2"/>
                </a:solidFill>
                <a:latin typeface="宋体" panose="02010600030101010101" pitchFamily="2" charset="-122"/>
              </a:rPr>
              <a:t>）</a:t>
            </a:r>
            <a:r>
              <a:rPr kumimoji="0" lang="zh-CN" altLang="en-US" sz="2800" dirty="0">
                <a:solidFill>
                  <a:schemeClr val="bg2"/>
                </a:solidFill>
                <a:latin typeface="宋体" panose="02010600030101010101" pitchFamily="2" charset="-122"/>
              </a:rPr>
              <a:t>。</a:t>
            </a:r>
            <a:endParaRPr kumimoji="0" lang="en-US" altLang="zh-CN" sz="2800" dirty="0" smtClean="0">
              <a:solidFill>
                <a:schemeClr val="bg2"/>
              </a:solidFill>
              <a:latin typeface="宋体" panose="02010600030101010101" pitchFamily="2" charset="-122"/>
            </a:endParaRPr>
          </a:p>
          <a:p>
            <a:pPr eaLnBrk="1" hangingPunct="1">
              <a:spcBef>
                <a:spcPct val="0"/>
              </a:spcBef>
              <a:buClrTx/>
              <a:buSzTx/>
              <a:buFontTx/>
              <a:buNone/>
            </a:pPr>
            <a:r>
              <a:rPr kumimoji="0" lang="zh-CN" altLang="en-US" sz="2800" dirty="0" smtClean="0">
                <a:solidFill>
                  <a:schemeClr val="bg2"/>
                </a:solidFill>
                <a:latin typeface="宋体" panose="02010600030101010101" pitchFamily="2" charset="-122"/>
              </a:rPr>
              <a:t>   根据</a:t>
            </a:r>
            <a:r>
              <a:rPr kumimoji="0" lang="zh-CN" altLang="en-US" sz="2800" dirty="0">
                <a:solidFill>
                  <a:schemeClr val="bg2"/>
                </a:solidFill>
                <a:latin typeface="宋体" panose="02010600030101010101" pitchFamily="2" charset="-122"/>
              </a:rPr>
              <a:t>页在辅存的位置，启动磁盘读信息。 </a:t>
            </a:r>
          </a:p>
          <a:p>
            <a:pPr eaLnBrk="1" hangingPunct="1">
              <a:spcBef>
                <a:spcPct val="0"/>
              </a:spcBef>
              <a:buClrTx/>
              <a:buSzTx/>
              <a:buFontTx/>
              <a:buNone/>
            </a:pPr>
            <a:r>
              <a:rPr kumimoji="0" lang="en-US" altLang="zh-CN" sz="2800" dirty="0">
                <a:solidFill>
                  <a:schemeClr val="bg2"/>
                </a:solidFill>
                <a:latin typeface="宋体" panose="02010600030101010101" pitchFamily="2" charset="-122"/>
              </a:rPr>
              <a:t>(4)</a:t>
            </a:r>
            <a:r>
              <a:rPr kumimoji="0" lang="zh-CN" altLang="en-US" sz="2800" dirty="0" smtClean="0">
                <a:solidFill>
                  <a:schemeClr val="bg2"/>
                </a:solidFill>
                <a:latin typeface="宋体" panose="02010600030101010101" pitchFamily="2" charset="-122"/>
              </a:rPr>
              <a:t>把逻辑页装入</a:t>
            </a:r>
            <a:r>
              <a:rPr kumimoji="0" lang="zh-CN" altLang="en-US" sz="2800" dirty="0">
                <a:solidFill>
                  <a:schemeClr val="bg2"/>
                </a:solidFill>
                <a:latin typeface="宋体" panose="02010600030101010101" pitchFamily="2" charset="-122"/>
              </a:rPr>
              <a:t>到分配的内存块中。</a:t>
            </a:r>
          </a:p>
          <a:p>
            <a:pPr eaLnBrk="1" hangingPunct="1">
              <a:spcBef>
                <a:spcPct val="0"/>
              </a:spcBef>
              <a:buClrTx/>
              <a:buSzTx/>
              <a:buFontTx/>
              <a:buNone/>
            </a:pPr>
            <a:r>
              <a:rPr kumimoji="0" lang="en-US" altLang="zh-CN" sz="2800" dirty="0">
                <a:solidFill>
                  <a:schemeClr val="bg2"/>
                </a:solidFill>
                <a:latin typeface="宋体" panose="02010600030101010101" pitchFamily="2" charset="-122"/>
              </a:rPr>
              <a:t>(5)</a:t>
            </a:r>
            <a:r>
              <a:rPr kumimoji="0" lang="zh-CN" altLang="en-US" sz="2800" dirty="0">
                <a:solidFill>
                  <a:schemeClr val="bg2"/>
                </a:solidFill>
                <a:latin typeface="宋体" panose="02010600030101010101" pitchFamily="2" charset="-122"/>
              </a:rPr>
              <a:t>修改页表、存储页面表中相应的表目。 </a:t>
            </a:r>
          </a:p>
          <a:p>
            <a:pPr eaLnBrk="1" hangingPunct="1">
              <a:spcBef>
                <a:spcPct val="0"/>
              </a:spcBef>
              <a:buClrTx/>
              <a:buSzTx/>
              <a:buFontTx/>
              <a:buNone/>
            </a:pPr>
            <a:r>
              <a:rPr kumimoji="0" lang="en-US" altLang="zh-CN" sz="2800" dirty="0">
                <a:solidFill>
                  <a:schemeClr val="bg2"/>
                </a:solidFill>
                <a:latin typeface="宋体" panose="02010600030101010101" pitchFamily="2" charset="-122"/>
              </a:rPr>
              <a:t>(6)</a:t>
            </a:r>
            <a:r>
              <a:rPr kumimoji="0" lang="zh-CN" altLang="en-US" sz="2800" dirty="0">
                <a:solidFill>
                  <a:schemeClr val="bg2"/>
                </a:solidFill>
                <a:latin typeface="宋体" panose="02010600030101010101" pitchFamily="2" charset="-122"/>
              </a:rPr>
              <a:t>返回原指令重新执行。</a:t>
            </a:r>
          </a:p>
        </p:txBody>
      </p:sp>
      <p:sp>
        <p:nvSpPr>
          <p:cNvPr id="717923" name="Text Box 99">
            <a:extLst>
              <a:ext uri="{FF2B5EF4-FFF2-40B4-BE49-F238E27FC236}">
                <a16:creationId xmlns:a16="http://schemas.microsoft.com/office/drawing/2014/main" id="{8D6BEE7E-B2BE-4B7A-A60C-B32C4973E648}"/>
              </a:ext>
            </a:extLst>
          </p:cNvPr>
          <p:cNvSpPr txBox="1">
            <a:spLocks noChangeArrowheads="1"/>
          </p:cNvSpPr>
          <p:nvPr/>
        </p:nvSpPr>
        <p:spPr bwMode="auto">
          <a:xfrm>
            <a:off x="3024664" y="1292513"/>
            <a:ext cx="414337" cy="366713"/>
          </a:xfrm>
          <a:prstGeom prst="rect">
            <a:avLst/>
          </a:prstGeom>
          <a:noFill/>
          <a:ln w="28575" algn="ctr">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800" dirty="0">
                <a:solidFill>
                  <a:schemeClr val="bg2"/>
                </a:solidFill>
                <a:latin typeface="Arial" panose="020B0604020202020204" pitchFamily="34" charset="0"/>
              </a:rPr>
              <a:t>①</a:t>
            </a:r>
          </a:p>
        </p:txBody>
      </p:sp>
      <p:sp>
        <p:nvSpPr>
          <p:cNvPr id="717924" name="Text Box 100">
            <a:extLst>
              <a:ext uri="{FF2B5EF4-FFF2-40B4-BE49-F238E27FC236}">
                <a16:creationId xmlns:a16="http://schemas.microsoft.com/office/drawing/2014/main" id="{33BBAE83-A1FC-4870-BD99-DC623D9977A4}"/>
              </a:ext>
            </a:extLst>
          </p:cNvPr>
          <p:cNvSpPr txBox="1">
            <a:spLocks noChangeArrowheads="1"/>
          </p:cNvSpPr>
          <p:nvPr/>
        </p:nvSpPr>
        <p:spPr bwMode="auto">
          <a:xfrm>
            <a:off x="4781550" y="1701800"/>
            <a:ext cx="414338" cy="366713"/>
          </a:xfrm>
          <a:prstGeom prst="rect">
            <a:avLst/>
          </a:prstGeom>
          <a:noFill/>
          <a:ln w="28575" algn="ctr">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800">
                <a:solidFill>
                  <a:schemeClr val="bg2"/>
                </a:solidFill>
                <a:latin typeface="Arial" panose="020B0604020202020204" pitchFamily="34" charset="0"/>
              </a:rPr>
              <a:t>②</a:t>
            </a:r>
          </a:p>
        </p:txBody>
      </p:sp>
      <p:sp>
        <p:nvSpPr>
          <p:cNvPr id="717925" name="Text Box 101">
            <a:extLst>
              <a:ext uri="{FF2B5EF4-FFF2-40B4-BE49-F238E27FC236}">
                <a16:creationId xmlns:a16="http://schemas.microsoft.com/office/drawing/2014/main" id="{D34CDE81-DFFD-4642-BD7A-85F793A25D56}"/>
              </a:ext>
            </a:extLst>
          </p:cNvPr>
          <p:cNvSpPr txBox="1">
            <a:spLocks noChangeArrowheads="1"/>
          </p:cNvSpPr>
          <p:nvPr/>
        </p:nvSpPr>
        <p:spPr bwMode="auto">
          <a:xfrm>
            <a:off x="6294438" y="1270000"/>
            <a:ext cx="414337" cy="366713"/>
          </a:xfrm>
          <a:prstGeom prst="rect">
            <a:avLst/>
          </a:prstGeom>
          <a:noFill/>
          <a:ln w="28575" algn="ctr">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800">
                <a:solidFill>
                  <a:schemeClr val="bg2"/>
                </a:solidFill>
                <a:latin typeface="Arial" panose="020B0604020202020204" pitchFamily="34" charset="0"/>
              </a:rPr>
              <a:t>③</a:t>
            </a:r>
          </a:p>
        </p:txBody>
      </p:sp>
      <p:sp>
        <p:nvSpPr>
          <p:cNvPr id="717926" name="Text Box 102">
            <a:extLst>
              <a:ext uri="{FF2B5EF4-FFF2-40B4-BE49-F238E27FC236}">
                <a16:creationId xmlns:a16="http://schemas.microsoft.com/office/drawing/2014/main" id="{C8D731FC-04BE-45B2-ABB6-BB40C0784CA9}"/>
              </a:ext>
            </a:extLst>
          </p:cNvPr>
          <p:cNvSpPr txBox="1">
            <a:spLocks noChangeArrowheads="1"/>
          </p:cNvSpPr>
          <p:nvPr/>
        </p:nvSpPr>
        <p:spPr bwMode="auto">
          <a:xfrm>
            <a:off x="6653213" y="2854325"/>
            <a:ext cx="414337" cy="366713"/>
          </a:xfrm>
          <a:prstGeom prst="rect">
            <a:avLst/>
          </a:prstGeom>
          <a:noFill/>
          <a:ln w="28575" algn="ctr">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800" dirty="0">
                <a:solidFill>
                  <a:schemeClr val="bg2"/>
                </a:solidFill>
                <a:latin typeface="Arial" panose="020B0604020202020204" pitchFamily="34" charset="0"/>
              </a:rPr>
              <a:t>④</a:t>
            </a:r>
          </a:p>
        </p:txBody>
      </p:sp>
      <p:sp>
        <p:nvSpPr>
          <p:cNvPr id="717927" name="Text Box 103">
            <a:extLst>
              <a:ext uri="{FF2B5EF4-FFF2-40B4-BE49-F238E27FC236}">
                <a16:creationId xmlns:a16="http://schemas.microsoft.com/office/drawing/2014/main" id="{E9652ABA-C43C-4C40-BA7D-2F54C2C47C63}"/>
              </a:ext>
            </a:extLst>
          </p:cNvPr>
          <p:cNvSpPr txBox="1">
            <a:spLocks noChangeArrowheads="1"/>
          </p:cNvSpPr>
          <p:nvPr/>
        </p:nvSpPr>
        <p:spPr bwMode="auto">
          <a:xfrm>
            <a:off x="4637088" y="2566988"/>
            <a:ext cx="414337" cy="366712"/>
          </a:xfrm>
          <a:prstGeom prst="rect">
            <a:avLst/>
          </a:prstGeom>
          <a:noFill/>
          <a:ln w="28575" algn="ctr">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800">
                <a:solidFill>
                  <a:schemeClr val="bg2"/>
                </a:solidFill>
                <a:latin typeface="Arial" panose="020B0604020202020204" pitchFamily="34" charset="0"/>
              </a:rPr>
              <a:t>⑤</a:t>
            </a:r>
          </a:p>
        </p:txBody>
      </p:sp>
      <p:sp>
        <p:nvSpPr>
          <p:cNvPr id="717928" name="Text Box 104">
            <a:extLst>
              <a:ext uri="{FF2B5EF4-FFF2-40B4-BE49-F238E27FC236}">
                <a16:creationId xmlns:a16="http://schemas.microsoft.com/office/drawing/2014/main" id="{67603EE4-5C92-4F9D-92C9-FB58AAA40426}"/>
              </a:ext>
            </a:extLst>
          </p:cNvPr>
          <p:cNvSpPr txBox="1">
            <a:spLocks noChangeArrowheads="1"/>
          </p:cNvSpPr>
          <p:nvPr/>
        </p:nvSpPr>
        <p:spPr bwMode="auto">
          <a:xfrm>
            <a:off x="3413125" y="2925763"/>
            <a:ext cx="414338" cy="366712"/>
          </a:xfrm>
          <a:prstGeom prst="rect">
            <a:avLst/>
          </a:prstGeom>
          <a:noFill/>
          <a:ln w="28575" algn="ctr">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800">
                <a:solidFill>
                  <a:schemeClr val="bg2"/>
                </a:solidFill>
                <a:latin typeface="Arial" panose="020B0604020202020204" pitchFamily="34" charset="0"/>
              </a:rPr>
              <a:t>⑥</a:t>
            </a:r>
          </a:p>
        </p:txBody>
      </p:sp>
      <p:sp>
        <p:nvSpPr>
          <p:cNvPr id="717936" name="Oval 112">
            <a:extLst>
              <a:ext uri="{FF2B5EF4-FFF2-40B4-BE49-F238E27FC236}">
                <a16:creationId xmlns:a16="http://schemas.microsoft.com/office/drawing/2014/main" id="{4CD6E963-B860-45B3-A5AB-6CA280E76F95}"/>
              </a:ext>
            </a:extLst>
          </p:cNvPr>
          <p:cNvSpPr>
            <a:spLocks noChangeArrowheads="1"/>
          </p:cNvSpPr>
          <p:nvPr/>
        </p:nvSpPr>
        <p:spPr bwMode="auto">
          <a:xfrm>
            <a:off x="4015799" y="2266155"/>
            <a:ext cx="358775" cy="287337"/>
          </a:xfrm>
          <a:prstGeom prst="ellipse">
            <a:avLst/>
          </a:prstGeom>
          <a:noFill/>
          <a:ln w="28575" cap="sq">
            <a:solidFill>
              <a:srgbClr val="C00000"/>
            </a:solidFill>
            <a:round/>
            <a:headEnd type="none" w="sm" len="sm"/>
            <a:tailEnd type="none" w="sm" len="sm"/>
          </a:ln>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717938" name="Line 114">
            <a:extLst>
              <a:ext uri="{FF2B5EF4-FFF2-40B4-BE49-F238E27FC236}">
                <a16:creationId xmlns:a16="http://schemas.microsoft.com/office/drawing/2014/main" id="{D5632928-F098-4FFB-9A0A-8C34281F759F}"/>
              </a:ext>
            </a:extLst>
          </p:cNvPr>
          <p:cNvSpPr>
            <a:spLocks noChangeShapeType="1"/>
          </p:cNvSpPr>
          <p:nvPr/>
        </p:nvSpPr>
        <p:spPr bwMode="auto">
          <a:xfrm>
            <a:off x="2359025" y="1862499"/>
            <a:ext cx="863600" cy="0"/>
          </a:xfrm>
          <a:prstGeom prst="line">
            <a:avLst/>
          </a:prstGeom>
          <a:noFill/>
          <a:ln w="57150">
            <a:solidFill>
              <a:srgbClr val="FF00FF"/>
            </a:solidFill>
            <a:round/>
            <a:headEnd type="triangle" w="med" len="med"/>
            <a:tailEnd type="none" w="med" len="med"/>
          </a:ln>
          <a:extLst>
            <a:ext uri="{909E8E84-426E-40DD-AFC4-6F175D3DCCD1}">
              <a14:hiddenFill xmlns:a14="http://schemas.microsoft.com/office/drawing/2010/main">
                <a:noFill/>
              </a14:hiddenFill>
            </a:ext>
          </a:extLst>
        </p:spPr>
        <p:txBody>
          <a:bodyPr wrap="none"/>
          <a:lstStyle/>
          <a:p>
            <a:endParaRPr lang="zh-CN" altLang="en-US">
              <a:solidFill>
                <a:schemeClr val="bg2"/>
              </a:solidFill>
            </a:endParaRPr>
          </a:p>
        </p:txBody>
      </p:sp>
      <p:sp>
        <p:nvSpPr>
          <p:cNvPr id="717939" name="Line 115">
            <a:extLst>
              <a:ext uri="{FF2B5EF4-FFF2-40B4-BE49-F238E27FC236}">
                <a16:creationId xmlns:a16="http://schemas.microsoft.com/office/drawing/2014/main" id="{83183366-BD0A-40F3-B9C9-54A8F6E12571}"/>
              </a:ext>
            </a:extLst>
          </p:cNvPr>
          <p:cNvSpPr>
            <a:spLocks noChangeShapeType="1"/>
          </p:cNvSpPr>
          <p:nvPr/>
        </p:nvSpPr>
        <p:spPr bwMode="auto">
          <a:xfrm>
            <a:off x="3197225" y="1846263"/>
            <a:ext cx="0" cy="1441450"/>
          </a:xfrm>
          <a:prstGeom prst="line">
            <a:avLst/>
          </a:prstGeom>
          <a:noFill/>
          <a:ln w="57150">
            <a:solidFill>
              <a:srgbClr val="FF00FF"/>
            </a:solidFill>
            <a:round/>
            <a:headEnd/>
            <a:tailEnd/>
          </a:ln>
          <a:extLst>
            <a:ext uri="{909E8E84-426E-40DD-AFC4-6F175D3DCCD1}">
              <a14:hiddenFill xmlns:a14="http://schemas.microsoft.com/office/drawing/2010/main">
                <a:noFill/>
              </a14:hiddenFill>
            </a:ext>
          </a:extLst>
        </p:spPr>
        <p:txBody>
          <a:bodyPr wrap="none"/>
          <a:lstStyle/>
          <a:p>
            <a:endParaRPr lang="zh-CN" altLang="en-US">
              <a:ln>
                <a:solidFill>
                  <a:srgbClr val="FF00FF"/>
                </a:solidFill>
              </a:ln>
              <a:solidFill>
                <a:schemeClr val="bg2"/>
              </a:solidFill>
            </a:endParaRPr>
          </a:p>
        </p:txBody>
      </p:sp>
      <p:sp>
        <p:nvSpPr>
          <p:cNvPr id="717940" name="Line 116">
            <a:extLst>
              <a:ext uri="{FF2B5EF4-FFF2-40B4-BE49-F238E27FC236}">
                <a16:creationId xmlns:a16="http://schemas.microsoft.com/office/drawing/2014/main" id="{C0BD6435-B5F8-40ED-BA5E-1BF738D42FCB}"/>
              </a:ext>
            </a:extLst>
          </p:cNvPr>
          <p:cNvSpPr>
            <a:spLocks noChangeShapeType="1"/>
          </p:cNvSpPr>
          <p:nvPr/>
        </p:nvSpPr>
        <p:spPr bwMode="auto">
          <a:xfrm flipH="1">
            <a:off x="3197225" y="3286125"/>
            <a:ext cx="2016125" cy="0"/>
          </a:xfrm>
          <a:prstGeom prst="line">
            <a:avLst/>
          </a:prstGeom>
          <a:noFill/>
          <a:ln w="57150">
            <a:solidFill>
              <a:srgbClr val="FF00FF"/>
            </a:solidFill>
            <a:round/>
            <a:headEnd/>
            <a:tailEnd/>
          </a:ln>
          <a:extLst>
            <a:ext uri="{909E8E84-426E-40DD-AFC4-6F175D3DCCD1}">
              <a14:hiddenFill xmlns:a14="http://schemas.microsoft.com/office/drawing/2010/main">
                <a:noFill/>
              </a14:hiddenFill>
            </a:ext>
          </a:extLst>
        </p:spPr>
        <p:txBody>
          <a:bodyPr wrap="none"/>
          <a:lstStyle/>
          <a:p>
            <a:endParaRPr lang="zh-CN" altLang="en-US">
              <a:solidFill>
                <a:schemeClr val="bg2"/>
              </a:solidFill>
            </a:endParaRPr>
          </a:p>
        </p:txBody>
      </p:sp>
      <p:grpSp>
        <p:nvGrpSpPr>
          <p:cNvPr id="6" name="Group 119">
            <a:extLst>
              <a:ext uri="{FF2B5EF4-FFF2-40B4-BE49-F238E27FC236}">
                <a16:creationId xmlns:a16="http://schemas.microsoft.com/office/drawing/2014/main" id="{FE17B5F0-BA6B-40EE-B281-1E3B412AFE02}"/>
              </a:ext>
            </a:extLst>
          </p:cNvPr>
          <p:cNvGrpSpPr>
            <a:grpSpLocks/>
          </p:cNvGrpSpPr>
          <p:nvPr/>
        </p:nvGrpSpPr>
        <p:grpSpPr bwMode="auto">
          <a:xfrm>
            <a:off x="4637088" y="1271588"/>
            <a:ext cx="720725" cy="1150937"/>
            <a:chOff x="2925" y="664"/>
            <a:chExt cx="454" cy="725"/>
          </a:xfrm>
        </p:grpSpPr>
        <p:sp>
          <p:nvSpPr>
            <p:cNvPr id="34900" name="Line 120">
              <a:extLst>
                <a:ext uri="{FF2B5EF4-FFF2-40B4-BE49-F238E27FC236}">
                  <a16:creationId xmlns:a16="http://schemas.microsoft.com/office/drawing/2014/main" id="{F936F7F5-BCCA-4723-828B-A80B06B9AECE}"/>
                </a:ext>
              </a:extLst>
            </p:cNvPr>
            <p:cNvSpPr>
              <a:spLocks noChangeShapeType="1"/>
            </p:cNvSpPr>
            <p:nvPr/>
          </p:nvSpPr>
          <p:spPr bwMode="auto">
            <a:xfrm>
              <a:off x="2925" y="1389"/>
              <a:ext cx="317" cy="0"/>
            </a:xfrm>
            <a:prstGeom prst="line">
              <a:avLst/>
            </a:prstGeom>
            <a:noFill/>
            <a:ln w="57150">
              <a:solidFill>
                <a:srgbClr val="FF00FF"/>
              </a:solidFill>
              <a:round/>
              <a:headEnd/>
              <a:tailEnd/>
            </a:ln>
            <a:extLst>
              <a:ext uri="{909E8E84-426E-40DD-AFC4-6F175D3DCCD1}">
                <a14:hiddenFill xmlns:a14="http://schemas.microsoft.com/office/drawing/2010/main">
                  <a:noFill/>
                </a14:hiddenFill>
              </a:ext>
            </a:extLst>
          </p:spPr>
          <p:txBody>
            <a:bodyPr wrap="none"/>
            <a:lstStyle/>
            <a:p>
              <a:endParaRPr lang="zh-CN" altLang="en-US">
                <a:solidFill>
                  <a:schemeClr val="bg2"/>
                </a:solidFill>
              </a:endParaRPr>
            </a:p>
          </p:txBody>
        </p:sp>
        <p:sp>
          <p:nvSpPr>
            <p:cNvPr id="34901" name="Line 121">
              <a:extLst>
                <a:ext uri="{FF2B5EF4-FFF2-40B4-BE49-F238E27FC236}">
                  <a16:creationId xmlns:a16="http://schemas.microsoft.com/office/drawing/2014/main" id="{4A3FC8B8-E728-4FEE-AB10-219EE18CB176}"/>
                </a:ext>
              </a:extLst>
            </p:cNvPr>
            <p:cNvSpPr>
              <a:spLocks noChangeShapeType="1"/>
            </p:cNvSpPr>
            <p:nvPr/>
          </p:nvSpPr>
          <p:spPr bwMode="auto">
            <a:xfrm flipV="1">
              <a:off x="3243" y="664"/>
              <a:ext cx="0" cy="725"/>
            </a:xfrm>
            <a:prstGeom prst="line">
              <a:avLst/>
            </a:prstGeom>
            <a:noFill/>
            <a:ln w="57150">
              <a:solidFill>
                <a:srgbClr val="FF00FF"/>
              </a:solidFill>
              <a:round/>
              <a:headEnd/>
              <a:tailEnd/>
            </a:ln>
            <a:extLst>
              <a:ext uri="{909E8E84-426E-40DD-AFC4-6F175D3DCCD1}">
                <a14:hiddenFill xmlns:a14="http://schemas.microsoft.com/office/drawing/2010/main">
                  <a:noFill/>
                </a14:hiddenFill>
              </a:ext>
            </a:extLst>
          </p:spPr>
          <p:txBody>
            <a:bodyPr wrap="none"/>
            <a:lstStyle/>
            <a:p>
              <a:endParaRPr lang="zh-CN" altLang="en-US">
                <a:solidFill>
                  <a:schemeClr val="bg2"/>
                </a:solidFill>
              </a:endParaRPr>
            </a:p>
          </p:txBody>
        </p:sp>
        <p:sp>
          <p:nvSpPr>
            <p:cNvPr id="34902" name="Line 122">
              <a:extLst>
                <a:ext uri="{FF2B5EF4-FFF2-40B4-BE49-F238E27FC236}">
                  <a16:creationId xmlns:a16="http://schemas.microsoft.com/office/drawing/2014/main" id="{97BC8063-11A0-4908-904F-5497D4CA12A6}"/>
                </a:ext>
              </a:extLst>
            </p:cNvPr>
            <p:cNvSpPr>
              <a:spLocks noChangeShapeType="1"/>
            </p:cNvSpPr>
            <p:nvPr/>
          </p:nvSpPr>
          <p:spPr bwMode="auto">
            <a:xfrm>
              <a:off x="3243" y="664"/>
              <a:ext cx="136" cy="0"/>
            </a:xfrm>
            <a:prstGeom prst="line">
              <a:avLst/>
            </a:prstGeom>
            <a:noFill/>
            <a:ln w="57150">
              <a:solidFill>
                <a:srgbClr val="FF00FF"/>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solidFill>
                  <a:schemeClr val="bg2"/>
                </a:solidFill>
              </a:endParaRPr>
            </a:p>
          </p:txBody>
        </p:sp>
      </p:grpSp>
      <p:sp>
        <p:nvSpPr>
          <p:cNvPr id="717948" name="Line 124">
            <a:extLst>
              <a:ext uri="{FF2B5EF4-FFF2-40B4-BE49-F238E27FC236}">
                <a16:creationId xmlns:a16="http://schemas.microsoft.com/office/drawing/2014/main" id="{F9CB16C2-9517-48B2-96E6-C65C6347141A}"/>
              </a:ext>
            </a:extLst>
          </p:cNvPr>
          <p:cNvSpPr>
            <a:spLocks noChangeShapeType="1"/>
          </p:cNvSpPr>
          <p:nvPr/>
        </p:nvSpPr>
        <p:spPr bwMode="auto">
          <a:xfrm flipH="1">
            <a:off x="5226195" y="1408906"/>
            <a:ext cx="0" cy="1871662"/>
          </a:xfrm>
          <a:prstGeom prst="line">
            <a:avLst/>
          </a:prstGeom>
          <a:noFill/>
          <a:ln w="57150" cap="sq">
            <a:solidFill>
              <a:srgbClr val="FF00FF"/>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solidFill>
                <a:schemeClr val="bg2"/>
              </a:solidFill>
            </a:endParaRPr>
          </a:p>
        </p:txBody>
      </p:sp>
      <p:sp>
        <p:nvSpPr>
          <p:cNvPr id="717950" name="Line 126">
            <a:extLst>
              <a:ext uri="{FF2B5EF4-FFF2-40B4-BE49-F238E27FC236}">
                <a16:creationId xmlns:a16="http://schemas.microsoft.com/office/drawing/2014/main" id="{D3E0DBFE-A5D8-4705-A52A-BB57726B92C8}"/>
              </a:ext>
            </a:extLst>
          </p:cNvPr>
          <p:cNvSpPr>
            <a:spLocks noChangeShapeType="1"/>
          </p:cNvSpPr>
          <p:nvPr/>
        </p:nvSpPr>
        <p:spPr bwMode="auto">
          <a:xfrm>
            <a:off x="5213350" y="1414463"/>
            <a:ext cx="215900" cy="0"/>
          </a:xfrm>
          <a:prstGeom prst="line">
            <a:avLst/>
          </a:prstGeom>
          <a:noFill/>
          <a:ln w="57150" cap="sq">
            <a:solidFill>
              <a:srgbClr val="FF00FF"/>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solidFill>
                <a:schemeClr val="bg2"/>
              </a:solidFill>
            </a:endParaRPr>
          </a:p>
        </p:txBody>
      </p:sp>
      <p:grpSp>
        <p:nvGrpSpPr>
          <p:cNvPr id="7" name="Group 128">
            <a:extLst>
              <a:ext uri="{FF2B5EF4-FFF2-40B4-BE49-F238E27FC236}">
                <a16:creationId xmlns:a16="http://schemas.microsoft.com/office/drawing/2014/main" id="{BE330A2E-414A-4EE6-9A35-79B9F646126B}"/>
              </a:ext>
            </a:extLst>
          </p:cNvPr>
          <p:cNvGrpSpPr>
            <a:grpSpLocks/>
          </p:cNvGrpSpPr>
          <p:nvPr/>
        </p:nvGrpSpPr>
        <p:grpSpPr bwMode="auto">
          <a:xfrm>
            <a:off x="3628231" y="2276475"/>
            <a:ext cx="1079500" cy="287337"/>
            <a:chOff x="4422" y="2341"/>
            <a:chExt cx="680" cy="181"/>
          </a:xfrm>
          <a:solidFill>
            <a:srgbClr val="99FF99"/>
          </a:solidFill>
        </p:grpSpPr>
        <p:sp>
          <p:nvSpPr>
            <p:cNvPr id="34894" name="Rectangle 5">
              <a:extLst>
                <a:ext uri="{FF2B5EF4-FFF2-40B4-BE49-F238E27FC236}">
                  <a16:creationId xmlns:a16="http://schemas.microsoft.com/office/drawing/2014/main" id="{76EA3471-084F-4263-AB7D-DA11A04B0C83}"/>
                </a:ext>
              </a:extLst>
            </p:cNvPr>
            <p:cNvSpPr>
              <a:spLocks noChangeArrowheads="1"/>
            </p:cNvSpPr>
            <p:nvPr/>
          </p:nvSpPr>
          <p:spPr bwMode="auto">
            <a:xfrm>
              <a:off x="4422" y="2341"/>
              <a:ext cx="226" cy="181"/>
            </a:xfrm>
            <a:prstGeom prst="rect">
              <a:avLst/>
            </a:prstGeom>
            <a:grpFill/>
            <a:ln w="28575" algn="ctr">
              <a:no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34895" name="Text Box 6">
              <a:extLst>
                <a:ext uri="{FF2B5EF4-FFF2-40B4-BE49-F238E27FC236}">
                  <a16:creationId xmlns:a16="http://schemas.microsoft.com/office/drawing/2014/main" id="{1545A489-7C51-431A-8576-3EE58D5CE935}"/>
                </a:ext>
              </a:extLst>
            </p:cNvPr>
            <p:cNvSpPr txBox="1">
              <a:spLocks noChangeArrowheads="1"/>
            </p:cNvSpPr>
            <p:nvPr/>
          </p:nvSpPr>
          <p:spPr bwMode="auto">
            <a:xfrm>
              <a:off x="4422" y="2341"/>
              <a:ext cx="169" cy="173"/>
            </a:xfrm>
            <a:prstGeom prst="rect">
              <a:avLst/>
            </a:prstGeom>
            <a:grpFill/>
            <a:ln w="28575" algn="ctr">
              <a:noFill/>
              <a:miter lim="800000"/>
              <a:headEnd/>
              <a:tailEnd/>
            </a:ln>
          </p:spPr>
          <p:txBody>
            <a:bodyPr wrap="squar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200" dirty="0">
                  <a:solidFill>
                    <a:schemeClr val="bg2"/>
                  </a:solidFill>
                  <a:latin typeface="Arial" panose="020B0604020202020204" pitchFamily="34" charset="0"/>
                </a:rPr>
                <a:t>2</a:t>
              </a:r>
            </a:p>
          </p:txBody>
        </p:sp>
        <p:sp>
          <p:nvSpPr>
            <p:cNvPr id="34896" name="Rectangle 7">
              <a:extLst>
                <a:ext uri="{FF2B5EF4-FFF2-40B4-BE49-F238E27FC236}">
                  <a16:creationId xmlns:a16="http://schemas.microsoft.com/office/drawing/2014/main" id="{C8AF35F4-F2C1-43D5-BB06-312AE181BF73}"/>
                </a:ext>
              </a:extLst>
            </p:cNvPr>
            <p:cNvSpPr>
              <a:spLocks noChangeArrowheads="1"/>
            </p:cNvSpPr>
            <p:nvPr/>
          </p:nvSpPr>
          <p:spPr bwMode="auto">
            <a:xfrm>
              <a:off x="4649" y="2341"/>
              <a:ext cx="226" cy="181"/>
            </a:xfrm>
            <a:prstGeom prst="rect">
              <a:avLst/>
            </a:prstGeom>
            <a:grpFill/>
            <a:ln w="28575" algn="ctr">
              <a:no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34897" name="Text Box 8">
              <a:extLst>
                <a:ext uri="{FF2B5EF4-FFF2-40B4-BE49-F238E27FC236}">
                  <a16:creationId xmlns:a16="http://schemas.microsoft.com/office/drawing/2014/main" id="{86C02285-0CD8-4A6D-907F-46BF1D957265}"/>
                </a:ext>
              </a:extLst>
            </p:cNvPr>
            <p:cNvSpPr txBox="1">
              <a:spLocks noChangeArrowheads="1"/>
            </p:cNvSpPr>
            <p:nvPr/>
          </p:nvSpPr>
          <p:spPr bwMode="auto">
            <a:xfrm>
              <a:off x="4649" y="2341"/>
              <a:ext cx="169" cy="173"/>
            </a:xfrm>
            <a:prstGeom prst="rect">
              <a:avLst/>
            </a:prstGeom>
            <a:grpFill/>
            <a:ln w="28575" algn="ctr">
              <a:noFill/>
              <a:miter lim="800000"/>
              <a:headEnd/>
              <a:tailEnd/>
            </a:ln>
          </p:spPr>
          <p:txBody>
            <a:bodyPr wrap="squar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200" dirty="0">
                  <a:solidFill>
                    <a:schemeClr val="bg2"/>
                  </a:solidFill>
                  <a:latin typeface="Arial" panose="020B0604020202020204" pitchFamily="34" charset="0"/>
                </a:rPr>
                <a:t>1</a:t>
              </a:r>
            </a:p>
          </p:txBody>
        </p:sp>
        <p:sp>
          <p:nvSpPr>
            <p:cNvPr id="34898" name="Rectangle 9">
              <a:extLst>
                <a:ext uri="{FF2B5EF4-FFF2-40B4-BE49-F238E27FC236}">
                  <a16:creationId xmlns:a16="http://schemas.microsoft.com/office/drawing/2014/main" id="{BE319957-7002-42C9-A664-FB8093E61EF5}"/>
                </a:ext>
              </a:extLst>
            </p:cNvPr>
            <p:cNvSpPr>
              <a:spLocks noChangeArrowheads="1"/>
            </p:cNvSpPr>
            <p:nvPr/>
          </p:nvSpPr>
          <p:spPr bwMode="auto">
            <a:xfrm>
              <a:off x="4876" y="2341"/>
              <a:ext cx="226" cy="181"/>
            </a:xfrm>
            <a:prstGeom prst="rect">
              <a:avLst/>
            </a:prstGeom>
            <a:grpFill/>
            <a:ln w="28575" algn="ctr">
              <a:noFill/>
              <a:miter lim="800000"/>
              <a:headEnd/>
              <a:tailEnd/>
            </a:ln>
          </p:spPr>
          <p:txBody>
            <a:bodyPr wrap="none" anchor="ct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sp>
          <p:nvSpPr>
            <p:cNvPr id="34899" name="Text Box 10">
              <a:extLst>
                <a:ext uri="{FF2B5EF4-FFF2-40B4-BE49-F238E27FC236}">
                  <a16:creationId xmlns:a16="http://schemas.microsoft.com/office/drawing/2014/main" id="{03088854-93A8-4D44-864F-0C91D6D5976B}"/>
                </a:ext>
              </a:extLst>
            </p:cNvPr>
            <p:cNvSpPr txBox="1">
              <a:spLocks noChangeArrowheads="1"/>
            </p:cNvSpPr>
            <p:nvPr/>
          </p:nvSpPr>
          <p:spPr bwMode="auto">
            <a:xfrm>
              <a:off x="4921" y="2341"/>
              <a:ext cx="169" cy="173"/>
            </a:xfrm>
            <a:prstGeom prst="rect">
              <a:avLst/>
            </a:prstGeom>
            <a:grpFill/>
            <a:ln w="28575" algn="ctr">
              <a:noFill/>
              <a:miter lim="800000"/>
              <a:headEnd/>
              <a:tailEnd/>
            </a:ln>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sz="1200">
                  <a:solidFill>
                    <a:schemeClr val="bg2"/>
                  </a:solidFill>
                  <a:latin typeface="Arial" panose="020B0604020202020204" pitchFamily="34" charset="0"/>
                </a:rPr>
                <a:t>7</a:t>
              </a:r>
            </a:p>
          </p:txBody>
        </p:sp>
      </p:grpSp>
      <p:sp>
        <p:nvSpPr>
          <p:cNvPr id="98" name="矩形 97">
            <a:extLst>
              <a:ext uri="{FF2B5EF4-FFF2-40B4-BE49-F238E27FC236}">
                <a16:creationId xmlns:a16="http://schemas.microsoft.com/office/drawing/2014/main" id="{C9F04E38-EB84-4C0C-97B5-E00EEFAFCD4E}"/>
              </a:ext>
            </a:extLst>
          </p:cNvPr>
          <p:cNvSpPr/>
          <p:nvPr/>
        </p:nvSpPr>
        <p:spPr>
          <a:xfrm>
            <a:off x="1818481" y="0"/>
            <a:ext cx="5352748" cy="715581"/>
          </a:xfrm>
          <a:prstGeom prst="rect">
            <a:avLst/>
          </a:prstGeom>
        </p:spPr>
        <p:txBody>
          <a:bodyPr wrap="none">
            <a:spAutoFit/>
          </a:bodyPr>
          <a:lstStyle/>
          <a:p>
            <a:pPr marL="342900" lvl="1" indent="-342900" algn="ctr" eaLnBrk="1" hangingPunct="1">
              <a:lnSpc>
                <a:spcPct val="110000"/>
              </a:lnSpc>
              <a:buClr>
                <a:schemeClr val="tx2"/>
              </a:buClr>
              <a:buSzPct val="75000"/>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缺页中断处理过程示例</a:t>
            </a:r>
          </a:p>
        </p:txBody>
      </p:sp>
      <p:sp>
        <p:nvSpPr>
          <p:cNvPr id="96" name="Text Box 68">
            <a:extLst>
              <a:ext uri="{FF2B5EF4-FFF2-40B4-BE49-F238E27FC236}">
                <a16:creationId xmlns:a16="http://schemas.microsoft.com/office/drawing/2014/main" id="{55574B06-3372-4592-999F-8E71C33EF7F6}"/>
              </a:ext>
            </a:extLst>
          </p:cNvPr>
          <p:cNvSpPr txBox="1">
            <a:spLocks noChangeArrowheads="1"/>
          </p:cNvSpPr>
          <p:nvPr/>
        </p:nvSpPr>
        <p:spPr bwMode="auto">
          <a:xfrm>
            <a:off x="5382000" y="2736000"/>
            <a:ext cx="892800" cy="266400"/>
          </a:xfrm>
          <a:prstGeom prst="rect">
            <a:avLst/>
          </a:prstGeom>
          <a:solidFill>
            <a:srgbClr val="FFC000"/>
          </a:solidFill>
          <a:ln w="28575" algn="ctr">
            <a:noFill/>
            <a:miter lim="800000"/>
            <a:headEnd/>
            <a:tailEnd/>
          </a:ln>
          <a:extLst/>
        </p:spPr>
        <p:txBody>
          <a:bodyPr wrap="squar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kumimoji="0" lang="zh-CN" altLang="en-US" sz="1200" dirty="0" smtClean="0">
                <a:solidFill>
                  <a:schemeClr val="bg2"/>
                </a:solidFill>
                <a:latin typeface="Arial" panose="020B0604020202020204" pitchFamily="34" charset="0"/>
              </a:rPr>
              <a:t>第</a:t>
            </a:r>
            <a:r>
              <a:rPr kumimoji="0" lang="en-US" altLang="zh-CN" sz="1200" dirty="0" smtClean="0">
                <a:solidFill>
                  <a:schemeClr val="bg2"/>
                </a:solidFill>
                <a:latin typeface="Arial" panose="020B0604020202020204" pitchFamily="34" charset="0"/>
              </a:rPr>
              <a:t>2</a:t>
            </a:r>
            <a:r>
              <a:rPr kumimoji="0" lang="zh-CN" altLang="en-US" sz="1200" dirty="0" smtClean="0">
                <a:solidFill>
                  <a:schemeClr val="bg2"/>
                </a:solidFill>
                <a:latin typeface="Arial" panose="020B0604020202020204" pitchFamily="34" charset="0"/>
              </a:rPr>
              <a:t>页</a:t>
            </a:r>
            <a:endParaRPr kumimoji="0" lang="zh-CN" altLang="en-US" sz="1200" dirty="0">
              <a:solidFill>
                <a:schemeClr val="bg2"/>
              </a:solidFill>
              <a:latin typeface="Arial" panose="020B0604020202020204" pitchFamily="34" charset="0"/>
            </a:endParaRPr>
          </a:p>
        </p:txBody>
      </p:sp>
      <p:sp>
        <p:nvSpPr>
          <p:cNvPr id="99" name="AutoShape 7">
            <a:hlinkClick r:id="rId2" action="ppaction://hlinksldjump" highlightClick="1"/>
            <a:extLst>
              <a:ext uri="{FF2B5EF4-FFF2-40B4-BE49-F238E27FC236}">
                <a16:creationId xmlns:a16="http://schemas.microsoft.com/office/drawing/2014/main" id="{C6EA639A-5EE7-4D1D-AA75-4B9CAB274E9D}"/>
              </a:ext>
            </a:extLst>
          </p:cNvPr>
          <p:cNvSpPr>
            <a:spLocks noChangeArrowheads="1"/>
          </p:cNvSpPr>
          <p:nvPr/>
        </p:nvSpPr>
        <p:spPr bwMode="auto">
          <a:xfrm>
            <a:off x="8763000" y="6477000"/>
            <a:ext cx="381000" cy="381000"/>
          </a:xfrm>
          <a:prstGeom prst="actionButtonHome">
            <a:avLst/>
          </a:prstGeom>
          <a:solidFill>
            <a:schemeClr val="tx1">
              <a:lumMod val="85000"/>
            </a:schemeClr>
          </a:solidFill>
          <a:ln w="12700" cap="sq">
            <a:noFill/>
            <a:miter lim="800000"/>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302717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17918">
                                            <p:txEl>
                                              <p:pRg st="0" end="0"/>
                                            </p:txEl>
                                          </p:spTgt>
                                        </p:tgtEl>
                                        <p:attrNameLst>
                                          <p:attrName>style.visibility</p:attrName>
                                        </p:attrNameLst>
                                      </p:cBhvr>
                                      <p:to>
                                        <p:strVal val="visible"/>
                                      </p:to>
                                    </p:set>
                                    <p:animEffect transition="in" filter="blinds(horizontal)">
                                      <p:cBhvr>
                                        <p:cTn id="7" dur="500"/>
                                        <p:tgtEl>
                                          <p:spTgt spid="71791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17923"/>
                                        </p:tgtEl>
                                        <p:attrNameLst>
                                          <p:attrName>style.visibility</p:attrName>
                                        </p:attrNameLst>
                                      </p:cBhvr>
                                      <p:to>
                                        <p:strVal val="visible"/>
                                      </p:to>
                                    </p:set>
                                    <p:anim calcmode="lin" valueType="num">
                                      <p:cBhvr additive="base">
                                        <p:cTn id="12" dur="3000" fill="hold"/>
                                        <p:tgtEl>
                                          <p:spTgt spid="717923"/>
                                        </p:tgtEl>
                                        <p:attrNameLst>
                                          <p:attrName>ppt_x</p:attrName>
                                        </p:attrNameLst>
                                      </p:cBhvr>
                                      <p:tavLst>
                                        <p:tav tm="0">
                                          <p:val>
                                            <p:strVal val="#ppt_x"/>
                                          </p:val>
                                        </p:tav>
                                        <p:tav tm="100000">
                                          <p:val>
                                            <p:strVal val="#ppt_x"/>
                                          </p:val>
                                        </p:tav>
                                      </p:tavLst>
                                    </p:anim>
                                    <p:anim calcmode="lin" valueType="num">
                                      <p:cBhvr additive="base">
                                        <p:cTn id="13" dur="3000" fill="hold"/>
                                        <p:tgtEl>
                                          <p:spTgt spid="717923"/>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0" presetClass="entr" presetSubtype="0"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wedge">
                                      <p:cBhvr>
                                        <p:cTn id="18" dur="2000"/>
                                        <p:tgtEl>
                                          <p:spTgt spid="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55" presetClass="entr" presetSubtype="0" fill="hold" grpId="0" nodeType="clickEffect">
                                  <p:stCondLst>
                                    <p:cond delay="0"/>
                                  </p:stCondLst>
                                  <p:childTnLst>
                                    <p:set>
                                      <p:cBhvr>
                                        <p:cTn id="22" dur="1" fill="hold">
                                          <p:stCondLst>
                                            <p:cond delay="0"/>
                                          </p:stCondLst>
                                        </p:cTn>
                                        <p:tgtEl>
                                          <p:spTgt spid="717936"/>
                                        </p:tgtEl>
                                        <p:attrNameLst>
                                          <p:attrName>style.visibility</p:attrName>
                                        </p:attrNameLst>
                                      </p:cBhvr>
                                      <p:to>
                                        <p:strVal val="visible"/>
                                      </p:to>
                                    </p:set>
                                    <p:anim calcmode="lin" valueType="num">
                                      <p:cBhvr>
                                        <p:cTn id="23" dur="1000" fill="hold"/>
                                        <p:tgtEl>
                                          <p:spTgt spid="717936"/>
                                        </p:tgtEl>
                                        <p:attrNameLst>
                                          <p:attrName>ppt_w</p:attrName>
                                        </p:attrNameLst>
                                      </p:cBhvr>
                                      <p:tavLst>
                                        <p:tav tm="0">
                                          <p:val>
                                            <p:strVal val="#ppt_w*0.70"/>
                                          </p:val>
                                        </p:tav>
                                        <p:tav tm="100000">
                                          <p:val>
                                            <p:strVal val="#ppt_w"/>
                                          </p:val>
                                        </p:tav>
                                      </p:tavLst>
                                    </p:anim>
                                    <p:anim calcmode="lin" valueType="num">
                                      <p:cBhvr>
                                        <p:cTn id="24" dur="1000" fill="hold"/>
                                        <p:tgtEl>
                                          <p:spTgt spid="717936"/>
                                        </p:tgtEl>
                                        <p:attrNameLst>
                                          <p:attrName>ppt_h</p:attrName>
                                        </p:attrNameLst>
                                      </p:cBhvr>
                                      <p:tavLst>
                                        <p:tav tm="0">
                                          <p:val>
                                            <p:strVal val="#ppt_h"/>
                                          </p:val>
                                        </p:tav>
                                        <p:tav tm="100000">
                                          <p:val>
                                            <p:strVal val="#ppt_h"/>
                                          </p:val>
                                        </p:tav>
                                      </p:tavLst>
                                    </p:anim>
                                    <p:animEffect transition="in" filter="fade">
                                      <p:cBhvr>
                                        <p:cTn id="25" dur="1000"/>
                                        <p:tgtEl>
                                          <p:spTgt spid="717936"/>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nodeType="clickEffect">
                                  <p:stCondLst>
                                    <p:cond delay="0"/>
                                  </p:stCondLst>
                                  <p:childTnLst>
                                    <p:set>
                                      <p:cBhvr>
                                        <p:cTn id="29" dur="1" fill="hold">
                                          <p:stCondLst>
                                            <p:cond delay="0"/>
                                          </p:stCondLst>
                                        </p:cTn>
                                        <p:tgtEl>
                                          <p:spTgt spid="717918">
                                            <p:txEl>
                                              <p:pRg st="1" end="1"/>
                                            </p:txEl>
                                          </p:spTgt>
                                        </p:tgtEl>
                                        <p:attrNameLst>
                                          <p:attrName>style.visibility</p:attrName>
                                        </p:attrNameLst>
                                      </p:cBhvr>
                                      <p:to>
                                        <p:strVal val="visible"/>
                                      </p:to>
                                    </p:set>
                                    <p:animEffect transition="in" filter="blinds(horizontal)">
                                      <p:cBhvr>
                                        <p:cTn id="30" dur="500"/>
                                        <p:tgtEl>
                                          <p:spTgt spid="717918">
                                            <p:txEl>
                                              <p:pRg st="1" end="1"/>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9" presetClass="entr" presetSubtype="0"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dissolve">
                                      <p:cBhvr>
                                        <p:cTn id="35" dur="500"/>
                                        <p:tgtEl>
                                          <p:spTgt spid="6"/>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717924"/>
                                        </p:tgtEl>
                                        <p:attrNameLst>
                                          <p:attrName>style.visibility</p:attrName>
                                        </p:attrNameLst>
                                      </p:cBhvr>
                                      <p:to>
                                        <p:strVal val="visible"/>
                                      </p:to>
                                    </p:set>
                                    <p:anim calcmode="lin" valueType="num">
                                      <p:cBhvr additive="base">
                                        <p:cTn id="40" dur="3000" fill="hold"/>
                                        <p:tgtEl>
                                          <p:spTgt spid="717924"/>
                                        </p:tgtEl>
                                        <p:attrNameLst>
                                          <p:attrName>ppt_x</p:attrName>
                                        </p:attrNameLst>
                                      </p:cBhvr>
                                      <p:tavLst>
                                        <p:tav tm="0">
                                          <p:val>
                                            <p:strVal val="#ppt_x"/>
                                          </p:val>
                                        </p:tav>
                                        <p:tav tm="100000">
                                          <p:val>
                                            <p:strVal val="#ppt_x"/>
                                          </p:val>
                                        </p:tav>
                                      </p:tavLst>
                                    </p:anim>
                                    <p:anim calcmode="lin" valueType="num">
                                      <p:cBhvr additive="base">
                                        <p:cTn id="41" dur="3000" fill="hold"/>
                                        <p:tgtEl>
                                          <p:spTgt spid="717924"/>
                                        </p:tgtEl>
                                        <p:attrNameLst>
                                          <p:attrName>ppt_y</p:attrName>
                                        </p:attrNameLst>
                                      </p:cBhvr>
                                      <p:tavLst>
                                        <p:tav tm="0">
                                          <p:val>
                                            <p:strVal val="1+#ppt_h/2"/>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3" presetClass="entr" presetSubtype="10" fill="hold" nodeType="clickEffect">
                                  <p:stCondLst>
                                    <p:cond delay="0"/>
                                  </p:stCondLst>
                                  <p:childTnLst>
                                    <p:set>
                                      <p:cBhvr>
                                        <p:cTn id="45" dur="1" fill="hold">
                                          <p:stCondLst>
                                            <p:cond delay="0"/>
                                          </p:stCondLst>
                                        </p:cTn>
                                        <p:tgtEl>
                                          <p:spTgt spid="717918">
                                            <p:txEl>
                                              <p:pRg st="2" end="2"/>
                                            </p:txEl>
                                          </p:spTgt>
                                        </p:tgtEl>
                                        <p:attrNameLst>
                                          <p:attrName>style.visibility</p:attrName>
                                        </p:attrNameLst>
                                      </p:cBhvr>
                                      <p:to>
                                        <p:strVal val="visible"/>
                                      </p:to>
                                    </p:set>
                                    <p:animEffect transition="in" filter="blinds(horizontal)">
                                      <p:cBhvr>
                                        <p:cTn id="46" dur="500"/>
                                        <p:tgtEl>
                                          <p:spTgt spid="717918">
                                            <p:txEl>
                                              <p:pRg st="2" end="2"/>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nodeType="clickEffect">
                                  <p:stCondLst>
                                    <p:cond delay="0"/>
                                  </p:stCondLst>
                                  <p:childTnLst>
                                    <p:set>
                                      <p:cBhvr>
                                        <p:cTn id="50" dur="1" fill="hold">
                                          <p:stCondLst>
                                            <p:cond delay="0"/>
                                          </p:stCondLst>
                                        </p:cTn>
                                        <p:tgtEl>
                                          <p:spTgt spid="717918">
                                            <p:txEl>
                                              <p:pRg st="3" end="3"/>
                                            </p:txEl>
                                          </p:spTgt>
                                        </p:tgtEl>
                                        <p:attrNameLst>
                                          <p:attrName>style.visibility</p:attrName>
                                        </p:attrNameLst>
                                      </p:cBhvr>
                                      <p:to>
                                        <p:strVal val="visible"/>
                                      </p:to>
                                    </p:set>
                                    <p:animEffect transition="in" filter="blinds(horizontal)">
                                      <p:cBhvr>
                                        <p:cTn id="51" dur="500"/>
                                        <p:tgtEl>
                                          <p:spTgt spid="717918">
                                            <p:txEl>
                                              <p:pRg st="3" end="3"/>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9" presetClass="entr" presetSubtype="0" fill="hold" grpId="0" nodeType="clickEffect">
                                  <p:stCondLst>
                                    <p:cond delay="0"/>
                                  </p:stCondLst>
                                  <p:childTnLst>
                                    <p:set>
                                      <p:cBhvr>
                                        <p:cTn id="55" dur="1" fill="hold">
                                          <p:stCondLst>
                                            <p:cond delay="0"/>
                                          </p:stCondLst>
                                        </p:cTn>
                                        <p:tgtEl>
                                          <p:spTgt spid="34862"/>
                                        </p:tgtEl>
                                        <p:attrNameLst>
                                          <p:attrName>style.visibility</p:attrName>
                                        </p:attrNameLst>
                                      </p:cBhvr>
                                      <p:to>
                                        <p:strVal val="visible"/>
                                      </p:to>
                                    </p:set>
                                    <p:animEffect transition="in" filter="dissolve">
                                      <p:cBhvr>
                                        <p:cTn id="56" dur="500"/>
                                        <p:tgtEl>
                                          <p:spTgt spid="34862"/>
                                        </p:tgtEl>
                                      </p:cBhvr>
                                    </p:animEffect>
                                  </p:childTnLst>
                                </p:cTn>
                              </p:par>
                            </p:childTnLst>
                          </p:cTn>
                        </p:par>
                      </p:childTnLst>
                    </p:cTn>
                  </p:par>
                  <p:par>
                    <p:cTn id="57" fill="hold">
                      <p:stCondLst>
                        <p:cond delay="indefinite"/>
                      </p:stCondLst>
                      <p:childTnLst>
                        <p:par>
                          <p:cTn id="58" fill="hold">
                            <p:stCondLst>
                              <p:cond delay="0"/>
                            </p:stCondLst>
                            <p:childTnLst>
                              <p:par>
                                <p:cTn id="59" presetID="20" presetClass="entr" presetSubtype="0" fill="hold" nodeType="clickEffect">
                                  <p:stCondLst>
                                    <p:cond delay="0"/>
                                  </p:stCondLst>
                                  <p:childTnLst>
                                    <p:set>
                                      <p:cBhvr>
                                        <p:cTn id="60" dur="1" fill="hold">
                                          <p:stCondLst>
                                            <p:cond delay="0"/>
                                          </p:stCondLst>
                                        </p:cTn>
                                        <p:tgtEl>
                                          <p:spTgt spid="4"/>
                                        </p:tgtEl>
                                        <p:attrNameLst>
                                          <p:attrName>style.visibility</p:attrName>
                                        </p:attrNameLst>
                                      </p:cBhvr>
                                      <p:to>
                                        <p:strVal val="visible"/>
                                      </p:to>
                                    </p:set>
                                    <p:animEffect transition="in" filter="wedge">
                                      <p:cBhvr>
                                        <p:cTn id="61" dur="2000"/>
                                        <p:tgtEl>
                                          <p:spTgt spid="4"/>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 presetClass="entr" presetSubtype="4" fill="hold" nodeType="clickEffect">
                                  <p:stCondLst>
                                    <p:cond delay="0"/>
                                  </p:stCondLst>
                                  <p:childTnLst>
                                    <p:set>
                                      <p:cBhvr>
                                        <p:cTn id="65" dur="1" fill="hold">
                                          <p:stCondLst>
                                            <p:cond delay="0"/>
                                          </p:stCondLst>
                                        </p:cTn>
                                        <p:tgtEl>
                                          <p:spTgt spid="717925"/>
                                        </p:tgtEl>
                                        <p:attrNameLst>
                                          <p:attrName>style.visibility</p:attrName>
                                        </p:attrNameLst>
                                      </p:cBhvr>
                                      <p:to>
                                        <p:strVal val="visible"/>
                                      </p:to>
                                    </p:set>
                                    <p:anim calcmode="lin" valueType="num">
                                      <p:cBhvr additive="base">
                                        <p:cTn id="66" dur="3000" fill="hold"/>
                                        <p:tgtEl>
                                          <p:spTgt spid="717925"/>
                                        </p:tgtEl>
                                        <p:attrNameLst>
                                          <p:attrName>ppt_x</p:attrName>
                                        </p:attrNameLst>
                                      </p:cBhvr>
                                      <p:tavLst>
                                        <p:tav tm="0">
                                          <p:val>
                                            <p:strVal val="#ppt_x"/>
                                          </p:val>
                                        </p:tav>
                                        <p:tav tm="100000">
                                          <p:val>
                                            <p:strVal val="#ppt_x"/>
                                          </p:val>
                                        </p:tav>
                                      </p:tavLst>
                                    </p:anim>
                                    <p:anim calcmode="lin" valueType="num">
                                      <p:cBhvr additive="base">
                                        <p:cTn id="67" dur="3000" fill="hold"/>
                                        <p:tgtEl>
                                          <p:spTgt spid="717925"/>
                                        </p:tgtEl>
                                        <p:attrNameLst>
                                          <p:attrName>ppt_y</p:attrName>
                                        </p:attrNameLst>
                                      </p:cBhvr>
                                      <p:tavLst>
                                        <p:tav tm="0">
                                          <p:val>
                                            <p:strVal val="1+#ppt_h/2"/>
                                          </p:val>
                                        </p:tav>
                                        <p:tav tm="100000">
                                          <p:val>
                                            <p:strVal val="#ppt_y"/>
                                          </p:val>
                                        </p:tav>
                                      </p:tavLst>
                                    </p:anim>
                                  </p:childTnLst>
                                </p:cTn>
                              </p:par>
                            </p:childTnLst>
                          </p:cTn>
                        </p:par>
                      </p:childTnLst>
                    </p:cTn>
                  </p:par>
                  <p:par>
                    <p:cTn id="68" fill="hold" nodeType="clickPar">
                      <p:stCondLst>
                        <p:cond delay="indefinite"/>
                      </p:stCondLst>
                      <p:childTnLst>
                        <p:par>
                          <p:cTn id="69" fill="hold" nodeType="withGroup">
                            <p:stCondLst>
                              <p:cond delay="0"/>
                            </p:stCondLst>
                            <p:childTnLst>
                              <p:par>
                                <p:cTn id="70" presetID="3" presetClass="entr" presetSubtype="10" fill="hold" nodeType="clickEffect">
                                  <p:stCondLst>
                                    <p:cond delay="0"/>
                                  </p:stCondLst>
                                  <p:childTnLst>
                                    <p:set>
                                      <p:cBhvr>
                                        <p:cTn id="71" dur="1" fill="hold">
                                          <p:stCondLst>
                                            <p:cond delay="0"/>
                                          </p:stCondLst>
                                        </p:cTn>
                                        <p:tgtEl>
                                          <p:spTgt spid="717918">
                                            <p:txEl>
                                              <p:pRg st="4" end="4"/>
                                            </p:txEl>
                                          </p:spTgt>
                                        </p:tgtEl>
                                        <p:attrNameLst>
                                          <p:attrName>style.visibility</p:attrName>
                                        </p:attrNameLst>
                                      </p:cBhvr>
                                      <p:to>
                                        <p:strVal val="visible"/>
                                      </p:to>
                                    </p:set>
                                    <p:animEffect transition="in" filter="blinds(horizontal)">
                                      <p:cBhvr>
                                        <p:cTn id="72" dur="500"/>
                                        <p:tgtEl>
                                          <p:spTgt spid="717918">
                                            <p:txEl>
                                              <p:pRg st="4" end="4"/>
                                            </p:txEl>
                                          </p:spTgt>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0" presetClass="entr" presetSubtype="0" fill="hold" nodeType="clickEffect">
                                  <p:stCondLst>
                                    <p:cond delay="0"/>
                                  </p:stCondLst>
                                  <p:childTnLst>
                                    <p:set>
                                      <p:cBhvr>
                                        <p:cTn id="76" dur="1" fill="hold">
                                          <p:stCondLst>
                                            <p:cond delay="0"/>
                                          </p:stCondLst>
                                        </p:cTn>
                                        <p:tgtEl>
                                          <p:spTgt spid="5"/>
                                        </p:tgtEl>
                                        <p:attrNameLst>
                                          <p:attrName>style.visibility</p:attrName>
                                        </p:attrNameLst>
                                      </p:cBhvr>
                                      <p:to>
                                        <p:strVal val="visible"/>
                                      </p:to>
                                    </p:set>
                                    <p:animEffect transition="in" filter="wedge">
                                      <p:cBhvr>
                                        <p:cTn id="77" dur="2000"/>
                                        <p:tgtEl>
                                          <p:spTgt spid="5"/>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 presetClass="entr" presetSubtype="4" fill="hold" grpId="0" nodeType="clickEffect">
                                  <p:stCondLst>
                                    <p:cond delay="0"/>
                                  </p:stCondLst>
                                  <p:childTnLst>
                                    <p:set>
                                      <p:cBhvr>
                                        <p:cTn id="81" dur="1" fill="hold">
                                          <p:stCondLst>
                                            <p:cond delay="0"/>
                                          </p:stCondLst>
                                        </p:cTn>
                                        <p:tgtEl>
                                          <p:spTgt spid="717926"/>
                                        </p:tgtEl>
                                        <p:attrNameLst>
                                          <p:attrName>style.visibility</p:attrName>
                                        </p:attrNameLst>
                                      </p:cBhvr>
                                      <p:to>
                                        <p:strVal val="visible"/>
                                      </p:to>
                                    </p:set>
                                    <p:anim calcmode="lin" valueType="num">
                                      <p:cBhvr additive="base">
                                        <p:cTn id="82" dur="3000" fill="hold"/>
                                        <p:tgtEl>
                                          <p:spTgt spid="717926"/>
                                        </p:tgtEl>
                                        <p:attrNameLst>
                                          <p:attrName>ppt_x</p:attrName>
                                        </p:attrNameLst>
                                      </p:cBhvr>
                                      <p:tavLst>
                                        <p:tav tm="0">
                                          <p:val>
                                            <p:strVal val="#ppt_x"/>
                                          </p:val>
                                        </p:tav>
                                        <p:tav tm="100000">
                                          <p:val>
                                            <p:strVal val="#ppt_x"/>
                                          </p:val>
                                        </p:tav>
                                      </p:tavLst>
                                    </p:anim>
                                    <p:anim calcmode="lin" valueType="num">
                                      <p:cBhvr additive="base">
                                        <p:cTn id="83" dur="3000" fill="hold"/>
                                        <p:tgtEl>
                                          <p:spTgt spid="717926"/>
                                        </p:tgtEl>
                                        <p:attrNameLst>
                                          <p:attrName>ppt_y</p:attrName>
                                        </p:attrNameLst>
                                      </p:cBhvr>
                                      <p:tavLst>
                                        <p:tav tm="0">
                                          <p:val>
                                            <p:strVal val="1+#ppt_h/2"/>
                                          </p:val>
                                        </p:tav>
                                        <p:tav tm="100000">
                                          <p:val>
                                            <p:strVal val="#ppt_y"/>
                                          </p:val>
                                        </p:tav>
                                      </p:tavLst>
                                    </p:anim>
                                  </p:childTnLst>
                                </p:cTn>
                              </p:par>
                            </p:childTnLst>
                          </p:cTn>
                        </p:par>
                      </p:childTnLst>
                    </p:cTn>
                  </p:par>
                  <p:par>
                    <p:cTn id="84" fill="hold" nodeType="clickPar">
                      <p:stCondLst>
                        <p:cond delay="indefinite"/>
                      </p:stCondLst>
                      <p:childTnLst>
                        <p:par>
                          <p:cTn id="85" fill="hold" nodeType="withGroup">
                            <p:stCondLst>
                              <p:cond delay="0"/>
                            </p:stCondLst>
                            <p:childTnLst>
                              <p:par>
                                <p:cTn id="86" presetID="9" presetClass="entr" presetSubtype="0" fill="hold" grpId="0" nodeType="clickEffect">
                                  <p:stCondLst>
                                    <p:cond delay="0"/>
                                  </p:stCondLst>
                                  <p:childTnLst>
                                    <p:set>
                                      <p:cBhvr>
                                        <p:cTn id="87" dur="1" fill="hold">
                                          <p:stCondLst>
                                            <p:cond delay="0"/>
                                          </p:stCondLst>
                                        </p:cTn>
                                        <p:tgtEl>
                                          <p:spTgt spid="96"/>
                                        </p:tgtEl>
                                        <p:attrNameLst>
                                          <p:attrName>style.visibility</p:attrName>
                                        </p:attrNameLst>
                                      </p:cBhvr>
                                      <p:to>
                                        <p:strVal val="visible"/>
                                      </p:to>
                                    </p:set>
                                    <p:animEffect transition="in" filter="dissolve">
                                      <p:cBhvr>
                                        <p:cTn id="88" dur="500"/>
                                        <p:tgtEl>
                                          <p:spTgt spid="96"/>
                                        </p:tgtEl>
                                      </p:cBhvr>
                                    </p:animEffect>
                                  </p:childTnLst>
                                </p:cTn>
                              </p:par>
                            </p:childTnLst>
                          </p:cTn>
                        </p:par>
                      </p:childTnLst>
                    </p:cTn>
                  </p:par>
                  <p:par>
                    <p:cTn id="89" fill="hold">
                      <p:stCondLst>
                        <p:cond delay="indefinite"/>
                      </p:stCondLst>
                      <p:childTnLst>
                        <p:par>
                          <p:cTn id="90" fill="hold">
                            <p:stCondLst>
                              <p:cond delay="0"/>
                            </p:stCondLst>
                            <p:childTnLst>
                              <p:par>
                                <p:cTn id="91" presetID="3" presetClass="entr" presetSubtype="10" fill="hold" nodeType="clickEffect">
                                  <p:stCondLst>
                                    <p:cond delay="0"/>
                                  </p:stCondLst>
                                  <p:childTnLst>
                                    <p:set>
                                      <p:cBhvr>
                                        <p:cTn id="92" dur="1" fill="hold">
                                          <p:stCondLst>
                                            <p:cond delay="0"/>
                                          </p:stCondLst>
                                        </p:cTn>
                                        <p:tgtEl>
                                          <p:spTgt spid="717918">
                                            <p:txEl>
                                              <p:pRg st="5" end="5"/>
                                            </p:txEl>
                                          </p:spTgt>
                                        </p:tgtEl>
                                        <p:attrNameLst>
                                          <p:attrName>style.visibility</p:attrName>
                                        </p:attrNameLst>
                                      </p:cBhvr>
                                      <p:to>
                                        <p:strVal val="visible"/>
                                      </p:to>
                                    </p:set>
                                    <p:animEffect transition="in" filter="blinds(horizontal)">
                                      <p:cBhvr>
                                        <p:cTn id="93" dur="500"/>
                                        <p:tgtEl>
                                          <p:spTgt spid="717918">
                                            <p:txEl>
                                              <p:pRg st="5" end="5"/>
                                            </p:txEl>
                                          </p:spTgt>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0" presetClass="entr" presetSubtype="0" fill="hold" nodeType="clickEffect">
                                  <p:stCondLst>
                                    <p:cond delay="0"/>
                                  </p:stCondLst>
                                  <p:childTnLst>
                                    <p:set>
                                      <p:cBhvr>
                                        <p:cTn id="97" dur="1" fill="hold">
                                          <p:stCondLst>
                                            <p:cond delay="0"/>
                                          </p:stCondLst>
                                        </p:cTn>
                                        <p:tgtEl>
                                          <p:spTgt spid="3"/>
                                        </p:tgtEl>
                                        <p:attrNameLst>
                                          <p:attrName>style.visibility</p:attrName>
                                        </p:attrNameLst>
                                      </p:cBhvr>
                                      <p:to>
                                        <p:strVal val="visible"/>
                                      </p:to>
                                    </p:set>
                                    <p:animEffect transition="in" filter="wedge">
                                      <p:cBhvr>
                                        <p:cTn id="98" dur="2000"/>
                                        <p:tgtEl>
                                          <p:spTgt spid="3"/>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717927"/>
                                        </p:tgtEl>
                                        <p:attrNameLst>
                                          <p:attrName>style.visibility</p:attrName>
                                        </p:attrNameLst>
                                      </p:cBhvr>
                                      <p:to>
                                        <p:strVal val="visible"/>
                                      </p:to>
                                    </p:set>
                                    <p:anim calcmode="lin" valueType="num">
                                      <p:cBhvr additive="base">
                                        <p:cTn id="103" dur="3000" fill="hold"/>
                                        <p:tgtEl>
                                          <p:spTgt spid="717927"/>
                                        </p:tgtEl>
                                        <p:attrNameLst>
                                          <p:attrName>ppt_x</p:attrName>
                                        </p:attrNameLst>
                                      </p:cBhvr>
                                      <p:tavLst>
                                        <p:tav tm="0">
                                          <p:val>
                                            <p:strVal val="#ppt_x"/>
                                          </p:val>
                                        </p:tav>
                                        <p:tav tm="100000">
                                          <p:val>
                                            <p:strVal val="#ppt_x"/>
                                          </p:val>
                                        </p:tav>
                                      </p:tavLst>
                                    </p:anim>
                                    <p:anim calcmode="lin" valueType="num">
                                      <p:cBhvr additive="base">
                                        <p:cTn id="104" dur="3000" fill="hold"/>
                                        <p:tgtEl>
                                          <p:spTgt spid="717927"/>
                                        </p:tgtEl>
                                        <p:attrNameLst>
                                          <p:attrName>ppt_y</p:attrName>
                                        </p:attrNameLst>
                                      </p:cBhvr>
                                      <p:tavLst>
                                        <p:tav tm="0">
                                          <p:val>
                                            <p:strVal val="1+#ppt_h/2"/>
                                          </p:val>
                                        </p:tav>
                                        <p:tav tm="100000">
                                          <p:val>
                                            <p:strVal val="#ppt_y"/>
                                          </p:val>
                                        </p:tav>
                                      </p:tavLst>
                                    </p:anim>
                                  </p:childTnLst>
                                </p:cTn>
                              </p:par>
                            </p:childTnLst>
                          </p:cTn>
                        </p:par>
                      </p:childTnLst>
                    </p:cTn>
                  </p:par>
                  <p:par>
                    <p:cTn id="105" fill="hold" nodeType="clickPar">
                      <p:stCondLst>
                        <p:cond delay="indefinite"/>
                      </p:stCondLst>
                      <p:childTnLst>
                        <p:par>
                          <p:cTn id="106" fill="hold" nodeType="withGroup">
                            <p:stCondLst>
                              <p:cond delay="0"/>
                            </p:stCondLst>
                            <p:childTnLst>
                              <p:par>
                                <p:cTn id="107" presetID="9" presetClass="entr" presetSubtype="0" fill="hold" nodeType="clickEffect">
                                  <p:stCondLst>
                                    <p:cond delay="0"/>
                                  </p:stCondLst>
                                  <p:childTnLst>
                                    <p:set>
                                      <p:cBhvr>
                                        <p:cTn id="108" dur="1" fill="hold">
                                          <p:stCondLst>
                                            <p:cond delay="0"/>
                                          </p:stCondLst>
                                        </p:cTn>
                                        <p:tgtEl>
                                          <p:spTgt spid="7"/>
                                        </p:tgtEl>
                                        <p:attrNameLst>
                                          <p:attrName>style.visibility</p:attrName>
                                        </p:attrNameLst>
                                      </p:cBhvr>
                                      <p:to>
                                        <p:strVal val="visible"/>
                                      </p:to>
                                    </p:set>
                                    <p:animEffect transition="in" filter="dissolve">
                                      <p:cBhvr>
                                        <p:cTn id="109" dur="500"/>
                                        <p:tgtEl>
                                          <p:spTgt spid="7"/>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3" presetClass="entr" presetSubtype="10" fill="hold" nodeType="clickEffect">
                                  <p:stCondLst>
                                    <p:cond delay="0"/>
                                  </p:stCondLst>
                                  <p:childTnLst>
                                    <p:set>
                                      <p:cBhvr>
                                        <p:cTn id="113" dur="1" fill="hold">
                                          <p:stCondLst>
                                            <p:cond delay="0"/>
                                          </p:stCondLst>
                                        </p:cTn>
                                        <p:tgtEl>
                                          <p:spTgt spid="717918">
                                            <p:txEl>
                                              <p:pRg st="6" end="6"/>
                                            </p:txEl>
                                          </p:spTgt>
                                        </p:tgtEl>
                                        <p:attrNameLst>
                                          <p:attrName>style.visibility</p:attrName>
                                        </p:attrNameLst>
                                      </p:cBhvr>
                                      <p:to>
                                        <p:strVal val="visible"/>
                                      </p:to>
                                    </p:set>
                                    <p:animEffect transition="in" filter="blinds(horizontal)">
                                      <p:cBhvr>
                                        <p:cTn id="114" dur="500"/>
                                        <p:tgtEl>
                                          <p:spTgt spid="717918">
                                            <p:txEl>
                                              <p:pRg st="6" end="6"/>
                                            </p:txEl>
                                          </p:spTgt>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10" presetClass="entr" presetSubtype="0" fill="hold" nodeType="clickEffect">
                                  <p:stCondLst>
                                    <p:cond delay="0"/>
                                  </p:stCondLst>
                                  <p:childTnLst>
                                    <p:set>
                                      <p:cBhvr>
                                        <p:cTn id="118" dur="1" fill="hold">
                                          <p:stCondLst>
                                            <p:cond delay="0"/>
                                          </p:stCondLst>
                                        </p:cTn>
                                        <p:tgtEl>
                                          <p:spTgt spid="717950"/>
                                        </p:tgtEl>
                                        <p:attrNameLst>
                                          <p:attrName>style.visibility</p:attrName>
                                        </p:attrNameLst>
                                      </p:cBhvr>
                                      <p:to>
                                        <p:strVal val="visible"/>
                                      </p:to>
                                    </p:set>
                                    <p:animEffect transition="in" filter="fade">
                                      <p:cBhvr>
                                        <p:cTn id="119" dur="2000"/>
                                        <p:tgtEl>
                                          <p:spTgt spid="717950"/>
                                        </p:tgtEl>
                                      </p:cBhvr>
                                    </p:animEffec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10" presetClass="entr" presetSubtype="0" fill="hold" nodeType="clickEffect">
                                  <p:stCondLst>
                                    <p:cond delay="0"/>
                                  </p:stCondLst>
                                  <p:childTnLst>
                                    <p:set>
                                      <p:cBhvr>
                                        <p:cTn id="123" dur="1" fill="hold">
                                          <p:stCondLst>
                                            <p:cond delay="0"/>
                                          </p:stCondLst>
                                        </p:cTn>
                                        <p:tgtEl>
                                          <p:spTgt spid="717948"/>
                                        </p:tgtEl>
                                        <p:attrNameLst>
                                          <p:attrName>style.visibility</p:attrName>
                                        </p:attrNameLst>
                                      </p:cBhvr>
                                      <p:to>
                                        <p:strVal val="visible"/>
                                      </p:to>
                                    </p:set>
                                    <p:animEffect transition="in" filter="fade">
                                      <p:cBhvr>
                                        <p:cTn id="124" dur="2000"/>
                                        <p:tgtEl>
                                          <p:spTgt spid="717948"/>
                                        </p:tgtEl>
                                      </p:cBhvr>
                                    </p:animEffec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10" presetClass="entr" presetSubtype="0" fill="hold" nodeType="clickEffect">
                                  <p:stCondLst>
                                    <p:cond delay="0"/>
                                  </p:stCondLst>
                                  <p:childTnLst>
                                    <p:set>
                                      <p:cBhvr>
                                        <p:cTn id="128" dur="1" fill="hold">
                                          <p:stCondLst>
                                            <p:cond delay="0"/>
                                          </p:stCondLst>
                                        </p:cTn>
                                        <p:tgtEl>
                                          <p:spTgt spid="717940"/>
                                        </p:tgtEl>
                                        <p:attrNameLst>
                                          <p:attrName>style.visibility</p:attrName>
                                        </p:attrNameLst>
                                      </p:cBhvr>
                                      <p:to>
                                        <p:strVal val="visible"/>
                                      </p:to>
                                    </p:set>
                                    <p:animEffect transition="in" filter="fade">
                                      <p:cBhvr>
                                        <p:cTn id="129" dur="2000"/>
                                        <p:tgtEl>
                                          <p:spTgt spid="717940"/>
                                        </p:tgtEl>
                                      </p:cBhvr>
                                    </p:animEffect>
                                  </p:childTnLst>
                                </p:cTn>
                              </p:par>
                            </p:childTnLst>
                          </p:cTn>
                        </p:par>
                      </p:childTnLst>
                    </p:cTn>
                  </p:par>
                  <p:par>
                    <p:cTn id="130" fill="hold" nodeType="clickPar">
                      <p:stCondLst>
                        <p:cond delay="indefinite"/>
                      </p:stCondLst>
                      <p:childTnLst>
                        <p:par>
                          <p:cTn id="131" fill="hold" nodeType="withGroup">
                            <p:stCondLst>
                              <p:cond delay="0"/>
                            </p:stCondLst>
                            <p:childTnLst>
                              <p:par>
                                <p:cTn id="132" presetID="10" presetClass="entr" presetSubtype="0" fill="hold" nodeType="clickEffect">
                                  <p:stCondLst>
                                    <p:cond delay="0"/>
                                  </p:stCondLst>
                                  <p:childTnLst>
                                    <p:set>
                                      <p:cBhvr>
                                        <p:cTn id="133" dur="1" fill="hold">
                                          <p:stCondLst>
                                            <p:cond delay="0"/>
                                          </p:stCondLst>
                                        </p:cTn>
                                        <p:tgtEl>
                                          <p:spTgt spid="717939"/>
                                        </p:tgtEl>
                                        <p:attrNameLst>
                                          <p:attrName>style.visibility</p:attrName>
                                        </p:attrNameLst>
                                      </p:cBhvr>
                                      <p:to>
                                        <p:strVal val="visible"/>
                                      </p:to>
                                    </p:set>
                                    <p:animEffect transition="in" filter="fade">
                                      <p:cBhvr>
                                        <p:cTn id="134" dur="2000"/>
                                        <p:tgtEl>
                                          <p:spTgt spid="717939"/>
                                        </p:tgtEl>
                                      </p:cBhvr>
                                    </p:animEffect>
                                  </p:childTnLst>
                                </p:cTn>
                              </p:par>
                            </p:childTnLst>
                          </p:cTn>
                        </p:par>
                      </p:childTnLst>
                    </p:cTn>
                  </p:par>
                  <p:par>
                    <p:cTn id="135" fill="hold" nodeType="clickPar">
                      <p:stCondLst>
                        <p:cond delay="indefinite"/>
                      </p:stCondLst>
                      <p:childTnLst>
                        <p:par>
                          <p:cTn id="136" fill="hold" nodeType="withGroup">
                            <p:stCondLst>
                              <p:cond delay="0"/>
                            </p:stCondLst>
                            <p:childTnLst>
                              <p:par>
                                <p:cTn id="137" presetID="10" presetClass="entr" presetSubtype="0" fill="hold" nodeType="clickEffect">
                                  <p:stCondLst>
                                    <p:cond delay="0"/>
                                  </p:stCondLst>
                                  <p:childTnLst>
                                    <p:set>
                                      <p:cBhvr>
                                        <p:cTn id="138" dur="1" fill="hold">
                                          <p:stCondLst>
                                            <p:cond delay="0"/>
                                          </p:stCondLst>
                                        </p:cTn>
                                        <p:tgtEl>
                                          <p:spTgt spid="717938"/>
                                        </p:tgtEl>
                                        <p:attrNameLst>
                                          <p:attrName>style.visibility</p:attrName>
                                        </p:attrNameLst>
                                      </p:cBhvr>
                                      <p:to>
                                        <p:strVal val="visible"/>
                                      </p:to>
                                    </p:set>
                                    <p:animEffect transition="in" filter="fade">
                                      <p:cBhvr>
                                        <p:cTn id="139" dur="2000"/>
                                        <p:tgtEl>
                                          <p:spTgt spid="717938"/>
                                        </p:tgtEl>
                                      </p:cBhvr>
                                    </p:animEffect>
                                  </p:childTnLst>
                                </p:cTn>
                              </p:par>
                            </p:childTnLst>
                          </p:cTn>
                        </p:par>
                      </p:childTnLst>
                    </p:cTn>
                  </p:par>
                  <p:par>
                    <p:cTn id="140" fill="hold" nodeType="clickPar">
                      <p:stCondLst>
                        <p:cond delay="indefinite"/>
                      </p:stCondLst>
                      <p:childTnLst>
                        <p:par>
                          <p:cTn id="141" fill="hold" nodeType="withGroup">
                            <p:stCondLst>
                              <p:cond delay="0"/>
                            </p:stCondLst>
                            <p:childTnLst>
                              <p:par>
                                <p:cTn id="142" presetID="2" presetClass="entr" presetSubtype="4" fill="hold" grpId="0" nodeType="clickEffect">
                                  <p:stCondLst>
                                    <p:cond delay="0"/>
                                  </p:stCondLst>
                                  <p:childTnLst>
                                    <p:set>
                                      <p:cBhvr>
                                        <p:cTn id="143" dur="1" fill="hold">
                                          <p:stCondLst>
                                            <p:cond delay="0"/>
                                          </p:stCondLst>
                                        </p:cTn>
                                        <p:tgtEl>
                                          <p:spTgt spid="717928"/>
                                        </p:tgtEl>
                                        <p:attrNameLst>
                                          <p:attrName>style.visibility</p:attrName>
                                        </p:attrNameLst>
                                      </p:cBhvr>
                                      <p:to>
                                        <p:strVal val="visible"/>
                                      </p:to>
                                    </p:set>
                                    <p:anim calcmode="lin" valueType="num">
                                      <p:cBhvr additive="base">
                                        <p:cTn id="144" dur="3000" fill="hold"/>
                                        <p:tgtEl>
                                          <p:spTgt spid="717928"/>
                                        </p:tgtEl>
                                        <p:attrNameLst>
                                          <p:attrName>ppt_x</p:attrName>
                                        </p:attrNameLst>
                                      </p:cBhvr>
                                      <p:tavLst>
                                        <p:tav tm="0">
                                          <p:val>
                                            <p:strVal val="#ppt_x"/>
                                          </p:val>
                                        </p:tav>
                                        <p:tav tm="100000">
                                          <p:val>
                                            <p:strVal val="#ppt_x"/>
                                          </p:val>
                                        </p:tav>
                                      </p:tavLst>
                                    </p:anim>
                                    <p:anim calcmode="lin" valueType="num">
                                      <p:cBhvr additive="base">
                                        <p:cTn id="145" dur="3000" fill="hold"/>
                                        <p:tgtEl>
                                          <p:spTgt spid="717928"/>
                                        </p:tgtEl>
                                        <p:attrNameLst>
                                          <p:attrName>ppt_y</p:attrName>
                                        </p:attrNameLst>
                                      </p:cBhvr>
                                      <p:tavLst>
                                        <p:tav tm="0">
                                          <p:val>
                                            <p:strVal val="1+#ppt_h/2"/>
                                          </p:val>
                                        </p:tav>
                                        <p:tav tm="100000">
                                          <p:val>
                                            <p:strVal val="#ppt_y"/>
                                          </p:val>
                                        </p:tav>
                                      </p:tavLst>
                                    </p:anim>
                                  </p:childTnLst>
                                </p:cTn>
                              </p:par>
                            </p:childTnLst>
                          </p:cTn>
                        </p:par>
                        <p:par>
                          <p:cTn id="146" fill="hold">
                            <p:stCondLst>
                              <p:cond delay="3000"/>
                            </p:stCondLst>
                            <p:childTnLst>
                              <p:par>
                                <p:cTn id="147" presetID="2" presetClass="entr" presetSubtype="8" fill="hold" grpId="0" nodeType="afterEffect">
                                  <p:stCondLst>
                                    <p:cond delay="0"/>
                                  </p:stCondLst>
                                  <p:childTnLst>
                                    <p:set>
                                      <p:cBhvr>
                                        <p:cTn id="148" dur="1" fill="hold">
                                          <p:stCondLst>
                                            <p:cond delay="0"/>
                                          </p:stCondLst>
                                        </p:cTn>
                                        <p:tgtEl>
                                          <p:spTgt spid="99"/>
                                        </p:tgtEl>
                                        <p:attrNameLst>
                                          <p:attrName>style.visibility</p:attrName>
                                        </p:attrNameLst>
                                      </p:cBhvr>
                                      <p:to>
                                        <p:strVal val="visible"/>
                                      </p:to>
                                    </p:set>
                                    <p:anim calcmode="lin" valueType="num">
                                      <p:cBhvr additive="base">
                                        <p:cTn id="149" dur="500" fill="hold"/>
                                        <p:tgtEl>
                                          <p:spTgt spid="99"/>
                                        </p:tgtEl>
                                        <p:attrNameLst>
                                          <p:attrName>ppt_x</p:attrName>
                                        </p:attrNameLst>
                                      </p:cBhvr>
                                      <p:tavLst>
                                        <p:tav tm="0">
                                          <p:val>
                                            <p:strVal val="0-#ppt_w/2"/>
                                          </p:val>
                                        </p:tav>
                                        <p:tav tm="100000">
                                          <p:val>
                                            <p:strVal val="#ppt_x"/>
                                          </p:val>
                                        </p:tav>
                                      </p:tavLst>
                                    </p:anim>
                                    <p:anim calcmode="lin" valueType="num">
                                      <p:cBhvr additive="base">
                                        <p:cTn id="150" dur="500" fill="hold"/>
                                        <p:tgtEl>
                                          <p:spTgt spid="9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62" grpId="0" animBg="1"/>
      <p:bldP spid="717923" grpId="0"/>
      <p:bldP spid="717924" grpId="0"/>
      <p:bldP spid="717926" grpId="0"/>
      <p:bldP spid="717927" grpId="0"/>
      <p:bldP spid="717928" grpId="0"/>
      <p:bldP spid="717936" grpId="0" animBg="1"/>
      <p:bldP spid="96" grpId="0" animBg="1"/>
      <p:bldP spid="9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99ABC3E-C758-4A44-A61E-D8CBA8B72E1E}"/>
              </a:ext>
            </a:extLst>
          </p:cNvPr>
          <p:cNvSpPr>
            <a:spLocks noGrp="1"/>
          </p:cNvSpPr>
          <p:nvPr>
            <p:ph type="dt" sz="half" idx="10"/>
          </p:nvPr>
        </p:nvSpPr>
        <p:spPr/>
        <p:txBody>
          <a:bodyPr/>
          <a:lstStyle/>
          <a:p>
            <a:pPr>
              <a:defRPr/>
            </a:pPr>
            <a:fld id="{0F3703A3-1889-4D5A-B002-82B1611E7DF6}" type="datetime1">
              <a:rPr lang="zh-CN" altLang="en-US" smtClean="0"/>
              <a:pPr>
                <a:defRPr/>
              </a:pPr>
              <a:t>2024/11/24</a:t>
            </a:fld>
            <a:endParaRPr lang="en-US" altLang="zh-CN"/>
          </a:p>
        </p:txBody>
      </p:sp>
      <p:sp>
        <p:nvSpPr>
          <p:cNvPr id="3" name="灯片编号占位符 2">
            <a:extLst>
              <a:ext uri="{FF2B5EF4-FFF2-40B4-BE49-F238E27FC236}">
                <a16:creationId xmlns:a16="http://schemas.microsoft.com/office/drawing/2014/main" id="{24A0D5D3-0ECB-4A9D-91FC-B2507D3140A3}"/>
              </a:ext>
            </a:extLst>
          </p:cNvPr>
          <p:cNvSpPr>
            <a:spLocks noGrp="1"/>
          </p:cNvSpPr>
          <p:nvPr>
            <p:ph type="sldNum" sz="quarter" idx="12"/>
          </p:nvPr>
        </p:nvSpPr>
        <p:spPr/>
        <p:txBody>
          <a:bodyPr/>
          <a:lstStyle/>
          <a:p>
            <a:pPr>
              <a:defRPr/>
            </a:pPr>
            <a:r>
              <a:rPr lang="zh-CN" altLang="en-US"/>
              <a:t>第 </a:t>
            </a:r>
            <a:fld id="{AA9BF305-28BD-41C0-8AA3-BF5601F9D25F}" type="slidenum">
              <a:rPr lang="zh-CN" altLang="en-US" smtClean="0"/>
              <a:pPr>
                <a:defRPr/>
              </a:pPr>
              <a:t>10</a:t>
            </a:fld>
            <a:r>
              <a:rPr lang="zh-CN" altLang="en-US"/>
              <a:t> 页</a:t>
            </a:r>
          </a:p>
        </p:txBody>
      </p:sp>
      <p:sp>
        <p:nvSpPr>
          <p:cNvPr id="4" name="矩形 3">
            <a:hlinkClick r:id="" action="ppaction://noaction"/>
            <a:extLst>
              <a:ext uri="{FF2B5EF4-FFF2-40B4-BE49-F238E27FC236}">
                <a16:creationId xmlns:a16="http://schemas.microsoft.com/office/drawing/2014/main" id="{D46DAD03-FAF9-45AC-A7A8-B74B5ED19173}"/>
              </a:ext>
            </a:extLst>
          </p:cNvPr>
          <p:cNvSpPr/>
          <p:nvPr/>
        </p:nvSpPr>
        <p:spPr>
          <a:xfrm>
            <a:off x="683568" y="10391"/>
            <a:ext cx="7776864" cy="1200329"/>
          </a:xfrm>
          <a:prstGeom prst="rect">
            <a:avLst/>
          </a:prstGeom>
        </p:spPr>
        <p:txBody>
          <a:bodyPr wrap="square">
            <a:spAutoFit/>
          </a:bodyPr>
          <a:lstStyle/>
          <a:p>
            <a:pPr marL="457200" indent="-457200" algn="ctr">
              <a:spcBef>
                <a:spcPts val="0"/>
              </a:spcBef>
              <a:buClr>
                <a:schemeClr val="folHlink"/>
              </a:buClr>
              <a:buSzPct val="75000"/>
              <a:defRPr/>
            </a:pPr>
            <a:r>
              <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rPr>
              <a:t>8.3  </a:t>
            </a:r>
            <a:r>
              <a:rPr lang="zh-CN" altLang="en-US" sz="4400" dirty="0">
                <a:solidFill>
                  <a:srgbClr val="C00000"/>
                </a:solidFill>
                <a:effectLst>
                  <a:outerShdw blurRad="38100" dist="38100" dir="2700000" algn="tl">
                    <a:srgbClr val="000000"/>
                  </a:outerShdw>
                </a:effectLst>
                <a:latin typeface="Times New Roman" pitchFamily="18" charset="0"/>
                <a:ea typeface="楷体_GB2312" pitchFamily="49" charset="-122"/>
              </a:rPr>
              <a:t>写时</a:t>
            </a:r>
            <a:r>
              <a:rPr lang="zh-CN" altLang="en-US" sz="4400" dirty="0" smtClean="0">
                <a:solidFill>
                  <a:srgbClr val="C00000"/>
                </a:solidFill>
                <a:effectLst>
                  <a:outerShdw blurRad="38100" dist="38100" dir="2700000" algn="tl">
                    <a:srgbClr val="000000"/>
                  </a:outerShdw>
                </a:effectLst>
                <a:latin typeface="Times New Roman" pitchFamily="18" charset="0"/>
                <a:ea typeface="楷体_GB2312" pitchFamily="49" charset="-122"/>
              </a:rPr>
              <a:t>复制</a:t>
            </a:r>
            <a:endParaRPr lang="en-US" altLang="zh-CN" sz="4400" dirty="0" smtClean="0">
              <a:solidFill>
                <a:srgbClr val="C00000"/>
              </a:solidFill>
              <a:effectLst>
                <a:outerShdw blurRad="38100" dist="38100" dir="2700000" algn="tl">
                  <a:srgbClr val="000000"/>
                </a:outerShdw>
              </a:effectLst>
              <a:latin typeface="Times New Roman" pitchFamily="18" charset="0"/>
              <a:ea typeface="楷体_GB2312" pitchFamily="49" charset="-122"/>
            </a:endParaRPr>
          </a:p>
          <a:p>
            <a:pPr marL="457200" indent="-457200" algn="ctr">
              <a:spcBef>
                <a:spcPts val="0"/>
              </a:spcBef>
              <a:buClr>
                <a:schemeClr val="folHlink"/>
              </a:buClr>
              <a:buSzPct val="75000"/>
              <a:defRPr/>
            </a:pPr>
            <a:r>
              <a:rPr lang="en-US" altLang="en-US" sz="2800" dirty="0" smtClean="0">
                <a:solidFill>
                  <a:srgbClr val="C00000"/>
                </a:solidFill>
                <a:effectLst>
                  <a:outerShdw blurRad="38100" dist="38100" dir="2700000" algn="tl">
                    <a:srgbClr val="000000"/>
                  </a:outerShdw>
                </a:effectLst>
                <a:latin typeface="Times New Roman" pitchFamily="18" charset="0"/>
                <a:ea typeface="楷体_GB2312" pitchFamily="49" charset="-122"/>
              </a:rPr>
              <a:t>(</a:t>
            </a:r>
            <a:r>
              <a:rPr lang="en-US" altLang="en-US" sz="2800" dirty="0">
                <a:solidFill>
                  <a:srgbClr val="C00000"/>
                </a:solidFill>
                <a:effectLst>
                  <a:outerShdw blurRad="38100" dist="38100" dir="2700000" algn="tl">
                    <a:srgbClr val="000000"/>
                  </a:outerShdw>
                </a:effectLst>
                <a:latin typeface="Times New Roman" pitchFamily="18" charset="0"/>
                <a:ea typeface="楷体_GB2312" pitchFamily="49" charset="-122"/>
              </a:rPr>
              <a:t>Copy-on-Write</a:t>
            </a:r>
            <a:r>
              <a:rPr lang="zh-CN" altLang="en-US" sz="2800" dirty="0">
                <a:solidFill>
                  <a:srgbClr val="C00000"/>
                </a:solidFill>
                <a:effectLst>
                  <a:outerShdw blurRad="38100" dist="38100" dir="2700000" algn="tl">
                    <a:srgbClr val="000000"/>
                  </a:outerShdw>
                </a:effectLst>
                <a:latin typeface="Times New Roman" pitchFamily="18" charset="0"/>
                <a:ea typeface="楷体_GB2312" pitchFamily="49" charset="-122"/>
              </a:rPr>
              <a:t>，</a:t>
            </a:r>
            <a:r>
              <a:rPr lang="en-US" altLang="en-US" sz="2800" dirty="0">
                <a:solidFill>
                  <a:srgbClr val="C00000"/>
                </a:solidFill>
                <a:effectLst>
                  <a:outerShdw blurRad="38100" dist="38100" dir="2700000" algn="tl">
                    <a:srgbClr val="000000"/>
                  </a:outerShdw>
                </a:effectLst>
                <a:latin typeface="Times New Roman" pitchFamily="18" charset="0"/>
                <a:ea typeface="楷体_GB2312" pitchFamily="49" charset="-122"/>
              </a:rPr>
              <a:t>COW) </a:t>
            </a:r>
            <a:endParaRPr lang="en-US" altLang="zh-CN" sz="28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5" name="文本框 4">
            <a:extLst>
              <a:ext uri="{FF2B5EF4-FFF2-40B4-BE49-F238E27FC236}">
                <a16:creationId xmlns:a16="http://schemas.microsoft.com/office/drawing/2014/main" id="{42AFA7B1-A6C1-4B60-9668-4415557F92C9}"/>
              </a:ext>
            </a:extLst>
          </p:cNvPr>
          <p:cNvSpPr txBox="1"/>
          <p:nvPr/>
        </p:nvSpPr>
        <p:spPr>
          <a:xfrm>
            <a:off x="12571" y="1430779"/>
            <a:ext cx="9242008" cy="4191917"/>
          </a:xfrm>
          <a:prstGeom prst="rect">
            <a:avLst/>
          </a:prstGeom>
          <a:noFill/>
        </p:spPr>
        <p:txBody>
          <a:bodyPr wrap="square" rtlCol="0">
            <a:spAutoFit/>
          </a:bodyPr>
          <a:lstStyle/>
          <a:p>
            <a:pPr marL="355600" lvl="2" indent="-355600" defTabSz="355600">
              <a:lnSpc>
                <a:spcPct val="90000"/>
              </a:lnSpc>
              <a:buClr>
                <a:schemeClr val="bg1"/>
              </a:buClr>
              <a:buSzPct val="80000"/>
              <a:buFont typeface="Wingdings" panose="05000000000000000000" pitchFamily="2" charset="2"/>
              <a:buChar char="n"/>
              <a:tabLst>
                <a:tab pos="3851275" algn="l"/>
              </a:tabLst>
              <a:defRPr/>
            </a:pPr>
            <a:r>
              <a:rPr lang="zh-CN" altLang="zh-CN" sz="3600" dirty="0" smtClean="0">
                <a:solidFill>
                  <a:schemeClr val="bg1"/>
                </a:solidFill>
                <a:effectLst>
                  <a:outerShdw blurRad="38100" dist="38100" dir="2700000" algn="tl">
                    <a:srgbClr val="000000"/>
                  </a:outerShdw>
                </a:effectLst>
                <a:latin typeface="+mj-lt"/>
                <a:ea typeface="楷体" panose="02010609060101010101" pitchFamily="49" charset="-122"/>
              </a:rPr>
              <a:t>传统</a:t>
            </a:r>
            <a:r>
              <a:rPr lang="en-US" altLang="zh-CN" sz="3600" dirty="0" smtClean="0">
                <a:solidFill>
                  <a:schemeClr val="bg1"/>
                </a:solidFill>
                <a:effectLst>
                  <a:outerShdw blurRad="38100" dist="38100" dir="2700000" algn="tl">
                    <a:srgbClr val="000000"/>
                  </a:outerShdw>
                </a:effectLst>
                <a:latin typeface="+mj-lt"/>
                <a:ea typeface="楷体" panose="02010609060101010101" pitchFamily="49" charset="-122"/>
              </a:rPr>
              <a:t>fork</a:t>
            </a:r>
            <a:r>
              <a:rPr lang="en-US" altLang="zh-CN" sz="3600" dirty="0">
                <a:solidFill>
                  <a:schemeClr val="bg1"/>
                </a:solidFill>
                <a:effectLst>
                  <a:outerShdw blurRad="38100" dist="38100" dir="2700000" algn="tl">
                    <a:srgbClr val="000000"/>
                  </a:outerShdw>
                </a:effectLst>
                <a:latin typeface="+mj-lt"/>
                <a:ea typeface="楷体" panose="02010609060101010101" pitchFamily="49" charset="-122"/>
              </a:rPr>
              <a:t>()</a:t>
            </a: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 </a:t>
            </a:r>
            <a:r>
              <a:rPr lang="zh-CN" altLang="zh-CN" sz="3600" dirty="0">
                <a:solidFill>
                  <a:schemeClr val="bg1"/>
                </a:solidFill>
                <a:effectLst>
                  <a:outerShdw blurRad="38100" dist="38100" dir="2700000" algn="tl">
                    <a:srgbClr val="000000"/>
                  </a:outerShdw>
                </a:effectLst>
                <a:latin typeface="+mj-lt"/>
                <a:ea typeface="楷体" panose="02010609060101010101" pitchFamily="49" charset="-122"/>
              </a:rPr>
              <a:t>把</a:t>
            </a: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父进程</a:t>
            </a:r>
            <a:r>
              <a:rPr lang="zh-CN" altLang="zh-CN" sz="3600" dirty="0">
                <a:solidFill>
                  <a:schemeClr val="bg1"/>
                </a:solidFill>
                <a:effectLst>
                  <a:outerShdw blurRad="38100" dist="38100" dir="2700000" algn="tl">
                    <a:srgbClr val="000000"/>
                  </a:outerShdw>
                </a:effectLst>
                <a:latin typeface="+mj-lt"/>
                <a:ea typeface="楷体" panose="02010609060101010101" pitchFamily="49" charset="-122"/>
              </a:rPr>
              <a:t>所有资源复制给</a:t>
            </a: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子</a:t>
            </a:r>
            <a:r>
              <a:rPr lang="zh-CN" altLang="zh-CN" sz="3600" dirty="0" smtClean="0">
                <a:solidFill>
                  <a:schemeClr val="bg1"/>
                </a:solidFill>
                <a:effectLst>
                  <a:outerShdw blurRad="38100" dist="38100" dir="2700000" algn="tl">
                    <a:srgbClr val="000000"/>
                  </a:outerShdw>
                </a:effectLst>
                <a:latin typeface="+mj-lt"/>
                <a:ea typeface="楷体" panose="02010609060101010101" pitchFamily="49" charset="-122"/>
              </a:rPr>
              <a:t>进程</a:t>
            </a:r>
            <a:endParaRPr lang="en-US" altLang="zh-CN" sz="3600" dirty="0">
              <a:solidFill>
                <a:schemeClr val="bg1"/>
              </a:solidFill>
              <a:effectLst>
                <a:outerShdw blurRad="38100" dist="38100" dir="2700000" algn="tl">
                  <a:srgbClr val="000000"/>
                </a:outerShdw>
              </a:effectLst>
              <a:latin typeface="+mj-lt"/>
              <a:ea typeface="楷体" panose="02010609060101010101" pitchFamily="49" charset="-122"/>
            </a:endParaRPr>
          </a:p>
          <a:p>
            <a:pPr marL="812800" lvl="3" indent="-355600" defTabSz="355600">
              <a:lnSpc>
                <a:spcPct val="90000"/>
              </a:lnSpc>
              <a:buClr>
                <a:schemeClr val="bg2"/>
              </a:buClr>
              <a:buSzPct val="70000"/>
              <a:buFont typeface="Wingdings" panose="05000000000000000000" pitchFamily="2" charset="2"/>
              <a:buChar char="n"/>
              <a:tabLst>
                <a:tab pos="3851275" algn="l"/>
              </a:tabLst>
              <a:defRPr/>
            </a:pPr>
            <a:r>
              <a:rPr lang="zh-CN"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效率低</a:t>
            </a: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a:t>
            </a:r>
            <a:r>
              <a:rPr lang="zh-CN"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涉及许多内存访问</a:t>
            </a: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a:t>
            </a:r>
            <a:r>
              <a:rPr lang="zh-CN"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消耗</a:t>
            </a:r>
            <a:r>
              <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CPU</a:t>
            </a:r>
            <a:r>
              <a:rPr lang="zh-CN" altLang="zh-CN" dirty="0" smtClean="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周期</a:t>
            </a:r>
            <a:endPar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a:p>
            <a:pPr marL="812800" lvl="3" indent="-355600" defTabSz="355600">
              <a:lnSpc>
                <a:spcPct val="90000"/>
              </a:lnSpc>
              <a:buClr>
                <a:schemeClr val="bg2"/>
              </a:buClr>
              <a:buSzPct val="70000"/>
              <a:buFont typeface="Wingdings" panose="05000000000000000000" pitchFamily="2" charset="2"/>
              <a:buChar char="n"/>
              <a:tabLst>
                <a:tab pos="3851275" algn="l"/>
              </a:tabLst>
              <a:defRPr/>
            </a:pP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很多时候复制给子进程的数据是无效</a:t>
            </a:r>
            <a:r>
              <a:rPr lang="zh-CN" altLang="en-US" dirty="0" smtClean="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的</a:t>
            </a:r>
            <a:endParaRPr lang="en-US" altLang="zh-CN" dirty="0" smtClean="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a:p>
            <a:pPr marL="457200" lvl="3" defTabSz="355600">
              <a:lnSpc>
                <a:spcPct val="90000"/>
              </a:lnSpc>
              <a:buClr>
                <a:schemeClr val="bg2"/>
              </a:buClr>
              <a:buSzPct val="70000"/>
              <a:tabLst>
                <a:tab pos="3851275" algn="l"/>
              </a:tabLst>
              <a:defRPr/>
            </a:pPr>
            <a:r>
              <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 </a:t>
            </a:r>
            <a:r>
              <a:rPr lang="en-US" altLang="zh-CN" dirty="0" smtClean="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  </a:t>
            </a:r>
            <a:r>
              <a:rPr lang="zh-CN" altLang="en-US" dirty="0" smtClean="0">
                <a:solidFill>
                  <a:schemeClr val="bg2"/>
                </a:solidFill>
                <a:latin typeface="Times New Roman" panose="02020603050405020304" pitchFamily="18" charset="0"/>
                <a:ea typeface="楷体" panose="02010609060101010101" pitchFamily="49" charset="-122"/>
              </a:rPr>
              <a:t>如：</a:t>
            </a:r>
            <a:r>
              <a:rPr lang="en-US" altLang="zh-CN" dirty="0" smtClean="0">
                <a:solidFill>
                  <a:schemeClr val="bg2"/>
                </a:solidFill>
                <a:latin typeface="Times New Roman" panose="02020603050405020304" pitchFamily="18" charset="0"/>
                <a:ea typeface="楷体" panose="02010609060101010101" pitchFamily="49" charset="-122"/>
              </a:rPr>
              <a:t>fork</a:t>
            </a:r>
            <a:r>
              <a:rPr lang="en-US" altLang="zh-CN" dirty="0">
                <a:solidFill>
                  <a:schemeClr val="bg2"/>
                </a:solidFill>
                <a:latin typeface="Times New Roman" panose="02020603050405020304" pitchFamily="18" charset="0"/>
                <a:ea typeface="楷体" panose="02010609060101010101" pitchFamily="49" charset="-122"/>
              </a:rPr>
              <a:t>()</a:t>
            </a:r>
            <a:r>
              <a:rPr lang="zh-CN" altLang="zh-CN" dirty="0">
                <a:solidFill>
                  <a:schemeClr val="bg2"/>
                </a:solidFill>
                <a:latin typeface="Times New Roman" panose="02020603050405020304" pitchFamily="18" charset="0"/>
                <a:ea typeface="楷体" panose="02010609060101010101" pitchFamily="49" charset="-122"/>
              </a:rPr>
              <a:t>后立即调用</a:t>
            </a:r>
            <a:r>
              <a:rPr lang="en-US" altLang="zh-CN" dirty="0">
                <a:solidFill>
                  <a:schemeClr val="bg2"/>
                </a:solidFill>
                <a:latin typeface="Times New Roman" panose="02020603050405020304" pitchFamily="18" charset="0"/>
                <a:ea typeface="楷体" panose="02010609060101010101" pitchFamily="49" charset="-122"/>
              </a:rPr>
              <a:t>exec( )</a:t>
            </a:r>
            <a:r>
              <a:rPr lang="zh-CN" altLang="en-US" dirty="0">
                <a:solidFill>
                  <a:schemeClr val="bg2"/>
                </a:solidFill>
                <a:latin typeface="Times New Roman" panose="02020603050405020304" pitchFamily="18" charset="0"/>
                <a:ea typeface="楷体" panose="02010609060101010101" pitchFamily="49" charset="-122"/>
              </a:rPr>
              <a:t>，</a:t>
            </a:r>
            <a:r>
              <a:rPr lang="zh-CN" altLang="zh-CN" dirty="0">
                <a:solidFill>
                  <a:schemeClr val="bg2"/>
                </a:solidFill>
                <a:latin typeface="Times New Roman" panose="02020603050405020304" pitchFamily="18" charset="0"/>
                <a:ea typeface="楷体" panose="02010609060101010101" pitchFamily="49" charset="-122"/>
              </a:rPr>
              <a:t>无需</a:t>
            </a:r>
            <a:r>
              <a:rPr lang="zh-CN" altLang="zh-CN" dirty="0" smtClean="0">
                <a:solidFill>
                  <a:schemeClr val="bg2"/>
                </a:solidFill>
                <a:latin typeface="Times New Roman" panose="02020603050405020304" pitchFamily="18" charset="0"/>
                <a:ea typeface="楷体" panose="02010609060101010101" pitchFamily="49" charset="-122"/>
              </a:rPr>
              <a:t>复制</a:t>
            </a:r>
            <a:r>
              <a:rPr lang="zh-CN" altLang="en-US" dirty="0" smtClean="0">
                <a:solidFill>
                  <a:schemeClr val="bg2"/>
                </a:solidFill>
                <a:latin typeface="Times New Roman" panose="02020603050405020304" pitchFamily="18" charset="0"/>
                <a:ea typeface="楷体" panose="02010609060101010101" pitchFamily="49" charset="-122"/>
              </a:rPr>
              <a:t>。</a:t>
            </a:r>
            <a:endParaRPr lang="en-US" altLang="zh-CN" dirty="0">
              <a:solidFill>
                <a:schemeClr val="bg2"/>
              </a:solidFill>
              <a:latin typeface="Times New Roman" panose="02020603050405020304" pitchFamily="18" charset="0"/>
              <a:ea typeface="楷体" panose="02010609060101010101" pitchFamily="49" charset="-122"/>
            </a:endParaRPr>
          </a:p>
          <a:p>
            <a:pPr marL="355600" lvl="2" indent="-355600" defTabSz="355600">
              <a:lnSpc>
                <a:spcPct val="90000"/>
              </a:lnSpc>
              <a:buClr>
                <a:schemeClr val="bg1"/>
              </a:buClr>
              <a:buSzPct val="80000"/>
              <a:buFont typeface="Wingdings" panose="05000000000000000000" pitchFamily="2" charset="2"/>
              <a:buChar char="n"/>
              <a:tabLst>
                <a:tab pos="3851275" algn="l"/>
              </a:tabLst>
              <a:defRPr/>
            </a:pPr>
            <a:r>
              <a:rPr lang="zh-CN" altLang="en-US" sz="3600" dirty="0" smtClean="0">
                <a:solidFill>
                  <a:schemeClr val="bg1"/>
                </a:solidFill>
                <a:effectLst>
                  <a:outerShdw blurRad="38100" dist="38100" dir="2700000" algn="tl">
                    <a:srgbClr val="000000"/>
                  </a:outerShdw>
                </a:effectLst>
                <a:latin typeface="+mj-lt"/>
                <a:ea typeface="楷体" panose="02010609060101010101" pitchFamily="49" charset="-122"/>
              </a:rPr>
              <a:t>现在</a:t>
            </a:r>
            <a:r>
              <a:rPr lang="en-US" altLang="zh-CN" sz="3600" dirty="0" smtClean="0">
                <a:solidFill>
                  <a:schemeClr val="bg1"/>
                </a:solidFill>
                <a:effectLst>
                  <a:outerShdw blurRad="38100" dist="38100" dir="2700000" algn="tl">
                    <a:srgbClr val="000000"/>
                  </a:outerShdw>
                </a:effectLst>
                <a:latin typeface="+mj-lt"/>
                <a:ea typeface="楷体" panose="02010609060101010101" pitchFamily="49" charset="-122"/>
              </a:rPr>
              <a:t>fork()</a:t>
            </a:r>
            <a:r>
              <a:rPr lang="zh-CN" altLang="en-US" sz="3600" dirty="0" smtClean="0">
                <a:solidFill>
                  <a:schemeClr val="bg1"/>
                </a:solidFill>
                <a:effectLst>
                  <a:outerShdw blurRad="38100" dist="38100" dir="2700000" algn="tl">
                    <a:srgbClr val="000000"/>
                  </a:outerShdw>
                </a:effectLst>
                <a:latin typeface="+mj-lt"/>
                <a:ea typeface="楷体" panose="02010609060101010101" pitchFamily="49" charset="-122"/>
              </a:rPr>
              <a:t>把</a:t>
            </a:r>
            <a:r>
              <a:rPr lang="zh-CN" altLang="zh-CN" sz="3600" dirty="0" smtClean="0">
                <a:solidFill>
                  <a:schemeClr val="bg1"/>
                </a:solidFill>
                <a:effectLst>
                  <a:outerShdw blurRad="38100" dist="38100" dir="2700000" algn="tl">
                    <a:srgbClr val="000000"/>
                  </a:outerShdw>
                </a:effectLst>
                <a:latin typeface="+mj-lt"/>
                <a:ea typeface="楷体" panose="02010609060101010101" pitchFamily="49" charset="-122"/>
              </a:rPr>
              <a:t>页</a:t>
            </a:r>
            <a:r>
              <a:rPr lang="zh-CN" altLang="zh-CN" sz="3600" dirty="0">
                <a:solidFill>
                  <a:schemeClr val="bg1"/>
                </a:solidFill>
                <a:effectLst>
                  <a:outerShdw blurRad="38100" dist="38100" dir="2700000" algn="tl">
                    <a:srgbClr val="000000"/>
                  </a:outerShdw>
                </a:effectLst>
                <a:latin typeface="+mj-lt"/>
                <a:ea typeface="楷体" panose="02010609060101010101" pitchFamily="49" charset="-122"/>
              </a:rPr>
              <a:t>的</a:t>
            </a:r>
            <a:r>
              <a:rPr lang="zh-CN" altLang="en-US" sz="3600" dirty="0" smtClean="0">
                <a:solidFill>
                  <a:schemeClr val="bg1"/>
                </a:solidFill>
                <a:effectLst>
                  <a:outerShdw blurRad="38100" dist="38100" dir="2700000" algn="tl">
                    <a:srgbClr val="000000"/>
                  </a:outerShdw>
                </a:effectLst>
                <a:latin typeface="+mj-lt"/>
                <a:ea typeface="楷体" panose="02010609060101010101" pitchFamily="49" charset="-122"/>
              </a:rPr>
              <a:t>复制</a:t>
            </a:r>
            <a:r>
              <a:rPr lang="zh-CN" altLang="zh-CN" sz="3600" dirty="0" smtClean="0">
                <a:solidFill>
                  <a:schemeClr val="bg1"/>
                </a:solidFill>
                <a:effectLst>
                  <a:outerShdw blurRad="38100" dist="38100" dir="2700000" algn="tl">
                    <a:srgbClr val="000000"/>
                  </a:outerShdw>
                </a:effectLst>
                <a:latin typeface="+mj-lt"/>
                <a:ea typeface="楷体" panose="02010609060101010101" pitchFamily="49" charset="-122"/>
              </a:rPr>
              <a:t>推迟到写入</a:t>
            </a:r>
            <a:r>
              <a:rPr lang="zh-CN" altLang="zh-CN" sz="3600" dirty="0">
                <a:solidFill>
                  <a:schemeClr val="bg1"/>
                </a:solidFill>
                <a:effectLst>
                  <a:outerShdw blurRad="38100" dist="38100" dir="2700000" algn="tl">
                    <a:srgbClr val="000000"/>
                  </a:outerShdw>
                </a:effectLst>
                <a:latin typeface="+mj-lt"/>
                <a:ea typeface="楷体" panose="02010609060101010101" pitchFamily="49" charset="-122"/>
              </a:rPr>
              <a:t>的时候</a:t>
            </a:r>
            <a:endParaRPr lang="en-US" altLang="zh-CN" sz="3600" dirty="0">
              <a:solidFill>
                <a:schemeClr val="bg1"/>
              </a:solidFill>
              <a:effectLst>
                <a:outerShdw blurRad="38100" dist="38100" dir="2700000" algn="tl">
                  <a:srgbClr val="000000"/>
                </a:outerShdw>
              </a:effectLst>
              <a:latin typeface="+mj-lt"/>
              <a:ea typeface="楷体" panose="02010609060101010101" pitchFamily="49" charset="-122"/>
            </a:endParaRPr>
          </a:p>
          <a:p>
            <a:pPr marL="812800" lvl="3" indent="-355600" defTabSz="355600">
              <a:lnSpc>
                <a:spcPct val="90000"/>
              </a:lnSpc>
              <a:buClr>
                <a:schemeClr val="bg2"/>
              </a:buClr>
              <a:buSzPct val="70000"/>
              <a:buFont typeface="Wingdings" panose="05000000000000000000" pitchFamily="2" charset="2"/>
              <a:buChar char="n"/>
              <a:tabLst>
                <a:tab pos="3851275" algn="l"/>
              </a:tabLst>
              <a:defRPr/>
            </a:pPr>
            <a:r>
              <a:rPr lang="zh-CN"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父子程共享</a:t>
            </a: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物理</a:t>
            </a:r>
            <a:r>
              <a:rPr lang="zh-CN"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页面</a:t>
            </a: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a:t>
            </a:r>
            <a:r>
              <a:rPr lang="zh-CN"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推迟</a:t>
            </a: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或</a:t>
            </a:r>
            <a:r>
              <a:rPr lang="zh-CN"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避免数据</a:t>
            </a:r>
            <a:r>
              <a:rPr lang="zh-CN" altLang="zh-CN" dirty="0" smtClean="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拷贝</a:t>
            </a:r>
            <a:endParaRPr lang="en-US" altLang="zh-CN" dirty="0" smtClean="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a:p>
            <a:pPr marL="812800" lvl="3" indent="-355600" defTabSz="355600">
              <a:lnSpc>
                <a:spcPct val="90000"/>
              </a:lnSpc>
              <a:buClr>
                <a:schemeClr val="bg2"/>
              </a:buClr>
              <a:buSzPct val="70000"/>
              <a:buFont typeface="Wingdings" panose="05000000000000000000" pitchFamily="2" charset="2"/>
              <a:buChar char="n"/>
              <a:tabLst>
                <a:tab pos="3851275" algn="l"/>
              </a:tabLst>
              <a:defRPr/>
            </a:pPr>
            <a:r>
              <a:rPr lang="zh-CN" altLang="en-US" dirty="0" smtClean="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最小化分配给子进程的新页面的数量</a:t>
            </a:r>
            <a:endPar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a:p>
            <a:pPr marL="812800" lvl="3" indent="-355600" defTabSz="355600">
              <a:lnSpc>
                <a:spcPct val="90000"/>
              </a:lnSpc>
              <a:buClr>
                <a:schemeClr val="bg2"/>
              </a:buClr>
              <a:buSzPct val="70000"/>
              <a:buFont typeface="Wingdings" panose="05000000000000000000" pitchFamily="2" charset="2"/>
              <a:buChar char="n"/>
              <a:tabLst>
                <a:tab pos="3851275" algn="l"/>
              </a:tabLst>
              <a:defRPr/>
            </a:pPr>
            <a:r>
              <a:rPr lang="zh-CN" altLang="en-US" dirty="0" smtClean="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若</a:t>
            </a:r>
            <a:r>
              <a:rPr lang="zh-CN" altLang="zh-CN" dirty="0" smtClean="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父</a:t>
            </a: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a:t>
            </a:r>
            <a:r>
              <a:rPr lang="zh-CN"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子进程试图写一个共享的页面，内核就把这个页复制到一个新的页面</a:t>
            </a:r>
            <a:endPar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p:txBody>
      </p:sp>
      <p:sp>
        <p:nvSpPr>
          <p:cNvPr id="6"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7" name="文本框 6"/>
          <p:cNvSpPr txBox="1"/>
          <p:nvPr/>
        </p:nvSpPr>
        <p:spPr>
          <a:xfrm>
            <a:off x="10512" y="5816025"/>
            <a:ext cx="9150762" cy="1077218"/>
          </a:xfrm>
          <a:prstGeom prst="rect">
            <a:avLst/>
          </a:prstGeom>
          <a:solidFill>
            <a:srgbClr val="FFFF00"/>
          </a:solidFill>
        </p:spPr>
        <p:txBody>
          <a:bodyPr wrap="square" rtlCol="0">
            <a:spAutoFit/>
          </a:bodyPr>
          <a:lstStyle/>
          <a:p>
            <a:pPr algn="ctr"/>
            <a:r>
              <a:rPr lang="zh-CN" altLang="en-US" dirty="0" smtClean="0">
                <a:solidFill>
                  <a:schemeClr val="bg2"/>
                </a:solidFill>
                <a:effectLst>
                  <a:outerShdw blurRad="38100" dist="38100" dir="2700000" algn="tl">
                    <a:srgbClr val="000000">
                      <a:alpha val="43137"/>
                    </a:srgbClr>
                  </a:outerShdw>
                </a:effectLst>
                <a:latin typeface="+mn-lt"/>
              </a:rPr>
              <a:t>现在许多系统采用</a:t>
            </a:r>
            <a:endParaRPr lang="en-US" altLang="zh-CN" dirty="0" smtClean="0">
              <a:solidFill>
                <a:schemeClr val="bg2"/>
              </a:solidFill>
              <a:effectLst>
                <a:outerShdw blurRad="38100" dist="38100" dir="2700000" algn="tl">
                  <a:srgbClr val="000000">
                    <a:alpha val="43137"/>
                  </a:srgbClr>
                </a:outerShdw>
              </a:effectLst>
              <a:latin typeface="+mn-lt"/>
            </a:endParaRPr>
          </a:p>
          <a:p>
            <a:pPr algn="ctr"/>
            <a:r>
              <a:rPr lang="zh-CN" altLang="en-US" dirty="0" smtClean="0">
                <a:solidFill>
                  <a:schemeClr val="bg2"/>
                </a:solidFill>
                <a:effectLst>
                  <a:outerShdw blurRad="38100" dist="38100" dir="2700000" algn="tl">
                    <a:srgbClr val="000000">
                      <a:alpha val="43137"/>
                    </a:srgbClr>
                  </a:outerShdw>
                </a:effectLst>
                <a:latin typeface="+mn-lt"/>
              </a:rPr>
              <a:t>包括</a:t>
            </a:r>
            <a:r>
              <a:rPr lang="en-US" altLang="zh-CN" dirty="0" err="1" smtClean="0">
                <a:solidFill>
                  <a:schemeClr val="bg2"/>
                </a:solidFill>
                <a:effectLst>
                  <a:outerShdw blurRad="38100" dist="38100" dir="2700000" algn="tl">
                    <a:srgbClr val="000000">
                      <a:alpha val="43137"/>
                    </a:srgbClr>
                  </a:outerShdw>
                </a:effectLst>
                <a:latin typeface="+mn-lt"/>
              </a:rPr>
              <a:t>WindowsXP</a:t>
            </a:r>
            <a:r>
              <a:rPr lang="zh-CN" altLang="en-US" dirty="0" smtClean="0">
                <a:solidFill>
                  <a:schemeClr val="bg2"/>
                </a:solidFill>
                <a:effectLst>
                  <a:outerShdw blurRad="38100" dist="38100" dir="2700000" algn="tl">
                    <a:srgbClr val="000000">
                      <a:alpha val="43137"/>
                    </a:srgbClr>
                  </a:outerShdw>
                </a:effectLst>
                <a:latin typeface="+mn-lt"/>
              </a:rPr>
              <a:t>、</a:t>
            </a:r>
            <a:r>
              <a:rPr lang="en-US" altLang="zh-CN" dirty="0" smtClean="0">
                <a:solidFill>
                  <a:schemeClr val="bg2"/>
                </a:solidFill>
                <a:effectLst>
                  <a:outerShdw blurRad="38100" dist="38100" dir="2700000" algn="tl">
                    <a:srgbClr val="000000">
                      <a:alpha val="43137"/>
                    </a:srgbClr>
                  </a:outerShdw>
                </a:effectLst>
                <a:latin typeface="+mn-lt"/>
              </a:rPr>
              <a:t>Linux</a:t>
            </a:r>
            <a:r>
              <a:rPr lang="zh-CN" altLang="en-US" dirty="0" smtClean="0">
                <a:solidFill>
                  <a:schemeClr val="bg2"/>
                </a:solidFill>
                <a:effectLst>
                  <a:outerShdw blurRad="38100" dist="38100" dir="2700000" algn="tl">
                    <a:srgbClr val="000000">
                      <a:alpha val="43137"/>
                    </a:srgbClr>
                  </a:outerShdw>
                </a:effectLst>
                <a:latin typeface="+mn-lt"/>
              </a:rPr>
              <a:t>和</a:t>
            </a:r>
            <a:r>
              <a:rPr lang="en-US" altLang="zh-CN" dirty="0" smtClean="0">
                <a:solidFill>
                  <a:schemeClr val="bg2"/>
                </a:solidFill>
                <a:effectLst>
                  <a:outerShdw blurRad="38100" dist="38100" dir="2700000" algn="tl">
                    <a:srgbClr val="000000">
                      <a:alpha val="43137"/>
                    </a:srgbClr>
                  </a:outerShdw>
                </a:effectLst>
                <a:latin typeface="+mn-lt"/>
              </a:rPr>
              <a:t>Solaris</a:t>
            </a:r>
            <a:endParaRPr lang="zh-CN" altLang="en-US" dirty="0">
              <a:solidFill>
                <a:schemeClr val="bg2"/>
              </a:solidFill>
              <a:effectLst>
                <a:outerShdw blurRad="38100" dist="38100" dir="2700000" algn="tl">
                  <a:srgbClr val="000000">
                    <a:alpha val="43137"/>
                  </a:srgbClr>
                </a:outerShdw>
              </a:effectLst>
              <a:latin typeface="+mn-lt"/>
            </a:endParaRPr>
          </a:p>
        </p:txBody>
      </p:sp>
    </p:spTree>
    <p:extLst>
      <p:ext uri="{BB962C8B-B14F-4D97-AF65-F5344CB8AC3E}">
        <p14:creationId xmlns:p14="http://schemas.microsoft.com/office/powerpoint/2010/main" val="4206688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2" presetClass="entr" presetSubtype="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9">
            <a:extLst>
              <a:ext uri="{FF2B5EF4-FFF2-40B4-BE49-F238E27FC236}">
                <a16:creationId xmlns:a16="http://schemas.microsoft.com/office/drawing/2014/main" id="{52B92C8F-E70D-4CBA-8D15-CB3879696B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5853" y="675634"/>
            <a:ext cx="5544616" cy="1849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a:extLst>
              <a:ext uri="{FF2B5EF4-FFF2-40B4-BE49-F238E27FC236}">
                <a16:creationId xmlns:a16="http://schemas.microsoft.com/office/drawing/2014/main" id="{F49C33C2-0F36-4740-BEC4-896AEB3D7546}"/>
              </a:ext>
            </a:extLst>
          </p:cNvPr>
          <p:cNvSpPr txBox="1">
            <a:spLocks noChangeArrowheads="1"/>
          </p:cNvSpPr>
          <p:nvPr/>
        </p:nvSpPr>
        <p:spPr>
          <a:xfrm>
            <a:off x="676275" y="32523"/>
            <a:ext cx="7791450" cy="576262"/>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marL="342900" lvl="1" indent="-342900" algn="ctr" eaLnBrk="1" hangingPunct="1">
              <a:lnSpc>
                <a:spcPct val="110000"/>
              </a:lnSpc>
              <a:buClr>
                <a:schemeClr val="tx2"/>
              </a:buClr>
              <a:buSzPct val="75000"/>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一个共享页面被修改前后</a:t>
            </a:r>
            <a:endParaRPr lang="en-US"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endParaRPr>
          </a:p>
        </p:txBody>
      </p:sp>
      <p:sp>
        <p:nvSpPr>
          <p:cNvPr id="7" name="Rectangle 70">
            <a:extLst>
              <a:ext uri="{FF2B5EF4-FFF2-40B4-BE49-F238E27FC236}">
                <a16:creationId xmlns:a16="http://schemas.microsoft.com/office/drawing/2014/main" id="{4960F35B-DF5D-473F-9EEC-C1128378FBD7}"/>
              </a:ext>
            </a:extLst>
          </p:cNvPr>
          <p:cNvSpPr>
            <a:spLocks noChangeArrowheads="1"/>
          </p:cNvSpPr>
          <p:nvPr/>
        </p:nvSpPr>
        <p:spPr bwMode="auto">
          <a:xfrm>
            <a:off x="2950766" y="2668491"/>
            <a:ext cx="3242468" cy="400110"/>
          </a:xfrm>
          <a:prstGeom prst="rect">
            <a:avLst/>
          </a:prstGeom>
          <a:noFill/>
          <a:ln w="12700" cap="sq">
            <a:no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lang="zh-CN" altLang="en-US" sz="2000" dirty="0">
                <a:solidFill>
                  <a:schemeClr val="bg2"/>
                </a:solidFill>
                <a:latin typeface="宋体" panose="02010600030101010101" pitchFamily="2" charset="-122"/>
              </a:rPr>
              <a:t>图 </a:t>
            </a:r>
            <a:r>
              <a:rPr lang="en-US" altLang="zh-CN" sz="2000" dirty="0">
                <a:solidFill>
                  <a:schemeClr val="bg2"/>
                </a:solidFill>
                <a:latin typeface="宋体" panose="02010600030101010101" pitchFamily="2" charset="-122"/>
              </a:rPr>
              <a:t>8-7 </a:t>
            </a:r>
            <a:r>
              <a:rPr lang="zh-CN" altLang="en-US" sz="2000" dirty="0">
                <a:solidFill>
                  <a:schemeClr val="bg2"/>
                </a:solidFill>
                <a:latin typeface="宋体" panose="02010600030101010101" pitchFamily="2" charset="-122"/>
              </a:rPr>
              <a:t>页面</a:t>
            </a:r>
            <a:r>
              <a:rPr lang="en-US" altLang="zh-CN" sz="2000" dirty="0">
                <a:solidFill>
                  <a:schemeClr val="bg2"/>
                </a:solidFill>
                <a:latin typeface="宋体" panose="02010600030101010101" pitchFamily="2" charset="-122"/>
              </a:rPr>
              <a:t>C</a:t>
            </a:r>
            <a:r>
              <a:rPr lang="zh-CN" altLang="en-US" sz="2000" dirty="0">
                <a:solidFill>
                  <a:schemeClr val="bg2"/>
                </a:solidFill>
                <a:latin typeface="宋体" panose="02010600030101010101" pitchFamily="2" charset="-122"/>
              </a:rPr>
              <a:t>被修改之前</a:t>
            </a:r>
          </a:p>
        </p:txBody>
      </p:sp>
      <p:grpSp>
        <p:nvGrpSpPr>
          <p:cNvPr id="9" name="组合 8">
            <a:extLst>
              <a:ext uri="{FF2B5EF4-FFF2-40B4-BE49-F238E27FC236}">
                <a16:creationId xmlns:a16="http://schemas.microsoft.com/office/drawing/2014/main" id="{598A1F50-24AE-4483-80CB-1E873DDD3C1D}"/>
              </a:ext>
            </a:extLst>
          </p:cNvPr>
          <p:cNvGrpSpPr/>
          <p:nvPr/>
        </p:nvGrpSpPr>
        <p:grpSpPr>
          <a:xfrm>
            <a:off x="1903446" y="3429000"/>
            <a:ext cx="5400600" cy="3126151"/>
            <a:chOff x="2014717" y="3611901"/>
            <a:chExt cx="5400600" cy="3126151"/>
          </a:xfrm>
        </p:grpSpPr>
        <p:pic>
          <p:nvPicPr>
            <p:cNvPr id="6" name="Picture 4" descr="9">
              <a:extLst>
                <a:ext uri="{FF2B5EF4-FFF2-40B4-BE49-F238E27FC236}">
                  <a16:creationId xmlns:a16="http://schemas.microsoft.com/office/drawing/2014/main" id="{A3912E3A-FEED-4322-8103-EECE316D28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4717" y="3611901"/>
              <a:ext cx="5400600" cy="2495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0">
              <a:extLst>
                <a:ext uri="{FF2B5EF4-FFF2-40B4-BE49-F238E27FC236}">
                  <a16:creationId xmlns:a16="http://schemas.microsoft.com/office/drawing/2014/main" id="{45466B15-CE16-46A9-A2FC-F6E469CEAB52}"/>
                </a:ext>
              </a:extLst>
            </p:cNvPr>
            <p:cNvSpPr>
              <a:spLocks noChangeArrowheads="1"/>
            </p:cNvSpPr>
            <p:nvPr/>
          </p:nvSpPr>
          <p:spPr bwMode="auto">
            <a:xfrm>
              <a:off x="2915816" y="6337942"/>
              <a:ext cx="4032448" cy="400110"/>
            </a:xfrm>
            <a:prstGeom prst="rect">
              <a:avLst/>
            </a:prstGeom>
            <a:noFill/>
            <a:ln w="12700" cap="sq">
              <a:no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lang="zh-CN" altLang="en-US" sz="2000" dirty="0">
                  <a:solidFill>
                    <a:schemeClr val="bg2"/>
                  </a:solidFill>
                  <a:latin typeface="宋体" panose="02010600030101010101" pitchFamily="2" charset="-122"/>
                </a:rPr>
                <a:t>图 </a:t>
              </a:r>
              <a:r>
                <a:rPr lang="en-US" altLang="zh-CN" sz="2000" dirty="0">
                  <a:solidFill>
                    <a:schemeClr val="bg2"/>
                  </a:solidFill>
                  <a:latin typeface="宋体" panose="02010600030101010101" pitchFamily="2" charset="-122"/>
                </a:rPr>
                <a:t>8-8 </a:t>
              </a:r>
              <a:r>
                <a:rPr lang="zh-CN" altLang="en-US" sz="2000" dirty="0">
                  <a:solidFill>
                    <a:schemeClr val="bg2"/>
                  </a:solidFill>
                  <a:latin typeface="宋体" panose="02010600030101010101" pitchFamily="2" charset="-122"/>
                </a:rPr>
                <a:t>页面</a:t>
              </a:r>
              <a:r>
                <a:rPr lang="en-US" altLang="zh-CN" sz="2000" dirty="0">
                  <a:solidFill>
                    <a:schemeClr val="bg2"/>
                  </a:solidFill>
                  <a:latin typeface="宋体" panose="02010600030101010101" pitchFamily="2" charset="-122"/>
                </a:rPr>
                <a:t>C</a:t>
              </a:r>
              <a:r>
                <a:rPr lang="zh-CN" altLang="en-US" sz="2000" dirty="0">
                  <a:solidFill>
                    <a:schemeClr val="bg2"/>
                  </a:solidFill>
                  <a:latin typeface="宋体" panose="02010600030101010101" pitchFamily="2" charset="-122"/>
                </a:rPr>
                <a:t>被进程</a:t>
              </a:r>
              <a:r>
                <a:rPr lang="en-US" altLang="zh-CN" sz="2000" dirty="0">
                  <a:solidFill>
                    <a:schemeClr val="bg2"/>
                  </a:solidFill>
                  <a:latin typeface="宋体" panose="02010600030101010101" pitchFamily="2" charset="-122"/>
                </a:rPr>
                <a:t>1 </a:t>
              </a:r>
              <a:r>
                <a:rPr lang="zh-CN" altLang="en-US" sz="2000" dirty="0">
                  <a:solidFill>
                    <a:schemeClr val="bg2"/>
                  </a:solidFill>
                  <a:latin typeface="宋体" panose="02010600030101010101" pitchFamily="2" charset="-122"/>
                </a:rPr>
                <a:t>修改之后</a:t>
              </a:r>
            </a:p>
          </p:txBody>
        </p:sp>
      </p:grpSp>
      <p:sp>
        <p:nvSpPr>
          <p:cNvPr id="11" name="AutoShape 7">
            <a:hlinkClick r:id="rId4" action="ppaction://hlinksldjump" highlightClick="1"/>
            <a:extLst>
              <a:ext uri="{FF2B5EF4-FFF2-40B4-BE49-F238E27FC236}">
                <a16:creationId xmlns:a16="http://schemas.microsoft.com/office/drawing/2014/main" id="{C6EA639A-5EE7-4D1D-AA75-4B9CAB274E9D}"/>
              </a:ext>
            </a:extLst>
          </p:cNvPr>
          <p:cNvSpPr>
            <a:spLocks noChangeArrowheads="1"/>
          </p:cNvSpPr>
          <p:nvPr/>
        </p:nvSpPr>
        <p:spPr bwMode="auto">
          <a:xfrm>
            <a:off x="8763000" y="6477000"/>
            <a:ext cx="381000" cy="381000"/>
          </a:xfrm>
          <a:prstGeom prst="actionButtonHome">
            <a:avLst/>
          </a:prstGeom>
          <a:solidFill>
            <a:schemeClr val="tx1">
              <a:lumMod val="85000"/>
            </a:schemeClr>
          </a:solidFill>
          <a:ln w="12700" cap="sq">
            <a:noFill/>
            <a:miter lim="800000"/>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340084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0-#ppt_w/2"/>
                                          </p:val>
                                        </p:tav>
                                        <p:tav tm="100000">
                                          <p:val>
                                            <p:strVal val="#ppt_x"/>
                                          </p:val>
                                        </p:tav>
                                      </p:tavLst>
                                    </p:anim>
                                    <p:anim calcmode="lin" valueType="num">
                                      <p:cBhvr additive="base">
                                        <p:cTn id="12"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5">
            <a:extLst>
              <a:ext uri="{FF2B5EF4-FFF2-40B4-BE49-F238E27FC236}">
                <a16:creationId xmlns:a16="http://schemas.microsoft.com/office/drawing/2014/main" id="{2C6A4CF6-BD48-459B-8364-69930479B3E8}"/>
              </a:ext>
            </a:extLst>
          </p:cNvPr>
          <p:cNvSpPr>
            <a:spLocks noGrp="1"/>
          </p:cNvSpPr>
          <p:nvPr>
            <p:ph type="sldNum" sz="quarter" idx="12"/>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fld id="{BA64EEB5-1647-46CA-8309-A4508E07BDC3}" type="slidenum">
              <a:rPr kumimoji="0" lang="en-US" altLang="zh-CN" sz="1400" smtClean="0"/>
              <a:pPr>
                <a:spcBef>
                  <a:spcPct val="0"/>
                </a:spcBef>
                <a:buClrTx/>
                <a:buSzTx/>
                <a:buFontTx/>
                <a:buNone/>
              </a:pPr>
              <a:t>12</a:t>
            </a:fld>
            <a:endParaRPr kumimoji="0" lang="en-US" altLang="zh-CN" sz="1400"/>
          </a:p>
        </p:txBody>
      </p:sp>
      <p:sp>
        <p:nvSpPr>
          <p:cNvPr id="553989" name="Rectangle 5">
            <a:extLst>
              <a:ext uri="{FF2B5EF4-FFF2-40B4-BE49-F238E27FC236}">
                <a16:creationId xmlns:a16="http://schemas.microsoft.com/office/drawing/2014/main" id="{8D2C724A-4724-4E0E-9FCB-61B747E65619}"/>
              </a:ext>
            </a:extLst>
          </p:cNvPr>
          <p:cNvSpPr>
            <a:spLocks noChangeArrowheads="1"/>
          </p:cNvSpPr>
          <p:nvPr/>
        </p:nvSpPr>
        <p:spPr bwMode="auto">
          <a:xfrm>
            <a:off x="143555" y="1104264"/>
            <a:ext cx="8856887" cy="1060654"/>
          </a:xfrm>
          <a:prstGeom prst="rect">
            <a:avLst/>
          </a:prstGeom>
          <a:noFill/>
          <a:ln w="9525">
            <a:noFill/>
            <a:miter lim="800000"/>
            <a:headEnd/>
            <a:tailEnd/>
          </a:ln>
          <a:effectLst/>
        </p:spPr>
        <p:txBody>
          <a:bodyPr/>
          <a:lstStyle/>
          <a:p>
            <a:pPr marL="0" lvl="2" defTabSz="355600">
              <a:lnSpc>
                <a:spcPct val="90000"/>
              </a:lnSpc>
              <a:buClr>
                <a:schemeClr val="bg1"/>
              </a:buClr>
              <a:buSzPct val="80000"/>
              <a:tabLst>
                <a:tab pos="3851275" algn="l"/>
              </a:tabLst>
              <a:defRPr/>
            </a:pPr>
            <a:r>
              <a:rPr lang="zh-CN" altLang="en-US" sz="3600" dirty="0">
                <a:solidFill>
                  <a:schemeClr val="bg2"/>
                </a:solidFill>
                <a:effectLst>
                  <a:outerShdw blurRad="38100" dist="38100" dir="2700000" algn="tl">
                    <a:srgbClr val="000000"/>
                  </a:outerShdw>
                </a:effectLst>
                <a:latin typeface="+mj-lt"/>
                <a:ea typeface="楷体" panose="02010609060101010101" pitchFamily="49" charset="-122"/>
              </a:rPr>
              <a:t>调用时机：</a:t>
            </a:r>
            <a:endParaRPr lang="en-US" altLang="zh-CN" sz="3600" dirty="0">
              <a:solidFill>
                <a:schemeClr val="bg2"/>
              </a:solidFill>
              <a:effectLst>
                <a:outerShdw blurRad="38100" dist="38100" dir="2700000" algn="tl">
                  <a:srgbClr val="000000"/>
                </a:outerShdw>
              </a:effectLst>
              <a:latin typeface="+mj-lt"/>
              <a:ea typeface="楷体" panose="02010609060101010101" pitchFamily="49" charset="-122"/>
            </a:endParaRPr>
          </a:p>
          <a:p>
            <a:pPr marL="0" lvl="2" defTabSz="355600">
              <a:lnSpc>
                <a:spcPct val="90000"/>
              </a:lnSpc>
              <a:buClr>
                <a:schemeClr val="bg1"/>
              </a:buClr>
              <a:buSzPct val="80000"/>
              <a:tabLst>
                <a:tab pos="3851275" algn="l"/>
              </a:tabLst>
              <a:defRPr/>
            </a:pPr>
            <a:r>
              <a:rPr lang="en-US" altLang="zh-CN" sz="3600" dirty="0">
                <a:solidFill>
                  <a:schemeClr val="bg2"/>
                </a:solidFill>
                <a:effectLst>
                  <a:outerShdw blurRad="38100" dist="38100" dir="2700000" algn="tl">
                    <a:srgbClr val="000000"/>
                  </a:outerShdw>
                </a:effectLst>
                <a:latin typeface="+mj-lt"/>
                <a:ea typeface="楷体" panose="02010609060101010101" pitchFamily="49" charset="-122"/>
              </a:rPr>
              <a:t>           </a:t>
            </a:r>
            <a:r>
              <a:rPr lang="zh-CN" altLang="en-US" sz="3600" dirty="0">
                <a:solidFill>
                  <a:schemeClr val="bg2"/>
                </a:solidFill>
                <a:effectLst>
                  <a:outerShdw blurRad="38100" dist="38100" dir="2700000" algn="tl">
                    <a:srgbClr val="000000"/>
                  </a:outerShdw>
                </a:effectLst>
                <a:latin typeface="+mj-lt"/>
                <a:ea typeface="楷体" panose="02010609060101010101" pitchFamily="49" charset="-122"/>
              </a:rPr>
              <a:t>缺页中断发生且内存没有空闲页面</a:t>
            </a:r>
          </a:p>
        </p:txBody>
      </p:sp>
      <p:sp>
        <p:nvSpPr>
          <p:cNvPr id="7" name="矩形 6">
            <a:hlinkClick r:id="" action="ppaction://noaction"/>
            <a:extLst>
              <a:ext uri="{FF2B5EF4-FFF2-40B4-BE49-F238E27FC236}">
                <a16:creationId xmlns:a16="http://schemas.microsoft.com/office/drawing/2014/main" id="{3D707EF4-CF57-46E6-A68E-8FA4E82E6D19}"/>
              </a:ext>
            </a:extLst>
          </p:cNvPr>
          <p:cNvSpPr/>
          <p:nvPr/>
        </p:nvSpPr>
        <p:spPr>
          <a:xfrm>
            <a:off x="2647031" y="-10886"/>
            <a:ext cx="3849937" cy="835613"/>
          </a:xfrm>
          <a:prstGeom prst="rect">
            <a:avLst/>
          </a:prstGeom>
        </p:spPr>
        <p:txBody>
          <a:bodyPr wrap="square">
            <a:spAutoFit/>
          </a:bodyPr>
          <a:lstStyle/>
          <a:p>
            <a:pPr marL="457200" indent="-457200">
              <a:lnSpc>
                <a:spcPct val="120000"/>
              </a:lnSpc>
              <a:spcBef>
                <a:spcPts val="600"/>
              </a:spcBef>
              <a:buClr>
                <a:schemeClr val="folHlink"/>
              </a:buClr>
              <a:buSzPct val="75000"/>
              <a:defRPr/>
            </a:pPr>
            <a:r>
              <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rPr>
              <a:t>8.4  </a:t>
            </a:r>
            <a:r>
              <a:rPr lang="zh-CN" altLang="en-US" sz="4400" dirty="0">
                <a:solidFill>
                  <a:srgbClr val="C00000"/>
                </a:solidFill>
                <a:effectLst>
                  <a:outerShdw blurRad="38100" dist="38100" dir="2700000" algn="tl">
                    <a:srgbClr val="000000"/>
                  </a:outerShdw>
                </a:effectLst>
                <a:latin typeface="Times New Roman" pitchFamily="18" charset="0"/>
                <a:ea typeface="楷体_GB2312" pitchFamily="49" charset="-122"/>
              </a:rPr>
              <a:t>页面置换</a:t>
            </a:r>
            <a:endPar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6" name="Text Box 3">
            <a:extLst>
              <a:ext uri="{FF2B5EF4-FFF2-40B4-BE49-F238E27FC236}">
                <a16:creationId xmlns:a16="http://schemas.microsoft.com/office/drawing/2014/main" id="{9CC4CC6F-A117-497F-9D72-94AA570E4F71}"/>
              </a:ext>
            </a:extLst>
          </p:cNvPr>
          <p:cNvSpPr txBox="1">
            <a:spLocks noChangeArrowheads="1"/>
          </p:cNvSpPr>
          <p:nvPr/>
        </p:nvSpPr>
        <p:spPr bwMode="auto">
          <a:xfrm>
            <a:off x="1763688" y="3528764"/>
            <a:ext cx="619504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lvl="1" eaLnBrk="1" hangingPunct="1">
              <a:spcBef>
                <a:spcPct val="0"/>
              </a:spcBef>
              <a:buNone/>
              <a:defRPr/>
            </a:pPr>
            <a:r>
              <a:rPr lang="zh-CN" altLang="en-US" sz="4000" dirty="0">
                <a:solidFill>
                  <a:srgbClr val="B2622C"/>
                </a:solidFill>
                <a:effectLst>
                  <a:outerShdw blurRad="38100" dist="38100" dir="2700000" algn="tl">
                    <a:srgbClr val="000000"/>
                  </a:outerShdw>
                </a:effectLst>
                <a:latin typeface="+mj-lt"/>
                <a:ea typeface="楷体_GB2312" pitchFamily="49" charset="-122"/>
                <a:cs typeface="+mj-cs"/>
              </a:rPr>
              <a:t>最近最久未使用算法</a:t>
            </a:r>
            <a:r>
              <a:rPr lang="en-US" altLang="zh-CN" sz="4000" dirty="0">
                <a:solidFill>
                  <a:srgbClr val="B2622C"/>
                </a:solidFill>
                <a:effectLst>
                  <a:outerShdw blurRad="38100" dist="38100" dir="2700000" algn="tl">
                    <a:srgbClr val="000000"/>
                  </a:outerShdw>
                </a:effectLst>
                <a:latin typeface="+mj-lt"/>
                <a:ea typeface="楷体_GB2312" pitchFamily="49" charset="-122"/>
                <a:cs typeface="+mj-cs"/>
              </a:rPr>
              <a:t>LRU</a:t>
            </a:r>
            <a:endParaRPr lang="zh-CN" altLang="en-US" sz="4000" dirty="0">
              <a:solidFill>
                <a:srgbClr val="B2622C"/>
              </a:solidFill>
              <a:effectLst>
                <a:outerShdw blurRad="38100" dist="38100" dir="2700000" algn="tl">
                  <a:srgbClr val="000000"/>
                </a:outerShdw>
              </a:effectLst>
              <a:latin typeface="+mj-lt"/>
              <a:ea typeface="楷体_GB2312" pitchFamily="49" charset="-122"/>
              <a:cs typeface="+mj-cs"/>
            </a:endParaRPr>
          </a:p>
        </p:txBody>
      </p:sp>
      <p:sp>
        <p:nvSpPr>
          <p:cNvPr id="10" name="Text Box 3">
            <a:extLst>
              <a:ext uri="{FF2B5EF4-FFF2-40B4-BE49-F238E27FC236}">
                <a16:creationId xmlns:a16="http://schemas.microsoft.com/office/drawing/2014/main" id="{061A4FE3-4715-4CBA-B21D-159CE84C9AC6}"/>
              </a:ext>
            </a:extLst>
          </p:cNvPr>
          <p:cNvSpPr txBox="1">
            <a:spLocks noChangeArrowheads="1"/>
          </p:cNvSpPr>
          <p:nvPr/>
        </p:nvSpPr>
        <p:spPr bwMode="auto">
          <a:xfrm>
            <a:off x="1789254" y="2667553"/>
            <a:ext cx="615115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lvl="1" eaLnBrk="1" hangingPunct="1">
              <a:spcBef>
                <a:spcPct val="0"/>
              </a:spcBef>
              <a:buNone/>
              <a:defRPr/>
            </a:pPr>
            <a:r>
              <a:rPr lang="zh-CN" altLang="en-US" sz="4000" dirty="0">
                <a:solidFill>
                  <a:srgbClr val="B2622C"/>
                </a:solidFill>
                <a:effectLst>
                  <a:outerShdw blurRad="38100" dist="38100" dir="2700000" algn="tl">
                    <a:srgbClr val="000000"/>
                  </a:outerShdw>
                </a:effectLst>
                <a:latin typeface="+mj-lt"/>
                <a:ea typeface="楷体_GB2312" pitchFamily="49" charset="-122"/>
                <a:cs typeface="+mj-cs"/>
              </a:rPr>
              <a:t>先进先出算法</a:t>
            </a:r>
            <a:r>
              <a:rPr lang="en-US" altLang="zh-CN" sz="4000" dirty="0">
                <a:solidFill>
                  <a:srgbClr val="B2622C"/>
                </a:solidFill>
                <a:effectLst>
                  <a:outerShdw blurRad="38100" dist="38100" dir="2700000" algn="tl">
                    <a:srgbClr val="000000"/>
                  </a:outerShdw>
                </a:effectLst>
                <a:latin typeface="+mj-lt"/>
                <a:ea typeface="楷体_GB2312" pitchFamily="49" charset="-122"/>
                <a:cs typeface="+mj-cs"/>
              </a:rPr>
              <a:t>FIFO</a:t>
            </a:r>
            <a:endParaRPr lang="zh-CN" altLang="en-US" sz="4000" dirty="0">
              <a:solidFill>
                <a:srgbClr val="B2622C"/>
              </a:solidFill>
              <a:effectLst>
                <a:outerShdw blurRad="38100" dist="38100" dir="2700000" algn="tl">
                  <a:srgbClr val="000000"/>
                </a:outerShdw>
              </a:effectLst>
              <a:latin typeface="+mj-lt"/>
              <a:ea typeface="楷体_GB2312" pitchFamily="49" charset="-122"/>
              <a:cs typeface="+mj-cs"/>
            </a:endParaRPr>
          </a:p>
        </p:txBody>
      </p:sp>
      <p:sp>
        <p:nvSpPr>
          <p:cNvPr id="8" name="日期占位符 1">
            <a:extLst>
              <a:ext uri="{FF2B5EF4-FFF2-40B4-BE49-F238E27FC236}">
                <a16:creationId xmlns:a16="http://schemas.microsoft.com/office/drawing/2014/main" id="{A3D73B32-9CCC-4CD3-A2AE-5F466CAA8231}"/>
              </a:ext>
            </a:extLst>
          </p:cNvPr>
          <p:cNvSpPr txBox="1">
            <a:spLocks/>
          </p:cNvSpPr>
          <p:nvPr/>
        </p:nvSpPr>
        <p:spPr bwMode="auto">
          <a:xfrm>
            <a:off x="0" y="6400800"/>
            <a:ext cx="3779912"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defPPr>
              <a:defRPr lang="zh-CN"/>
            </a:defPPr>
            <a:lvl1pPr algn="l" rtl="0" eaLnBrk="0" fontAlgn="base" hangingPunct="0">
              <a:lnSpc>
                <a:spcPct val="100000"/>
              </a:lnSpc>
              <a:spcBef>
                <a:spcPct val="0"/>
              </a:spcBef>
              <a:spcAft>
                <a:spcPct val="0"/>
              </a:spcAft>
              <a:buClrTx/>
              <a:buSzTx/>
              <a:buFontTx/>
              <a:buNone/>
              <a:defRPr kumimoji="1" sz="1400" b="0" kern="1200">
                <a:solidFill>
                  <a:schemeClr val="tx1"/>
                </a:solidFill>
                <a:effectLst/>
                <a:latin typeface="+mn-lt"/>
                <a:ea typeface="宋体" panose="02010600030101010101" pitchFamily="2" charset="-122"/>
                <a:cs typeface="+mn-cs"/>
              </a:defRPr>
            </a:lvl1pPr>
            <a:lvl2pPr marL="4572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9pPr>
          </a:lstStyle>
          <a:p>
            <a:pPr eaLnBrk="1" hangingPunct="1">
              <a:defRPr/>
            </a:pPr>
            <a:r>
              <a:rPr lang="zh-CN" altLang="en-US" sz="1800" b="1" dirty="0" smtClean="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大连海事大学  计算机系  史一民</a:t>
            </a:r>
            <a:endParaRPr lang="en-US" altLang="zh-CN" sz="1800" b="1" dirty="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755967864"/>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8436" name="Rectangle 4">
            <a:extLst>
              <a:ext uri="{FF2B5EF4-FFF2-40B4-BE49-F238E27FC236}">
                <a16:creationId xmlns:a16="http://schemas.microsoft.com/office/drawing/2014/main" id="{A8E0F4A1-D807-4D0F-A746-6BD4D2FD3698}"/>
              </a:ext>
            </a:extLst>
          </p:cNvPr>
          <p:cNvSpPr>
            <a:spLocks noChangeArrowheads="1"/>
          </p:cNvSpPr>
          <p:nvPr/>
        </p:nvSpPr>
        <p:spPr bwMode="auto">
          <a:xfrm>
            <a:off x="24149" y="836712"/>
            <a:ext cx="9324528" cy="5510823"/>
          </a:xfrm>
          <a:prstGeom prst="rect">
            <a:avLst/>
          </a:prstGeom>
          <a:noFill/>
          <a:ln w="12700" cap="sq">
            <a:noFill/>
            <a:miter lim="800000"/>
            <a:headEnd type="none" w="sm" len="sm"/>
            <a:tailEnd type="none" w="sm" len="sm"/>
          </a:ln>
          <a:effectLst/>
        </p:spPr>
        <p:txBody>
          <a:bodyPr/>
          <a:lstStyle/>
          <a:p>
            <a:pPr marL="355600" lvl="2" indent="-355600" defTabSz="355600">
              <a:lnSpc>
                <a:spcPct val="90000"/>
              </a:lnSpc>
              <a:buClr>
                <a:schemeClr val="bg1"/>
              </a:buClr>
              <a:buSzPct val="80000"/>
              <a:buFont typeface="Wingdings" panose="05000000000000000000" pitchFamily="2" charset="2"/>
              <a:buChar char="n"/>
              <a:tabLst>
                <a:tab pos="3851275" algn="l"/>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随机淘汰算法</a:t>
            </a:r>
            <a:r>
              <a:rPr lang="en-US" altLang="zh-CN" sz="3600" dirty="0">
                <a:solidFill>
                  <a:schemeClr val="bg1"/>
                </a:solidFill>
                <a:effectLst>
                  <a:outerShdw blurRad="38100" dist="38100" dir="2700000" algn="tl">
                    <a:srgbClr val="000000"/>
                  </a:outerShdw>
                </a:effectLst>
                <a:latin typeface="+mj-lt"/>
                <a:ea typeface="楷体" panose="02010609060101010101" pitchFamily="49" charset="-122"/>
              </a:rPr>
              <a:t>(random algorithm)</a:t>
            </a:r>
          </a:p>
          <a:p>
            <a:pPr marL="812800" lvl="3" indent="-355600" defTabSz="355600">
              <a:lnSpc>
                <a:spcPct val="90000"/>
              </a:lnSpc>
              <a:buClr>
                <a:schemeClr val="bg2"/>
              </a:buClr>
              <a:buSzPct val="70000"/>
              <a:buFont typeface="Wingdings" panose="05000000000000000000" pitchFamily="2" charset="2"/>
              <a:buChar char="n"/>
              <a:tabLst>
                <a:tab pos="3851275" algn="l"/>
              </a:tabLst>
              <a:defRPr/>
            </a:pP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在无法确定哪些页被访问的概率较低时，随机选择。</a:t>
            </a:r>
          </a:p>
          <a:p>
            <a:pPr marL="355600" lvl="2" indent="-355600" defTabSz="355600">
              <a:lnSpc>
                <a:spcPct val="90000"/>
              </a:lnSpc>
              <a:buClr>
                <a:schemeClr val="bg1"/>
              </a:buClr>
              <a:buSzPct val="80000"/>
              <a:buFont typeface="Wingdings" panose="05000000000000000000" pitchFamily="2" charset="2"/>
              <a:buChar char="n"/>
              <a:tabLst>
                <a:tab pos="3851275" algn="l"/>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理想淘汰算法</a:t>
            </a:r>
            <a:r>
              <a:rPr lang="en-US" altLang="zh-CN" sz="3600" dirty="0">
                <a:solidFill>
                  <a:schemeClr val="bg1"/>
                </a:solidFill>
                <a:effectLst>
                  <a:outerShdw blurRad="38100" dist="38100" dir="2700000" algn="tl">
                    <a:srgbClr val="000000"/>
                  </a:outerShdw>
                </a:effectLst>
                <a:latin typeface="+mj-lt"/>
                <a:ea typeface="楷体" panose="02010609060101010101" pitchFamily="49" charset="-122"/>
              </a:rPr>
              <a:t>OPT (OPTimal replacement algorithm)</a:t>
            </a:r>
          </a:p>
          <a:p>
            <a:pPr marL="812800" lvl="3" indent="-355600" defTabSz="355600">
              <a:lnSpc>
                <a:spcPct val="90000"/>
              </a:lnSpc>
              <a:buClr>
                <a:schemeClr val="bg2"/>
              </a:buClr>
              <a:buSzPct val="70000"/>
              <a:buFont typeface="Wingdings" panose="05000000000000000000" pitchFamily="2" charset="2"/>
              <a:buChar char="n"/>
              <a:tabLst>
                <a:tab pos="3851275" algn="l"/>
              </a:tabLst>
              <a:defRPr/>
            </a:pP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淘汰在访问序列中将来再也不出现的或在离当前最远的位置上出现的页。</a:t>
            </a:r>
          </a:p>
          <a:p>
            <a:pPr marL="812800" lvl="3" indent="-355600" defTabSz="355600">
              <a:lnSpc>
                <a:spcPct val="90000"/>
              </a:lnSpc>
              <a:buClr>
                <a:schemeClr val="bg2"/>
              </a:buClr>
              <a:buSzPct val="70000"/>
              <a:buFont typeface="Wingdings" panose="05000000000000000000" pitchFamily="2" charset="2"/>
              <a:buChar char="n"/>
              <a:tabLst>
                <a:tab pos="3851275" algn="l"/>
              </a:tabLst>
              <a:defRPr/>
            </a:pP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无法实现：要求预先知道每一个进程的序列。</a:t>
            </a:r>
            <a:endPar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a:p>
            <a:pPr marL="812800" lvl="3" indent="-355600" defTabSz="355600">
              <a:lnSpc>
                <a:spcPct val="90000"/>
              </a:lnSpc>
              <a:buClr>
                <a:schemeClr val="bg2"/>
              </a:buClr>
              <a:buSzPct val="70000"/>
              <a:buFont typeface="Wingdings" panose="05000000000000000000" pitchFamily="2" charset="2"/>
              <a:buChar char="n"/>
              <a:tabLst>
                <a:tab pos="3851275" algn="l"/>
              </a:tabLst>
              <a:defRPr/>
            </a:pP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可用作其它算法性能评价的依据。</a:t>
            </a:r>
            <a:endPar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a:p>
            <a:pPr marL="355600" lvl="2" indent="-355600" defTabSz="355600">
              <a:lnSpc>
                <a:spcPct val="90000"/>
              </a:lnSpc>
              <a:buClr>
                <a:schemeClr val="bg1"/>
              </a:buClr>
              <a:buSzPct val="80000"/>
              <a:buFont typeface="Wingdings" panose="05000000000000000000" pitchFamily="2" charset="2"/>
              <a:buChar char="n"/>
              <a:tabLst>
                <a:tab pos="3851275" algn="l"/>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先进先出算法</a:t>
            </a:r>
            <a:r>
              <a:rPr lang="en-US" altLang="zh-CN" sz="3600" dirty="0">
                <a:solidFill>
                  <a:schemeClr val="bg1"/>
                </a:solidFill>
                <a:effectLst>
                  <a:outerShdw blurRad="38100" dist="38100" dir="2700000" algn="tl">
                    <a:srgbClr val="000000"/>
                  </a:outerShdw>
                </a:effectLst>
                <a:latin typeface="+mj-lt"/>
                <a:ea typeface="楷体" panose="02010609060101010101" pitchFamily="49" charset="-122"/>
              </a:rPr>
              <a:t>FIFO</a:t>
            </a:r>
          </a:p>
          <a:p>
            <a:pPr marL="355600" lvl="2" indent="-355600" defTabSz="355600">
              <a:lnSpc>
                <a:spcPct val="90000"/>
              </a:lnSpc>
              <a:buClr>
                <a:schemeClr val="bg1"/>
              </a:buClr>
              <a:buSzPct val="80000"/>
              <a:buFont typeface="Wingdings" panose="05000000000000000000" pitchFamily="2" charset="2"/>
              <a:buChar char="n"/>
              <a:tabLst>
                <a:tab pos="3851275" algn="l"/>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最近最久未使用算法</a:t>
            </a:r>
            <a:endParaRPr lang="en-US" altLang="zh-CN" sz="3600" dirty="0">
              <a:solidFill>
                <a:schemeClr val="bg1"/>
              </a:solidFill>
              <a:effectLst>
                <a:outerShdw blurRad="38100" dist="38100" dir="2700000" algn="tl">
                  <a:srgbClr val="000000"/>
                </a:outerShdw>
              </a:effectLst>
              <a:latin typeface="+mj-lt"/>
              <a:ea typeface="楷体" panose="02010609060101010101" pitchFamily="49" charset="-122"/>
            </a:endParaRPr>
          </a:p>
        </p:txBody>
      </p:sp>
      <p:sp>
        <p:nvSpPr>
          <p:cNvPr id="658437" name="Rectangle 5">
            <a:extLst>
              <a:ext uri="{FF2B5EF4-FFF2-40B4-BE49-F238E27FC236}">
                <a16:creationId xmlns:a16="http://schemas.microsoft.com/office/drawing/2014/main" id="{5ADB4326-EA68-441F-9EA0-7FE22A3C8F38}"/>
              </a:ext>
            </a:extLst>
          </p:cNvPr>
          <p:cNvSpPr>
            <a:spLocks noChangeArrowheads="1"/>
          </p:cNvSpPr>
          <p:nvPr/>
        </p:nvSpPr>
        <p:spPr bwMode="auto">
          <a:xfrm>
            <a:off x="2555875" y="-28825"/>
            <a:ext cx="4032250" cy="701675"/>
          </a:xfrm>
          <a:prstGeom prst="rect">
            <a:avLst/>
          </a:prstGeom>
          <a:noFill/>
          <a:ln w="12700" cap="sq">
            <a:noFill/>
            <a:miter lim="800000"/>
            <a:headEnd type="none" w="sm" len="sm"/>
            <a:tailEnd type="none" w="sm" len="sm"/>
          </a:ln>
          <a:effectLst/>
        </p:spPr>
        <p:txBody>
          <a:bodyPr>
            <a:spAutoFit/>
          </a:bodyPr>
          <a:lstStyle/>
          <a:p>
            <a:pPr algn="ctr" eaLnBrk="1" hangingPunct="1">
              <a:defRPr/>
            </a:pPr>
            <a:r>
              <a:rPr lang="zh-CN" altLang="en-US" sz="4000" dirty="0" smtClean="0">
                <a:solidFill>
                  <a:srgbClr val="B2622C"/>
                </a:solidFill>
                <a:effectLst>
                  <a:outerShdw blurRad="38100" dist="38100" dir="2700000" algn="tl">
                    <a:srgbClr val="000000"/>
                  </a:outerShdw>
                </a:effectLst>
                <a:ea typeface="楷体_GB2312" pitchFamily="49" charset="-122"/>
                <a:cs typeface="+mj-cs"/>
              </a:rPr>
              <a:t>页面置换</a:t>
            </a:r>
            <a:r>
              <a:rPr lang="zh-CN" altLang="en-US" sz="4000" dirty="0">
                <a:solidFill>
                  <a:srgbClr val="B2622C"/>
                </a:solidFill>
                <a:effectLst>
                  <a:outerShdw blurRad="38100" dist="38100" dir="2700000" algn="tl">
                    <a:srgbClr val="000000"/>
                  </a:outerShdw>
                </a:effectLst>
                <a:ea typeface="楷体_GB2312" pitchFamily="49" charset="-122"/>
                <a:cs typeface="+mj-cs"/>
              </a:rPr>
              <a:t>算法</a:t>
            </a:r>
          </a:p>
        </p:txBody>
      </p:sp>
      <p:sp>
        <p:nvSpPr>
          <p:cNvPr id="6"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5046293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658436">
                                            <p:txEl>
                                              <p:pRg st="1" end="1"/>
                                            </p:txEl>
                                          </p:spTgt>
                                        </p:tgtEl>
                                        <p:attrNameLst>
                                          <p:attrName>style.visibility</p:attrName>
                                        </p:attrNameLst>
                                      </p:cBhvr>
                                      <p:to>
                                        <p:strVal val="visible"/>
                                      </p:to>
                                    </p:set>
                                    <p:animEffect transition="in" filter="checkerboard(across)">
                                      <p:cBhvr>
                                        <p:cTn id="7" dur="500"/>
                                        <p:tgtEl>
                                          <p:spTgt spid="658436">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658436">
                                            <p:txEl>
                                              <p:pRg st="3" end="3"/>
                                            </p:txEl>
                                          </p:spTgt>
                                        </p:tgtEl>
                                        <p:attrNameLst>
                                          <p:attrName>style.visibility</p:attrName>
                                        </p:attrNameLst>
                                      </p:cBhvr>
                                      <p:to>
                                        <p:strVal val="visible"/>
                                      </p:to>
                                    </p:set>
                                    <p:animEffect transition="in" filter="checkerboard(across)">
                                      <p:cBhvr>
                                        <p:cTn id="12" dur="500"/>
                                        <p:tgtEl>
                                          <p:spTgt spid="658436">
                                            <p:txEl>
                                              <p:pRg st="3" end="3"/>
                                            </p:txEl>
                                          </p:spTgt>
                                        </p:tgtEl>
                                      </p:cBhvr>
                                    </p:animEffect>
                                  </p:childTnLst>
                                </p:cTn>
                              </p:par>
                              <p:par>
                                <p:cTn id="13" presetID="5" presetClass="entr" presetSubtype="10" fill="hold" nodeType="withEffect">
                                  <p:stCondLst>
                                    <p:cond delay="0"/>
                                  </p:stCondLst>
                                  <p:childTnLst>
                                    <p:set>
                                      <p:cBhvr>
                                        <p:cTn id="14" dur="1" fill="hold">
                                          <p:stCondLst>
                                            <p:cond delay="0"/>
                                          </p:stCondLst>
                                        </p:cTn>
                                        <p:tgtEl>
                                          <p:spTgt spid="658436">
                                            <p:txEl>
                                              <p:pRg st="4" end="4"/>
                                            </p:txEl>
                                          </p:spTgt>
                                        </p:tgtEl>
                                        <p:attrNameLst>
                                          <p:attrName>style.visibility</p:attrName>
                                        </p:attrNameLst>
                                      </p:cBhvr>
                                      <p:to>
                                        <p:strVal val="visible"/>
                                      </p:to>
                                    </p:set>
                                    <p:animEffect transition="in" filter="checkerboard(across)">
                                      <p:cBhvr>
                                        <p:cTn id="15" dur="500"/>
                                        <p:tgtEl>
                                          <p:spTgt spid="658436">
                                            <p:txEl>
                                              <p:pRg st="4" end="4"/>
                                            </p:txEl>
                                          </p:spTgt>
                                        </p:tgtEl>
                                      </p:cBhvr>
                                    </p:animEffect>
                                  </p:childTnLst>
                                </p:cTn>
                              </p:par>
                              <p:par>
                                <p:cTn id="16" presetID="5" presetClass="entr" presetSubtype="10" fill="hold" nodeType="withEffect">
                                  <p:stCondLst>
                                    <p:cond delay="0"/>
                                  </p:stCondLst>
                                  <p:childTnLst>
                                    <p:set>
                                      <p:cBhvr>
                                        <p:cTn id="17" dur="1" fill="hold">
                                          <p:stCondLst>
                                            <p:cond delay="0"/>
                                          </p:stCondLst>
                                        </p:cTn>
                                        <p:tgtEl>
                                          <p:spTgt spid="658436">
                                            <p:txEl>
                                              <p:pRg st="5" end="5"/>
                                            </p:txEl>
                                          </p:spTgt>
                                        </p:tgtEl>
                                        <p:attrNameLst>
                                          <p:attrName>style.visibility</p:attrName>
                                        </p:attrNameLst>
                                      </p:cBhvr>
                                      <p:to>
                                        <p:strVal val="visible"/>
                                      </p:to>
                                    </p:set>
                                    <p:animEffect transition="in" filter="checkerboard(across)">
                                      <p:cBhvr>
                                        <p:cTn id="18" dur="500"/>
                                        <p:tgtEl>
                                          <p:spTgt spid="658436">
                                            <p:txEl>
                                              <p:pRg st="5" end="5"/>
                                            </p:txEl>
                                          </p:spTgt>
                                        </p:tgtEl>
                                      </p:cBhvr>
                                    </p:animEffect>
                                  </p:childTnLst>
                                </p:cTn>
                              </p:par>
                            </p:childTnLst>
                          </p:cTn>
                        </p:par>
                        <p:par>
                          <p:cTn id="19" fill="hold">
                            <p:stCondLst>
                              <p:cond delay="500"/>
                            </p:stCondLst>
                            <p:childTnLst>
                              <p:par>
                                <p:cTn id="20" presetID="2" presetClass="entr" presetSubtype="6" fill="hold" grpId="0" nodeType="after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ppt_x</p:attrName>
                                        </p:attrNameLst>
                                      </p:cBhvr>
                                      <p:tavLst>
                                        <p:tav tm="0">
                                          <p:val>
                                            <p:strVal val="1+#ppt_w/2"/>
                                          </p:val>
                                        </p:tav>
                                        <p:tav tm="100000">
                                          <p:val>
                                            <p:strVal val="#ppt_x"/>
                                          </p:val>
                                        </p:tav>
                                      </p:tavLst>
                                    </p:anim>
                                    <p:anim calcmode="lin" valueType="num">
                                      <p:cBhvr additive="base">
                                        <p:cTn id="2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9459" name="Rectangle 3">
            <a:extLst>
              <a:ext uri="{FF2B5EF4-FFF2-40B4-BE49-F238E27FC236}">
                <a16:creationId xmlns:a16="http://schemas.microsoft.com/office/drawing/2014/main" id="{44A15CDA-A96F-4E0E-80CC-613C3E94F95F}"/>
              </a:ext>
            </a:extLst>
          </p:cNvPr>
          <p:cNvSpPr>
            <a:spLocks noGrp="1" noChangeArrowheads="1"/>
          </p:cNvSpPr>
          <p:nvPr>
            <p:ph type="body" idx="1"/>
          </p:nvPr>
        </p:nvSpPr>
        <p:spPr>
          <a:xfrm>
            <a:off x="43731" y="1100182"/>
            <a:ext cx="9144000" cy="4657635"/>
          </a:xfrm>
        </p:spPr>
        <p:txBody>
          <a:bodyPr/>
          <a:lstStyle/>
          <a:p>
            <a:pPr marL="355600" lvl="2" indent="-355600" defTabSz="355600">
              <a:lnSpc>
                <a:spcPct val="90000"/>
              </a:lnSpc>
              <a:spcBef>
                <a:spcPct val="0"/>
              </a:spcBef>
              <a:buClr>
                <a:schemeClr val="bg1"/>
              </a:buClr>
              <a:buSzPct val="80000"/>
              <a:buFont typeface="Wingdings" panose="05000000000000000000" pitchFamily="2" charset="2"/>
              <a:buChar char="n"/>
              <a:tabLst>
                <a:tab pos="3851275" algn="l"/>
              </a:tabLst>
              <a:defRPr/>
            </a:pPr>
            <a:r>
              <a:rPr lang="zh-CN" altLang="en-US" sz="3600" b="1" kern="1200" dirty="0">
                <a:solidFill>
                  <a:schemeClr val="bg1"/>
                </a:solidFill>
                <a:latin typeface="+mj-lt"/>
                <a:ea typeface="楷体" panose="02010609060101010101" pitchFamily="49" charset="-122"/>
                <a:cs typeface="+mn-cs"/>
              </a:rPr>
              <a:t>选择最先调入内存的页换</a:t>
            </a:r>
            <a:r>
              <a:rPr lang="zh-CN" altLang="en-US" sz="3600" b="1" kern="1200" dirty="0" smtClean="0">
                <a:solidFill>
                  <a:schemeClr val="bg1"/>
                </a:solidFill>
                <a:latin typeface="+mj-lt"/>
                <a:ea typeface="楷体" panose="02010609060101010101" pitchFamily="49" charset="-122"/>
                <a:cs typeface="+mn-cs"/>
              </a:rPr>
              <a:t>出</a:t>
            </a:r>
            <a:endParaRPr lang="en-US" altLang="zh-CN" sz="3600" b="1" kern="1200" dirty="0">
              <a:solidFill>
                <a:schemeClr val="bg1"/>
              </a:solidFill>
              <a:latin typeface="+mj-lt"/>
              <a:ea typeface="楷体" panose="02010609060101010101" pitchFamily="49" charset="-122"/>
              <a:cs typeface="+mn-cs"/>
            </a:endParaRPr>
          </a:p>
          <a:p>
            <a:pPr marL="812800" lvl="3" indent="-355600" defTabSz="355600">
              <a:lnSpc>
                <a:spcPct val="90000"/>
              </a:lnSpc>
              <a:spcBef>
                <a:spcPct val="0"/>
              </a:spcBef>
              <a:buClr>
                <a:schemeClr val="bg2"/>
              </a:buClr>
              <a:buSzPct val="70000"/>
              <a:buFont typeface="Wingdings" panose="05000000000000000000" pitchFamily="2" charset="2"/>
              <a:buChar char="n"/>
              <a:tabLst>
                <a:tab pos="3851275" algn="l"/>
              </a:tabLst>
              <a:defRPr/>
            </a:pPr>
            <a:r>
              <a:rPr lang="en-US" altLang="zh-CN"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a:t>
            </a:r>
            <a:r>
              <a:rPr lang="zh-CN" altLang="en-US"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先调入内存的页不再被访问的可能性大”；</a:t>
            </a:r>
          </a:p>
          <a:p>
            <a:pPr marL="812800" lvl="3" indent="-355600" defTabSz="355600">
              <a:lnSpc>
                <a:spcPct val="90000"/>
              </a:lnSpc>
              <a:spcBef>
                <a:spcPct val="0"/>
              </a:spcBef>
              <a:buClr>
                <a:schemeClr val="bg2"/>
              </a:buClr>
              <a:buSzPct val="70000"/>
              <a:buFont typeface="Wingdings" panose="05000000000000000000" pitchFamily="2" charset="2"/>
              <a:buChar char="n"/>
              <a:tabLst>
                <a:tab pos="3851275" algn="l"/>
              </a:tabLst>
              <a:defRPr/>
            </a:pPr>
            <a:r>
              <a:rPr lang="zh-CN" altLang="en-US"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把已分配页面按分配时间顺序链接起来，</a:t>
            </a:r>
            <a:r>
              <a:rPr lang="en-US" altLang="zh-CN"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FIFO</a:t>
            </a:r>
            <a:r>
              <a:rPr lang="zh-CN" altLang="en-US" sz="3200" b="1" kern="1200" dirty="0" smtClean="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队列。</a:t>
            </a:r>
            <a:endParaRPr lang="zh-CN" altLang="en-US"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endParaRPr>
          </a:p>
          <a:p>
            <a:pPr marL="355600" lvl="2" indent="-355600" defTabSz="355600">
              <a:lnSpc>
                <a:spcPct val="90000"/>
              </a:lnSpc>
              <a:spcBef>
                <a:spcPct val="0"/>
              </a:spcBef>
              <a:buClr>
                <a:schemeClr val="bg1"/>
              </a:buClr>
              <a:buSzPct val="80000"/>
              <a:buFont typeface="Wingdings" panose="05000000000000000000" pitchFamily="2" charset="2"/>
              <a:buChar char="n"/>
              <a:tabLst>
                <a:tab pos="3851275" algn="l"/>
              </a:tabLst>
              <a:defRPr/>
            </a:pPr>
            <a:r>
              <a:rPr lang="zh-CN" altLang="en-US" sz="3600" b="1" kern="1200" dirty="0">
                <a:solidFill>
                  <a:schemeClr val="bg1"/>
                </a:solidFill>
                <a:latin typeface="+mj-lt"/>
                <a:ea typeface="楷体" panose="02010609060101010101" pitchFamily="49" charset="-122"/>
                <a:cs typeface="+mn-cs"/>
              </a:rPr>
              <a:t>内存利用率不高</a:t>
            </a:r>
          </a:p>
          <a:p>
            <a:pPr marL="812800" lvl="3" indent="-355600" defTabSz="355600">
              <a:lnSpc>
                <a:spcPct val="90000"/>
              </a:lnSpc>
              <a:spcBef>
                <a:spcPct val="0"/>
              </a:spcBef>
              <a:buClr>
                <a:schemeClr val="bg2"/>
              </a:buClr>
              <a:buSzPct val="70000"/>
              <a:buFont typeface="Wingdings" panose="05000000000000000000" pitchFamily="2" charset="2"/>
              <a:buChar char="n"/>
              <a:tabLst>
                <a:tab pos="3851275" algn="l"/>
              </a:tabLst>
              <a:defRPr/>
            </a:pPr>
            <a:r>
              <a:rPr lang="zh-CN" altLang="en-US"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基于</a:t>
            </a:r>
            <a:r>
              <a:rPr lang="en-US" altLang="zh-CN"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CPU</a:t>
            </a:r>
            <a:r>
              <a:rPr lang="zh-CN" altLang="en-US"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按线性顺序访问地址空间的</a:t>
            </a:r>
            <a:r>
              <a:rPr lang="zh-CN" altLang="en-US" sz="3200" b="1" kern="1200" dirty="0" smtClean="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假设；</a:t>
            </a:r>
            <a:endParaRPr lang="zh-CN" altLang="en-US"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endParaRPr>
          </a:p>
          <a:p>
            <a:pPr marL="812800" lvl="3" indent="-355600" defTabSz="355600">
              <a:lnSpc>
                <a:spcPct val="90000"/>
              </a:lnSpc>
              <a:spcBef>
                <a:spcPct val="0"/>
              </a:spcBef>
              <a:buClr>
                <a:schemeClr val="bg2"/>
              </a:buClr>
              <a:buSzPct val="70000"/>
              <a:buFont typeface="Wingdings" panose="05000000000000000000" pitchFamily="2" charset="2"/>
              <a:buChar char="n"/>
              <a:tabLst>
                <a:tab pos="3851275" algn="l"/>
              </a:tabLst>
              <a:defRPr/>
            </a:pPr>
            <a:r>
              <a:rPr lang="zh-CN" altLang="en-US"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许多时候</a:t>
            </a:r>
            <a:r>
              <a:rPr lang="en-US" altLang="zh-CN"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CPU</a:t>
            </a:r>
            <a:r>
              <a:rPr lang="zh-CN" altLang="en-US"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不是按线性顺序访问地址空间</a:t>
            </a:r>
            <a:endParaRPr lang="en-US" altLang="zh-CN"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endParaRPr>
          </a:p>
          <a:p>
            <a:pPr marL="1270000" lvl="4" indent="-355600" defTabSz="355600">
              <a:lnSpc>
                <a:spcPct val="90000"/>
              </a:lnSpc>
              <a:spcBef>
                <a:spcPct val="0"/>
              </a:spcBef>
              <a:buClr>
                <a:schemeClr val="bg2"/>
              </a:buClr>
              <a:buSzPct val="70000"/>
              <a:buFont typeface="Wingdings" panose="05000000000000000000" pitchFamily="2" charset="2"/>
              <a:buChar char="n"/>
              <a:tabLst>
                <a:tab pos="3851275" algn="l"/>
              </a:tabLst>
              <a:defRPr/>
            </a:pPr>
            <a:r>
              <a:rPr lang="zh-CN" altLang="en-US"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在内存中停留时间最长的页往往也是经常被访问的页。</a:t>
            </a:r>
          </a:p>
        </p:txBody>
      </p:sp>
      <p:sp>
        <p:nvSpPr>
          <p:cNvPr id="6" name="矩形 5">
            <a:extLst>
              <a:ext uri="{FF2B5EF4-FFF2-40B4-BE49-F238E27FC236}">
                <a16:creationId xmlns:a16="http://schemas.microsoft.com/office/drawing/2014/main" id="{9C53BF51-5EEE-48FA-800E-C4A723EA8AE0}"/>
              </a:ext>
            </a:extLst>
          </p:cNvPr>
          <p:cNvSpPr/>
          <p:nvPr/>
        </p:nvSpPr>
        <p:spPr>
          <a:xfrm>
            <a:off x="3042963" y="0"/>
            <a:ext cx="3466013" cy="715581"/>
          </a:xfrm>
          <a:prstGeom prst="rect">
            <a:avLst/>
          </a:prstGeom>
        </p:spPr>
        <p:txBody>
          <a:bodyPr wrap="square">
            <a:spAutoFit/>
          </a:bodyPr>
          <a:lstStyle/>
          <a:p>
            <a:pPr marL="342900" lvl="1" indent="-342900" algn="ctr" eaLnBrk="1" hangingPunct="1">
              <a:lnSpc>
                <a:spcPct val="110000"/>
              </a:lnSpc>
              <a:buClr>
                <a:schemeClr val="tx2"/>
              </a:buClr>
              <a:buSzPct val="75000"/>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先进先出</a:t>
            </a:r>
            <a:r>
              <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rPr>
              <a:t>FIFO</a:t>
            </a:r>
            <a:endPar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endParaRPr>
          </a:p>
        </p:txBody>
      </p:sp>
      <p:sp>
        <p:nvSpPr>
          <p:cNvPr id="7"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388171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FEFFEAB8-126B-4EF0-9D49-7D2CBB400319}"/>
              </a:ext>
            </a:extLst>
          </p:cNvPr>
          <p:cNvSpPr txBox="1"/>
          <p:nvPr/>
        </p:nvSpPr>
        <p:spPr>
          <a:xfrm>
            <a:off x="2338400" y="133308"/>
            <a:ext cx="4467200" cy="714170"/>
          </a:xfrm>
          <a:prstGeom prst="rect">
            <a:avLst/>
          </a:prstGeom>
          <a:noFill/>
        </p:spPr>
        <p:txBody>
          <a:bodyPr wrap="square" rtlCol="0">
            <a:spAutoFit/>
          </a:bodyPr>
          <a:lstStyle/>
          <a:p>
            <a:pPr marL="342900" lvl="1" indent="-342900" algn="ctr" eaLnBrk="1" hangingPunct="1">
              <a:lnSpc>
                <a:spcPct val="110000"/>
              </a:lnSpc>
              <a:buClr>
                <a:schemeClr val="tx2"/>
              </a:buClr>
              <a:buSzPct val="75000"/>
              <a:defRPr/>
            </a:pPr>
            <a:r>
              <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rPr>
              <a:t>FIFO</a:t>
            </a: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示例</a:t>
            </a:r>
          </a:p>
        </p:txBody>
      </p:sp>
      <p:pic>
        <p:nvPicPr>
          <p:cNvPr id="5" name="图片 4">
            <a:extLst>
              <a:ext uri="{FF2B5EF4-FFF2-40B4-BE49-F238E27FC236}">
                <a16:creationId xmlns:a16="http://schemas.microsoft.com/office/drawing/2014/main" id="{BD237149-833A-4F7B-8858-F1F4D4819628}"/>
              </a:ext>
            </a:extLst>
          </p:cNvPr>
          <p:cNvPicPr>
            <a:picLocks noChangeAspect="1"/>
          </p:cNvPicPr>
          <p:nvPr/>
        </p:nvPicPr>
        <p:blipFill>
          <a:blip r:embed="rId2"/>
          <a:stretch>
            <a:fillRect/>
          </a:stretch>
        </p:blipFill>
        <p:spPr>
          <a:xfrm>
            <a:off x="409352" y="1579660"/>
            <a:ext cx="8145012" cy="457264"/>
          </a:xfrm>
          <a:prstGeom prst="rect">
            <a:avLst/>
          </a:prstGeom>
        </p:spPr>
      </p:pic>
      <p:pic>
        <p:nvPicPr>
          <p:cNvPr id="6" name="图片 5">
            <a:extLst>
              <a:ext uri="{FF2B5EF4-FFF2-40B4-BE49-F238E27FC236}">
                <a16:creationId xmlns:a16="http://schemas.microsoft.com/office/drawing/2014/main" id="{6269D9AF-1D61-4EE1-A704-93A0FE34E44A}"/>
              </a:ext>
            </a:extLst>
          </p:cNvPr>
          <p:cNvPicPr>
            <a:picLocks noChangeAspect="1"/>
          </p:cNvPicPr>
          <p:nvPr/>
        </p:nvPicPr>
        <p:blipFill>
          <a:blip r:embed="rId3"/>
          <a:stretch>
            <a:fillRect/>
          </a:stretch>
        </p:blipFill>
        <p:spPr>
          <a:xfrm>
            <a:off x="373816" y="1939700"/>
            <a:ext cx="1400370" cy="1409897"/>
          </a:xfrm>
          <a:prstGeom prst="rect">
            <a:avLst/>
          </a:prstGeom>
        </p:spPr>
      </p:pic>
      <p:pic>
        <p:nvPicPr>
          <p:cNvPr id="7" name="图片 6">
            <a:extLst>
              <a:ext uri="{FF2B5EF4-FFF2-40B4-BE49-F238E27FC236}">
                <a16:creationId xmlns:a16="http://schemas.microsoft.com/office/drawing/2014/main" id="{1E0051A9-26A0-46F4-8B7A-5BA9579851AF}"/>
              </a:ext>
            </a:extLst>
          </p:cNvPr>
          <p:cNvPicPr>
            <a:picLocks noChangeAspect="1"/>
          </p:cNvPicPr>
          <p:nvPr/>
        </p:nvPicPr>
        <p:blipFill>
          <a:blip r:embed="rId4"/>
          <a:stretch>
            <a:fillRect/>
          </a:stretch>
        </p:blipFill>
        <p:spPr>
          <a:xfrm>
            <a:off x="1774186" y="2035944"/>
            <a:ext cx="400106" cy="1314633"/>
          </a:xfrm>
          <a:prstGeom prst="rect">
            <a:avLst/>
          </a:prstGeom>
        </p:spPr>
      </p:pic>
      <p:pic>
        <p:nvPicPr>
          <p:cNvPr id="8" name="图片 7">
            <a:extLst>
              <a:ext uri="{FF2B5EF4-FFF2-40B4-BE49-F238E27FC236}">
                <a16:creationId xmlns:a16="http://schemas.microsoft.com/office/drawing/2014/main" id="{2D7356EF-7FD1-4BE1-A6B9-DC9B69B889C5}"/>
              </a:ext>
            </a:extLst>
          </p:cNvPr>
          <p:cNvPicPr>
            <a:picLocks noChangeAspect="1"/>
          </p:cNvPicPr>
          <p:nvPr/>
        </p:nvPicPr>
        <p:blipFill>
          <a:blip r:embed="rId5"/>
          <a:stretch>
            <a:fillRect/>
          </a:stretch>
        </p:blipFill>
        <p:spPr>
          <a:xfrm>
            <a:off x="2425576" y="2035944"/>
            <a:ext cx="485843" cy="1352739"/>
          </a:xfrm>
          <a:prstGeom prst="rect">
            <a:avLst/>
          </a:prstGeom>
        </p:spPr>
      </p:pic>
      <p:pic>
        <p:nvPicPr>
          <p:cNvPr id="9" name="图片 8">
            <a:extLst>
              <a:ext uri="{FF2B5EF4-FFF2-40B4-BE49-F238E27FC236}">
                <a16:creationId xmlns:a16="http://schemas.microsoft.com/office/drawing/2014/main" id="{311ADFF6-1144-44C8-AAAD-2F0C3F15DBC1}"/>
              </a:ext>
            </a:extLst>
          </p:cNvPr>
          <p:cNvPicPr>
            <a:picLocks noChangeAspect="1"/>
          </p:cNvPicPr>
          <p:nvPr/>
        </p:nvPicPr>
        <p:blipFill>
          <a:blip r:embed="rId6"/>
          <a:stretch>
            <a:fillRect/>
          </a:stretch>
        </p:blipFill>
        <p:spPr>
          <a:xfrm>
            <a:off x="2953256" y="2083575"/>
            <a:ext cx="371527" cy="1219370"/>
          </a:xfrm>
          <a:prstGeom prst="rect">
            <a:avLst/>
          </a:prstGeom>
        </p:spPr>
      </p:pic>
      <p:pic>
        <p:nvPicPr>
          <p:cNvPr id="10" name="图片 9">
            <a:extLst>
              <a:ext uri="{FF2B5EF4-FFF2-40B4-BE49-F238E27FC236}">
                <a16:creationId xmlns:a16="http://schemas.microsoft.com/office/drawing/2014/main" id="{B4E301F2-B37D-4BEA-B26C-E769C5AE7617}"/>
              </a:ext>
            </a:extLst>
          </p:cNvPr>
          <p:cNvPicPr>
            <a:picLocks noChangeAspect="1"/>
          </p:cNvPicPr>
          <p:nvPr/>
        </p:nvPicPr>
        <p:blipFill>
          <a:blip r:embed="rId7"/>
          <a:stretch>
            <a:fillRect/>
          </a:stretch>
        </p:blipFill>
        <p:spPr>
          <a:xfrm>
            <a:off x="3320196" y="2069285"/>
            <a:ext cx="390580" cy="1247949"/>
          </a:xfrm>
          <a:prstGeom prst="rect">
            <a:avLst/>
          </a:prstGeom>
        </p:spPr>
      </p:pic>
      <p:pic>
        <p:nvPicPr>
          <p:cNvPr id="11" name="图片 10">
            <a:extLst>
              <a:ext uri="{FF2B5EF4-FFF2-40B4-BE49-F238E27FC236}">
                <a16:creationId xmlns:a16="http://schemas.microsoft.com/office/drawing/2014/main" id="{67B0B28B-5A74-4DD7-9626-8F7DEABE4605}"/>
              </a:ext>
            </a:extLst>
          </p:cNvPr>
          <p:cNvPicPr>
            <a:picLocks noChangeAspect="1"/>
          </p:cNvPicPr>
          <p:nvPr/>
        </p:nvPicPr>
        <p:blipFill>
          <a:blip r:embed="rId8"/>
          <a:stretch>
            <a:fillRect/>
          </a:stretch>
        </p:blipFill>
        <p:spPr>
          <a:xfrm>
            <a:off x="3734768" y="2122171"/>
            <a:ext cx="342948" cy="1181265"/>
          </a:xfrm>
          <a:prstGeom prst="rect">
            <a:avLst/>
          </a:prstGeom>
        </p:spPr>
      </p:pic>
      <p:pic>
        <p:nvPicPr>
          <p:cNvPr id="12" name="图片 11">
            <a:extLst>
              <a:ext uri="{FF2B5EF4-FFF2-40B4-BE49-F238E27FC236}">
                <a16:creationId xmlns:a16="http://schemas.microsoft.com/office/drawing/2014/main" id="{E254E1B4-0A39-4D6C-8E05-45464455BE97}"/>
              </a:ext>
            </a:extLst>
          </p:cNvPr>
          <p:cNvPicPr>
            <a:picLocks noChangeAspect="1"/>
          </p:cNvPicPr>
          <p:nvPr/>
        </p:nvPicPr>
        <p:blipFill>
          <a:blip r:embed="rId9"/>
          <a:stretch>
            <a:fillRect/>
          </a:stretch>
        </p:blipFill>
        <p:spPr>
          <a:xfrm>
            <a:off x="4139417" y="2045470"/>
            <a:ext cx="352474" cy="1257475"/>
          </a:xfrm>
          <a:prstGeom prst="rect">
            <a:avLst/>
          </a:prstGeom>
        </p:spPr>
      </p:pic>
      <p:pic>
        <p:nvPicPr>
          <p:cNvPr id="13" name="图片 12">
            <a:extLst>
              <a:ext uri="{FF2B5EF4-FFF2-40B4-BE49-F238E27FC236}">
                <a16:creationId xmlns:a16="http://schemas.microsoft.com/office/drawing/2014/main" id="{F5E4F7D2-27BE-4B06-8939-9625D36F309C}"/>
              </a:ext>
            </a:extLst>
          </p:cNvPr>
          <p:cNvPicPr>
            <a:picLocks noChangeAspect="1"/>
          </p:cNvPicPr>
          <p:nvPr/>
        </p:nvPicPr>
        <p:blipFill>
          <a:blip r:embed="rId10"/>
          <a:stretch>
            <a:fillRect/>
          </a:stretch>
        </p:blipFill>
        <p:spPr>
          <a:xfrm>
            <a:off x="4557362" y="2078738"/>
            <a:ext cx="390580" cy="1257475"/>
          </a:xfrm>
          <a:prstGeom prst="rect">
            <a:avLst/>
          </a:prstGeom>
        </p:spPr>
      </p:pic>
      <p:pic>
        <p:nvPicPr>
          <p:cNvPr id="14" name="图片 13">
            <a:extLst>
              <a:ext uri="{FF2B5EF4-FFF2-40B4-BE49-F238E27FC236}">
                <a16:creationId xmlns:a16="http://schemas.microsoft.com/office/drawing/2014/main" id="{8147CE04-7DE0-45D7-B4D7-7F3C09E14676}"/>
              </a:ext>
            </a:extLst>
          </p:cNvPr>
          <p:cNvPicPr>
            <a:picLocks noChangeAspect="1"/>
          </p:cNvPicPr>
          <p:nvPr/>
        </p:nvPicPr>
        <p:blipFill>
          <a:blip r:embed="rId11"/>
          <a:stretch>
            <a:fillRect/>
          </a:stretch>
        </p:blipFill>
        <p:spPr>
          <a:xfrm>
            <a:off x="5724128" y="2060848"/>
            <a:ext cx="362001" cy="1219370"/>
          </a:xfrm>
          <a:prstGeom prst="rect">
            <a:avLst/>
          </a:prstGeom>
        </p:spPr>
      </p:pic>
      <p:pic>
        <p:nvPicPr>
          <p:cNvPr id="15" name="图片 14">
            <a:extLst>
              <a:ext uri="{FF2B5EF4-FFF2-40B4-BE49-F238E27FC236}">
                <a16:creationId xmlns:a16="http://schemas.microsoft.com/office/drawing/2014/main" id="{18E6E953-D78C-4058-8F67-10D9564730B7}"/>
              </a:ext>
            </a:extLst>
          </p:cNvPr>
          <p:cNvPicPr>
            <a:picLocks noChangeAspect="1"/>
          </p:cNvPicPr>
          <p:nvPr/>
        </p:nvPicPr>
        <p:blipFill>
          <a:blip r:embed="rId12"/>
          <a:stretch>
            <a:fillRect/>
          </a:stretch>
        </p:blipFill>
        <p:spPr>
          <a:xfrm>
            <a:off x="6137834" y="2086563"/>
            <a:ext cx="390580" cy="1219370"/>
          </a:xfrm>
          <a:prstGeom prst="rect">
            <a:avLst/>
          </a:prstGeom>
        </p:spPr>
      </p:pic>
      <p:pic>
        <p:nvPicPr>
          <p:cNvPr id="16" name="图片 15">
            <a:extLst>
              <a:ext uri="{FF2B5EF4-FFF2-40B4-BE49-F238E27FC236}">
                <a16:creationId xmlns:a16="http://schemas.microsoft.com/office/drawing/2014/main" id="{DC8B50F0-577E-4805-9B82-7D887C31B126}"/>
              </a:ext>
            </a:extLst>
          </p:cNvPr>
          <p:cNvPicPr>
            <a:picLocks noChangeAspect="1"/>
          </p:cNvPicPr>
          <p:nvPr/>
        </p:nvPicPr>
        <p:blipFill>
          <a:blip r:embed="rId13"/>
          <a:stretch>
            <a:fillRect/>
          </a:stretch>
        </p:blipFill>
        <p:spPr>
          <a:xfrm>
            <a:off x="7341698" y="2111137"/>
            <a:ext cx="342948" cy="1238423"/>
          </a:xfrm>
          <a:prstGeom prst="rect">
            <a:avLst/>
          </a:prstGeom>
        </p:spPr>
      </p:pic>
      <p:pic>
        <p:nvPicPr>
          <p:cNvPr id="17" name="图片 16">
            <a:extLst>
              <a:ext uri="{FF2B5EF4-FFF2-40B4-BE49-F238E27FC236}">
                <a16:creationId xmlns:a16="http://schemas.microsoft.com/office/drawing/2014/main" id="{B9920F92-9F26-4EEE-9C19-B71730E6E3A8}"/>
              </a:ext>
            </a:extLst>
          </p:cNvPr>
          <p:cNvPicPr>
            <a:picLocks noChangeAspect="1"/>
          </p:cNvPicPr>
          <p:nvPr/>
        </p:nvPicPr>
        <p:blipFill>
          <a:blip r:embed="rId14"/>
          <a:stretch>
            <a:fillRect/>
          </a:stretch>
        </p:blipFill>
        <p:spPr>
          <a:xfrm>
            <a:off x="7785278" y="2122171"/>
            <a:ext cx="390580" cy="1190791"/>
          </a:xfrm>
          <a:prstGeom prst="rect">
            <a:avLst/>
          </a:prstGeom>
        </p:spPr>
      </p:pic>
      <p:pic>
        <p:nvPicPr>
          <p:cNvPr id="18" name="图片 17">
            <a:extLst>
              <a:ext uri="{FF2B5EF4-FFF2-40B4-BE49-F238E27FC236}">
                <a16:creationId xmlns:a16="http://schemas.microsoft.com/office/drawing/2014/main" id="{B86073B7-F26A-4AE5-BCA1-0F9748763D9B}"/>
              </a:ext>
            </a:extLst>
          </p:cNvPr>
          <p:cNvPicPr>
            <a:picLocks noChangeAspect="1"/>
          </p:cNvPicPr>
          <p:nvPr/>
        </p:nvPicPr>
        <p:blipFill>
          <a:blip r:embed="rId15"/>
          <a:stretch>
            <a:fillRect/>
          </a:stretch>
        </p:blipFill>
        <p:spPr>
          <a:xfrm>
            <a:off x="8220046" y="2103326"/>
            <a:ext cx="342948" cy="1267002"/>
          </a:xfrm>
          <a:prstGeom prst="rect">
            <a:avLst/>
          </a:prstGeom>
        </p:spPr>
      </p:pic>
      <p:sp>
        <p:nvSpPr>
          <p:cNvPr id="19" name="Rectangle 70">
            <a:extLst>
              <a:ext uri="{FF2B5EF4-FFF2-40B4-BE49-F238E27FC236}">
                <a16:creationId xmlns:a16="http://schemas.microsoft.com/office/drawing/2014/main" id="{540CDB05-79DD-4A05-929B-9A114BF9FBAA}"/>
              </a:ext>
            </a:extLst>
          </p:cNvPr>
          <p:cNvSpPr>
            <a:spLocks noChangeArrowheads="1"/>
          </p:cNvSpPr>
          <p:nvPr/>
        </p:nvSpPr>
        <p:spPr bwMode="auto">
          <a:xfrm>
            <a:off x="2882708" y="3884418"/>
            <a:ext cx="3489491" cy="400110"/>
          </a:xfrm>
          <a:prstGeom prst="rect">
            <a:avLst/>
          </a:prstGeom>
          <a:noFill/>
          <a:ln w="12700" cap="sq">
            <a:no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lang="zh-CN" altLang="en-US" sz="2000" dirty="0">
                <a:solidFill>
                  <a:schemeClr val="bg2"/>
                </a:solidFill>
                <a:latin typeface="宋体" panose="02010600030101010101" pitchFamily="2" charset="-122"/>
              </a:rPr>
              <a:t>图</a:t>
            </a:r>
            <a:r>
              <a:rPr lang="en-US" altLang="zh-CN" sz="2000" dirty="0">
                <a:solidFill>
                  <a:schemeClr val="bg2"/>
                </a:solidFill>
                <a:latin typeface="宋体" panose="02010600030101010101" pitchFamily="2" charset="-122"/>
              </a:rPr>
              <a:t>8-12 FIFO </a:t>
            </a:r>
            <a:r>
              <a:rPr lang="zh-CN" altLang="en-US" sz="2000" dirty="0">
                <a:solidFill>
                  <a:schemeClr val="bg2"/>
                </a:solidFill>
                <a:latin typeface="宋体" panose="02010600030101010101" pitchFamily="2" charset="-122"/>
              </a:rPr>
              <a:t>页面置换算法</a:t>
            </a:r>
          </a:p>
        </p:txBody>
      </p:sp>
      <p:sp>
        <p:nvSpPr>
          <p:cNvPr id="20" name="文本框 19">
            <a:extLst>
              <a:ext uri="{FF2B5EF4-FFF2-40B4-BE49-F238E27FC236}">
                <a16:creationId xmlns:a16="http://schemas.microsoft.com/office/drawing/2014/main" id="{6DA17C44-B89B-40A5-8665-EFCE4BABEF14}"/>
              </a:ext>
            </a:extLst>
          </p:cNvPr>
          <p:cNvSpPr txBox="1"/>
          <p:nvPr/>
        </p:nvSpPr>
        <p:spPr>
          <a:xfrm>
            <a:off x="2468741" y="4872340"/>
            <a:ext cx="4958402" cy="584775"/>
          </a:xfrm>
          <a:prstGeom prst="rect">
            <a:avLst/>
          </a:prstGeom>
          <a:solidFill>
            <a:srgbClr val="99CCFF"/>
          </a:solidFill>
        </p:spPr>
        <p:txBody>
          <a:bodyPr wrap="square" rtlCol="0">
            <a:spAutoFit/>
          </a:bodyPr>
          <a:lstStyle/>
          <a:p>
            <a:pPr algn="ctr"/>
            <a:r>
              <a:rPr lang="zh-CN" altLang="en-US" dirty="0">
                <a:solidFill>
                  <a:schemeClr val="bg2"/>
                </a:solidFill>
                <a:latin typeface="Times New Roman" panose="02020603050405020304" pitchFamily="18" charset="0"/>
                <a:cs typeface="Times New Roman" panose="02020603050405020304" pitchFamily="18" charset="0"/>
              </a:rPr>
              <a:t>缺页次数：</a:t>
            </a:r>
            <a:r>
              <a:rPr lang="en-US" altLang="zh-CN" dirty="0">
                <a:solidFill>
                  <a:schemeClr val="bg2"/>
                </a:solidFill>
                <a:latin typeface="Times New Roman" panose="02020603050405020304" pitchFamily="18" charset="0"/>
                <a:cs typeface="Times New Roman" panose="02020603050405020304" pitchFamily="18" charset="0"/>
              </a:rPr>
              <a:t>15</a:t>
            </a:r>
            <a:r>
              <a:rPr lang="zh-CN" altLang="en-US" dirty="0">
                <a:solidFill>
                  <a:schemeClr val="bg2"/>
                </a:solidFill>
                <a:latin typeface="Times New Roman" panose="02020603050405020304" pitchFamily="18" charset="0"/>
                <a:cs typeface="Times New Roman" panose="02020603050405020304" pitchFamily="18" charset="0"/>
              </a:rPr>
              <a:t>次</a:t>
            </a:r>
          </a:p>
        </p:txBody>
      </p:sp>
      <p:sp>
        <p:nvSpPr>
          <p:cNvPr id="21"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071518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500"/>
                                        <p:tgtEl>
                                          <p:spTgt spid="13"/>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fade">
                                      <p:cBhvr>
                                        <p:cTn id="49" dur="500"/>
                                        <p:tgtEl>
                                          <p:spTgt spid="14"/>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00"/>
                                        <p:tgtEl>
                                          <p:spTgt spid="15"/>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16"/>
                                        </p:tgtEl>
                                        <p:attrNameLst>
                                          <p:attrName>style.visibility</p:attrName>
                                        </p:attrNameLst>
                                      </p:cBhvr>
                                      <p:to>
                                        <p:strVal val="visible"/>
                                      </p:to>
                                    </p:set>
                                    <p:animEffect transition="in" filter="fade">
                                      <p:cBhvr>
                                        <p:cTn id="59" dur="500"/>
                                        <p:tgtEl>
                                          <p:spTgt spid="16"/>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17"/>
                                        </p:tgtEl>
                                        <p:attrNameLst>
                                          <p:attrName>style.visibility</p:attrName>
                                        </p:attrNameLst>
                                      </p:cBhvr>
                                      <p:to>
                                        <p:strVal val="visible"/>
                                      </p:to>
                                    </p:set>
                                    <p:animEffect transition="in" filter="fade">
                                      <p:cBhvr>
                                        <p:cTn id="64" dur="500"/>
                                        <p:tgtEl>
                                          <p:spTgt spid="17"/>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18"/>
                                        </p:tgtEl>
                                        <p:attrNameLst>
                                          <p:attrName>style.visibility</p:attrName>
                                        </p:attrNameLst>
                                      </p:cBhvr>
                                      <p:to>
                                        <p:strVal val="visible"/>
                                      </p:to>
                                    </p:set>
                                    <p:animEffect transition="in" filter="fade">
                                      <p:cBhvr>
                                        <p:cTn id="69" dur="500"/>
                                        <p:tgtEl>
                                          <p:spTgt spid="18"/>
                                        </p:tgtEl>
                                      </p:cBhvr>
                                    </p:animEffect>
                                  </p:childTnLst>
                                </p:cTn>
                              </p:par>
                            </p:childTnLst>
                          </p:cTn>
                        </p:par>
                      </p:childTnLst>
                    </p:cTn>
                  </p:par>
                  <p:par>
                    <p:cTn id="70" fill="hold">
                      <p:stCondLst>
                        <p:cond delay="indefinite"/>
                      </p:stCondLst>
                      <p:childTnLst>
                        <p:par>
                          <p:cTn id="71" fill="hold">
                            <p:stCondLst>
                              <p:cond delay="0"/>
                            </p:stCondLst>
                            <p:childTnLst>
                              <p:par>
                                <p:cTn id="72" presetID="42" presetClass="entr" presetSubtype="0" fill="hold" grpId="0" nodeType="click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1000"/>
                                        <p:tgtEl>
                                          <p:spTgt spid="20"/>
                                        </p:tgtEl>
                                      </p:cBhvr>
                                    </p:animEffect>
                                    <p:anim calcmode="lin" valueType="num">
                                      <p:cBhvr>
                                        <p:cTn id="75" dur="1000" fill="hold"/>
                                        <p:tgtEl>
                                          <p:spTgt spid="20"/>
                                        </p:tgtEl>
                                        <p:attrNameLst>
                                          <p:attrName>ppt_x</p:attrName>
                                        </p:attrNameLst>
                                      </p:cBhvr>
                                      <p:tavLst>
                                        <p:tav tm="0">
                                          <p:val>
                                            <p:strVal val="#ppt_x"/>
                                          </p:val>
                                        </p:tav>
                                        <p:tav tm="100000">
                                          <p:val>
                                            <p:strVal val="#ppt_x"/>
                                          </p:val>
                                        </p:tav>
                                      </p:tavLst>
                                    </p:anim>
                                    <p:anim calcmode="lin" valueType="num">
                                      <p:cBhvr>
                                        <p:cTn id="76" dur="1000" fill="hold"/>
                                        <p:tgtEl>
                                          <p:spTgt spid="20"/>
                                        </p:tgtEl>
                                        <p:attrNameLst>
                                          <p:attrName>ppt_y</p:attrName>
                                        </p:attrNameLst>
                                      </p:cBhvr>
                                      <p:tavLst>
                                        <p:tav tm="0">
                                          <p:val>
                                            <p:strVal val="#ppt_y+.1"/>
                                          </p:val>
                                        </p:tav>
                                        <p:tav tm="100000">
                                          <p:val>
                                            <p:strVal val="#ppt_y"/>
                                          </p:val>
                                        </p:tav>
                                      </p:tavLst>
                                    </p:anim>
                                  </p:childTnLst>
                                </p:cTn>
                              </p:par>
                            </p:childTnLst>
                          </p:cTn>
                        </p:par>
                        <p:par>
                          <p:cTn id="77" fill="hold">
                            <p:stCondLst>
                              <p:cond delay="1000"/>
                            </p:stCondLst>
                            <p:childTnLst>
                              <p:par>
                                <p:cTn id="78" presetID="2" presetClass="entr" presetSubtype="6" fill="hold" grpId="0" nodeType="afterEffect">
                                  <p:stCondLst>
                                    <p:cond delay="0"/>
                                  </p:stCondLst>
                                  <p:childTnLst>
                                    <p:set>
                                      <p:cBhvr>
                                        <p:cTn id="79" dur="1" fill="hold">
                                          <p:stCondLst>
                                            <p:cond delay="0"/>
                                          </p:stCondLst>
                                        </p:cTn>
                                        <p:tgtEl>
                                          <p:spTgt spid="21"/>
                                        </p:tgtEl>
                                        <p:attrNameLst>
                                          <p:attrName>style.visibility</p:attrName>
                                        </p:attrNameLst>
                                      </p:cBhvr>
                                      <p:to>
                                        <p:strVal val="visible"/>
                                      </p:to>
                                    </p:set>
                                    <p:anim calcmode="lin" valueType="num">
                                      <p:cBhvr additive="base">
                                        <p:cTn id="80" dur="500" fill="hold"/>
                                        <p:tgtEl>
                                          <p:spTgt spid="21"/>
                                        </p:tgtEl>
                                        <p:attrNameLst>
                                          <p:attrName>ppt_x</p:attrName>
                                        </p:attrNameLst>
                                      </p:cBhvr>
                                      <p:tavLst>
                                        <p:tav tm="0">
                                          <p:val>
                                            <p:strVal val="1+#ppt_w/2"/>
                                          </p:val>
                                        </p:tav>
                                        <p:tav tm="100000">
                                          <p:val>
                                            <p:strVal val="#ppt_x"/>
                                          </p:val>
                                        </p:tav>
                                      </p:tavLst>
                                    </p:anim>
                                    <p:anim calcmode="lin" valueType="num">
                                      <p:cBhvr additive="base">
                                        <p:cTn id="81"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8">
            <a:extLst>
              <a:ext uri="{FF2B5EF4-FFF2-40B4-BE49-F238E27FC236}">
                <a16:creationId xmlns:a16="http://schemas.microsoft.com/office/drawing/2014/main" id="{55E1AB99-91A1-4AB7-89B5-13C99C0155D1}"/>
              </a:ext>
            </a:extLst>
          </p:cNvPr>
          <p:cNvSpPr>
            <a:spLocks noChangeArrowheads="1"/>
          </p:cNvSpPr>
          <p:nvPr/>
        </p:nvSpPr>
        <p:spPr bwMode="auto">
          <a:xfrm>
            <a:off x="1540123" y="1383607"/>
            <a:ext cx="6823053" cy="62889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lvl="1">
              <a:lnSpc>
                <a:spcPct val="140000"/>
              </a:lnSpc>
              <a:spcBef>
                <a:spcPct val="0"/>
              </a:spcBef>
            </a:pPr>
            <a:r>
              <a:rPr lang="en-US" altLang="zh-CN" sz="2800" b="1" dirty="0">
                <a:solidFill>
                  <a:schemeClr val="bg2"/>
                </a:solidFill>
                <a:latin typeface="+mn-lt"/>
                <a:sym typeface="Symbol" panose="05050102010706020507" pitchFamily="18" charset="2"/>
              </a:rPr>
              <a:t>1    2    3    4    1    2    5    1    2    3    4    5 </a:t>
            </a:r>
          </a:p>
        </p:txBody>
      </p:sp>
      <p:grpSp>
        <p:nvGrpSpPr>
          <p:cNvPr id="10" name="Group 44">
            <a:extLst>
              <a:ext uri="{FF2B5EF4-FFF2-40B4-BE49-F238E27FC236}">
                <a16:creationId xmlns:a16="http://schemas.microsoft.com/office/drawing/2014/main" id="{1197B8ED-188A-45EC-93A8-EC8928ED3904}"/>
              </a:ext>
            </a:extLst>
          </p:cNvPr>
          <p:cNvGrpSpPr>
            <a:grpSpLocks/>
          </p:cNvGrpSpPr>
          <p:nvPr/>
        </p:nvGrpSpPr>
        <p:grpSpPr bwMode="auto">
          <a:xfrm>
            <a:off x="2014269" y="2064031"/>
            <a:ext cx="381000" cy="1381125"/>
            <a:chOff x="1680" y="1584"/>
            <a:chExt cx="240" cy="870"/>
          </a:xfrm>
          <a:solidFill>
            <a:srgbClr val="CCFFCC"/>
          </a:solidFill>
        </p:grpSpPr>
        <p:sp>
          <p:nvSpPr>
            <p:cNvPr id="11" name="Text Box 40">
              <a:extLst>
                <a:ext uri="{FF2B5EF4-FFF2-40B4-BE49-F238E27FC236}">
                  <a16:creationId xmlns:a16="http://schemas.microsoft.com/office/drawing/2014/main" id="{16DDA40B-78E4-469F-A51D-323218B3CBF2}"/>
                </a:ext>
              </a:extLst>
            </p:cNvPr>
            <p:cNvSpPr txBox="1">
              <a:spLocks noChangeArrowheads="1"/>
            </p:cNvSpPr>
            <p:nvPr/>
          </p:nvSpPr>
          <p:spPr bwMode="auto">
            <a:xfrm>
              <a:off x="1680" y="1584"/>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1</a:t>
              </a:r>
            </a:p>
          </p:txBody>
        </p:sp>
        <p:sp>
          <p:nvSpPr>
            <p:cNvPr id="12" name="Text Box 42">
              <a:extLst>
                <a:ext uri="{FF2B5EF4-FFF2-40B4-BE49-F238E27FC236}">
                  <a16:creationId xmlns:a16="http://schemas.microsoft.com/office/drawing/2014/main" id="{0D3B860E-6D2A-4EF7-B40B-F744ECDE6452}"/>
                </a:ext>
              </a:extLst>
            </p:cNvPr>
            <p:cNvSpPr txBox="1">
              <a:spLocks noChangeArrowheads="1"/>
            </p:cNvSpPr>
            <p:nvPr/>
          </p:nvSpPr>
          <p:spPr bwMode="auto">
            <a:xfrm>
              <a:off x="1680" y="1872"/>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zh-CN" sz="2400">
                <a:solidFill>
                  <a:schemeClr val="bg2"/>
                </a:solidFill>
                <a:latin typeface="+mn-lt"/>
              </a:endParaRPr>
            </a:p>
          </p:txBody>
        </p:sp>
        <p:sp>
          <p:nvSpPr>
            <p:cNvPr id="13" name="Text Box 43">
              <a:extLst>
                <a:ext uri="{FF2B5EF4-FFF2-40B4-BE49-F238E27FC236}">
                  <a16:creationId xmlns:a16="http://schemas.microsoft.com/office/drawing/2014/main" id="{94D2B15B-151A-481D-B747-80B61DEC1C01}"/>
                </a:ext>
              </a:extLst>
            </p:cNvPr>
            <p:cNvSpPr txBox="1">
              <a:spLocks noChangeArrowheads="1"/>
            </p:cNvSpPr>
            <p:nvPr/>
          </p:nvSpPr>
          <p:spPr bwMode="auto">
            <a:xfrm>
              <a:off x="1680" y="216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zh-CN" sz="2400">
                <a:solidFill>
                  <a:schemeClr val="bg2"/>
                </a:solidFill>
                <a:latin typeface="+mn-lt"/>
              </a:endParaRPr>
            </a:p>
          </p:txBody>
        </p:sp>
      </p:grpSp>
      <p:grpSp>
        <p:nvGrpSpPr>
          <p:cNvPr id="15" name="Group 46">
            <a:extLst>
              <a:ext uri="{FF2B5EF4-FFF2-40B4-BE49-F238E27FC236}">
                <a16:creationId xmlns:a16="http://schemas.microsoft.com/office/drawing/2014/main" id="{E87E671D-0C65-4AD7-BAF1-F3CF1348E1E8}"/>
              </a:ext>
            </a:extLst>
          </p:cNvPr>
          <p:cNvGrpSpPr>
            <a:grpSpLocks/>
          </p:cNvGrpSpPr>
          <p:nvPr/>
        </p:nvGrpSpPr>
        <p:grpSpPr bwMode="auto">
          <a:xfrm>
            <a:off x="2542246" y="2077705"/>
            <a:ext cx="381000" cy="1381125"/>
            <a:chOff x="1680" y="1584"/>
            <a:chExt cx="240" cy="870"/>
          </a:xfrm>
          <a:solidFill>
            <a:srgbClr val="CCFFCC"/>
          </a:solidFill>
        </p:grpSpPr>
        <p:sp>
          <p:nvSpPr>
            <p:cNvPr id="16" name="Text Box 47">
              <a:extLst>
                <a:ext uri="{FF2B5EF4-FFF2-40B4-BE49-F238E27FC236}">
                  <a16:creationId xmlns:a16="http://schemas.microsoft.com/office/drawing/2014/main" id="{4CFA14E6-8EFE-4E3F-838A-20519BD6DC0D}"/>
                </a:ext>
              </a:extLst>
            </p:cNvPr>
            <p:cNvSpPr txBox="1">
              <a:spLocks noChangeArrowheads="1"/>
            </p:cNvSpPr>
            <p:nvPr/>
          </p:nvSpPr>
          <p:spPr bwMode="auto">
            <a:xfrm>
              <a:off x="1680" y="1584"/>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1</a:t>
              </a:r>
            </a:p>
          </p:txBody>
        </p:sp>
        <p:sp>
          <p:nvSpPr>
            <p:cNvPr id="17" name="Text Box 48">
              <a:extLst>
                <a:ext uri="{FF2B5EF4-FFF2-40B4-BE49-F238E27FC236}">
                  <a16:creationId xmlns:a16="http://schemas.microsoft.com/office/drawing/2014/main" id="{9A77F100-4321-4521-9E8E-63B0185B2596}"/>
                </a:ext>
              </a:extLst>
            </p:cNvPr>
            <p:cNvSpPr txBox="1">
              <a:spLocks noChangeArrowheads="1"/>
            </p:cNvSpPr>
            <p:nvPr/>
          </p:nvSpPr>
          <p:spPr bwMode="auto">
            <a:xfrm>
              <a:off x="1680" y="1872"/>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2</a:t>
              </a:r>
            </a:p>
          </p:txBody>
        </p:sp>
        <p:sp>
          <p:nvSpPr>
            <p:cNvPr id="18" name="Text Box 49">
              <a:extLst>
                <a:ext uri="{FF2B5EF4-FFF2-40B4-BE49-F238E27FC236}">
                  <a16:creationId xmlns:a16="http://schemas.microsoft.com/office/drawing/2014/main" id="{1E638B90-133E-4307-8577-2F387072869E}"/>
                </a:ext>
              </a:extLst>
            </p:cNvPr>
            <p:cNvSpPr txBox="1">
              <a:spLocks noChangeArrowheads="1"/>
            </p:cNvSpPr>
            <p:nvPr/>
          </p:nvSpPr>
          <p:spPr bwMode="auto">
            <a:xfrm>
              <a:off x="1680" y="216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zh-CN" sz="2400">
                <a:solidFill>
                  <a:schemeClr val="bg2"/>
                </a:solidFill>
                <a:latin typeface="+mn-lt"/>
              </a:endParaRPr>
            </a:p>
          </p:txBody>
        </p:sp>
      </p:grpSp>
      <p:grpSp>
        <p:nvGrpSpPr>
          <p:cNvPr id="19" name="Group 50">
            <a:extLst>
              <a:ext uri="{FF2B5EF4-FFF2-40B4-BE49-F238E27FC236}">
                <a16:creationId xmlns:a16="http://schemas.microsoft.com/office/drawing/2014/main" id="{973940FE-F430-4F91-B955-BD653FC8D88E}"/>
              </a:ext>
            </a:extLst>
          </p:cNvPr>
          <p:cNvGrpSpPr>
            <a:grpSpLocks/>
          </p:cNvGrpSpPr>
          <p:nvPr/>
        </p:nvGrpSpPr>
        <p:grpSpPr bwMode="auto">
          <a:xfrm>
            <a:off x="3052494" y="2077705"/>
            <a:ext cx="381000" cy="1381125"/>
            <a:chOff x="1680" y="1584"/>
            <a:chExt cx="240" cy="870"/>
          </a:xfrm>
          <a:solidFill>
            <a:srgbClr val="CCFFCC"/>
          </a:solidFill>
        </p:grpSpPr>
        <p:sp>
          <p:nvSpPr>
            <p:cNvPr id="20" name="Text Box 51">
              <a:extLst>
                <a:ext uri="{FF2B5EF4-FFF2-40B4-BE49-F238E27FC236}">
                  <a16:creationId xmlns:a16="http://schemas.microsoft.com/office/drawing/2014/main" id="{E3319916-B7A5-41C0-BA12-9D3CC37CB771}"/>
                </a:ext>
              </a:extLst>
            </p:cNvPr>
            <p:cNvSpPr txBox="1">
              <a:spLocks noChangeArrowheads="1"/>
            </p:cNvSpPr>
            <p:nvPr/>
          </p:nvSpPr>
          <p:spPr bwMode="auto">
            <a:xfrm>
              <a:off x="1680" y="1584"/>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1</a:t>
              </a:r>
            </a:p>
          </p:txBody>
        </p:sp>
        <p:sp>
          <p:nvSpPr>
            <p:cNvPr id="21" name="Text Box 52">
              <a:extLst>
                <a:ext uri="{FF2B5EF4-FFF2-40B4-BE49-F238E27FC236}">
                  <a16:creationId xmlns:a16="http://schemas.microsoft.com/office/drawing/2014/main" id="{2332084C-CB18-4C6F-AA34-95C0038D4A6E}"/>
                </a:ext>
              </a:extLst>
            </p:cNvPr>
            <p:cNvSpPr txBox="1">
              <a:spLocks noChangeArrowheads="1"/>
            </p:cNvSpPr>
            <p:nvPr/>
          </p:nvSpPr>
          <p:spPr bwMode="auto">
            <a:xfrm>
              <a:off x="1680" y="1872"/>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2</a:t>
              </a:r>
            </a:p>
          </p:txBody>
        </p:sp>
        <p:sp>
          <p:nvSpPr>
            <p:cNvPr id="22" name="Text Box 53">
              <a:extLst>
                <a:ext uri="{FF2B5EF4-FFF2-40B4-BE49-F238E27FC236}">
                  <a16:creationId xmlns:a16="http://schemas.microsoft.com/office/drawing/2014/main" id="{477B453C-752D-4212-8B55-B35E91E61B6A}"/>
                </a:ext>
              </a:extLst>
            </p:cNvPr>
            <p:cNvSpPr txBox="1">
              <a:spLocks noChangeArrowheads="1"/>
            </p:cNvSpPr>
            <p:nvPr/>
          </p:nvSpPr>
          <p:spPr bwMode="auto">
            <a:xfrm>
              <a:off x="1680" y="216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3</a:t>
              </a:r>
            </a:p>
          </p:txBody>
        </p:sp>
      </p:grpSp>
      <p:grpSp>
        <p:nvGrpSpPr>
          <p:cNvPr id="23" name="Group 54">
            <a:extLst>
              <a:ext uri="{FF2B5EF4-FFF2-40B4-BE49-F238E27FC236}">
                <a16:creationId xmlns:a16="http://schemas.microsoft.com/office/drawing/2014/main" id="{D664E8D9-F121-4B60-966F-64DDAFFF6023}"/>
              </a:ext>
            </a:extLst>
          </p:cNvPr>
          <p:cNvGrpSpPr>
            <a:grpSpLocks/>
          </p:cNvGrpSpPr>
          <p:nvPr/>
        </p:nvGrpSpPr>
        <p:grpSpPr bwMode="auto">
          <a:xfrm>
            <a:off x="3601914" y="2077705"/>
            <a:ext cx="381000" cy="1381125"/>
            <a:chOff x="1680" y="1584"/>
            <a:chExt cx="240" cy="870"/>
          </a:xfrm>
          <a:solidFill>
            <a:srgbClr val="CCFFCC"/>
          </a:solidFill>
        </p:grpSpPr>
        <p:sp>
          <p:nvSpPr>
            <p:cNvPr id="24" name="Text Box 55">
              <a:extLst>
                <a:ext uri="{FF2B5EF4-FFF2-40B4-BE49-F238E27FC236}">
                  <a16:creationId xmlns:a16="http://schemas.microsoft.com/office/drawing/2014/main" id="{DFABFFD0-BC2F-4EAC-9929-AF6E8DC6D29A}"/>
                </a:ext>
              </a:extLst>
            </p:cNvPr>
            <p:cNvSpPr txBox="1">
              <a:spLocks noChangeArrowheads="1"/>
            </p:cNvSpPr>
            <p:nvPr/>
          </p:nvSpPr>
          <p:spPr bwMode="auto">
            <a:xfrm>
              <a:off x="1680" y="1584"/>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4</a:t>
              </a:r>
            </a:p>
          </p:txBody>
        </p:sp>
        <p:sp>
          <p:nvSpPr>
            <p:cNvPr id="25" name="Text Box 56">
              <a:extLst>
                <a:ext uri="{FF2B5EF4-FFF2-40B4-BE49-F238E27FC236}">
                  <a16:creationId xmlns:a16="http://schemas.microsoft.com/office/drawing/2014/main" id="{4BB6D9E3-9E10-421B-954C-9945647E28F2}"/>
                </a:ext>
              </a:extLst>
            </p:cNvPr>
            <p:cNvSpPr txBox="1">
              <a:spLocks noChangeArrowheads="1"/>
            </p:cNvSpPr>
            <p:nvPr/>
          </p:nvSpPr>
          <p:spPr bwMode="auto">
            <a:xfrm>
              <a:off x="1680" y="1872"/>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2</a:t>
              </a:r>
            </a:p>
          </p:txBody>
        </p:sp>
        <p:sp>
          <p:nvSpPr>
            <p:cNvPr id="26" name="Text Box 57">
              <a:extLst>
                <a:ext uri="{FF2B5EF4-FFF2-40B4-BE49-F238E27FC236}">
                  <a16:creationId xmlns:a16="http://schemas.microsoft.com/office/drawing/2014/main" id="{77DBA936-3FD4-4C76-B015-B839E70235CE}"/>
                </a:ext>
              </a:extLst>
            </p:cNvPr>
            <p:cNvSpPr txBox="1">
              <a:spLocks noChangeArrowheads="1"/>
            </p:cNvSpPr>
            <p:nvPr/>
          </p:nvSpPr>
          <p:spPr bwMode="auto">
            <a:xfrm>
              <a:off x="1680" y="216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3</a:t>
              </a:r>
            </a:p>
          </p:txBody>
        </p:sp>
      </p:grpSp>
      <p:grpSp>
        <p:nvGrpSpPr>
          <p:cNvPr id="27" name="Group 58">
            <a:extLst>
              <a:ext uri="{FF2B5EF4-FFF2-40B4-BE49-F238E27FC236}">
                <a16:creationId xmlns:a16="http://schemas.microsoft.com/office/drawing/2014/main" id="{763777D8-E855-4809-8779-CE7133750493}"/>
              </a:ext>
            </a:extLst>
          </p:cNvPr>
          <p:cNvGrpSpPr>
            <a:grpSpLocks/>
          </p:cNvGrpSpPr>
          <p:nvPr/>
        </p:nvGrpSpPr>
        <p:grpSpPr bwMode="auto">
          <a:xfrm>
            <a:off x="4074657" y="2077705"/>
            <a:ext cx="381000" cy="1381125"/>
            <a:chOff x="1680" y="1584"/>
            <a:chExt cx="240" cy="870"/>
          </a:xfrm>
          <a:solidFill>
            <a:srgbClr val="CCFFCC"/>
          </a:solidFill>
        </p:grpSpPr>
        <p:sp>
          <p:nvSpPr>
            <p:cNvPr id="28" name="Text Box 59">
              <a:extLst>
                <a:ext uri="{FF2B5EF4-FFF2-40B4-BE49-F238E27FC236}">
                  <a16:creationId xmlns:a16="http://schemas.microsoft.com/office/drawing/2014/main" id="{FBFF3DF7-903B-4510-8BB1-4006B9F563EF}"/>
                </a:ext>
              </a:extLst>
            </p:cNvPr>
            <p:cNvSpPr txBox="1">
              <a:spLocks noChangeArrowheads="1"/>
            </p:cNvSpPr>
            <p:nvPr/>
          </p:nvSpPr>
          <p:spPr bwMode="auto">
            <a:xfrm>
              <a:off x="1680" y="1584"/>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4</a:t>
              </a:r>
            </a:p>
          </p:txBody>
        </p:sp>
        <p:sp>
          <p:nvSpPr>
            <p:cNvPr id="29" name="Text Box 60">
              <a:extLst>
                <a:ext uri="{FF2B5EF4-FFF2-40B4-BE49-F238E27FC236}">
                  <a16:creationId xmlns:a16="http://schemas.microsoft.com/office/drawing/2014/main" id="{77A3FF6A-633B-413D-9D06-68A05A0EFC2D}"/>
                </a:ext>
              </a:extLst>
            </p:cNvPr>
            <p:cNvSpPr txBox="1">
              <a:spLocks noChangeArrowheads="1"/>
            </p:cNvSpPr>
            <p:nvPr/>
          </p:nvSpPr>
          <p:spPr bwMode="auto">
            <a:xfrm>
              <a:off x="1680" y="1872"/>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1</a:t>
              </a:r>
            </a:p>
          </p:txBody>
        </p:sp>
        <p:sp>
          <p:nvSpPr>
            <p:cNvPr id="30" name="Text Box 61">
              <a:extLst>
                <a:ext uri="{FF2B5EF4-FFF2-40B4-BE49-F238E27FC236}">
                  <a16:creationId xmlns:a16="http://schemas.microsoft.com/office/drawing/2014/main" id="{DAB09805-2FBF-4B66-95F0-3038459DDD77}"/>
                </a:ext>
              </a:extLst>
            </p:cNvPr>
            <p:cNvSpPr txBox="1">
              <a:spLocks noChangeArrowheads="1"/>
            </p:cNvSpPr>
            <p:nvPr/>
          </p:nvSpPr>
          <p:spPr bwMode="auto">
            <a:xfrm>
              <a:off x="1680" y="216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3</a:t>
              </a:r>
            </a:p>
          </p:txBody>
        </p:sp>
      </p:grpSp>
      <p:grpSp>
        <p:nvGrpSpPr>
          <p:cNvPr id="31" name="Group 62">
            <a:extLst>
              <a:ext uri="{FF2B5EF4-FFF2-40B4-BE49-F238E27FC236}">
                <a16:creationId xmlns:a16="http://schemas.microsoft.com/office/drawing/2014/main" id="{E154C96B-8E94-4C55-9C28-ADFBB6138985}"/>
              </a:ext>
            </a:extLst>
          </p:cNvPr>
          <p:cNvGrpSpPr>
            <a:grpSpLocks/>
          </p:cNvGrpSpPr>
          <p:nvPr/>
        </p:nvGrpSpPr>
        <p:grpSpPr bwMode="auto">
          <a:xfrm>
            <a:off x="4627088" y="2064716"/>
            <a:ext cx="381000" cy="1381125"/>
            <a:chOff x="1680" y="1584"/>
            <a:chExt cx="240" cy="870"/>
          </a:xfrm>
          <a:solidFill>
            <a:srgbClr val="CCFFCC"/>
          </a:solidFill>
        </p:grpSpPr>
        <p:sp>
          <p:nvSpPr>
            <p:cNvPr id="32" name="Text Box 63">
              <a:extLst>
                <a:ext uri="{FF2B5EF4-FFF2-40B4-BE49-F238E27FC236}">
                  <a16:creationId xmlns:a16="http://schemas.microsoft.com/office/drawing/2014/main" id="{E3E25D5B-CE6F-4E95-8C04-998EFE418C8B}"/>
                </a:ext>
              </a:extLst>
            </p:cNvPr>
            <p:cNvSpPr txBox="1">
              <a:spLocks noChangeArrowheads="1"/>
            </p:cNvSpPr>
            <p:nvPr/>
          </p:nvSpPr>
          <p:spPr bwMode="auto">
            <a:xfrm>
              <a:off x="1680" y="1584"/>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4</a:t>
              </a:r>
            </a:p>
          </p:txBody>
        </p:sp>
        <p:sp>
          <p:nvSpPr>
            <p:cNvPr id="33" name="Text Box 64">
              <a:extLst>
                <a:ext uri="{FF2B5EF4-FFF2-40B4-BE49-F238E27FC236}">
                  <a16:creationId xmlns:a16="http://schemas.microsoft.com/office/drawing/2014/main" id="{5BA29BF5-65FC-4EBF-BE80-75C02D8B2401}"/>
                </a:ext>
              </a:extLst>
            </p:cNvPr>
            <p:cNvSpPr txBox="1">
              <a:spLocks noChangeArrowheads="1"/>
            </p:cNvSpPr>
            <p:nvPr/>
          </p:nvSpPr>
          <p:spPr bwMode="auto">
            <a:xfrm>
              <a:off x="1680" y="1872"/>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1</a:t>
              </a:r>
            </a:p>
          </p:txBody>
        </p:sp>
        <p:sp>
          <p:nvSpPr>
            <p:cNvPr id="34" name="Text Box 65">
              <a:extLst>
                <a:ext uri="{FF2B5EF4-FFF2-40B4-BE49-F238E27FC236}">
                  <a16:creationId xmlns:a16="http://schemas.microsoft.com/office/drawing/2014/main" id="{94022529-A81F-4BAA-B694-0AA0B6AD88F7}"/>
                </a:ext>
              </a:extLst>
            </p:cNvPr>
            <p:cNvSpPr txBox="1">
              <a:spLocks noChangeArrowheads="1"/>
            </p:cNvSpPr>
            <p:nvPr/>
          </p:nvSpPr>
          <p:spPr bwMode="auto">
            <a:xfrm>
              <a:off x="1680" y="216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2</a:t>
              </a:r>
            </a:p>
          </p:txBody>
        </p:sp>
      </p:grpSp>
      <p:grpSp>
        <p:nvGrpSpPr>
          <p:cNvPr id="35" name="Group 66">
            <a:extLst>
              <a:ext uri="{FF2B5EF4-FFF2-40B4-BE49-F238E27FC236}">
                <a16:creationId xmlns:a16="http://schemas.microsoft.com/office/drawing/2014/main" id="{3D9313C4-EFDF-4475-B9F7-DFABD825647A}"/>
              </a:ext>
            </a:extLst>
          </p:cNvPr>
          <p:cNvGrpSpPr>
            <a:grpSpLocks/>
          </p:cNvGrpSpPr>
          <p:nvPr/>
        </p:nvGrpSpPr>
        <p:grpSpPr bwMode="auto">
          <a:xfrm>
            <a:off x="5200381" y="2077705"/>
            <a:ext cx="381000" cy="1381125"/>
            <a:chOff x="1680" y="1584"/>
            <a:chExt cx="240" cy="870"/>
          </a:xfrm>
          <a:solidFill>
            <a:srgbClr val="CCFFCC"/>
          </a:solidFill>
        </p:grpSpPr>
        <p:sp>
          <p:nvSpPr>
            <p:cNvPr id="36" name="Text Box 67">
              <a:extLst>
                <a:ext uri="{FF2B5EF4-FFF2-40B4-BE49-F238E27FC236}">
                  <a16:creationId xmlns:a16="http://schemas.microsoft.com/office/drawing/2014/main" id="{D3B88712-104C-4ACB-A1E7-E4510C1ABB66}"/>
                </a:ext>
              </a:extLst>
            </p:cNvPr>
            <p:cNvSpPr txBox="1">
              <a:spLocks noChangeArrowheads="1"/>
            </p:cNvSpPr>
            <p:nvPr/>
          </p:nvSpPr>
          <p:spPr bwMode="auto">
            <a:xfrm>
              <a:off x="1680" y="1584"/>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5</a:t>
              </a:r>
            </a:p>
          </p:txBody>
        </p:sp>
        <p:sp>
          <p:nvSpPr>
            <p:cNvPr id="37" name="Text Box 68">
              <a:extLst>
                <a:ext uri="{FF2B5EF4-FFF2-40B4-BE49-F238E27FC236}">
                  <a16:creationId xmlns:a16="http://schemas.microsoft.com/office/drawing/2014/main" id="{16616199-A3AD-4125-AC4F-6076A23B758A}"/>
                </a:ext>
              </a:extLst>
            </p:cNvPr>
            <p:cNvSpPr txBox="1">
              <a:spLocks noChangeArrowheads="1"/>
            </p:cNvSpPr>
            <p:nvPr/>
          </p:nvSpPr>
          <p:spPr bwMode="auto">
            <a:xfrm>
              <a:off x="1680" y="1872"/>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1</a:t>
              </a:r>
            </a:p>
          </p:txBody>
        </p:sp>
        <p:sp>
          <p:nvSpPr>
            <p:cNvPr id="38" name="Text Box 69">
              <a:extLst>
                <a:ext uri="{FF2B5EF4-FFF2-40B4-BE49-F238E27FC236}">
                  <a16:creationId xmlns:a16="http://schemas.microsoft.com/office/drawing/2014/main" id="{4203F02B-1E3A-4690-8FD2-FACB39280C5B}"/>
                </a:ext>
              </a:extLst>
            </p:cNvPr>
            <p:cNvSpPr txBox="1">
              <a:spLocks noChangeArrowheads="1"/>
            </p:cNvSpPr>
            <p:nvPr/>
          </p:nvSpPr>
          <p:spPr bwMode="auto">
            <a:xfrm>
              <a:off x="1680" y="216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2</a:t>
              </a:r>
            </a:p>
          </p:txBody>
        </p:sp>
      </p:grpSp>
      <p:grpSp>
        <p:nvGrpSpPr>
          <p:cNvPr id="39" name="Group 70">
            <a:extLst>
              <a:ext uri="{FF2B5EF4-FFF2-40B4-BE49-F238E27FC236}">
                <a16:creationId xmlns:a16="http://schemas.microsoft.com/office/drawing/2014/main" id="{EF6D9444-C87D-4D5A-97BC-52D2B577A11E}"/>
              </a:ext>
            </a:extLst>
          </p:cNvPr>
          <p:cNvGrpSpPr>
            <a:grpSpLocks/>
          </p:cNvGrpSpPr>
          <p:nvPr/>
        </p:nvGrpSpPr>
        <p:grpSpPr bwMode="auto">
          <a:xfrm>
            <a:off x="6758089" y="2066520"/>
            <a:ext cx="381000" cy="1381125"/>
            <a:chOff x="1680" y="1584"/>
            <a:chExt cx="240" cy="870"/>
          </a:xfrm>
          <a:solidFill>
            <a:srgbClr val="CCFFCC"/>
          </a:solidFill>
        </p:grpSpPr>
        <p:sp>
          <p:nvSpPr>
            <p:cNvPr id="40" name="Text Box 71">
              <a:extLst>
                <a:ext uri="{FF2B5EF4-FFF2-40B4-BE49-F238E27FC236}">
                  <a16:creationId xmlns:a16="http://schemas.microsoft.com/office/drawing/2014/main" id="{6439B7FD-097D-486B-838B-CB01F276E764}"/>
                </a:ext>
              </a:extLst>
            </p:cNvPr>
            <p:cNvSpPr txBox="1">
              <a:spLocks noChangeArrowheads="1"/>
            </p:cNvSpPr>
            <p:nvPr/>
          </p:nvSpPr>
          <p:spPr bwMode="auto">
            <a:xfrm>
              <a:off x="1680" y="1584"/>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5</a:t>
              </a:r>
            </a:p>
          </p:txBody>
        </p:sp>
        <p:sp>
          <p:nvSpPr>
            <p:cNvPr id="41" name="Text Box 72">
              <a:extLst>
                <a:ext uri="{FF2B5EF4-FFF2-40B4-BE49-F238E27FC236}">
                  <a16:creationId xmlns:a16="http://schemas.microsoft.com/office/drawing/2014/main" id="{813636D2-CE83-4443-93B7-CA03C8D5EEA5}"/>
                </a:ext>
              </a:extLst>
            </p:cNvPr>
            <p:cNvSpPr txBox="1">
              <a:spLocks noChangeArrowheads="1"/>
            </p:cNvSpPr>
            <p:nvPr/>
          </p:nvSpPr>
          <p:spPr bwMode="auto">
            <a:xfrm>
              <a:off x="1680" y="1872"/>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3</a:t>
              </a:r>
            </a:p>
          </p:txBody>
        </p:sp>
        <p:sp>
          <p:nvSpPr>
            <p:cNvPr id="42" name="Text Box 73">
              <a:extLst>
                <a:ext uri="{FF2B5EF4-FFF2-40B4-BE49-F238E27FC236}">
                  <a16:creationId xmlns:a16="http://schemas.microsoft.com/office/drawing/2014/main" id="{A8115A06-DB9C-4C71-BC9F-6ACE713A1CF1}"/>
                </a:ext>
              </a:extLst>
            </p:cNvPr>
            <p:cNvSpPr txBox="1">
              <a:spLocks noChangeArrowheads="1"/>
            </p:cNvSpPr>
            <p:nvPr/>
          </p:nvSpPr>
          <p:spPr bwMode="auto">
            <a:xfrm>
              <a:off x="1680" y="216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2</a:t>
              </a:r>
            </a:p>
          </p:txBody>
        </p:sp>
      </p:grpSp>
      <p:grpSp>
        <p:nvGrpSpPr>
          <p:cNvPr id="43" name="Group 74">
            <a:extLst>
              <a:ext uri="{FF2B5EF4-FFF2-40B4-BE49-F238E27FC236}">
                <a16:creationId xmlns:a16="http://schemas.microsoft.com/office/drawing/2014/main" id="{ACB35C08-3950-4C50-BF07-374C352AD264}"/>
              </a:ext>
            </a:extLst>
          </p:cNvPr>
          <p:cNvGrpSpPr>
            <a:grpSpLocks/>
          </p:cNvGrpSpPr>
          <p:nvPr/>
        </p:nvGrpSpPr>
        <p:grpSpPr bwMode="auto">
          <a:xfrm>
            <a:off x="7303924" y="2064031"/>
            <a:ext cx="381000" cy="1381125"/>
            <a:chOff x="1680" y="1584"/>
            <a:chExt cx="240" cy="870"/>
          </a:xfrm>
          <a:solidFill>
            <a:srgbClr val="CCFFCC"/>
          </a:solidFill>
        </p:grpSpPr>
        <p:sp>
          <p:nvSpPr>
            <p:cNvPr id="44" name="Text Box 75">
              <a:extLst>
                <a:ext uri="{FF2B5EF4-FFF2-40B4-BE49-F238E27FC236}">
                  <a16:creationId xmlns:a16="http://schemas.microsoft.com/office/drawing/2014/main" id="{85AD8C70-3FCC-4F01-9F4A-F2E7420DB23E}"/>
                </a:ext>
              </a:extLst>
            </p:cNvPr>
            <p:cNvSpPr txBox="1">
              <a:spLocks noChangeArrowheads="1"/>
            </p:cNvSpPr>
            <p:nvPr/>
          </p:nvSpPr>
          <p:spPr bwMode="auto">
            <a:xfrm>
              <a:off x="1680" y="1584"/>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5</a:t>
              </a:r>
            </a:p>
          </p:txBody>
        </p:sp>
        <p:sp>
          <p:nvSpPr>
            <p:cNvPr id="45" name="Text Box 76">
              <a:extLst>
                <a:ext uri="{FF2B5EF4-FFF2-40B4-BE49-F238E27FC236}">
                  <a16:creationId xmlns:a16="http://schemas.microsoft.com/office/drawing/2014/main" id="{0919BBD9-4CCF-4D06-89C6-BB4684D538B0}"/>
                </a:ext>
              </a:extLst>
            </p:cNvPr>
            <p:cNvSpPr txBox="1">
              <a:spLocks noChangeArrowheads="1"/>
            </p:cNvSpPr>
            <p:nvPr/>
          </p:nvSpPr>
          <p:spPr bwMode="auto">
            <a:xfrm>
              <a:off x="1680" y="1872"/>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3</a:t>
              </a:r>
            </a:p>
          </p:txBody>
        </p:sp>
        <p:sp>
          <p:nvSpPr>
            <p:cNvPr id="46" name="Text Box 77">
              <a:extLst>
                <a:ext uri="{FF2B5EF4-FFF2-40B4-BE49-F238E27FC236}">
                  <a16:creationId xmlns:a16="http://schemas.microsoft.com/office/drawing/2014/main" id="{CA715718-D027-4C40-BBA1-8BD44F58F719}"/>
                </a:ext>
              </a:extLst>
            </p:cNvPr>
            <p:cNvSpPr txBox="1">
              <a:spLocks noChangeArrowheads="1"/>
            </p:cNvSpPr>
            <p:nvPr/>
          </p:nvSpPr>
          <p:spPr bwMode="auto">
            <a:xfrm>
              <a:off x="1680" y="216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4</a:t>
              </a:r>
            </a:p>
          </p:txBody>
        </p:sp>
      </p:grpSp>
      <p:sp>
        <p:nvSpPr>
          <p:cNvPr id="48" name="Text Box 79">
            <a:extLst>
              <a:ext uri="{FF2B5EF4-FFF2-40B4-BE49-F238E27FC236}">
                <a16:creationId xmlns:a16="http://schemas.microsoft.com/office/drawing/2014/main" id="{8F4E4272-DD76-4BA0-8CAD-53128F8FD2A8}"/>
              </a:ext>
            </a:extLst>
          </p:cNvPr>
          <p:cNvSpPr txBox="1">
            <a:spLocks noChangeArrowheads="1"/>
          </p:cNvSpPr>
          <p:nvPr/>
        </p:nvSpPr>
        <p:spPr bwMode="auto">
          <a:xfrm>
            <a:off x="283670" y="4308468"/>
            <a:ext cx="1524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800" dirty="0">
                <a:solidFill>
                  <a:schemeClr val="bg2"/>
                </a:solidFill>
                <a:latin typeface="+mn-lt"/>
              </a:rPr>
              <a:t>4</a:t>
            </a:r>
            <a:r>
              <a:rPr lang="zh-CN" altLang="en-US" sz="2800" dirty="0">
                <a:solidFill>
                  <a:schemeClr val="bg2"/>
                </a:solidFill>
                <a:latin typeface="+mn-lt"/>
              </a:rPr>
              <a:t>个页面</a:t>
            </a:r>
            <a:endParaRPr lang="en-US" altLang="zh-CN" sz="2800" dirty="0">
              <a:solidFill>
                <a:schemeClr val="bg2"/>
              </a:solidFill>
              <a:latin typeface="+mn-lt"/>
            </a:endParaRPr>
          </a:p>
        </p:txBody>
      </p:sp>
      <p:grpSp>
        <p:nvGrpSpPr>
          <p:cNvPr id="49" name="Group 85">
            <a:extLst>
              <a:ext uri="{FF2B5EF4-FFF2-40B4-BE49-F238E27FC236}">
                <a16:creationId xmlns:a16="http://schemas.microsoft.com/office/drawing/2014/main" id="{F9761E03-5151-45FF-8004-D52734ECBA3C}"/>
              </a:ext>
            </a:extLst>
          </p:cNvPr>
          <p:cNvGrpSpPr>
            <a:grpSpLocks/>
          </p:cNvGrpSpPr>
          <p:nvPr/>
        </p:nvGrpSpPr>
        <p:grpSpPr bwMode="auto">
          <a:xfrm>
            <a:off x="2021023" y="4364009"/>
            <a:ext cx="381000" cy="1847850"/>
            <a:chOff x="1680" y="2970"/>
            <a:chExt cx="240" cy="1164"/>
          </a:xfrm>
          <a:solidFill>
            <a:srgbClr val="CCFFCC"/>
          </a:solidFill>
        </p:grpSpPr>
        <p:sp>
          <p:nvSpPr>
            <p:cNvPr id="50" name="Text Box 81">
              <a:extLst>
                <a:ext uri="{FF2B5EF4-FFF2-40B4-BE49-F238E27FC236}">
                  <a16:creationId xmlns:a16="http://schemas.microsoft.com/office/drawing/2014/main" id="{844F2A1A-7747-45AC-A557-D1E5FEF93084}"/>
                </a:ext>
              </a:extLst>
            </p:cNvPr>
            <p:cNvSpPr txBox="1">
              <a:spLocks noChangeArrowheads="1"/>
            </p:cNvSpPr>
            <p:nvPr/>
          </p:nvSpPr>
          <p:spPr bwMode="auto">
            <a:xfrm>
              <a:off x="1680" y="297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1</a:t>
              </a:r>
            </a:p>
          </p:txBody>
        </p:sp>
        <p:sp>
          <p:nvSpPr>
            <p:cNvPr id="51" name="Text Box 82">
              <a:extLst>
                <a:ext uri="{FF2B5EF4-FFF2-40B4-BE49-F238E27FC236}">
                  <a16:creationId xmlns:a16="http://schemas.microsoft.com/office/drawing/2014/main" id="{3CB28904-6717-489C-BE42-4D2A6A4059FC}"/>
                </a:ext>
              </a:extLst>
            </p:cNvPr>
            <p:cNvSpPr txBox="1">
              <a:spLocks noChangeArrowheads="1"/>
            </p:cNvSpPr>
            <p:nvPr/>
          </p:nvSpPr>
          <p:spPr bwMode="auto">
            <a:xfrm>
              <a:off x="1680" y="3258"/>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zh-CN" sz="2400">
                <a:solidFill>
                  <a:schemeClr val="bg2"/>
                </a:solidFill>
                <a:latin typeface="+mn-lt"/>
              </a:endParaRPr>
            </a:p>
          </p:txBody>
        </p:sp>
        <p:sp>
          <p:nvSpPr>
            <p:cNvPr id="52" name="Text Box 83">
              <a:extLst>
                <a:ext uri="{FF2B5EF4-FFF2-40B4-BE49-F238E27FC236}">
                  <a16:creationId xmlns:a16="http://schemas.microsoft.com/office/drawing/2014/main" id="{9793A38C-2997-4F07-9249-4058E20F84AE}"/>
                </a:ext>
              </a:extLst>
            </p:cNvPr>
            <p:cNvSpPr txBox="1">
              <a:spLocks noChangeArrowheads="1"/>
            </p:cNvSpPr>
            <p:nvPr/>
          </p:nvSpPr>
          <p:spPr bwMode="auto">
            <a:xfrm>
              <a:off x="1680" y="3546"/>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zh-CN" sz="2400">
                <a:solidFill>
                  <a:schemeClr val="bg2"/>
                </a:solidFill>
                <a:latin typeface="+mn-lt"/>
              </a:endParaRPr>
            </a:p>
          </p:txBody>
        </p:sp>
        <p:sp>
          <p:nvSpPr>
            <p:cNvPr id="53" name="Text Box 84">
              <a:extLst>
                <a:ext uri="{FF2B5EF4-FFF2-40B4-BE49-F238E27FC236}">
                  <a16:creationId xmlns:a16="http://schemas.microsoft.com/office/drawing/2014/main" id="{736055DC-D92D-4F4F-B40E-FA97C62D9C00}"/>
                </a:ext>
              </a:extLst>
            </p:cNvPr>
            <p:cNvSpPr txBox="1">
              <a:spLocks noChangeArrowheads="1"/>
            </p:cNvSpPr>
            <p:nvPr/>
          </p:nvSpPr>
          <p:spPr bwMode="auto">
            <a:xfrm>
              <a:off x="1680" y="384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zh-CN" sz="2400">
                <a:solidFill>
                  <a:schemeClr val="bg2"/>
                </a:solidFill>
                <a:latin typeface="+mn-lt"/>
              </a:endParaRPr>
            </a:p>
          </p:txBody>
        </p:sp>
      </p:grpSp>
      <p:grpSp>
        <p:nvGrpSpPr>
          <p:cNvPr id="54" name="Group 86">
            <a:extLst>
              <a:ext uri="{FF2B5EF4-FFF2-40B4-BE49-F238E27FC236}">
                <a16:creationId xmlns:a16="http://schemas.microsoft.com/office/drawing/2014/main" id="{BF9B59CB-6C42-412F-B8F9-5BD1C164DDD4}"/>
              </a:ext>
            </a:extLst>
          </p:cNvPr>
          <p:cNvGrpSpPr>
            <a:grpSpLocks/>
          </p:cNvGrpSpPr>
          <p:nvPr/>
        </p:nvGrpSpPr>
        <p:grpSpPr bwMode="auto">
          <a:xfrm>
            <a:off x="2541695" y="4373534"/>
            <a:ext cx="381000" cy="1847850"/>
            <a:chOff x="1680" y="2970"/>
            <a:chExt cx="240" cy="1164"/>
          </a:xfrm>
          <a:solidFill>
            <a:srgbClr val="CCFFCC"/>
          </a:solidFill>
        </p:grpSpPr>
        <p:sp>
          <p:nvSpPr>
            <p:cNvPr id="55" name="Text Box 87">
              <a:extLst>
                <a:ext uri="{FF2B5EF4-FFF2-40B4-BE49-F238E27FC236}">
                  <a16:creationId xmlns:a16="http://schemas.microsoft.com/office/drawing/2014/main" id="{59949C66-85F5-4D4B-92BF-CF60ABE095CB}"/>
                </a:ext>
              </a:extLst>
            </p:cNvPr>
            <p:cNvSpPr txBox="1">
              <a:spLocks noChangeArrowheads="1"/>
            </p:cNvSpPr>
            <p:nvPr/>
          </p:nvSpPr>
          <p:spPr bwMode="auto">
            <a:xfrm>
              <a:off x="1680" y="297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1</a:t>
              </a:r>
            </a:p>
          </p:txBody>
        </p:sp>
        <p:sp>
          <p:nvSpPr>
            <p:cNvPr id="56" name="Text Box 88">
              <a:extLst>
                <a:ext uri="{FF2B5EF4-FFF2-40B4-BE49-F238E27FC236}">
                  <a16:creationId xmlns:a16="http://schemas.microsoft.com/office/drawing/2014/main" id="{76A9DD5E-2C29-45B7-9A56-9250C8C0F12C}"/>
                </a:ext>
              </a:extLst>
            </p:cNvPr>
            <p:cNvSpPr txBox="1">
              <a:spLocks noChangeArrowheads="1"/>
            </p:cNvSpPr>
            <p:nvPr/>
          </p:nvSpPr>
          <p:spPr bwMode="auto">
            <a:xfrm>
              <a:off x="1680" y="3258"/>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2</a:t>
              </a:r>
            </a:p>
          </p:txBody>
        </p:sp>
        <p:sp>
          <p:nvSpPr>
            <p:cNvPr id="57" name="Text Box 89">
              <a:extLst>
                <a:ext uri="{FF2B5EF4-FFF2-40B4-BE49-F238E27FC236}">
                  <a16:creationId xmlns:a16="http://schemas.microsoft.com/office/drawing/2014/main" id="{F06593D8-DF9C-4797-B917-5C200660C225}"/>
                </a:ext>
              </a:extLst>
            </p:cNvPr>
            <p:cNvSpPr txBox="1">
              <a:spLocks noChangeArrowheads="1"/>
            </p:cNvSpPr>
            <p:nvPr/>
          </p:nvSpPr>
          <p:spPr bwMode="auto">
            <a:xfrm>
              <a:off x="1680" y="3546"/>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zh-CN" sz="2400">
                <a:solidFill>
                  <a:schemeClr val="bg2"/>
                </a:solidFill>
                <a:latin typeface="+mn-lt"/>
              </a:endParaRPr>
            </a:p>
          </p:txBody>
        </p:sp>
        <p:sp>
          <p:nvSpPr>
            <p:cNvPr id="58" name="Text Box 90">
              <a:extLst>
                <a:ext uri="{FF2B5EF4-FFF2-40B4-BE49-F238E27FC236}">
                  <a16:creationId xmlns:a16="http://schemas.microsoft.com/office/drawing/2014/main" id="{3E3068E8-0903-413C-A0A1-16B551A1066F}"/>
                </a:ext>
              </a:extLst>
            </p:cNvPr>
            <p:cNvSpPr txBox="1">
              <a:spLocks noChangeArrowheads="1"/>
            </p:cNvSpPr>
            <p:nvPr/>
          </p:nvSpPr>
          <p:spPr bwMode="auto">
            <a:xfrm>
              <a:off x="1680" y="384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zh-CN" sz="2400">
                <a:solidFill>
                  <a:schemeClr val="bg2"/>
                </a:solidFill>
                <a:latin typeface="+mn-lt"/>
              </a:endParaRPr>
            </a:p>
          </p:txBody>
        </p:sp>
      </p:grpSp>
      <p:grpSp>
        <p:nvGrpSpPr>
          <p:cNvPr id="59" name="Group 91">
            <a:extLst>
              <a:ext uri="{FF2B5EF4-FFF2-40B4-BE49-F238E27FC236}">
                <a16:creationId xmlns:a16="http://schemas.microsoft.com/office/drawing/2014/main" id="{8BBE79E4-007B-489B-9BD8-3CD3CCE791C0}"/>
              </a:ext>
            </a:extLst>
          </p:cNvPr>
          <p:cNvGrpSpPr>
            <a:grpSpLocks/>
          </p:cNvGrpSpPr>
          <p:nvPr/>
        </p:nvGrpSpPr>
        <p:grpSpPr bwMode="auto">
          <a:xfrm>
            <a:off x="3089226" y="4373534"/>
            <a:ext cx="381000" cy="1847850"/>
            <a:chOff x="1680" y="2970"/>
            <a:chExt cx="240" cy="1164"/>
          </a:xfrm>
          <a:solidFill>
            <a:srgbClr val="CCFFCC"/>
          </a:solidFill>
        </p:grpSpPr>
        <p:sp>
          <p:nvSpPr>
            <p:cNvPr id="60" name="Text Box 92">
              <a:extLst>
                <a:ext uri="{FF2B5EF4-FFF2-40B4-BE49-F238E27FC236}">
                  <a16:creationId xmlns:a16="http://schemas.microsoft.com/office/drawing/2014/main" id="{DEA6BEFB-7F87-4027-950A-2C5AAEA32405}"/>
                </a:ext>
              </a:extLst>
            </p:cNvPr>
            <p:cNvSpPr txBox="1">
              <a:spLocks noChangeArrowheads="1"/>
            </p:cNvSpPr>
            <p:nvPr/>
          </p:nvSpPr>
          <p:spPr bwMode="auto">
            <a:xfrm>
              <a:off x="1680" y="297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1</a:t>
              </a:r>
            </a:p>
          </p:txBody>
        </p:sp>
        <p:sp>
          <p:nvSpPr>
            <p:cNvPr id="61" name="Text Box 93">
              <a:extLst>
                <a:ext uri="{FF2B5EF4-FFF2-40B4-BE49-F238E27FC236}">
                  <a16:creationId xmlns:a16="http://schemas.microsoft.com/office/drawing/2014/main" id="{88252929-530A-4E6F-AA9C-BD62BB13213D}"/>
                </a:ext>
              </a:extLst>
            </p:cNvPr>
            <p:cNvSpPr txBox="1">
              <a:spLocks noChangeArrowheads="1"/>
            </p:cNvSpPr>
            <p:nvPr/>
          </p:nvSpPr>
          <p:spPr bwMode="auto">
            <a:xfrm>
              <a:off x="1680" y="3258"/>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2</a:t>
              </a:r>
            </a:p>
          </p:txBody>
        </p:sp>
        <p:sp>
          <p:nvSpPr>
            <p:cNvPr id="62" name="Text Box 94">
              <a:extLst>
                <a:ext uri="{FF2B5EF4-FFF2-40B4-BE49-F238E27FC236}">
                  <a16:creationId xmlns:a16="http://schemas.microsoft.com/office/drawing/2014/main" id="{9D86A6CE-5A2B-4D8B-B942-2B7358DE65BB}"/>
                </a:ext>
              </a:extLst>
            </p:cNvPr>
            <p:cNvSpPr txBox="1">
              <a:spLocks noChangeArrowheads="1"/>
            </p:cNvSpPr>
            <p:nvPr/>
          </p:nvSpPr>
          <p:spPr bwMode="auto">
            <a:xfrm>
              <a:off x="1680" y="3546"/>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3</a:t>
              </a:r>
            </a:p>
          </p:txBody>
        </p:sp>
        <p:sp>
          <p:nvSpPr>
            <p:cNvPr id="63" name="Text Box 95">
              <a:extLst>
                <a:ext uri="{FF2B5EF4-FFF2-40B4-BE49-F238E27FC236}">
                  <a16:creationId xmlns:a16="http://schemas.microsoft.com/office/drawing/2014/main" id="{C5ABDD8F-777E-4E80-884E-6439F0EACE87}"/>
                </a:ext>
              </a:extLst>
            </p:cNvPr>
            <p:cNvSpPr txBox="1">
              <a:spLocks noChangeArrowheads="1"/>
            </p:cNvSpPr>
            <p:nvPr/>
          </p:nvSpPr>
          <p:spPr bwMode="auto">
            <a:xfrm>
              <a:off x="1680" y="384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zh-CN" sz="2400">
                <a:solidFill>
                  <a:schemeClr val="bg2"/>
                </a:solidFill>
                <a:latin typeface="+mn-lt"/>
              </a:endParaRPr>
            </a:p>
          </p:txBody>
        </p:sp>
      </p:grpSp>
      <p:grpSp>
        <p:nvGrpSpPr>
          <p:cNvPr id="64" name="Group 96">
            <a:extLst>
              <a:ext uri="{FF2B5EF4-FFF2-40B4-BE49-F238E27FC236}">
                <a16:creationId xmlns:a16="http://schemas.microsoft.com/office/drawing/2014/main" id="{132254B5-BED4-4F16-BC04-1E720948FF32}"/>
              </a:ext>
            </a:extLst>
          </p:cNvPr>
          <p:cNvGrpSpPr>
            <a:grpSpLocks/>
          </p:cNvGrpSpPr>
          <p:nvPr/>
        </p:nvGrpSpPr>
        <p:grpSpPr bwMode="auto">
          <a:xfrm>
            <a:off x="3634568" y="4364009"/>
            <a:ext cx="381000" cy="1847850"/>
            <a:chOff x="1680" y="2970"/>
            <a:chExt cx="240" cy="1164"/>
          </a:xfrm>
          <a:solidFill>
            <a:srgbClr val="CCFFCC"/>
          </a:solidFill>
        </p:grpSpPr>
        <p:sp>
          <p:nvSpPr>
            <p:cNvPr id="65" name="Text Box 97">
              <a:extLst>
                <a:ext uri="{FF2B5EF4-FFF2-40B4-BE49-F238E27FC236}">
                  <a16:creationId xmlns:a16="http://schemas.microsoft.com/office/drawing/2014/main" id="{937B9E19-7576-4F75-8839-A5B09E70B0A9}"/>
                </a:ext>
              </a:extLst>
            </p:cNvPr>
            <p:cNvSpPr txBox="1">
              <a:spLocks noChangeArrowheads="1"/>
            </p:cNvSpPr>
            <p:nvPr/>
          </p:nvSpPr>
          <p:spPr bwMode="auto">
            <a:xfrm>
              <a:off x="1680" y="297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1</a:t>
              </a:r>
            </a:p>
          </p:txBody>
        </p:sp>
        <p:sp>
          <p:nvSpPr>
            <p:cNvPr id="66" name="Text Box 98">
              <a:extLst>
                <a:ext uri="{FF2B5EF4-FFF2-40B4-BE49-F238E27FC236}">
                  <a16:creationId xmlns:a16="http://schemas.microsoft.com/office/drawing/2014/main" id="{BA21A7B9-0801-459C-9C3B-109C760F9013}"/>
                </a:ext>
              </a:extLst>
            </p:cNvPr>
            <p:cNvSpPr txBox="1">
              <a:spLocks noChangeArrowheads="1"/>
            </p:cNvSpPr>
            <p:nvPr/>
          </p:nvSpPr>
          <p:spPr bwMode="auto">
            <a:xfrm>
              <a:off x="1680" y="3258"/>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2</a:t>
              </a:r>
            </a:p>
          </p:txBody>
        </p:sp>
        <p:sp>
          <p:nvSpPr>
            <p:cNvPr id="67" name="Text Box 99">
              <a:extLst>
                <a:ext uri="{FF2B5EF4-FFF2-40B4-BE49-F238E27FC236}">
                  <a16:creationId xmlns:a16="http://schemas.microsoft.com/office/drawing/2014/main" id="{CE1A2E6F-9C0A-469A-88B9-5EEC6E33D59E}"/>
                </a:ext>
              </a:extLst>
            </p:cNvPr>
            <p:cNvSpPr txBox="1">
              <a:spLocks noChangeArrowheads="1"/>
            </p:cNvSpPr>
            <p:nvPr/>
          </p:nvSpPr>
          <p:spPr bwMode="auto">
            <a:xfrm>
              <a:off x="1680" y="3546"/>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3</a:t>
              </a:r>
            </a:p>
          </p:txBody>
        </p:sp>
        <p:sp>
          <p:nvSpPr>
            <p:cNvPr id="68" name="Text Box 100">
              <a:extLst>
                <a:ext uri="{FF2B5EF4-FFF2-40B4-BE49-F238E27FC236}">
                  <a16:creationId xmlns:a16="http://schemas.microsoft.com/office/drawing/2014/main" id="{95700E56-77EE-4594-9E59-7D78A35CB055}"/>
                </a:ext>
              </a:extLst>
            </p:cNvPr>
            <p:cNvSpPr txBox="1">
              <a:spLocks noChangeArrowheads="1"/>
            </p:cNvSpPr>
            <p:nvPr/>
          </p:nvSpPr>
          <p:spPr bwMode="auto">
            <a:xfrm>
              <a:off x="1680" y="384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4</a:t>
              </a:r>
            </a:p>
          </p:txBody>
        </p:sp>
      </p:grpSp>
      <p:grpSp>
        <p:nvGrpSpPr>
          <p:cNvPr id="69" name="Group 101">
            <a:extLst>
              <a:ext uri="{FF2B5EF4-FFF2-40B4-BE49-F238E27FC236}">
                <a16:creationId xmlns:a16="http://schemas.microsoft.com/office/drawing/2014/main" id="{0D850F08-CE6C-48E3-95A3-34676C230EBA}"/>
              </a:ext>
            </a:extLst>
          </p:cNvPr>
          <p:cNvGrpSpPr>
            <a:grpSpLocks/>
          </p:cNvGrpSpPr>
          <p:nvPr/>
        </p:nvGrpSpPr>
        <p:grpSpPr bwMode="auto">
          <a:xfrm>
            <a:off x="5188441" y="4393643"/>
            <a:ext cx="381000" cy="1847850"/>
            <a:chOff x="1680" y="2970"/>
            <a:chExt cx="240" cy="1164"/>
          </a:xfrm>
          <a:solidFill>
            <a:srgbClr val="CCFFCC"/>
          </a:solidFill>
        </p:grpSpPr>
        <p:sp>
          <p:nvSpPr>
            <p:cNvPr id="70" name="Text Box 102">
              <a:extLst>
                <a:ext uri="{FF2B5EF4-FFF2-40B4-BE49-F238E27FC236}">
                  <a16:creationId xmlns:a16="http://schemas.microsoft.com/office/drawing/2014/main" id="{338699BB-3E2F-4699-95EE-A0AB86DB3347}"/>
                </a:ext>
              </a:extLst>
            </p:cNvPr>
            <p:cNvSpPr txBox="1">
              <a:spLocks noChangeArrowheads="1"/>
            </p:cNvSpPr>
            <p:nvPr/>
          </p:nvSpPr>
          <p:spPr bwMode="auto">
            <a:xfrm>
              <a:off x="1680" y="297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5</a:t>
              </a:r>
            </a:p>
          </p:txBody>
        </p:sp>
        <p:sp>
          <p:nvSpPr>
            <p:cNvPr id="71" name="Text Box 103">
              <a:extLst>
                <a:ext uri="{FF2B5EF4-FFF2-40B4-BE49-F238E27FC236}">
                  <a16:creationId xmlns:a16="http://schemas.microsoft.com/office/drawing/2014/main" id="{25041112-CA74-4B0C-ACF3-C5C11F2C2031}"/>
                </a:ext>
              </a:extLst>
            </p:cNvPr>
            <p:cNvSpPr txBox="1">
              <a:spLocks noChangeArrowheads="1"/>
            </p:cNvSpPr>
            <p:nvPr/>
          </p:nvSpPr>
          <p:spPr bwMode="auto">
            <a:xfrm>
              <a:off x="1680" y="3258"/>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2</a:t>
              </a:r>
            </a:p>
          </p:txBody>
        </p:sp>
        <p:sp>
          <p:nvSpPr>
            <p:cNvPr id="72" name="Text Box 104">
              <a:extLst>
                <a:ext uri="{FF2B5EF4-FFF2-40B4-BE49-F238E27FC236}">
                  <a16:creationId xmlns:a16="http://schemas.microsoft.com/office/drawing/2014/main" id="{75084880-DA4A-4EEB-99DB-22F2451D8D70}"/>
                </a:ext>
              </a:extLst>
            </p:cNvPr>
            <p:cNvSpPr txBox="1">
              <a:spLocks noChangeArrowheads="1"/>
            </p:cNvSpPr>
            <p:nvPr/>
          </p:nvSpPr>
          <p:spPr bwMode="auto">
            <a:xfrm>
              <a:off x="1680" y="3546"/>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3</a:t>
              </a:r>
            </a:p>
          </p:txBody>
        </p:sp>
        <p:sp>
          <p:nvSpPr>
            <p:cNvPr id="73" name="Text Box 105">
              <a:extLst>
                <a:ext uri="{FF2B5EF4-FFF2-40B4-BE49-F238E27FC236}">
                  <a16:creationId xmlns:a16="http://schemas.microsoft.com/office/drawing/2014/main" id="{1F115B9F-F937-481B-80C9-4EBD642FE903}"/>
                </a:ext>
              </a:extLst>
            </p:cNvPr>
            <p:cNvSpPr txBox="1">
              <a:spLocks noChangeArrowheads="1"/>
            </p:cNvSpPr>
            <p:nvPr/>
          </p:nvSpPr>
          <p:spPr bwMode="auto">
            <a:xfrm>
              <a:off x="1680" y="384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4</a:t>
              </a:r>
            </a:p>
          </p:txBody>
        </p:sp>
      </p:grpSp>
      <p:grpSp>
        <p:nvGrpSpPr>
          <p:cNvPr id="74" name="Group 106">
            <a:extLst>
              <a:ext uri="{FF2B5EF4-FFF2-40B4-BE49-F238E27FC236}">
                <a16:creationId xmlns:a16="http://schemas.microsoft.com/office/drawing/2014/main" id="{F5EC7EBD-0055-4351-BF1E-04C376917914}"/>
              </a:ext>
            </a:extLst>
          </p:cNvPr>
          <p:cNvGrpSpPr>
            <a:grpSpLocks/>
          </p:cNvGrpSpPr>
          <p:nvPr/>
        </p:nvGrpSpPr>
        <p:grpSpPr bwMode="auto">
          <a:xfrm>
            <a:off x="5723464" y="4393703"/>
            <a:ext cx="381000" cy="1847850"/>
            <a:chOff x="1680" y="2970"/>
            <a:chExt cx="240" cy="1164"/>
          </a:xfrm>
          <a:solidFill>
            <a:srgbClr val="CCFFCC"/>
          </a:solidFill>
        </p:grpSpPr>
        <p:sp>
          <p:nvSpPr>
            <p:cNvPr id="75" name="Text Box 107">
              <a:extLst>
                <a:ext uri="{FF2B5EF4-FFF2-40B4-BE49-F238E27FC236}">
                  <a16:creationId xmlns:a16="http://schemas.microsoft.com/office/drawing/2014/main" id="{C6EA1F51-FB4D-4938-8B07-6BEAAF9DFDAB}"/>
                </a:ext>
              </a:extLst>
            </p:cNvPr>
            <p:cNvSpPr txBox="1">
              <a:spLocks noChangeArrowheads="1"/>
            </p:cNvSpPr>
            <p:nvPr/>
          </p:nvSpPr>
          <p:spPr bwMode="auto">
            <a:xfrm>
              <a:off x="1680" y="297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5</a:t>
              </a:r>
            </a:p>
          </p:txBody>
        </p:sp>
        <p:sp>
          <p:nvSpPr>
            <p:cNvPr id="76" name="Text Box 108">
              <a:extLst>
                <a:ext uri="{FF2B5EF4-FFF2-40B4-BE49-F238E27FC236}">
                  <a16:creationId xmlns:a16="http://schemas.microsoft.com/office/drawing/2014/main" id="{8803957F-01E1-46D8-B845-0F75272C2E75}"/>
                </a:ext>
              </a:extLst>
            </p:cNvPr>
            <p:cNvSpPr txBox="1">
              <a:spLocks noChangeArrowheads="1"/>
            </p:cNvSpPr>
            <p:nvPr/>
          </p:nvSpPr>
          <p:spPr bwMode="auto">
            <a:xfrm>
              <a:off x="1680" y="3258"/>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1</a:t>
              </a:r>
            </a:p>
          </p:txBody>
        </p:sp>
        <p:sp>
          <p:nvSpPr>
            <p:cNvPr id="77" name="Text Box 109">
              <a:extLst>
                <a:ext uri="{FF2B5EF4-FFF2-40B4-BE49-F238E27FC236}">
                  <a16:creationId xmlns:a16="http://schemas.microsoft.com/office/drawing/2014/main" id="{6C546E27-6024-47FF-BF28-78095BF10DB5}"/>
                </a:ext>
              </a:extLst>
            </p:cNvPr>
            <p:cNvSpPr txBox="1">
              <a:spLocks noChangeArrowheads="1"/>
            </p:cNvSpPr>
            <p:nvPr/>
          </p:nvSpPr>
          <p:spPr bwMode="auto">
            <a:xfrm>
              <a:off x="1680" y="3546"/>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3</a:t>
              </a:r>
            </a:p>
          </p:txBody>
        </p:sp>
        <p:sp>
          <p:nvSpPr>
            <p:cNvPr id="78" name="Text Box 110">
              <a:extLst>
                <a:ext uri="{FF2B5EF4-FFF2-40B4-BE49-F238E27FC236}">
                  <a16:creationId xmlns:a16="http://schemas.microsoft.com/office/drawing/2014/main" id="{FFEE6409-1B59-403A-92A3-8510B7AE60F9}"/>
                </a:ext>
              </a:extLst>
            </p:cNvPr>
            <p:cNvSpPr txBox="1">
              <a:spLocks noChangeArrowheads="1"/>
            </p:cNvSpPr>
            <p:nvPr/>
          </p:nvSpPr>
          <p:spPr bwMode="auto">
            <a:xfrm>
              <a:off x="1680" y="384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4</a:t>
              </a:r>
            </a:p>
          </p:txBody>
        </p:sp>
      </p:grpSp>
      <p:grpSp>
        <p:nvGrpSpPr>
          <p:cNvPr id="79" name="Group 111">
            <a:extLst>
              <a:ext uri="{FF2B5EF4-FFF2-40B4-BE49-F238E27FC236}">
                <a16:creationId xmlns:a16="http://schemas.microsoft.com/office/drawing/2014/main" id="{95BCC735-CCA4-4BFF-89DF-A50DD069339D}"/>
              </a:ext>
            </a:extLst>
          </p:cNvPr>
          <p:cNvGrpSpPr>
            <a:grpSpLocks/>
          </p:cNvGrpSpPr>
          <p:nvPr/>
        </p:nvGrpSpPr>
        <p:grpSpPr bwMode="auto">
          <a:xfrm>
            <a:off x="6266750" y="4393643"/>
            <a:ext cx="381000" cy="1847850"/>
            <a:chOff x="1680" y="2970"/>
            <a:chExt cx="240" cy="1164"/>
          </a:xfrm>
          <a:solidFill>
            <a:srgbClr val="CCFFCC"/>
          </a:solidFill>
        </p:grpSpPr>
        <p:sp>
          <p:nvSpPr>
            <p:cNvPr id="80" name="Text Box 112">
              <a:extLst>
                <a:ext uri="{FF2B5EF4-FFF2-40B4-BE49-F238E27FC236}">
                  <a16:creationId xmlns:a16="http://schemas.microsoft.com/office/drawing/2014/main" id="{EDDACA09-CDBC-47C6-B398-5B2B64C004C3}"/>
                </a:ext>
              </a:extLst>
            </p:cNvPr>
            <p:cNvSpPr txBox="1">
              <a:spLocks noChangeArrowheads="1"/>
            </p:cNvSpPr>
            <p:nvPr/>
          </p:nvSpPr>
          <p:spPr bwMode="auto">
            <a:xfrm>
              <a:off x="1680" y="297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5</a:t>
              </a:r>
            </a:p>
          </p:txBody>
        </p:sp>
        <p:sp>
          <p:nvSpPr>
            <p:cNvPr id="81" name="Text Box 113">
              <a:extLst>
                <a:ext uri="{FF2B5EF4-FFF2-40B4-BE49-F238E27FC236}">
                  <a16:creationId xmlns:a16="http://schemas.microsoft.com/office/drawing/2014/main" id="{76D543FD-9949-4F29-A6F7-9A360F875CC9}"/>
                </a:ext>
              </a:extLst>
            </p:cNvPr>
            <p:cNvSpPr txBox="1">
              <a:spLocks noChangeArrowheads="1"/>
            </p:cNvSpPr>
            <p:nvPr/>
          </p:nvSpPr>
          <p:spPr bwMode="auto">
            <a:xfrm>
              <a:off x="1680" y="3258"/>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1</a:t>
              </a:r>
            </a:p>
          </p:txBody>
        </p:sp>
        <p:sp>
          <p:nvSpPr>
            <p:cNvPr id="82" name="Text Box 114">
              <a:extLst>
                <a:ext uri="{FF2B5EF4-FFF2-40B4-BE49-F238E27FC236}">
                  <a16:creationId xmlns:a16="http://schemas.microsoft.com/office/drawing/2014/main" id="{692CFD30-E0E3-4F40-A582-4607BAF76168}"/>
                </a:ext>
              </a:extLst>
            </p:cNvPr>
            <p:cNvSpPr txBox="1">
              <a:spLocks noChangeArrowheads="1"/>
            </p:cNvSpPr>
            <p:nvPr/>
          </p:nvSpPr>
          <p:spPr bwMode="auto">
            <a:xfrm>
              <a:off x="1680" y="3546"/>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2</a:t>
              </a:r>
            </a:p>
          </p:txBody>
        </p:sp>
        <p:sp>
          <p:nvSpPr>
            <p:cNvPr id="83" name="Text Box 115">
              <a:extLst>
                <a:ext uri="{FF2B5EF4-FFF2-40B4-BE49-F238E27FC236}">
                  <a16:creationId xmlns:a16="http://schemas.microsoft.com/office/drawing/2014/main" id="{CFCA9E3D-26D6-4B41-BB18-F8B247E0160B}"/>
                </a:ext>
              </a:extLst>
            </p:cNvPr>
            <p:cNvSpPr txBox="1">
              <a:spLocks noChangeArrowheads="1"/>
            </p:cNvSpPr>
            <p:nvPr/>
          </p:nvSpPr>
          <p:spPr bwMode="auto">
            <a:xfrm>
              <a:off x="1680" y="384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4</a:t>
              </a:r>
            </a:p>
          </p:txBody>
        </p:sp>
      </p:grpSp>
      <p:grpSp>
        <p:nvGrpSpPr>
          <p:cNvPr id="84" name="Group 116">
            <a:extLst>
              <a:ext uri="{FF2B5EF4-FFF2-40B4-BE49-F238E27FC236}">
                <a16:creationId xmlns:a16="http://schemas.microsoft.com/office/drawing/2014/main" id="{976C49DA-4902-4EEB-8FB9-7D23E524F7E1}"/>
              </a:ext>
            </a:extLst>
          </p:cNvPr>
          <p:cNvGrpSpPr>
            <a:grpSpLocks/>
          </p:cNvGrpSpPr>
          <p:nvPr/>
        </p:nvGrpSpPr>
        <p:grpSpPr bwMode="auto">
          <a:xfrm>
            <a:off x="6793510" y="4399187"/>
            <a:ext cx="381000" cy="1847850"/>
            <a:chOff x="1680" y="2970"/>
            <a:chExt cx="240" cy="1164"/>
          </a:xfrm>
          <a:solidFill>
            <a:srgbClr val="CCFFCC"/>
          </a:solidFill>
        </p:grpSpPr>
        <p:sp>
          <p:nvSpPr>
            <p:cNvPr id="85" name="Text Box 117">
              <a:extLst>
                <a:ext uri="{FF2B5EF4-FFF2-40B4-BE49-F238E27FC236}">
                  <a16:creationId xmlns:a16="http://schemas.microsoft.com/office/drawing/2014/main" id="{F676CBC4-2A75-4ED7-A408-B03798143166}"/>
                </a:ext>
              </a:extLst>
            </p:cNvPr>
            <p:cNvSpPr txBox="1">
              <a:spLocks noChangeArrowheads="1"/>
            </p:cNvSpPr>
            <p:nvPr/>
          </p:nvSpPr>
          <p:spPr bwMode="auto">
            <a:xfrm>
              <a:off x="1680" y="297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5</a:t>
              </a:r>
            </a:p>
          </p:txBody>
        </p:sp>
        <p:sp>
          <p:nvSpPr>
            <p:cNvPr id="86" name="Text Box 118">
              <a:extLst>
                <a:ext uri="{FF2B5EF4-FFF2-40B4-BE49-F238E27FC236}">
                  <a16:creationId xmlns:a16="http://schemas.microsoft.com/office/drawing/2014/main" id="{CC95B684-629A-479B-AB16-FB268ADC707B}"/>
                </a:ext>
              </a:extLst>
            </p:cNvPr>
            <p:cNvSpPr txBox="1">
              <a:spLocks noChangeArrowheads="1"/>
            </p:cNvSpPr>
            <p:nvPr/>
          </p:nvSpPr>
          <p:spPr bwMode="auto">
            <a:xfrm>
              <a:off x="1680" y="3258"/>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1</a:t>
              </a:r>
            </a:p>
          </p:txBody>
        </p:sp>
        <p:sp>
          <p:nvSpPr>
            <p:cNvPr id="87" name="Text Box 119">
              <a:extLst>
                <a:ext uri="{FF2B5EF4-FFF2-40B4-BE49-F238E27FC236}">
                  <a16:creationId xmlns:a16="http://schemas.microsoft.com/office/drawing/2014/main" id="{DF2E8588-8377-4AC1-879E-389AAC7F6C05}"/>
                </a:ext>
              </a:extLst>
            </p:cNvPr>
            <p:cNvSpPr txBox="1">
              <a:spLocks noChangeArrowheads="1"/>
            </p:cNvSpPr>
            <p:nvPr/>
          </p:nvSpPr>
          <p:spPr bwMode="auto">
            <a:xfrm>
              <a:off x="1680" y="3546"/>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2</a:t>
              </a:r>
            </a:p>
          </p:txBody>
        </p:sp>
        <p:sp>
          <p:nvSpPr>
            <p:cNvPr id="88" name="Text Box 120">
              <a:extLst>
                <a:ext uri="{FF2B5EF4-FFF2-40B4-BE49-F238E27FC236}">
                  <a16:creationId xmlns:a16="http://schemas.microsoft.com/office/drawing/2014/main" id="{F94DFFA6-5A2D-410A-8399-950DB3C0D01C}"/>
                </a:ext>
              </a:extLst>
            </p:cNvPr>
            <p:cNvSpPr txBox="1">
              <a:spLocks noChangeArrowheads="1"/>
            </p:cNvSpPr>
            <p:nvPr/>
          </p:nvSpPr>
          <p:spPr bwMode="auto">
            <a:xfrm>
              <a:off x="1680" y="384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3</a:t>
              </a:r>
            </a:p>
          </p:txBody>
        </p:sp>
      </p:grpSp>
      <p:grpSp>
        <p:nvGrpSpPr>
          <p:cNvPr id="89" name="Group 121">
            <a:extLst>
              <a:ext uri="{FF2B5EF4-FFF2-40B4-BE49-F238E27FC236}">
                <a16:creationId xmlns:a16="http://schemas.microsoft.com/office/drawing/2014/main" id="{2CE02C74-B371-452B-B654-CCB133A5FB47}"/>
              </a:ext>
            </a:extLst>
          </p:cNvPr>
          <p:cNvGrpSpPr>
            <a:grpSpLocks/>
          </p:cNvGrpSpPr>
          <p:nvPr/>
        </p:nvGrpSpPr>
        <p:grpSpPr bwMode="auto">
          <a:xfrm>
            <a:off x="7307069" y="4384118"/>
            <a:ext cx="381000" cy="1847850"/>
            <a:chOff x="1680" y="2970"/>
            <a:chExt cx="240" cy="1164"/>
          </a:xfrm>
          <a:solidFill>
            <a:srgbClr val="CCFFCC"/>
          </a:solidFill>
        </p:grpSpPr>
        <p:sp>
          <p:nvSpPr>
            <p:cNvPr id="90" name="Text Box 122">
              <a:extLst>
                <a:ext uri="{FF2B5EF4-FFF2-40B4-BE49-F238E27FC236}">
                  <a16:creationId xmlns:a16="http://schemas.microsoft.com/office/drawing/2014/main" id="{84DCC800-2F50-4BE1-A336-6B18D22EC1A1}"/>
                </a:ext>
              </a:extLst>
            </p:cNvPr>
            <p:cNvSpPr txBox="1">
              <a:spLocks noChangeArrowheads="1"/>
            </p:cNvSpPr>
            <p:nvPr/>
          </p:nvSpPr>
          <p:spPr bwMode="auto">
            <a:xfrm>
              <a:off x="1680" y="297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4</a:t>
              </a:r>
            </a:p>
          </p:txBody>
        </p:sp>
        <p:sp>
          <p:nvSpPr>
            <p:cNvPr id="91" name="Text Box 123">
              <a:extLst>
                <a:ext uri="{FF2B5EF4-FFF2-40B4-BE49-F238E27FC236}">
                  <a16:creationId xmlns:a16="http://schemas.microsoft.com/office/drawing/2014/main" id="{5C075B2D-B129-400F-90B6-F98ABDB24CB9}"/>
                </a:ext>
              </a:extLst>
            </p:cNvPr>
            <p:cNvSpPr txBox="1">
              <a:spLocks noChangeArrowheads="1"/>
            </p:cNvSpPr>
            <p:nvPr/>
          </p:nvSpPr>
          <p:spPr bwMode="auto">
            <a:xfrm>
              <a:off x="1680" y="3258"/>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1</a:t>
              </a:r>
            </a:p>
          </p:txBody>
        </p:sp>
        <p:sp>
          <p:nvSpPr>
            <p:cNvPr id="92" name="Text Box 124">
              <a:extLst>
                <a:ext uri="{FF2B5EF4-FFF2-40B4-BE49-F238E27FC236}">
                  <a16:creationId xmlns:a16="http://schemas.microsoft.com/office/drawing/2014/main" id="{3CA93439-C51C-4E27-AE65-2AC158822EAC}"/>
                </a:ext>
              </a:extLst>
            </p:cNvPr>
            <p:cNvSpPr txBox="1">
              <a:spLocks noChangeArrowheads="1"/>
            </p:cNvSpPr>
            <p:nvPr/>
          </p:nvSpPr>
          <p:spPr bwMode="auto">
            <a:xfrm>
              <a:off x="1680" y="3546"/>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2</a:t>
              </a:r>
            </a:p>
          </p:txBody>
        </p:sp>
        <p:sp>
          <p:nvSpPr>
            <p:cNvPr id="93" name="Text Box 125">
              <a:extLst>
                <a:ext uri="{FF2B5EF4-FFF2-40B4-BE49-F238E27FC236}">
                  <a16:creationId xmlns:a16="http://schemas.microsoft.com/office/drawing/2014/main" id="{D7DD9979-BB5D-41E0-95EE-91AE0BEBCE06}"/>
                </a:ext>
              </a:extLst>
            </p:cNvPr>
            <p:cNvSpPr txBox="1">
              <a:spLocks noChangeArrowheads="1"/>
            </p:cNvSpPr>
            <p:nvPr/>
          </p:nvSpPr>
          <p:spPr bwMode="auto">
            <a:xfrm>
              <a:off x="1680" y="384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3</a:t>
              </a:r>
            </a:p>
          </p:txBody>
        </p:sp>
      </p:grpSp>
      <p:grpSp>
        <p:nvGrpSpPr>
          <p:cNvPr id="94" name="Group 126">
            <a:extLst>
              <a:ext uri="{FF2B5EF4-FFF2-40B4-BE49-F238E27FC236}">
                <a16:creationId xmlns:a16="http://schemas.microsoft.com/office/drawing/2014/main" id="{013DA45B-2033-46D4-9572-3CF238AF24F5}"/>
              </a:ext>
            </a:extLst>
          </p:cNvPr>
          <p:cNvGrpSpPr>
            <a:grpSpLocks/>
          </p:cNvGrpSpPr>
          <p:nvPr/>
        </p:nvGrpSpPr>
        <p:grpSpPr bwMode="auto">
          <a:xfrm>
            <a:off x="7833829" y="4393643"/>
            <a:ext cx="381000" cy="1847850"/>
            <a:chOff x="1680" y="2970"/>
            <a:chExt cx="240" cy="1164"/>
          </a:xfrm>
          <a:solidFill>
            <a:srgbClr val="CCFFCC"/>
          </a:solidFill>
        </p:grpSpPr>
        <p:sp>
          <p:nvSpPr>
            <p:cNvPr id="95" name="Text Box 127">
              <a:extLst>
                <a:ext uri="{FF2B5EF4-FFF2-40B4-BE49-F238E27FC236}">
                  <a16:creationId xmlns:a16="http://schemas.microsoft.com/office/drawing/2014/main" id="{4676D177-34D6-44E0-8F50-3A416FC6FC94}"/>
                </a:ext>
              </a:extLst>
            </p:cNvPr>
            <p:cNvSpPr txBox="1">
              <a:spLocks noChangeArrowheads="1"/>
            </p:cNvSpPr>
            <p:nvPr/>
          </p:nvSpPr>
          <p:spPr bwMode="auto">
            <a:xfrm>
              <a:off x="1680" y="297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4</a:t>
              </a:r>
            </a:p>
          </p:txBody>
        </p:sp>
        <p:sp>
          <p:nvSpPr>
            <p:cNvPr id="96" name="Text Box 128">
              <a:extLst>
                <a:ext uri="{FF2B5EF4-FFF2-40B4-BE49-F238E27FC236}">
                  <a16:creationId xmlns:a16="http://schemas.microsoft.com/office/drawing/2014/main" id="{F2D2C9EC-1A8F-4722-91E8-AADDE82DEA39}"/>
                </a:ext>
              </a:extLst>
            </p:cNvPr>
            <p:cNvSpPr txBox="1">
              <a:spLocks noChangeArrowheads="1"/>
            </p:cNvSpPr>
            <p:nvPr/>
          </p:nvSpPr>
          <p:spPr bwMode="auto">
            <a:xfrm>
              <a:off x="1680" y="3258"/>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5</a:t>
              </a:r>
            </a:p>
          </p:txBody>
        </p:sp>
        <p:sp>
          <p:nvSpPr>
            <p:cNvPr id="97" name="Text Box 129">
              <a:extLst>
                <a:ext uri="{FF2B5EF4-FFF2-40B4-BE49-F238E27FC236}">
                  <a16:creationId xmlns:a16="http://schemas.microsoft.com/office/drawing/2014/main" id="{57076B3E-2F4A-4660-A869-16F463EC90EA}"/>
                </a:ext>
              </a:extLst>
            </p:cNvPr>
            <p:cNvSpPr txBox="1">
              <a:spLocks noChangeArrowheads="1"/>
            </p:cNvSpPr>
            <p:nvPr/>
          </p:nvSpPr>
          <p:spPr bwMode="auto">
            <a:xfrm>
              <a:off x="1680" y="3546"/>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2</a:t>
              </a:r>
            </a:p>
          </p:txBody>
        </p:sp>
        <p:sp>
          <p:nvSpPr>
            <p:cNvPr id="98" name="Text Box 130">
              <a:extLst>
                <a:ext uri="{FF2B5EF4-FFF2-40B4-BE49-F238E27FC236}">
                  <a16:creationId xmlns:a16="http://schemas.microsoft.com/office/drawing/2014/main" id="{9ACA8845-5D06-4EA6-9518-634BE023107F}"/>
                </a:ext>
              </a:extLst>
            </p:cNvPr>
            <p:cNvSpPr txBox="1">
              <a:spLocks noChangeArrowheads="1"/>
            </p:cNvSpPr>
            <p:nvPr/>
          </p:nvSpPr>
          <p:spPr bwMode="auto">
            <a:xfrm>
              <a:off x="1680" y="384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3</a:t>
              </a:r>
            </a:p>
          </p:txBody>
        </p:sp>
      </p:grpSp>
      <p:sp>
        <p:nvSpPr>
          <p:cNvPr id="99" name="AutoShape 132">
            <a:extLst>
              <a:ext uri="{FF2B5EF4-FFF2-40B4-BE49-F238E27FC236}">
                <a16:creationId xmlns:a16="http://schemas.microsoft.com/office/drawing/2014/main" id="{B112354C-E97F-41CA-B7FE-1A463CBC2E68}"/>
              </a:ext>
            </a:extLst>
          </p:cNvPr>
          <p:cNvSpPr>
            <a:spLocks noChangeArrowheads="1"/>
          </p:cNvSpPr>
          <p:nvPr/>
        </p:nvSpPr>
        <p:spPr bwMode="auto">
          <a:xfrm rot="10800000">
            <a:off x="61104" y="5174855"/>
            <a:ext cx="1655171" cy="533400"/>
          </a:xfrm>
          <a:prstGeom prst="wedgeRoundRectCallout">
            <a:avLst>
              <a:gd name="adj1" fmla="val 625"/>
              <a:gd name="adj2" fmla="val 128866"/>
              <a:gd name="adj3" fmla="val 16667"/>
            </a:avLst>
          </a:prstGeom>
          <a:solidFill>
            <a:srgbClr val="99CCFF"/>
          </a:solidFill>
          <a:ln w="9525">
            <a:solidFill>
              <a:schemeClr val="tx1"/>
            </a:solidFill>
            <a:miter lim="800000"/>
            <a:headEnd/>
            <a:tailEnd/>
          </a:ln>
          <a:effectLst/>
        </p:spPr>
        <p:txBody>
          <a:bodyPr rot="10800000"/>
          <a:lstStyle/>
          <a:p>
            <a:pPr algn="ctr">
              <a:spcBef>
                <a:spcPct val="0"/>
              </a:spcBef>
            </a:pPr>
            <a:r>
              <a:rPr lang="en-US" altLang="zh-CN" sz="2400" b="1" dirty="0">
                <a:solidFill>
                  <a:schemeClr val="bg2"/>
                </a:solidFill>
                <a:latin typeface="+mn-lt"/>
                <a:sym typeface="Symbol" panose="05050102010706020507" pitchFamily="18" charset="2"/>
              </a:rPr>
              <a:t>10 </a:t>
            </a:r>
            <a:r>
              <a:rPr lang="zh-CN" altLang="en-US" sz="2400" b="1" dirty="0">
                <a:solidFill>
                  <a:schemeClr val="bg2"/>
                </a:solidFill>
                <a:latin typeface="+mn-lt"/>
                <a:sym typeface="Symbol" panose="05050102010706020507" pitchFamily="18" charset="2"/>
              </a:rPr>
              <a:t>次缺页</a:t>
            </a:r>
            <a:endParaRPr lang="en-US" altLang="zh-CN" sz="2400" b="1" dirty="0">
              <a:solidFill>
                <a:schemeClr val="bg2"/>
              </a:solidFill>
              <a:latin typeface="+mn-lt"/>
              <a:sym typeface="Symbol" panose="05050102010706020507" pitchFamily="18" charset="2"/>
            </a:endParaRPr>
          </a:p>
        </p:txBody>
      </p:sp>
      <p:sp>
        <p:nvSpPr>
          <p:cNvPr id="100" name="Rectangle 5">
            <a:extLst>
              <a:ext uri="{FF2B5EF4-FFF2-40B4-BE49-F238E27FC236}">
                <a16:creationId xmlns:a16="http://schemas.microsoft.com/office/drawing/2014/main" id="{C7EB8A27-2C53-456F-ACE8-B54BCDBEC1FF}"/>
              </a:ext>
            </a:extLst>
          </p:cNvPr>
          <p:cNvSpPr>
            <a:spLocks noChangeArrowheads="1"/>
          </p:cNvSpPr>
          <p:nvPr/>
        </p:nvSpPr>
        <p:spPr bwMode="auto">
          <a:xfrm>
            <a:off x="34925" y="0"/>
            <a:ext cx="9109075" cy="1490663"/>
          </a:xfrm>
          <a:prstGeom prst="rect">
            <a:avLst/>
          </a:prstGeom>
          <a:solidFill>
            <a:srgbClr val="C9C9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None/>
            </a:pPr>
            <a:r>
              <a:rPr lang="en-US" altLang="zh-CN" sz="2800" dirty="0">
                <a:solidFill>
                  <a:schemeClr val="bg2"/>
                </a:solidFill>
              </a:rPr>
              <a:t>[</a:t>
            </a:r>
            <a:r>
              <a:rPr lang="zh-CN" altLang="en-US" sz="2800" dirty="0">
                <a:solidFill>
                  <a:schemeClr val="bg2"/>
                </a:solidFill>
              </a:rPr>
              <a:t>例</a:t>
            </a:r>
            <a:r>
              <a:rPr lang="en-US" altLang="zh-CN" sz="2800" dirty="0">
                <a:solidFill>
                  <a:schemeClr val="bg2"/>
                </a:solidFill>
              </a:rPr>
              <a:t>1]</a:t>
            </a:r>
            <a:r>
              <a:rPr lang="zh-CN" altLang="en-US" sz="2800" dirty="0">
                <a:solidFill>
                  <a:schemeClr val="bg2"/>
                </a:solidFill>
              </a:rPr>
              <a:t>某进程在内存中分配</a:t>
            </a:r>
            <a:r>
              <a:rPr lang="en-US" altLang="zh-CN" sz="2800" dirty="0">
                <a:solidFill>
                  <a:schemeClr val="bg2"/>
                </a:solidFill>
              </a:rPr>
              <a:t>3</a:t>
            </a:r>
            <a:r>
              <a:rPr lang="zh-CN" altLang="en-US" sz="2800" dirty="0">
                <a:solidFill>
                  <a:schemeClr val="bg2"/>
                </a:solidFill>
              </a:rPr>
              <a:t>个、</a:t>
            </a:r>
            <a:r>
              <a:rPr lang="en-US" altLang="zh-CN" sz="2800" dirty="0">
                <a:solidFill>
                  <a:schemeClr val="bg2"/>
                </a:solidFill>
              </a:rPr>
              <a:t>4</a:t>
            </a:r>
            <a:r>
              <a:rPr lang="zh-CN" altLang="en-US" sz="2800" dirty="0">
                <a:solidFill>
                  <a:schemeClr val="bg2"/>
                </a:solidFill>
              </a:rPr>
              <a:t>个页面，初始为空，访问页的走向为</a:t>
            </a:r>
            <a:r>
              <a:rPr lang="en-US" altLang="zh-CN" sz="2800" dirty="0">
                <a:solidFill>
                  <a:schemeClr val="bg2"/>
                </a:solidFill>
                <a:sym typeface="Symbol" panose="05050102010706020507" pitchFamily="18" charset="2"/>
              </a:rPr>
              <a:t>1</a:t>
            </a:r>
            <a:r>
              <a:rPr lang="zh-CN" altLang="en-US" sz="2800" dirty="0">
                <a:solidFill>
                  <a:schemeClr val="bg2"/>
                </a:solidFill>
                <a:sym typeface="Symbol" panose="05050102010706020507" pitchFamily="18" charset="2"/>
              </a:rPr>
              <a:t>，</a:t>
            </a:r>
            <a:r>
              <a:rPr lang="en-US" altLang="zh-CN" sz="2800" dirty="0">
                <a:solidFill>
                  <a:schemeClr val="bg2"/>
                </a:solidFill>
                <a:sym typeface="Symbol" panose="05050102010706020507" pitchFamily="18" charset="2"/>
              </a:rPr>
              <a:t>2</a:t>
            </a:r>
            <a:r>
              <a:rPr lang="zh-CN" altLang="en-US" sz="2800" dirty="0">
                <a:solidFill>
                  <a:schemeClr val="bg2"/>
                </a:solidFill>
                <a:sym typeface="Symbol" panose="05050102010706020507" pitchFamily="18" charset="2"/>
              </a:rPr>
              <a:t>，</a:t>
            </a:r>
            <a:r>
              <a:rPr lang="en-US" altLang="zh-CN" sz="2800" dirty="0">
                <a:solidFill>
                  <a:schemeClr val="bg2"/>
                </a:solidFill>
                <a:sym typeface="Symbol" panose="05050102010706020507" pitchFamily="18" charset="2"/>
              </a:rPr>
              <a:t>3</a:t>
            </a:r>
            <a:r>
              <a:rPr lang="zh-CN" altLang="en-US" sz="2800" dirty="0">
                <a:solidFill>
                  <a:schemeClr val="bg2"/>
                </a:solidFill>
                <a:sym typeface="Symbol" panose="05050102010706020507" pitchFamily="18" charset="2"/>
              </a:rPr>
              <a:t>，</a:t>
            </a:r>
            <a:r>
              <a:rPr lang="en-US" altLang="zh-CN" sz="2800" dirty="0">
                <a:solidFill>
                  <a:schemeClr val="bg2"/>
                </a:solidFill>
                <a:sym typeface="Symbol" panose="05050102010706020507" pitchFamily="18" charset="2"/>
              </a:rPr>
              <a:t>4</a:t>
            </a:r>
            <a:r>
              <a:rPr lang="zh-CN" altLang="en-US" sz="2800" dirty="0">
                <a:solidFill>
                  <a:schemeClr val="bg2"/>
                </a:solidFill>
                <a:sym typeface="Symbol" panose="05050102010706020507" pitchFamily="18" charset="2"/>
              </a:rPr>
              <a:t>，</a:t>
            </a:r>
            <a:r>
              <a:rPr lang="en-US" altLang="zh-CN" sz="2800" dirty="0">
                <a:solidFill>
                  <a:schemeClr val="bg2"/>
                </a:solidFill>
                <a:sym typeface="Symbol" panose="05050102010706020507" pitchFamily="18" charset="2"/>
              </a:rPr>
              <a:t>1</a:t>
            </a:r>
            <a:r>
              <a:rPr lang="zh-CN" altLang="en-US" sz="2800" dirty="0">
                <a:solidFill>
                  <a:schemeClr val="bg2"/>
                </a:solidFill>
                <a:sym typeface="Symbol" panose="05050102010706020507" pitchFamily="18" charset="2"/>
              </a:rPr>
              <a:t>，</a:t>
            </a:r>
            <a:r>
              <a:rPr lang="en-US" altLang="zh-CN" sz="2800" dirty="0">
                <a:solidFill>
                  <a:schemeClr val="bg2"/>
                </a:solidFill>
                <a:sym typeface="Symbol" panose="05050102010706020507" pitchFamily="18" charset="2"/>
              </a:rPr>
              <a:t>2</a:t>
            </a:r>
            <a:r>
              <a:rPr lang="zh-CN" altLang="en-US" sz="2800" dirty="0">
                <a:solidFill>
                  <a:schemeClr val="bg2"/>
                </a:solidFill>
                <a:sym typeface="Symbol" panose="05050102010706020507" pitchFamily="18" charset="2"/>
              </a:rPr>
              <a:t>，</a:t>
            </a:r>
            <a:r>
              <a:rPr lang="en-US" altLang="zh-CN" sz="2800" dirty="0">
                <a:solidFill>
                  <a:schemeClr val="bg2"/>
                </a:solidFill>
                <a:sym typeface="Symbol" panose="05050102010706020507" pitchFamily="18" charset="2"/>
              </a:rPr>
              <a:t>5</a:t>
            </a:r>
            <a:r>
              <a:rPr lang="zh-CN" altLang="en-US" sz="2800" dirty="0">
                <a:solidFill>
                  <a:schemeClr val="bg2"/>
                </a:solidFill>
                <a:sym typeface="Symbol" panose="05050102010706020507" pitchFamily="18" charset="2"/>
              </a:rPr>
              <a:t>，</a:t>
            </a:r>
            <a:r>
              <a:rPr lang="en-US" altLang="zh-CN" sz="2800" dirty="0">
                <a:solidFill>
                  <a:schemeClr val="bg2"/>
                </a:solidFill>
                <a:sym typeface="Symbol" panose="05050102010706020507" pitchFamily="18" charset="2"/>
              </a:rPr>
              <a:t>1</a:t>
            </a:r>
            <a:r>
              <a:rPr lang="zh-CN" altLang="en-US" sz="2800" dirty="0">
                <a:solidFill>
                  <a:schemeClr val="bg2"/>
                </a:solidFill>
                <a:sym typeface="Symbol" panose="05050102010706020507" pitchFamily="18" charset="2"/>
              </a:rPr>
              <a:t>，</a:t>
            </a:r>
            <a:r>
              <a:rPr lang="en-US" altLang="zh-CN" sz="2800" dirty="0">
                <a:solidFill>
                  <a:schemeClr val="bg2"/>
                </a:solidFill>
                <a:sym typeface="Symbol" panose="05050102010706020507" pitchFamily="18" charset="2"/>
              </a:rPr>
              <a:t>2</a:t>
            </a:r>
            <a:r>
              <a:rPr lang="zh-CN" altLang="en-US" sz="2800" dirty="0">
                <a:solidFill>
                  <a:schemeClr val="bg2"/>
                </a:solidFill>
                <a:sym typeface="Symbol" panose="05050102010706020507" pitchFamily="18" charset="2"/>
              </a:rPr>
              <a:t>，</a:t>
            </a:r>
            <a:r>
              <a:rPr lang="en-US" altLang="zh-CN" sz="2800" dirty="0">
                <a:solidFill>
                  <a:schemeClr val="bg2"/>
                </a:solidFill>
                <a:sym typeface="Symbol" panose="05050102010706020507" pitchFamily="18" charset="2"/>
              </a:rPr>
              <a:t>3</a:t>
            </a:r>
            <a:r>
              <a:rPr lang="zh-CN" altLang="en-US" sz="2800" dirty="0">
                <a:solidFill>
                  <a:schemeClr val="bg2"/>
                </a:solidFill>
                <a:sym typeface="Symbol" panose="05050102010706020507" pitchFamily="18" charset="2"/>
              </a:rPr>
              <a:t>，</a:t>
            </a:r>
            <a:r>
              <a:rPr lang="en-US" altLang="zh-CN" sz="2800" dirty="0">
                <a:solidFill>
                  <a:schemeClr val="bg2"/>
                </a:solidFill>
                <a:sym typeface="Symbol" panose="05050102010706020507" pitchFamily="18" charset="2"/>
              </a:rPr>
              <a:t>4</a:t>
            </a:r>
            <a:r>
              <a:rPr lang="zh-CN" altLang="en-US" sz="2800" dirty="0">
                <a:solidFill>
                  <a:schemeClr val="bg2"/>
                </a:solidFill>
                <a:sym typeface="Symbol" panose="05050102010706020507" pitchFamily="18" charset="2"/>
              </a:rPr>
              <a:t>，</a:t>
            </a:r>
            <a:r>
              <a:rPr lang="en-US" altLang="zh-CN" sz="2800" dirty="0">
                <a:solidFill>
                  <a:schemeClr val="bg2"/>
                </a:solidFill>
                <a:sym typeface="Symbol" panose="05050102010706020507" pitchFamily="18" charset="2"/>
              </a:rPr>
              <a:t>5 </a:t>
            </a:r>
            <a:r>
              <a:rPr lang="zh-CN" altLang="en-US" sz="2800" dirty="0">
                <a:solidFill>
                  <a:schemeClr val="bg2"/>
                </a:solidFill>
              </a:rPr>
              <a:t>，采用</a:t>
            </a:r>
            <a:r>
              <a:rPr lang="en-US" altLang="zh-CN" sz="2800" dirty="0">
                <a:solidFill>
                  <a:schemeClr val="bg2"/>
                </a:solidFill>
              </a:rPr>
              <a:t>FIFO</a:t>
            </a:r>
            <a:r>
              <a:rPr lang="zh-CN" altLang="en-US" sz="2800" dirty="0">
                <a:solidFill>
                  <a:schemeClr val="bg2"/>
                </a:solidFill>
              </a:rPr>
              <a:t>页面置换算法，计算缺页次数。</a:t>
            </a:r>
          </a:p>
        </p:txBody>
      </p:sp>
      <p:sp>
        <p:nvSpPr>
          <p:cNvPr id="101" name="Text Box 45">
            <a:extLst>
              <a:ext uri="{FF2B5EF4-FFF2-40B4-BE49-F238E27FC236}">
                <a16:creationId xmlns:a16="http://schemas.microsoft.com/office/drawing/2014/main" id="{8BC36210-8F4F-44B8-AD0D-3CDC25050195}"/>
              </a:ext>
            </a:extLst>
          </p:cNvPr>
          <p:cNvSpPr txBox="1">
            <a:spLocks noChangeArrowheads="1"/>
          </p:cNvSpPr>
          <p:nvPr/>
        </p:nvSpPr>
        <p:spPr bwMode="auto">
          <a:xfrm>
            <a:off x="128968" y="1988615"/>
            <a:ext cx="153827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800" dirty="0">
                <a:solidFill>
                  <a:schemeClr val="bg2"/>
                </a:solidFill>
                <a:latin typeface="+mn-lt"/>
              </a:rPr>
              <a:t>3</a:t>
            </a:r>
            <a:r>
              <a:rPr lang="zh-CN" altLang="en-US" sz="2800" dirty="0">
                <a:solidFill>
                  <a:schemeClr val="bg2"/>
                </a:solidFill>
                <a:latin typeface="+mn-lt"/>
              </a:rPr>
              <a:t>个页面</a:t>
            </a:r>
            <a:endParaRPr lang="en-US" altLang="zh-CN" sz="2800" dirty="0">
              <a:solidFill>
                <a:schemeClr val="bg2"/>
              </a:solidFill>
              <a:latin typeface="+mn-lt"/>
            </a:endParaRPr>
          </a:p>
        </p:txBody>
      </p:sp>
      <p:sp>
        <p:nvSpPr>
          <p:cNvPr id="102" name="Rectangle 38">
            <a:extLst>
              <a:ext uri="{FF2B5EF4-FFF2-40B4-BE49-F238E27FC236}">
                <a16:creationId xmlns:a16="http://schemas.microsoft.com/office/drawing/2014/main" id="{7ECBDF16-705B-463B-9017-90349DFE99A1}"/>
              </a:ext>
            </a:extLst>
          </p:cNvPr>
          <p:cNvSpPr>
            <a:spLocks noChangeArrowheads="1"/>
          </p:cNvSpPr>
          <p:nvPr/>
        </p:nvSpPr>
        <p:spPr bwMode="auto">
          <a:xfrm>
            <a:off x="1565371" y="3690056"/>
            <a:ext cx="6823053" cy="62889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lvl="1">
              <a:lnSpc>
                <a:spcPct val="140000"/>
              </a:lnSpc>
              <a:spcBef>
                <a:spcPct val="0"/>
              </a:spcBef>
            </a:pPr>
            <a:r>
              <a:rPr lang="en-US" altLang="zh-CN" sz="2800" b="1" dirty="0">
                <a:solidFill>
                  <a:schemeClr val="bg2"/>
                </a:solidFill>
                <a:latin typeface="+mn-lt"/>
                <a:sym typeface="Symbol" panose="05050102010706020507" pitchFamily="18" charset="2"/>
              </a:rPr>
              <a:t>1    2    3    4    1    2    5    1    2    3    4    5 </a:t>
            </a:r>
          </a:p>
        </p:txBody>
      </p:sp>
      <p:sp>
        <p:nvSpPr>
          <p:cNvPr id="103" name="AutoShape 132">
            <a:extLst>
              <a:ext uri="{FF2B5EF4-FFF2-40B4-BE49-F238E27FC236}">
                <a16:creationId xmlns:a16="http://schemas.microsoft.com/office/drawing/2014/main" id="{71C799A0-C065-4F45-A83B-93629BC2025B}"/>
              </a:ext>
            </a:extLst>
          </p:cNvPr>
          <p:cNvSpPr>
            <a:spLocks noChangeArrowheads="1"/>
          </p:cNvSpPr>
          <p:nvPr/>
        </p:nvSpPr>
        <p:spPr bwMode="auto">
          <a:xfrm rot="10800000">
            <a:off x="160100" y="2850143"/>
            <a:ext cx="1524000" cy="533400"/>
          </a:xfrm>
          <a:prstGeom prst="wedgeRoundRectCallout">
            <a:avLst>
              <a:gd name="adj1" fmla="val 625"/>
              <a:gd name="adj2" fmla="val 128866"/>
              <a:gd name="adj3" fmla="val 16667"/>
            </a:avLst>
          </a:prstGeom>
          <a:solidFill>
            <a:srgbClr val="99CCFF"/>
          </a:solidFill>
          <a:ln w="9525">
            <a:solidFill>
              <a:schemeClr val="tx1"/>
            </a:solidFill>
            <a:miter lim="800000"/>
            <a:headEnd/>
            <a:tailEnd/>
          </a:ln>
          <a:effectLst/>
        </p:spPr>
        <p:txBody>
          <a:bodyPr rot="10800000"/>
          <a:lstStyle/>
          <a:p>
            <a:pPr algn="ctr">
              <a:spcBef>
                <a:spcPct val="0"/>
              </a:spcBef>
            </a:pPr>
            <a:r>
              <a:rPr lang="en-US" altLang="zh-CN" sz="2400" b="1" dirty="0">
                <a:solidFill>
                  <a:schemeClr val="bg2"/>
                </a:solidFill>
                <a:latin typeface="+mn-lt"/>
                <a:sym typeface="Symbol" panose="05050102010706020507" pitchFamily="18" charset="2"/>
              </a:rPr>
              <a:t>9</a:t>
            </a:r>
            <a:r>
              <a:rPr lang="zh-CN" altLang="en-US" sz="2400" b="1" dirty="0">
                <a:solidFill>
                  <a:schemeClr val="bg2"/>
                </a:solidFill>
                <a:latin typeface="+mn-lt"/>
                <a:sym typeface="Symbol" panose="05050102010706020507" pitchFamily="18" charset="2"/>
              </a:rPr>
              <a:t>次缺页</a:t>
            </a:r>
            <a:endParaRPr lang="en-US" altLang="zh-CN" sz="2400" b="1" dirty="0">
              <a:solidFill>
                <a:schemeClr val="bg2"/>
              </a:solidFill>
              <a:latin typeface="+mn-lt"/>
              <a:sym typeface="Symbol" panose="05050102010706020507" pitchFamily="18" charset="2"/>
            </a:endParaRPr>
          </a:p>
        </p:txBody>
      </p:sp>
      <p:sp>
        <p:nvSpPr>
          <p:cNvPr id="104" name="矩形 103">
            <a:extLst>
              <a:ext uri="{FF2B5EF4-FFF2-40B4-BE49-F238E27FC236}">
                <a16:creationId xmlns:a16="http://schemas.microsoft.com/office/drawing/2014/main" id="{1A0AE36D-37EB-473C-BB5E-099AB4FAB484}"/>
              </a:ext>
            </a:extLst>
          </p:cNvPr>
          <p:cNvSpPr/>
          <p:nvPr/>
        </p:nvSpPr>
        <p:spPr>
          <a:xfrm>
            <a:off x="3475058" y="6256729"/>
            <a:ext cx="1962397" cy="523220"/>
          </a:xfrm>
          <a:prstGeom prst="rect">
            <a:avLst/>
          </a:prstGeom>
          <a:solidFill>
            <a:srgbClr val="FF00FF"/>
          </a:solidFill>
        </p:spPr>
        <p:txBody>
          <a:bodyPr wrap="none">
            <a:spAutoFit/>
          </a:bodyPr>
          <a:lstStyle/>
          <a:p>
            <a:r>
              <a:rPr lang="en-US" altLang="zh-CN" sz="2800" smtClean="0">
                <a:solidFill>
                  <a:schemeClr val="bg2"/>
                </a:solidFill>
                <a:latin typeface="Times New Roman" panose="02020603050405020304" pitchFamily="18" charset="0"/>
                <a:cs typeface="Times New Roman" panose="02020603050405020304" pitchFamily="18" charset="0"/>
              </a:rPr>
              <a:t>Belady</a:t>
            </a:r>
            <a:r>
              <a:rPr lang="zh-CN" altLang="en-US" sz="2800" dirty="0">
                <a:solidFill>
                  <a:schemeClr val="bg2"/>
                </a:solidFill>
                <a:latin typeface="Times New Roman" panose="02020603050405020304" pitchFamily="18" charset="0"/>
                <a:cs typeface="Times New Roman" panose="02020603050405020304" pitchFamily="18" charset="0"/>
              </a:rPr>
              <a:t>现象</a:t>
            </a:r>
            <a:endParaRPr lang="zh-CN" altLang="en-US" sz="2800" dirty="0">
              <a:latin typeface="Times New Roman" panose="02020603050405020304" pitchFamily="18" charset="0"/>
              <a:cs typeface="Times New Roman" panose="02020603050405020304" pitchFamily="18" charset="0"/>
            </a:endParaRPr>
          </a:p>
        </p:txBody>
      </p:sp>
      <p:sp>
        <p:nvSpPr>
          <p:cNvPr id="105"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651202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dissolve">
                                      <p:cBhvr>
                                        <p:cTn id="7" dur="500"/>
                                        <p:tgtEl>
                                          <p:spTgt spid="10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dissolv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dissolve">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dissolve">
                                      <p:cBhvr>
                                        <p:cTn id="27" dur="5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dissolve">
                                      <p:cBhvr>
                                        <p:cTn id="32" dur="500"/>
                                        <p:tgtEl>
                                          <p:spTgt spid="27"/>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dissolve">
                                      <p:cBhvr>
                                        <p:cTn id="37" dur="500"/>
                                        <p:tgtEl>
                                          <p:spTgt spid="31"/>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dissolve">
                                      <p:cBhvr>
                                        <p:cTn id="42" dur="500"/>
                                        <p:tgtEl>
                                          <p:spTgt spid="35"/>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39"/>
                                        </p:tgtEl>
                                        <p:attrNameLst>
                                          <p:attrName>style.visibility</p:attrName>
                                        </p:attrNameLst>
                                      </p:cBhvr>
                                      <p:to>
                                        <p:strVal val="visible"/>
                                      </p:to>
                                    </p:set>
                                    <p:animEffect transition="in" filter="dissolve">
                                      <p:cBhvr>
                                        <p:cTn id="47" dur="500"/>
                                        <p:tgtEl>
                                          <p:spTgt spid="39"/>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43"/>
                                        </p:tgtEl>
                                        <p:attrNameLst>
                                          <p:attrName>style.visibility</p:attrName>
                                        </p:attrNameLst>
                                      </p:cBhvr>
                                      <p:to>
                                        <p:strVal val="visible"/>
                                      </p:to>
                                    </p:set>
                                    <p:animEffect transition="in" filter="dissolve">
                                      <p:cBhvr>
                                        <p:cTn id="52" dur="500"/>
                                        <p:tgtEl>
                                          <p:spTgt spid="43"/>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103"/>
                                        </p:tgtEl>
                                        <p:attrNameLst>
                                          <p:attrName>style.visibility</p:attrName>
                                        </p:attrNameLst>
                                      </p:cBhvr>
                                      <p:to>
                                        <p:strVal val="visible"/>
                                      </p:to>
                                    </p:set>
                                    <p:animEffect transition="in" filter="dissolve">
                                      <p:cBhvr>
                                        <p:cTn id="57" dur="500"/>
                                        <p:tgtEl>
                                          <p:spTgt spid="103"/>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48"/>
                                        </p:tgtEl>
                                        <p:attrNameLst>
                                          <p:attrName>style.visibility</p:attrName>
                                        </p:attrNameLst>
                                      </p:cBhvr>
                                      <p:to>
                                        <p:strVal val="visible"/>
                                      </p:to>
                                    </p:set>
                                    <p:animEffect transition="in" filter="dissolve">
                                      <p:cBhvr>
                                        <p:cTn id="62" dur="500"/>
                                        <p:tgtEl>
                                          <p:spTgt spid="48"/>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02"/>
                                        </p:tgtEl>
                                        <p:attrNameLst>
                                          <p:attrName>style.visibility</p:attrName>
                                        </p:attrNameLst>
                                      </p:cBhvr>
                                      <p:to>
                                        <p:strVal val="visible"/>
                                      </p:to>
                                    </p:set>
                                    <p:animEffect transition="in" filter="fade">
                                      <p:cBhvr>
                                        <p:cTn id="67" dur="500"/>
                                        <p:tgtEl>
                                          <p:spTgt spid="102"/>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nodeType="clickEffect">
                                  <p:stCondLst>
                                    <p:cond delay="0"/>
                                  </p:stCondLst>
                                  <p:childTnLst>
                                    <p:set>
                                      <p:cBhvr>
                                        <p:cTn id="71" dur="1" fill="hold">
                                          <p:stCondLst>
                                            <p:cond delay="0"/>
                                          </p:stCondLst>
                                        </p:cTn>
                                        <p:tgtEl>
                                          <p:spTgt spid="49"/>
                                        </p:tgtEl>
                                        <p:attrNameLst>
                                          <p:attrName>style.visibility</p:attrName>
                                        </p:attrNameLst>
                                      </p:cBhvr>
                                      <p:to>
                                        <p:strVal val="visible"/>
                                      </p:to>
                                    </p:set>
                                    <p:animEffect transition="in" filter="dissolve">
                                      <p:cBhvr>
                                        <p:cTn id="72" dur="500"/>
                                        <p:tgtEl>
                                          <p:spTgt spid="49"/>
                                        </p:tgtEl>
                                      </p:cBhvr>
                                    </p:animEffect>
                                  </p:childTnLst>
                                </p:cTn>
                              </p:par>
                            </p:childTnLst>
                          </p:cTn>
                        </p:par>
                      </p:childTnLst>
                    </p:cTn>
                  </p:par>
                  <p:par>
                    <p:cTn id="73" fill="hold">
                      <p:stCondLst>
                        <p:cond delay="indefinite"/>
                      </p:stCondLst>
                      <p:childTnLst>
                        <p:par>
                          <p:cTn id="74" fill="hold">
                            <p:stCondLst>
                              <p:cond delay="0"/>
                            </p:stCondLst>
                            <p:childTnLst>
                              <p:par>
                                <p:cTn id="75" presetID="9" presetClass="entr" presetSubtype="0" fill="hold" nodeType="clickEffect">
                                  <p:stCondLst>
                                    <p:cond delay="0"/>
                                  </p:stCondLst>
                                  <p:childTnLst>
                                    <p:set>
                                      <p:cBhvr>
                                        <p:cTn id="76" dur="1" fill="hold">
                                          <p:stCondLst>
                                            <p:cond delay="0"/>
                                          </p:stCondLst>
                                        </p:cTn>
                                        <p:tgtEl>
                                          <p:spTgt spid="54"/>
                                        </p:tgtEl>
                                        <p:attrNameLst>
                                          <p:attrName>style.visibility</p:attrName>
                                        </p:attrNameLst>
                                      </p:cBhvr>
                                      <p:to>
                                        <p:strVal val="visible"/>
                                      </p:to>
                                    </p:set>
                                    <p:animEffect transition="in" filter="dissolve">
                                      <p:cBhvr>
                                        <p:cTn id="77" dur="500"/>
                                        <p:tgtEl>
                                          <p:spTgt spid="54"/>
                                        </p:tgtEl>
                                      </p:cBhvr>
                                    </p:animEffect>
                                  </p:childTnLst>
                                </p:cTn>
                              </p:par>
                            </p:childTnLst>
                          </p:cTn>
                        </p:par>
                      </p:childTnLst>
                    </p:cTn>
                  </p:par>
                  <p:par>
                    <p:cTn id="78" fill="hold">
                      <p:stCondLst>
                        <p:cond delay="indefinite"/>
                      </p:stCondLst>
                      <p:childTnLst>
                        <p:par>
                          <p:cTn id="79" fill="hold">
                            <p:stCondLst>
                              <p:cond delay="0"/>
                            </p:stCondLst>
                            <p:childTnLst>
                              <p:par>
                                <p:cTn id="80" presetID="9" presetClass="entr" presetSubtype="0" fill="hold" nodeType="clickEffect">
                                  <p:stCondLst>
                                    <p:cond delay="0"/>
                                  </p:stCondLst>
                                  <p:childTnLst>
                                    <p:set>
                                      <p:cBhvr>
                                        <p:cTn id="81" dur="1" fill="hold">
                                          <p:stCondLst>
                                            <p:cond delay="0"/>
                                          </p:stCondLst>
                                        </p:cTn>
                                        <p:tgtEl>
                                          <p:spTgt spid="59"/>
                                        </p:tgtEl>
                                        <p:attrNameLst>
                                          <p:attrName>style.visibility</p:attrName>
                                        </p:attrNameLst>
                                      </p:cBhvr>
                                      <p:to>
                                        <p:strVal val="visible"/>
                                      </p:to>
                                    </p:set>
                                    <p:animEffect transition="in" filter="dissolve">
                                      <p:cBhvr>
                                        <p:cTn id="82" dur="500"/>
                                        <p:tgtEl>
                                          <p:spTgt spid="59"/>
                                        </p:tgtEl>
                                      </p:cBhvr>
                                    </p:animEffect>
                                  </p:childTnLst>
                                </p:cTn>
                              </p:par>
                            </p:childTnLst>
                          </p:cTn>
                        </p:par>
                      </p:childTnLst>
                    </p:cTn>
                  </p:par>
                  <p:par>
                    <p:cTn id="83" fill="hold">
                      <p:stCondLst>
                        <p:cond delay="indefinite"/>
                      </p:stCondLst>
                      <p:childTnLst>
                        <p:par>
                          <p:cTn id="84" fill="hold">
                            <p:stCondLst>
                              <p:cond delay="0"/>
                            </p:stCondLst>
                            <p:childTnLst>
                              <p:par>
                                <p:cTn id="85" presetID="9" presetClass="entr" presetSubtype="0" fill="hold" nodeType="clickEffect">
                                  <p:stCondLst>
                                    <p:cond delay="0"/>
                                  </p:stCondLst>
                                  <p:childTnLst>
                                    <p:set>
                                      <p:cBhvr>
                                        <p:cTn id="86" dur="1" fill="hold">
                                          <p:stCondLst>
                                            <p:cond delay="0"/>
                                          </p:stCondLst>
                                        </p:cTn>
                                        <p:tgtEl>
                                          <p:spTgt spid="64"/>
                                        </p:tgtEl>
                                        <p:attrNameLst>
                                          <p:attrName>style.visibility</p:attrName>
                                        </p:attrNameLst>
                                      </p:cBhvr>
                                      <p:to>
                                        <p:strVal val="visible"/>
                                      </p:to>
                                    </p:set>
                                    <p:animEffect transition="in" filter="dissolve">
                                      <p:cBhvr>
                                        <p:cTn id="87" dur="500"/>
                                        <p:tgtEl>
                                          <p:spTgt spid="64"/>
                                        </p:tgtEl>
                                      </p:cBhvr>
                                    </p:animEffect>
                                  </p:childTnLst>
                                </p:cTn>
                              </p:par>
                            </p:childTnLst>
                          </p:cTn>
                        </p:par>
                      </p:childTnLst>
                    </p:cTn>
                  </p:par>
                  <p:par>
                    <p:cTn id="88" fill="hold">
                      <p:stCondLst>
                        <p:cond delay="indefinite"/>
                      </p:stCondLst>
                      <p:childTnLst>
                        <p:par>
                          <p:cTn id="89" fill="hold">
                            <p:stCondLst>
                              <p:cond delay="0"/>
                            </p:stCondLst>
                            <p:childTnLst>
                              <p:par>
                                <p:cTn id="90" presetID="9" presetClass="entr" presetSubtype="0" fill="hold" nodeType="clickEffect">
                                  <p:stCondLst>
                                    <p:cond delay="0"/>
                                  </p:stCondLst>
                                  <p:childTnLst>
                                    <p:set>
                                      <p:cBhvr>
                                        <p:cTn id="91" dur="1" fill="hold">
                                          <p:stCondLst>
                                            <p:cond delay="0"/>
                                          </p:stCondLst>
                                        </p:cTn>
                                        <p:tgtEl>
                                          <p:spTgt spid="69"/>
                                        </p:tgtEl>
                                        <p:attrNameLst>
                                          <p:attrName>style.visibility</p:attrName>
                                        </p:attrNameLst>
                                      </p:cBhvr>
                                      <p:to>
                                        <p:strVal val="visible"/>
                                      </p:to>
                                    </p:set>
                                    <p:animEffect transition="in" filter="dissolve">
                                      <p:cBhvr>
                                        <p:cTn id="92" dur="500"/>
                                        <p:tgtEl>
                                          <p:spTgt spid="69"/>
                                        </p:tgtEl>
                                      </p:cBhvr>
                                    </p:animEffect>
                                  </p:childTnLst>
                                </p:cTn>
                              </p:par>
                            </p:childTnLst>
                          </p:cTn>
                        </p:par>
                      </p:childTnLst>
                    </p:cTn>
                  </p:par>
                  <p:par>
                    <p:cTn id="93" fill="hold">
                      <p:stCondLst>
                        <p:cond delay="indefinite"/>
                      </p:stCondLst>
                      <p:childTnLst>
                        <p:par>
                          <p:cTn id="94" fill="hold">
                            <p:stCondLst>
                              <p:cond delay="0"/>
                            </p:stCondLst>
                            <p:childTnLst>
                              <p:par>
                                <p:cTn id="95" presetID="9" presetClass="entr" presetSubtype="0" fill="hold" nodeType="clickEffect">
                                  <p:stCondLst>
                                    <p:cond delay="0"/>
                                  </p:stCondLst>
                                  <p:childTnLst>
                                    <p:set>
                                      <p:cBhvr>
                                        <p:cTn id="96" dur="1" fill="hold">
                                          <p:stCondLst>
                                            <p:cond delay="0"/>
                                          </p:stCondLst>
                                        </p:cTn>
                                        <p:tgtEl>
                                          <p:spTgt spid="74"/>
                                        </p:tgtEl>
                                        <p:attrNameLst>
                                          <p:attrName>style.visibility</p:attrName>
                                        </p:attrNameLst>
                                      </p:cBhvr>
                                      <p:to>
                                        <p:strVal val="visible"/>
                                      </p:to>
                                    </p:set>
                                    <p:animEffect transition="in" filter="dissolve">
                                      <p:cBhvr>
                                        <p:cTn id="97" dur="500"/>
                                        <p:tgtEl>
                                          <p:spTgt spid="74"/>
                                        </p:tgtEl>
                                      </p:cBhvr>
                                    </p:animEffect>
                                  </p:childTnLst>
                                </p:cTn>
                              </p:par>
                            </p:childTnLst>
                          </p:cTn>
                        </p:par>
                      </p:childTnLst>
                    </p:cTn>
                  </p:par>
                  <p:par>
                    <p:cTn id="98" fill="hold">
                      <p:stCondLst>
                        <p:cond delay="indefinite"/>
                      </p:stCondLst>
                      <p:childTnLst>
                        <p:par>
                          <p:cTn id="99" fill="hold">
                            <p:stCondLst>
                              <p:cond delay="0"/>
                            </p:stCondLst>
                            <p:childTnLst>
                              <p:par>
                                <p:cTn id="100" presetID="9" presetClass="entr" presetSubtype="0" fill="hold" nodeType="clickEffect">
                                  <p:stCondLst>
                                    <p:cond delay="0"/>
                                  </p:stCondLst>
                                  <p:childTnLst>
                                    <p:set>
                                      <p:cBhvr>
                                        <p:cTn id="101" dur="1" fill="hold">
                                          <p:stCondLst>
                                            <p:cond delay="0"/>
                                          </p:stCondLst>
                                        </p:cTn>
                                        <p:tgtEl>
                                          <p:spTgt spid="79"/>
                                        </p:tgtEl>
                                        <p:attrNameLst>
                                          <p:attrName>style.visibility</p:attrName>
                                        </p:attrNameLst>
                                      </p:cBhvr>
                                      <p:to>
                                        <p:strVal val="visible"/>
                                      </p:to>
                                    </p:set>
                                    <p:animEffect transition="in" filter="dissolve">
                                      <p:cBhvr>
                                        <p:cTn id="102" dur="500"/>
                                        <p:tgtEl>
                                          <p:spTgt spid="79"/>
                                        </p:tgtEl>
                                      </p:cBhvr>
                                    </p:animEffect>
                                  </p:childTnLst>
                                </p:cTn>
                              </p:par>
                            </p:childTnLst>
                          </p:cTn>
                        </p:par>
                      </p:childTnLst>
                    </p:cTn>
                  </p:par>
                  <p:par>
                    <p:cTn id="103" fill="hold">
                      <p:stCondLst>
                        <p:cond delay="indefinite"/>
                      </p:stCondLst>
                      <p:childTnLst>
                        <p:par>
                          <p:cTn id="104" fill="hold">
                            <p:stCondLst>
                              <p:cond delay="0"/>
                            </p:stCondLst>
                            <p:childTnLst>
                              <p:par>
                                <p:cTn id="105" presetID="9" presetClass="entr" presetSubtype="0" fill="hold" nodeType="clickEffect">
                                  <p:stCondLst>
                                    <p:cond delay="0"/>
                                  </p:stCondLst>
                                  <p:childTnLst>
                                    <p:set>
                                      <p:cBhvr>
                                        <p:cTn id="106" dur="1" fill="hold">
                                          <p:stCondLst>
                                            <p:cond delay="0"/>
                                          </p:stCondLst>
                                        </p:cTn>
                                        <p:tgtEl>
                                          <p:spTgt spid="84"/>
                                        </p:tgtEl>
                                        <p:attrNameLst>
                                          <p:attrName>style.visibility</p:attrName>
                                        </p:attrNameLst>
                                      </p:cBhvr>
                                      <p:to>
                                        <p:strVal val="visible"/>
                                      </p:to>
                                    </p:set>
                                    <p:animEffect transition="in" filter="dissolve">
                                      <p:cBhvr>
                                        <p:cTn id="107" dur="500"/>
                                        <p:tgtEl>
                                          <p:spTgt spid="84"/>
                                        </p:tgtEl>
                                      </p:cBhvr>
                                    </p:animEffect>
                                  </p:childTnLst>
                                </p:cTn>
                              </p:par>
                            </p:childTnLst>
                          </p:cTn>
                        </p:par>
                      </p:childTnLst>
                    </p:cTn>
                  </p:par>
                  <p:par>
                    <p:cTn id="108" fill="hold">
                      <p:stCondLst>
                        <p:cond delay="indefinite"/>
                      </p:stCondLst>
                      <p:childTnLst>
                        <p:par>
                          <p:cTn id="109" fill="hold">
                            <p:stCondLst>
                              <p:cond delay="0"/>
                            </p:stCondLst>
                            <p:childTnLst>
                              <p:par>
                                <p:cTn id="110" presetID="9" presetClass="entr" presetSubtype="0" fill="hold" nodeType="clickEffect">
                                  <p:stCondLst>
                                    <p:cond delay="0"/>
                                  </p:stCondLst>
                                  <p:childTnLst>
                                    <p:set>
                                      <p:cBhvr>
                                        <p:cTn id="111" dur="1" fill="hold">
                                          <p:stCondLst>
                                            <p:cond delay="0"/>
                                          </p:stCondLst>
                                        </p:cTn>
                                        <p:tgtEl>
                                          <p:spTgt spid="89"/>
                                        </p:tgtEl>
                                        <p:attrNameLst>
                                          <p:attrName>style.visibility</p:attrName>
                                        </p:attrNameLst>
                                      </p:cBhvr>
                                      <p:to>
                                        <p:strVal val="visible"/>
                                      </p:to>
                                    </p:set>
                                    <p:animEffect transition="in" filter="dissolve">
                                      <p:cBhvr>
                                        <p:cTn id="112" dur="500"/>
                                        <p:tgtEl>
                                          <p:spTgt spid="89"/>
                                        </p:tgtEl>
                                      </p:cBhvr>
                                    </p:animEffect>
                                  </p:childTnLst>
                                </p:cTn>
                              </p:par>
                            </p:childTnLst>
                          </p:cTn>
                        </p:par>
                      </p:childTnLst>
                    </p:cTn>
                  </p:par>
                  <p:par>
                    <p:cTn id="113" fill="hold">
                      <p:stCondLst>
                        <p:cond delay="indefinite"/>
                      </p:stCondLst>
                      <p:childTnLst>
                        <p:par>
                          <p:cTn id="114" fill="hold">
                            <p:stCondLst>
                              <p:cond delay="0"/>
                            </p:stCondLst>
                            <p:childTnLst>
                              <p:par>
                                <p:cTn id="115" presetID="9" presetClass="entr" presetSubtype="0" fill="hold" nodeType="clickEffect">
                                  <p:stCondLst>
                                    <p:cond delay="0"/>
                                  </p:stCondLst>
                                  <p:childTnLst>
                                    <p:set>
                                      <p:cBhvr>
                                        <p:cTn id="116" dur="1" fill="hold">
                                          <p:stCondLst>
                                            <p:cond delay="0"/>
                                          </p:stCondLst>
                                        </p:cTn>
                                        <p:tgtEl>
                                          <p:spTgt spid="94"/>
                                        </p:tgtEl>
                                        <p:attrNameLst>
                                          <p:attrName>style.visibility</p:attrName>
                                        </p:attrNameLst>
                                      </p:cBhvr>
                                      <p:to>
                                        <p:strVal val="visible"/>
                                      </p:to>
                                    </p:set>
                                    <p:animEffect transition="in" filter="dissolve">
                                      <p:cBhvr>
                                        <p:cTn id="117" dur="500"/>
                                        <p:tgtEl>
                                          <p:spTgt spid="94"/>
                                        </p:tgtEl>
                                      </p:cBhvr>
                                    </p:animEffect>
                                  </p:childTnLst>
                                </p:cTn>
                              </p:par>
                            </p:childTnLst>
                          </p:cTn>
                        </p:par>
                      </p:childTnLst>
                    </p:cTn>
                  </p:par>
                  <p:par>
                    <p:cTn id="118" fill="hold">
                      <p:stCondLst>
                        <p:cond delay="indefinite"/>
                      </p:stCondLst>
                      <p:childTnLst>
                        <p:par>
                          <p:cTn id="119" fill="hold">
                            <p:stCondLst>
                              <p:cond delay="0"/>
                            </p:stCondLst>
                            <p:childTnLst>
                              <p:par>
                                <p:cTn id="120" presetID="9" presetClass="entr" presetSubtype="0" fill="hold" grpId="0" nodeType="clickEffect">
                                  <p:stCondLst>
                                    <p:cond delay="0"/>
                                  </p:stCondLst>
                                  <p:childTnLst>
                                    <p:set>
                                      <p:cBhvr>
                                        <p:cTn id="121" dur="1" fill="hold">
                                          <p:stCondLst>
                                            <p:cond delay="0"/>
                                          </p:stCondLst>
                                        </p:cTn>
                                        <p:tgtEl>
                                          <p:spTgt spid="99"/>
                                        </p:tgtEl>
                                        <p:attrNameLst>
                                          <p:attrName>style.visibility</p:attrName>
                                        </p:attrNameLst>
                                      </p:cBhvr>
                                      <p:to>
                                        <p:strVal val="visible"/>
                                      </p:to>
                                    </p:set>
                                    <p:animEffect transition="in" filter="dissolve">
                                      <p:cBhvr>
                                        <p:cTn id="122" dur="500"/>
                                        <p:tgtEl>
                                          <p:spTgt spid="99"/>
                                        </p:tgtEl>
                                      </p:cBhvr>
                                    </p:animEffect>
                                  </p:childTnLst>
                                </p:cTn>
                              </p:par>
                            </p:childTnLst>
                          </p:cTn>
                        </p:par>
                      </p:childTnLst>
                    </p:cTn>
                  </p:par>
                  <p:par>
                    <p:cTn id="123" fill="hold">
                      <p:stCondLst>
                        <p:cond delay="indefinite"/>
                      </p:stCondLst>
                      <p:childTnLst>
                        <p:par>
                          <p:cTn id="124" fill="hold">
                            <p:stCondLst>
                              <p:cond delay="0"/>
                            </p:stCondLst>
                            <p:childTnLst>
                              <p:par>
                                <p:cTn id="125" presetID="31" presetClass="entr" presetSubtype="0" fill="hold" grpId="0" nodeType="clickEffect">
                                  <p:stCondLst>
                                    <p:cond delay="0"/>
                                  </p:stCondLst>
                                  <p:childTnLst>
                                    <p:set>
                                      <p:cBhvr>
                                        <p:cTn id="126" dur="1" fill="hold">
                                          <p:stCondLst>
                                            <p:cond delay="0"/>
                                          </p:stCondLst>
                                        </p:cTn>
                                        <p:tgtEl>
                                          <p:spTgt spid="104"/>
                                        </p:tgtEl>
                                        <p:attrNameLst>
                                          <p:attrName>style.visibility</p:attrName>
                                        </p:attrNameLst>
                                      </p:cBhvr>
                                      <p:to>
                                        <p:strVal val="visible"/>
                                      </p:to>
                                    </p:set>
                                    <p:anim calcmode="lin" valueType="num">
                                      <p:cBhvr>
                                        <p:cTn id="127" dur="1000" fill="hold"/>
                                        <p:tgtEl>
                                          <p:spTgt spid="104"/>
                                        </p:tgtEl>
                                        <p:attrNameLst>
                                          <p:attrName>ppt_w</p:attrName>
                                        </p:attrNameLst>
                                      </p:cBhvr>
                                      <p:tavLst>
                                        <p:tav tm="0">
                                          <p:val>
                                            <p:fltVal val="0"/>
                                          </p:val>
                                        </p:tav>
                                        <p:tav tm="100000">
                                          <p:val>
                                            <p:strVal val="#ppt_w"/>
                                          </p:val>
                                        </p:tav>
                                      </p:tavLst>
                                    </p:anim>
                                    <p:anim calcmode="lin" valueType="num">
                                      <p:cBhvr>
                                        <p:cTn id="128" dur="1000" fill="hold"/>
                                        <p:tgtEl>
                                          <p:spTgt spid="104"/>
                                        </p:tgtEl>
                                        <p:attrNameLst>
                                          <p:attrName>ppt_h</p:attrName>
                                        </p:attrNameLst>
                                      </p:cBhvr>
                                      <p:tavLst>
                                        <p:tav tm="0">
                                          <p:val>
                                            <p:fltVal val="0"/>
                                          </p:val>
                                        </p:tav>
                                        <p:tav tm="100000">
                                          <p:val>
                                            <p:strVal val="#ppt_h"/>
                                          </p:val>
                                        </p:tav>
                                      </p:tavLst>
                                    </p:anim>
                                    <p:anim calcmode="lin" valueType="num">
                                      <p:cBhvr>
                                        <p:cTn id="129" dur="1000" fill="hold"/>
                                        <p:tgtEl>
                                          <p:spTgt spid="104"/>
                                        </p:tgtEl>
                                        <p:attrNameLst>
                                          <p:attrName>style.rotation</p:attrName>
                                        </p:attrNameLst>
                                      </p:cBhvr>
                                      <p:tavLst>
                                        <p:tav tm="0">
                                          <p:val>
                                            <p:fltVal val="90"/>
                                          </p:val>
                                        </p:tav>
                                        <p:tav tm="100000">
                                          <p:val>
                                            <p:fltVal val="0"/>
                                          </p:val>
                                        </p:tav>
                                      </p:tavLst>
                                    </p:anim>
                                    <p:animEffect transition="in" filter="fade">
                                      <p:cBhvr>
                                        <p:cTn id="130" dur="1000"/>
                                        <p:tgtEl>
                                          <p:spTgt spid="104"/>
                                        </p:tgtEl>
                                      </p:cBhvr>
                                    </p:animEffect>
                                  </p:childTnLst>
                                </p:cTn>
                              </p:par>
                            </p:childTnLst>
                          </p:cTn>
                        </p:par>
                        <p:par>
                          <p:cTn id="131" fill="hold">
                            <p:stCondLst>
                              <p:cond delay="1000"/>
                            </p:stCondLst>
                            <p:childTnLst>
                              <p:par>
                                <p:cTn id="132" presetID="2" presetClass="entr" presetSubtype="6" fill="hold" grpId="0" nodeType="afterEffect">
                                  <p:stCondLst>
                                    <p:cond delay="0"/>
                                  </p:stCondLst>
                                  <p:childTnLst>
                                    <p:set>
                                      <p:cBhvr>
                                        <p:cTn id="133" dur="1" fill="hold">
                                          <p:stCondLst>
                                            <p:cond delay="0"/>
                                          </p:stCondLst>
                                        </p:cTn>
                                        <p:tgtEl>
                                          <p:spTgt spid="105"/>
                                        </p:tgtEl>
                                        <p:attrNameLst>
                                          <p:attrName>style.visibility</p:attrName>
                                        </p:attrNameLst>
                                      </p:cBhvr>
                                      <p:to>
                                        <p:strVal val="visible"/>
                                      </p:to>
                                    </p:set>
                                    <p:anim calcmode="lin" valueType="num">
                                      <p:cBhvr additive="base">
                                        <p:cTn id="134" dur="500" fill="hold"/>
                                        <p:tgtEl>
                                          <p:spTgt spid="105"/>
                                        </p:tgtEl>
                                        <p:attrNameLst>
                                          <p:attrName>ppt_x</p:attrName>
                                        </p:attrNameLst>
                                      </p:cBhvr>
                                      <p:tavLst>
                                        <p:tav tm="0">
                                          <p:val>
                                            <p:strVal val="1+#ppt_w/2"/>
                                          </p:val>
                                        </p:tav>
                                        <p:tav tm="100000">
                                          <p:val>
                                            <p:strVal val="#ppt_x"/>
                                          </p:val>
                                        </p:tav>
                                      </p:tavLst>
                                    </p:anim>
                                    <p:anim calcmode="lin" valueType="num">
                                      <p:cBhvr additive="base">
                                        <p:cTn id="135" dur="500" fill="hold"/>
                                        <p:tgtEl>
                                          <p:spTgt spid="10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99" grpId="0" animBg="1"/>
      <p:bldP spid="101" grpId="0"/>
      <p:bldP spid="102" grpId="0"/>
      <p:bldP spid="103" grpId="0" animBg="1"/>
      <p:bldP spid="104" grpId="0" animBg="1"/>
      <p:bldP spid="10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7058" name="Rectangle 2">
            <a:extLst>
              <a:ext uri="{FF2B5EF4-FFF2-40B4-BE49-F238E27FC236}">
                <a16:creationId xmlns:a16="http://schemas.microsoft.com/office/drawing/2014/main" id="{B88E5216-0FF1-46B2-9D78-551667663B16}"/>
              </a:ext>
            </a:extLst>
          </p:cNvPr>
          <p:cNvSpPr>
            <a:spLocks noGrp="1" noChangeArrowheads="1"/>
          </p:cNvSpPr>
          <p:nvPr>
            <p:ph type="title"/>
          </p:nvPr>
        </p:nvSpPr>
        <p:spPr>
          <a:xfrm>
            <a:off x="1763713" y="188913"/>
            <a:ext cx="5400675" cy="792162"/>
          </a:xfrm>
          <a:solidFill>
            <a:srgbClr val="3BE15B"/>
          </a:solidFill>
        </p:spPr>
        <p:txBody>
          <a:bodyPr/>
          <a:lstStyle/>
          <a:p>
            <a:pPr algn="ctr" eaLnBrk="1" hangingPunct="1">
              <a:defRPr/>
            </a:pPr>
            <a:r>
              <a:rPr lang="zh-CN" altLang="en-US" sz="4000" b="1" dirty="0">
                <a:solidFill>
                  <a:schemeClr val="bg2"/>
                </a:solidFill>
                <a:effectLst>
                  <a:outerShdw blurRad="38100" dist="38100" dir="2700000" algn="tl">
                    <a:srgbClr val="000000"/>
                  </a:outerShdw>
                </a:effectLst>
                <a:ea typeface="楷体_GB2312" pitchFamily="49" charset="-122"/>
              </a:rPr>
              <a:t>陷阱（ </a:t>
            </a:r>
            <a:r>
              <a:rPr lang="en-US" altLang="zh-CN" sz="4000" b="1" dirty="0" err="1">
                <a:solidFill>
                  <a:schemeClr val="bg2"/>
                </a:solidFill>
                <a:effectLst>
                  <a:outerShdw blurRad="38100" dist="38100" dir="2700000" algn="tl">
                    <a:srgbClr val="000000"/>
                  </a:outerShdw>
                </a:effectLst>
                <a:ea typeface="楷体_GB2312" pitchFamily="49" charset="-122"/>
              </a:rPr>
              <a:t>Belady</a:t>
            </a:r>
            <a:r>
              <a:rPr lang="zh-CN" altLang="en-US" sz="4000" b="1" dirty="0">
                <a:solidFill>
                  <a:schemeClr val="bg2"/>
                </a:solidFill>
                <a:effectLst>
                  <a:outerShdw blurRad="38100" dist="38100" dir="2700000" algn="tl">
                    <a:srgbClr val="000000"/>
                  </a:outerShdw>
                </a:effectLst>
                <a:ea typeface="楷体_GB2312" pitchFamily="49" charset="-122"/>
              </a:rPr>
              <a:t>） 现象</a:t>
            </a:r>
          </a:p>
        </p:txBody>
      </p:sp>
      <p:sp>
        <p:nvSpPr>
          <p:cNvPr id="7" name="Rectangle 3">
            <a:extLst>
              <a:ext uri="{FF2B5EF4-FFF2-40B4-BE49-F238E27FC236}">
                <a16:creationId xmlns:a16="http://schemas.microsoft.com/office/drawing/2014/main" id="{FCA92BE9-D7E3-4AB0-9C34-AF54B4608F91}"/>
              </a:ext>
            </a:extLst>
          </p:cNvPr>
          <p:cNvSpPr txBox="1">
            <a:spLocks noChangeArrowheads="1"/>
          </p:cNvSpPr>
          <p:nvPr/>
        </p:nvSpPr>
        <p:spPr bwMode="auto">
          <a:xfrm>
            <a:off x="11864" y="1079834"/>
            <a:ext cx="9144000" cy="1417275"/>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ct val="90000"/>
              </a:lnSpc>
              <a:spcBef>
                <a:spcPct val="0"/>
              </a:spcBef>
              <a:buClr>
                <a:schemeClr val="bg2"/>
              </a:buClr>
              <a:buSzPct val="70000"/>
              <a:buFont typeface="Wingdings" panose="05000000000000000000" pitchFamily="2" charset="2"/>
              <a:buChar char="n"/>
              <a:tabLst>
                <a:tab pos="3851275" algn="l"/>
              </a:tabLst>
              <a:defRPr/>
            </a:pPr>
            <a:r>
              <a:rPr lang="zh-CN" altLang="en-US"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给进程分配全部页面，则不会发生缺页。</a:t>
            </a:r>
          </a:p>
          <a:p>
            <a:pPr marL="355600" lvl="2" indent="-355600" defTabSz="355600">
              <a:lnSpc>
                <a:spcPct val="90000"/>
              </a:lnSpc>
              <a:spcBef>
                <a:spcPct val="0"/>
              </a:spcBef>
              <a:buClr>
                <a:schemeClr val="bg2"/>
              </a:buClr>
              <a:buSzPct val="70000"/>
              <a:buFont typeface="Wingdings" panose="05000000000000000000" pitchFamily="2" charset="2"/>
              <a:buChar char="n"/>
              <a:tabLst>
                <a:tab pos="3851275" algn="l"/>
              </a:tabLst>
              <a:defRPr/>
            </a:pPr>
            <a:r>
              <a:rPr lang="zh-CN" altLang="en-US"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通常：对一个访问序列，分配的物理页面多，</a:t>
            </a:r>
            <a:endParaRPr lang="en-US" altLang="zh-CN"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endParaRPr>
          </a:p>
          <a:p>
            <a:pPr marL="0" lvl="2" indent="0" defTabSz="355600">
              <a:lnSpc>
                <a:spcPct val="90000"/>
              </a:lnSpc>
              <a:spcBef>
                <a:spcPct val="0"/>
              </a:spcBef>
              <a:buClr>
                <a:schemeClr val="bg2"/>
              </a:buClr>
              <a:buSzPct val="70000"/>
              <a:buNone/>
              <a:tabLst>
                <a:tab pos="3851275" algn="l"/>
              </a:tabLst>
              <a:defRPr/>
            </a:pPr>
            <a:r>
              <a:rPr lang="zh-CN" altLang="en-US"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             缺页次数减少。</a:t>
            </a:r>
          </a:p>
        </p:txBody>
      </p:sp>
      <p:sp>
        <p:nvSpPr>
          <p:cNvPr id="8" name="Rectangle 3">
            <a:extLst>
              <a:ext uri="{FF2B5EF4-FFF2-40B4-BE49-F238E27FC236}">
                <a16:creationId xmlns:a16="http://schemas.microsoft.com/office/drawing/2014/main" id="{7E6D1EA3-AD73-45EF-AA2C-0D7D29D9F72E}"/>
              </a:ext>
            </a:extLst>
          </p:cNvPr>
          <p:cNvSpPr txBox="1">
            <a:spLocks noChangeArrowheads="1"/>
          </p:cNvSpPr>
          <p:nvPr/>
        </p:nvSpPr>
        <p:spPr bwMode="auto">
          <a:xfrm>
            <a:off x="-11864" y="1079834"/>
            <a:ext cx="9144000" cy="1393136"/>
          </a:xfrm>
          <a:prstGeom prst="rect">
            <a:avLst/>
          </a:prstGeom>
          <a:solidFill>
            <a:schemeClr val="tx1">
              <a:lumMod val="85000"/>
            </a:schemeClr>
          </a:solidFill>
          <a:ln w="9525">
            <a:noFill/>
            <a:miter lim="800000"/>
            <a:headEnd/>
            <a:tailEnd/>
          </a:ln>
          <a:effec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ct val="90000"/>
              </a:lnSpc>
              <a:spcBef>
                <a:spcPct val="0"/>
              </a:spcBef>
              <a:buClr>
                <a:schemeClr val="bg2"/>
              </a:buClr>
              <a:buSzPct val="70000"/>
              <a:buFont typeface="Wingdings" panose="05000000000000000000" pitchFamily="2" charset="2"/>
              <a:buChar char="n"/>
              <a:tabLst>
                <a:tab pos="3851275" algn="l"/>
              </a:tabLst>
              <a:defRPr/>
            </a:pPr>
            <a:r>
              <a:rPr lang="zh-CN" altLang="en-US" sz="3200" b="1" kern="1200" dirty="0">
                <a:solidFill>
                  <a:srgbClr val="0000DA"/>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分配的物理页面多，缺页中断的次数反而增加。</a:t>
            </a:r>
          </a:p>
          <a:p>
            <a:pPr marL="355600" lvl="2" indent="-355600" defTabSz="355600">
              <a:lnSpc>
                <a:spcPct val="90000"/>
              </a:lnSpc>
              <a:spcBef>
                <a:spcPts val="1200"/>
              </a:spcBef>
              <a:buClr>
                <a:schemeClr val="bg2"/>
              </a:buClr>
              <a:buSzPct val="70000"/>
              <a:buFont typeface="Wingdings" panose="05000000000000000000" pitchFamily="2" charset="2"/>
              <a:buChar char="n"/>
              <a:tabLst>
                <a:tab pos="3851275" algn="l"/>
              </a:tabLst>
              <a:defRPr/>
            </a:pPr>
            <a:r>
              <a:rPr lang="zh-CN" altLang="en-US"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原因：置换特征与进程访问内存的动态特征矛盾</a:t>
            </a:r>
          </a:p>
        </p:txBody>
      </p:sp>
      <p:grpSp>
        <p:nvGrpSpPr>
          <p:cNvPr id="4" name="组合 3">
            <a:extLst>
              <a:ext uri="{FF2B5EF4-FFF2-40B4-BE49-F238E27FC236}">
                <a16:creationId xmlns:a16="http://schemas.microsoft.com/office/drawing/2014/main" id="{653776D9-5A26-4BBD-9315-58265B169455}"/>
              </a:ext>
            </a:extLst>
          </p:cNvPr>
          <p:cNvGrpSpPr/>
          <p:nvPr/>
        </p:nvGrpSpPr>
        <p:grpSpPr>
          <a:xfrm>
            <a:off x="2435355" y="3636677"/>
            <a:ext cx="4536504" cy="3016127"/>
            <a:chOff x="2411760" y="3919702"/>
            <a:chExt cx="4536504" cy="3016127"/>
          </a:xfrm>
        </p:grpSpPr>
        <p:pic>
          <p:nvPicPr>
            <p:cNvPr id="10" name="Picture 1" descr="9_13.pdf">
              <a:extLst>
                <a:ext uri="{FF2B5EF4-FFF2-40B4-BE49-F238E27FC236}">
                  <a16:creationId xmlns:a16="http://schemas.microsoft.com/office/drawing/2014/main" id="{51EB9951-D8FB-41F4-A878-7D0722CF71E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55776" y="3919702"/>
              <a:ext cx="4392488" cy="2616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70">
              <a:extLst>
                <a:ext uri="{FF2B5EF4-FFF2-40B4-BE49-F238E27FC236}">
                  <a16:creationId xmlns:a16="http://schemas.microsoft.com/office/drawing/2014/main" id="{16EA698D-60B3-4B2D-8A97-0422860BFF1A}"/>
                </a:ext>
              </a:extLst>
            </p:cNvPr>
            <p:cNvSpPr>
              <a:spLocks noChangeArrowheads="1"/>
            </p:cNvSpPr>
            <p:nvPr/>
          </p:nvSpPr>
          <p:spPr bwMode="auto">
            <a:xfrm>
              <a:off x="2411760" y="6535719"/>
              <a:ext cx="4392488" cy="400110"/>
            </a:xfrm>
            <a:prstGeom prst="rect">
              <a:avLst/>
            </a:prstGeom>
            <a:noFill/>
            <a:ln w="12700" cap="sq">
              <a:no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lang="zh-CN" altLang="en-US" sz="2000" dirty="0">
                  <a:solidFill>
                    <a:schemeClr val="bg2"/>
                  </a:solidFill>
                  <a:latin typeface="宋体" panose="02010600030101010101" pitchFamily="2" charset="-122"/>
                </a:rPr>
                <a:t>图 </a:t>
              </a:r>
              <a:r>
                <a:rPr lang="en-US" altLang="zh-CN" sz="2000" dirty="0">
                  <a:solidFill>
                    <a:schemeClr val="bg2"/>
                  </a:solidFill>
                  <a:latin typeface="宋体" panose="02010600030101010101" pitchFamily="2" charset="-122"/>
                </a:rPr>
                <a:t>8-13 FIFO </a:t>
              </a:r>
              <a:r>
                <a:rPr lang="zh-CN" altLang="en-US" sz="2000" dirty="0">
                  <a:solidFill>
                    <a:schemeClr val="bg2"/>
                  </a:solidFill>
                  <a:latin typeface="宋体" panose="02010600030101010101" pitchFamily="2" charset="-122"/>
                </a:rPr>
                <a:t>置换的</a:t>
              </a:r>
              <a:r>
                <a:rPr lang="en-US" altLang="zh-CN" sz="2000" dirty="0" err="1">
                  <a:solidFill>
                    <a:schemeClr val="bg2"/>
                  </a:solidFill>
                  <a:latin typeface="宋体" panose="02010600030101010101" pitchFamily="2" charset="-122"/>
                </a:rPr>
                <a:t>Balady</a:t>
              </a:r>
              <a:r>
                <a:rPr lang="zh-CN" altLang="en-US" sz="2000" dirty="0">
                  <a:solidFill>
                    <a:schemeClr val="bg2"/>
                  </a:solidFill>
                  <a:latin typeface="宋体" panose="02010600030101010101" pitchFamily="2" charset="-122"/>
                </a:rPr>
                <a:t>现象</a:t>
              </a:r>
            </a:p>
          </p:txBody>
        </p:sp>
      </p:grpSp>
      <p:sp>
        <p:nvSpPr>
          <p:cNvPr id="3" name="文本框 2">
            <a:extLst>
              <a:ext uri="{FF2B5EF4-FFF2-40B4-BE49-F238E27FC236}">
                <a16:creationId xmlns:a16="http://schemas.microsoft.com/office/drawing/2014/main" id="{1E719B33-0BBA-40CD-8015-6255190FBF04}"/>
              </a:ext>
            </a:extLst>
          </p:cNvPr>
          <p:cNvSpPr txBox="1"/>
          <p:nvPr/>
        </p:nvSpPr>
        <p:spPr>
          <a:xfrm>
            <a:off x="506412" y="2708920"/>
            <a:ext cx="8242052" cy="584775"/>
          </a:xfrm>
          <a:prstGeom prst="rect">
            <a:avLst/>
          </a:prstGeom>
          <a:solidFill>
            <a:schemeClr val="accent6">
              <a:lumMod val="60000"/>
              <a:lumOff val="40000"/>
            </a:schemeClr>
          </a:solidFill>
        </p:spPr>
        <p:txBody>
          <a:bodyPr wrap="square" rtlCol="0">
            <a:spAutoFit/>
          </a:bodyPr>
          <a:lstStyle/>
          <a:p>
            <a:r>
              <a:rPr lang="zh-CN" altLang="en-US" dirty="0">
                <a:solidFill>
                  <a:schemeClr val="bg2"/>
                </a:solidFill>
                <a:latin typeface="+mn-lt"/>
              </a:rPr>
              <a:t>页面访问序列：</a:t>
            </a:r>
            <a:r>
              <a:rPr lang="en-US" altLang="en-US" dirty="0">
                <a:solidFill>
                  <a:schemeClr val="bg2"/>
                </a:solidFill>
                <a:latin typeface="+mn-lt"/>
              </a:rPr>
              <a:t> 1, 2, 3, 4, 1, 2, 5, 1, 2, 3, 4, 5</a:t>
            </a:r>
            <a:endParaRPr lang="zh-CN" altLang="en-US" dirty="0">
              <a:solidFill>
                <a:schemeClr val="bg2"/>
              </a:solidFill>
              <a:latin typeface="+mn-lt"/>
            </a:endParaRPr>
          </a:p>
        </p:txBody>
      </p:sp>
      <p:sp>
        <p:nvSpPr>
          <p:cNvPr id="14" name="AutoShape 50">
            <a:extLst>
              <a:ext uri="{FF2B5EF4-FFF2-40B4-BE49-F238E27FC236}">
                <a16:creationId xmlns:a16="http://schemas.microsoft.com/office/drawing/2014/main" id="{B3C4AA38-7574-49EF-A7DB-76186059DF98}"/>
              </a:ext>
            </a:extLst>
          </p:cNvPr>
          <p:cNvSpPr>
            <a:spLocks noChangeArrowheads="1"/>
          </p:cNvSpPr>
          <p:nvPr/>
        </p:nvSpPr>
        <p:spPr bwMode="auto">
          <a:xfrm rot="10800000">
            <a:off x="131099" y="5207803"/>
            <a:ext cx="3777766" cy="574675"/>
          </a:xfrm>
          <a:prstGeom prst="wedgeEllipseCallout">
            <a:avLst>
              <a:gd name="adj1" fmla="val -70573"/>
              <a:gd name="adj2" fmla="val 131988"/>
            </a:avLst>
          </a:prstGeom>
          <a:solidFill>
            <a:srgbClr val="99CCFF"/>
          </a:solidFill>
          <a:ln w="12700" cap="sq">
            <a:solidFill>
              <a:schemeClr val="tx1"/>
            </a:solidFill>
            <a:miter lim="800000"/>
            <a:headEnd type="none" w="sm" len="sm"/>
            <a:tailEnd type="none" w="sm" len="sm"/>
          </a:ln>
        </p:spPr>
        <p:txBody>
          <a:bodyPr rot="10800000" lIns="0" tIns="0" rIns="0" bIns="0"/>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400" dirty="0">
                <a:solidFill>
                  <a:schemeClr val="bg2"/>
                </a:solidFill>
              </a:rPr>
              <a:t>3</a:t>
            </a:r>
            <a:r>
              <a:rPr lang="zh-CN" altLang="en-US" sz="2400" dirty="0">
                <a:solidFill>
                  <a:schemeClr val="bg2"/>
                </a:solidFill>
              </a:rPr>
              <a:t>个页面，缺页</a:t>
            </a:r>
            <a:r>
              <a:rPr lang="en-US" altLang="zh-CN" sz="2400" dirty="0">
                <a:solidFill>
                  <a:schemeClr val="bg2"/>
                </a:solidFill>
              </a:rPr>
              <a:t>9</a:t>
            </a:r>
            <a:r>
              <a:rPr lang="zh-CN" altLang="en-US" sz="2400" dirty="0">
                <a:solidFill>
                  <a:schemeClr val="bg2"/>
                </a:solidFill>
              </a:rPr>
              <a:t>次</a:t>
            </a:r>
          </a:p>
        </p:txBody>
      </p:sp>
      <p:sp>
        <p:nvSpPr>
          <p:cNvPr id="15" name="AutoShape 50">
            <a:extLst>
              <a:ext uri="{FF2B5EF4-FFF2-40B4-BE49-F238E27FC236}">
                <a16:creationId xmlns:a16="http://schemas.microsoft.com/office/drawing/2014/main" id="{D7A0407D-40FB-44E7-B039-E2336499E7CF}"/>
              </a:ext>
            </a:extLst>
          </p:cNvPr>
          <p:cNvSpPr>
            <a:spLocks noChangeArrowheads="1"/>
          </p:cNvSpPr>
          <p:nvPr/>
        </p:nvSpPr>
        <p:spPr bwMode="auto">
          <a:xfrm rot="10800000">
            <a:off x="4937027" y="3273249"/>
            <a:ext cx="3777766" cy="574675"/>
          </a:xfrm>
          <a:prstGeom prst="wedgeEllipseCallout">
            <a:avLst>
              <a:gd name="adj1" fmla="val 40124"/>
              <a:gd name="adj2" fmla="val -179879"/>
            </a:avLst>
          </a:prstGeom>
          <a:solidFill>
            <a:srgbClr val="99CCFF"/>
          </a:solidFill>
          <a:ln w="12700" cap="sq">
            <a:solidFill>
              <a:schemeClr val="tx1"/>
            </a:solidFill>
            <a:miter lim="800000"/>
            <a:headEnd type="none" w="sm" len="sm"/>
            <a:tailEnd type="none" w="sm" len="sm"/>
          </a:ln>
        </p:spPr>
        <p:txBody>
          <a:bodyPr rot="10800000" lIns="0" tIns="0" rIns="0" bIns="0"/>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400" dirty="0">
                <a:solidFill>
                  <a:schemeClr val="bg2"/>
                </a:solidFill>
              </a:rPr>
              <a:t>4</a:t>
            </a:r>
            <a:r>
              <a:rPr lang="zh-CN" altLang="en-US" sz="2400" dirty="0">
                <a:solidFill>
                  <a:schemeClr val="bg2"/>
                </a:solidFill>
              </a:rPr>
              <a:t>个页面，缺页</a:t>
            </a:r>
            <a:r>
              <a:rPr lang="en-US" altLang="zh-CN" sz="2400" dirty="0">
                <a:solidFill>
                  <a:schemeClr val="bg2"/>
                </a:solidFill>
              </a:rPr>
              <a:t>10</a:t>
            </a:r>
            <a:r>
              <a:rPr lang="zh-CN" altLang="en-US" sz="2400" dirty="0">
                <a:solidFill>
                  <a:schemeClr val="bg2"/>
                </a:solidFill>
              </a:rPr>
              <a:t>次</a:t>
            </a:r>
          </a:p>
        </p:txBody>
      </p:sp>
      <p:sp>
        <p:nvSpPr>
          <p:cNvPr id="13"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65105005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57058"/>
                                        </p:tgtEl>
                                        <p:attrNameLst>
                                          <p:attrName>style.visibility</p:attrName>
                                        </p:attrNameLst>
                                      </p:cBhvr>
                                      <p:to>
                                        <p:strVal val="visible"/>
                                      </p:to>
                                    </p:set>
                                    <p:animEffect transition="in" filter="fade">
                                      <p:cBhvr>
                                        <p:cTn id="17" dur="500"/>
                                        <p:tgtEl>
                                          <p:spTgt spid="557058"/>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1000"/>
                                        <p:tgtEl>
                                          <p:spTgt spid="3"/>
                                        </p:tgtEl>
                                      </p:cBhvr>
                                    </p:animEffect>
                                    <p:anim calcmode="lin" valueType="num">
                                      <p:cBhvr>
                                        <p:cTn id="23" dur="1000" fill="hold"/>
                                        <p:tgtEl>
                                          <p:spTgt spid="3"/>
                                        </p:tgtEl>
                                        <p:attrNameLst>
                                          <p:attrName>ppt_x</p:attrName>
                                        </p:attrNameLst>
                                      </p:cBhvr>
                                      <p:tavLst>
                                        <p:tav tm="0">
                                          <p:val>
                                            <p:strVal val="#ppt_x"/>
                                          </p:val>
                                        </p:tav>
                                        <p:tav tm="100000">
                                          <p:val>
                                            <p:strVal val="#ppt_x"/>
                                          </p:val>
                                        </p:tav>
                                      </p:tavLst>
                                    </p:anim>
                                    <p:anim calcmode="lin" valueType="num">
                                      <p:cBhvr>
                                        <p:cTn id="2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dissolve">
                                      <p:cBhvr>
                                        <p:cTn id="34" dur="500"/>
                                        <p:tgtEl>
                                          <p:spTgt spid="14"/>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dissolve">
                                      <p:cBhvr>
                                        <p:cTn id="39" dur="500"/>
                                        <p:tgtEl>
                                          <p:spTgt spid="15"/>
                                        </p:tgtEl>
                                      </p:cBhvr>
                                    </p:animEffect>
                                  </p:childTnLst>
                                </p:cTn>
                              </p:par>
                            </p:childTnLst>
                          </p:cTn>
                        </p:par>
                        <p:par>
                          <p:cTn id="40" fill="hold">
                            <p:stCondLst>
                              <p:cond delay="500"/>
                            </p:stCondLst>
                            <p:childTnLst>
                              <p:par>
                                <p:cTn id="41" presetID="2" presetClass="entr" presetSubtype="6" fill="hold" grpId="0" nodeType="after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500" fill="hold"/>
                                        <p:tgtEl>
                                          <p:spTgt spid="13"/>
                                        </p:tgtEl>
                                        <p:attrNameLst>
                                          <p:attrName>ppt_x</p:attrName>
                                        </p:attrNameLst>
                                      </p:cBhvr>
                                      <p:tavLst>
                                        <p:tav tm="0">
                                          <p:val>
                                            <p:strVal val="1+#ppt_w/2"/>
                                          </p:val>
                                        </p:tav>
                                        <p:tav tm="100000">
                                          <p:val>
                                            <p:strVal val="#ppt_x"/>
                                          </p:val>
                                        </p:tav>
                                      </p:tavLst>
                                    </p:anim>
                                    <p:anim calcmode="lin" valueType="num">
                                      <p:cBhvr additive="base">
                                        <p:cTn id="4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7058" grpId="0" animBg="1"/>
      <p:bldP spid="7" grpId="0"/>
      <p:bldP spid="8" grpId="0" animBg="1"/>
      <p:bldP spid="3" grpId="0" animBg="1"/>
      <p:bldP spid="14" grpId="0" animBg="1"/>
      <p:bldP spid="15" grpId="0" animBg="1"/>
      <p:bldP spid="1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131" name="Rectangle 3">
            <a:extLst>
              <a:ext uri="{FF2B5EF4-FFF2-40B4-BE49-F238E27FC236}">
                <a16:creationId xmlns:a16="http://schemas.microsoft.com/office/drawing/2014/main" id="{AB281952-4FD2-4F9E-9C30-649CDD461B6B}"/>
              </a:ext>
            </a:extLst>
          </p:cNvPr>
          <p:cNvSpPr>
            <a:spLocks noGrp="1" noChangeArrowheads="1"/>
          </p:cNvSpPr>
          <p:nvPr>
            <p:ph type="body" idx="1"/>
          </p:nvPr>
        </p:nvSpPr>
        <p:spPr>
          <a:xfrm>
            <a:off x="-90264" y="1844824"/>
            <a:ext cx="9324528" cy="3168352"/>
          </a:xfrm>
        </p:spPr>
        <p:txBody>
          <a:bodyPr/>
          <a:lstStyle/>
          <a:p>
            <a:pPr marL="0" lvl="2" indent="0" defTabSz="355600">
              <a:lnSpc>
                <a:spcPct val="90000"/>
              </a:lnSpc>
              <a:spcBef>
                <a:spcPct val="0"/>
              </a:spcBef>
              <a:buClr>
                <a:schemeClr val="bg1"/>
              </a:buClr>
              <a:buSzPct val="80000"/>
              <a:buNone/>
              <a:tabLst>
                <a:tab pos="3851275" algn="l"/>
              </a:tabLst>
              <a:defRPr/>
            </a:pPr>
            <a:r>
              <a:rPr lang="zh-CN" altLang="en-US" sz="3600" b="1" kern="1200" dirty="0">
                <a:solidFill>
                  <a:schemeClr val="bg1"/>
                </a:solidFill>
                <a:latin typeface="+mj-lt"/>
                <a:ea typeface="楷体" panose="02010609060101010101" pitchFamily="49" charset="-122"/>
                <a:cs typeface="+mn-cs"/>
              </a:rPr>
              <a:t>换出最近一段时间内最久没有被使用过的页</a:t>
            </a:r>
          </a:p>
          <a:p>
            <a:pPr marL="812800" lvl="3" indent="-355600" defTabSz="355600">
              <a:lnSpc>
                <a:spcPct val="90000"/>
              </a:lnSpc>
              <a:spcBef>
                <a:spcPct val="0"/>
              </a:spcBef>
              <a:buClr>
                <a:schemeClr val="bg2"/>
              </a:buClr>
              <a:buSzPct val="70000"/>
              <a:buFont typeface="Wingdings" panose="05000000000000000000" pitchFamily="2" charset="2"/>
              <a:buChar char="n"/>
              <a:tabLst>
                <a:tab pos="3851275" algn="l"/>
              </a:tabLst>
              <a:defRPr/>
            </a:pPr>
            <a:r>
              <a:rPr lang="zh-CN" altLang="en-US"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利用已知的页访问情况，预测将来。</a:t>
            </a:r>
            <a:endParaRPr lang="en-US" altLang="zh-CN"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endParaRPr>
          </a:p>
          <a:p>
            <a:pPr marL="812800" lvl="3" indent="-355600" defTabSz="355600">
              <a:lnSpc>
                <a:spcPct val="90000"/>
              </a:lnSpc>
              <a:spcBef>
                <a:spcPct val="0"/>
              </a:spcBef>
              <a:buClr>
                <a:schemeClr val="bg2"/>
              </a:buClr>
              <a:buSzPct val="70000"/>
              <a:buFont typeface="Wingdings" panose="05000000000000000000" pitchFamily="2" charset="2"/>
              <a:buChar char="n"/>
              <a:tabLst>
                <a:tab pos="3851275" algn="l"/>
              </a:tabLst>
              <a:defRPr/>
            </a:pPr>
            <a:r>
              <a:rPr lang="zh-CN" altLang="en-US" sz="3200" b="1" kern="1200" dirty="0">
                <a:solidFill>
                  <a:srgbClr val="FF00FF"/>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基于局部性原理</a:t>
            </a:r>
            <a:endParaRPr lang="en-US" altLang="zh-CN" sz="3200" b="1" kern="1200" dirty="0">
              <a:solidFill>
                <a:srgbClr val="FF00FF"/>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endParaRPr>
          </a:p>
          <a:p>
            <a:pPr marL="1270000" lvl="4" indent="-355600" defTabSz="355600">
              <a:lnSpc>
                <a:spcPct val="90000"/>
              </a:lnSpc>
              <a:spcBef>
                <a:spcPct val="0"/>
              </a:spcBef>
              <a:buClr>
                <a:schemeClr val="bg2"/>
              </a:buClr>
              <a:buSzPct val="70000"/>
              <a:buFont typeface="Wingdings" panose="05000000000000000000" pitchFamily="2" charset="2"/>
              <a:buChar char="n"/>
              <a:tabLst>
                <a:tab pos="3851275" algn="l"/>
              </a:tabLst>
              <a:defRPr/>
            </a:pPr>
            <a:r>
              <a:rPr lang="zh-CN" altLang="en-US" sz="3200" b="1" kern="1200" dirty="0" smtClean="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若某</a:t>
            </a:r>
            <a:r>
              <a:rPr lang="zh-CN" altLang="en-US"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页被</a:t>
            </a:r>
            <a:r>
              <a:rPr lang="zh-CN" altLang="en-US" sz="3200" b="1" kern="1200" dirty="0" smtClean="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访问了，它</a:t>
            </a:r>
            <a:r>
              <a:rPr lang="zh-CN" altLang="en-US"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可能马上还要被访问；</a:t>
            </a:r>
          </a:p>
          <a:p>
            <a:pPr marL="1270000" lvl="4" indent="-355600" defTabSz="355600">
              <a:lnSpc>
                <a:spcPct val="90000"/>
              </a:lnSpc>
              <a:spcBef>
                <a:spcPct val="0"/>
              </a:spcBef>
              <a:buClr>
                <a:schemeClr val="bg2"/>
              </a:buClr>
              <a:buSzPct val="70000"/>
              <a:buFont typeface="Wingdings" panose="05000000000000000000" pitchFamily="2" charset="2"/>
              <a:buChar char="n"/>
              <a:tabLst>
                <a:tab pos="3851275" algn="l"/>
              </a:tabLst>
              <a:defRPr/>
            </a:pPr>
            <a:r>
              <a:rPr lang="zh-CN" altLang="en-US" sz="3200" b="1" kern="1200" dirty="0" smtClean="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若某</a:t>
            </a:r>
            <a:r>
              <a:rPr lang="zh-CN" altLang="en-US"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页很长时间未被访问，则它在最近一段时间也不会被访问。</a:t>
            </a:r>
          </a:p>
        </p:txBody>
      </p:sp>
      <p:sp>
        <p:nvSpPr>
          <p:cNvPr id="6" name="矩形 5">
            <a:extLst>
              <a:ext uri="{FF2B5EF4-FFF2-40B4-BE49-F238E27FC236}">
                <a16:creationId xmlns:a16="http://schemas.microsoft.com/office/drawing/2014/main" id="{A41F236B-EBB2-4F7D-A437-80A19B451F58}"/>
              </a:ext>
            </a:extLst>
          </p:cNvPr>
          <p:cNvSpPr/>
          <p:nvPr/>
        </p:nvSpPr>
        <p:spPr>
          <a:xfrm>
            <a:off x="1340574" y="0"/>
            <a:ext cx="6870792" cy="1397498"/>
          </a:xfrm>
          <a:prstGeom prst="rect">
            <a:avLst/>
          </a:prstGeom>
        </p:spPr>
        <p:txBody>
          <a:bodyPr wrap="none">
            <a:spAutoFit/>
          </a:bodyPr>
          <a:lstStyle/>
          <a:p>
            <a:pPr marL="342900" lvl="1" indent="-342900" algn="ctr" eaLnBrk="1" hangingPunct="1">
              <a:lnSpc>
                <a:spcPct val="110000"/>
              </a:lnSpc>
              <a:buClr>
                <a:schemeClr val="tx2"/>
              </a:buClr>
              <a:buSzPct val="75000"/>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最近最久未使用页面置换算法</a:t>
            </a:r>
            <a:r>
              <a:rPr lang="zh-CN" altLang="en-US" sz="4000" dirty="0">
                <a:solidFill>
                  <a:schemeClr val="bg2"/>
                </a:solidFill>
                <a:effectLst>
                  <a:outerShdw blurRad="38100" dist="38100" dir="2700000" algn="tl">
                    <a:srgbClr val="000000"/>
                  </a:outerShdw>
                </a:effectLst>
                <a:latin typeface="楷体_GB2312" pitchFamily="49" charset="-122"/>
                <a:ea typeface="楷体_GB2312" pitchFamily="49" charset="-122"/>
              </a:rPr>
              <a:t/>
            </a:r>
            <a:br>
              <a:rPr lang="zh-CN" altLang="en-US" sz="4000" dirty="0">
                <a:solidFill>
                  <a:schemeClr val="bg2"/>
                </a:solidFill>
                <a:effectLst>
                  <a:outerShdw blurRad="38100" dist="38100" dir="2700000" algn="tl">
                    <a:srgbClr val="000000"/>
                  </a:outerShdw>
                </a:effectLst>
                <a:latin typeface="楷体_GB2312" pitchFamily="49" charset="-122"/>
                <a:ea typeface="楷体_GB2312" pitchFamily="49" charset="-122"/>
              </a:rPr>
            </a:br>
            <a:r>
              <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rPr>
              <a:t>LRU (Least Recently Used)</a:t>
            </a:r>
            <a:endPar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endParaRPr>
          </a:p>
        </p:txBody>
      </p:sp>
      <p:sp>
        <p:nvSpPr>
          <p:cNvPr id="2" name="矩形 1">
            <a:extLst>
              <a:ext uri="{FF2B5EF4-FFF2-40B4-BE49-F238E27FC236}">
                <a16:creationId xmlns:a16="http://schemas.microsoft.com/office/drawing/2014/main" id="{AF061D96-1B39-47BA-952A-362809CD20D8}"/>
              </a:ext>
            </a:extLst>
          </p:cNvPr>
          <p:cNvSpPr/>
          <p:nvPr/>
        </p:nvSpPr>
        <p:spPr>
          <a:xfrm>
            <a:off x="1581962" y="5358635"/>
            <a:ext cx="5798349" cy="646331"/>
          </a:xfrm>
          <a:prstGeom prst="rect">
            <a:avLst/>
          </a:prstGeom>
          <a:solidFill>
            <a:srgbClr val="FFFF00"/>
          </a:solidFill>
        </p:spPr>
        <p:txBody>
          <a:bodyPr wrap="square">
            <a:spAutoFit/>
          </a:bodyPr>
          <a:lstStyle/>
          <a:p>
            <a:pPr algn="ctr"/>
            <a:r>
              <a:rPr lang="zh-CN" altLang="en-US" sz="3600" dirty="0">
                <a:solidFill>
                  <a:schemeClr val="bg2"/>
                </a:solidFill>
                <a:effectLst>
                  <a:outerShdw blurRad="38100" dist="38100" dir="2700000" algn="tl">
                    <a:srgbClr val="000000">
                      <a:alpha val="43137"/>
                    </a:srgbClr>
                  </a:outerShdw>
                </a:effectLst>
              </a:rPr>
              <a:t>公认的很好的页置换算法</a:t>
            </a:r>
          </a:p>
        </p:txBody>
      </p:sp>
      <p:sp>
        <p:nvSpPr>
          <p:cNvPr id="7"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16061526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60131">
                                            <p:txEl>
                                              <p:pRg st="0" end="0"/>
                                            </p:txEl>
                                          </p:spTgt>
                                        </p:tgtEl>
                                        <p:attrNameLst>
                                          <p:attrName>style.visibility</p:attrName>
                                        </p:attrNameLst>
                                      </p:cBhvr>
                                      <p:to>
                                        <p:strVal val="visible"/>
                                      </p:to>
                                    </p:set>
                                    <p:animEffect transition="in" filter="checkerboard(across)">
                                      <p:cBhvr>
                                        <p:cTn id="7" dur="500"/>
                                        <p:tgtEl>
                                          <p:spTgt spid="560131">
                                            <p:txEl>
                                              <p:pRg st="0" end="0"/>
                                            </p:txEl>
                                          </p:spTgt>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560131">
                                            <p:txEl>
                                              <p:pRg st="1" end="1"/>
                                            </p:txEl>
                                          </p:spTgt>
                                        </p:tgtEl>
                                        <p:attrNameLst>
                                          <p:attrName>style.visibility</p:attrName>
                                        </p:attrNameLst>
                                      </p:cBhvr>
                                      <p:to>
                                        <p:strVal val="visible"/>
                                      </p:to>
                                    </p:set>
                                    <p:animEffect transition="in" filter="checkerboard(across)">
                                      <p:cBhvr>
                                        <p:cTn id="10" dur="500"/>
                                        <p:tgtEl>
                                          <p:spTgt spid="560131">
                                            <p:txEl>
                                              <p:pRg st="1" end="1"/>
                                            </p:txEl>
                                          </p:spTgt>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560131">
                                            <p:txEl>
                                              <p:pRg st="2" end="2"/>
                                            </p:txEl>
                                          </p:spTgt>
                                        </p:tgtEl>
                                        <p:attrNameLst>
                                          <p:attrName>style.visibility</p:attrName>
                                        </p:attrNameLst>
                                      </p:cBhvr>
                                      <p:to>
                                        <p:strVal val="visible"/>
                                      </p:to>
                                    </p:set>
                                    <p:animEffect transition="in" filter="checkerboard(across)">
                                      <p:cBhvr>
                                        <p:cTn id="13" dur="500"/>
                                        <p:tgtEl>
                                          <p:spTgt spid="560131">
                                            <p:txEl>
                                              <p:pRg st="2" end="2"/>
                                            </p:txEl>
                                          </p:spTgt>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560131">
                                            <p:txEl>
                                              <p:pRg st="3" end="3"/>
                                            </p:txEl>
                                          </p:spTgt>
                                        </p:tgtEl>
                                        <p:attrNameLst>
                                          <p:attrName>style.visibility</p:attrName>
                                        </p:attrNameLst>
                                      </p:cBhvr>
                                      <p:to>
                                        <p:strVal val="visible"/>
                                      </p:to>
                                    </p:set>
                                    <p:animEffect transition="in" filter="checkerboard(across)">
                                      <p:cBhvr>
                                        <p:cTn id="16" dur="500"/>
                                        <p:tgtEl>
                                          <p:spTgt spid="560131">
                                            <p:txEl>
                                              <p:pRg st="3" end="3"/>
                                            </p:txEl>
                                          </p:spTgt>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560131">
                                            <p:txEl>
                                              <p:pRg st="4" end="4"/>
                                            </p:txEl>
                                          </p:spTgt>
                                        </p:tgtEl>
                                        <p:attrNameLst>
                                          <p:attrName>style.visibility</p:attrName>
                                        </p:attrNameLst>
                                      </p:cBhvr>
                                      <p:to>
                                        <p:strVal val="visible"/>
                                      </p:to>
                                    </p:set>
                                    <p:animEffect transition="in" filter="checkerboard(across)">
                                      <p:cBhvr>
                                        <p:cTn id="19" dur="500"/>
                                        <p:tgtEl>
                                          <p:spTgt spid="560131">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500"/>
                                        <p:tgtEl>
                                          <p:spTgt spid="2"/>
                                        </p:tgtEl>
                                      </p:cBhvr>
                                    </p:animEffect>
                                  </p:childTnLst>
                                </p:cTn>
                              </p:par>
                            </p:childTnLst>
                          </p:cTn>
                        </p:par>
                        <p:par>
                          <p:cTn id="25" fill="hold">
                            <p:stCondLst>
                              <p:cond delay="500"/>
                            </p:stCondLst>
                            <p:childTnLst>
                              <p:par>
                                <p:cTn id="26" presetID="2" presetClass="entr" presetSubtype="6" fill="hold" grpId="0" nodeType="after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500" fill="hold"/>
                                        <p:tgtEl>
                                          <p:spTgt spid="7"/>
                                        </p:tgtEl>
                                        <p:attrNameLst>
                                          <p:attrName>ppt_x</p:attrName>
                                        </p:attrNameLst>
                                      </p:cBhvr>
                                      <p:tavLst>
                                        <p:tav tm="0">
                                          <p:val>
                                            <p:strVal val="1+#ppt_w/2"/>
                                          </p:val>
                                        </p:tav>
                                        <p:tav tm="100000">
                                          <p:val>
                                            <p:strVal val="#ppt_x"/>
                                          </p:val>
                                        </p:tav>
                                      </p:tavLst>
                                    </p:anim>
                                    <p:anim calcmode="lin" valueType="num">
                                      <p:cBhvr additive="base">
                                        <p:cTn id="29"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0131" grpId="0" build="p" bldLvl="2"/>
      <p:bldP spid="2" grpId="0" animBg="1"/>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551774C7-B4A0-4AEF-9B69-AE9E8282AA7B}"/>
              </a:ext>
            </a:extLst>
          </p:cNvPr>
          <p:cNvSpPr txBox="1"/>
          <p:nvPr/>
        </p:nvSpPr>
        <p:spPr>
          <a:xfrm>
            <a:off x="1959379" y="188640"/>
            <a:ext cx="4467200" cy="714170"/>
          </a:xfrm>
          <a:prstGeom prst="rect">
            <a:avLst/>
          </a:prstGeom>
          <a:noFill/>
        </p:spPr>
        <p:txBody>
          <a:bodyPr wrap="square" rtlCol="0">
            <a:spAutoFit/>
          </a:bodyPr>
          <a:lstStyle/>
          <a:p>
            <a:pPr marL="342900" lvl="1" indent="-342900" algn="ctr" eaLnBrk="1" hangingPunct="1">
              <a:lnSpc>
                <a:spcPct val="110000"/>
              </a:lnSpc>
              <a:buClr>
                <a:schemeClr val="tx2"/>
              </a:buClr>
              <a:buSzPct val="75000"/>
              <a:defRPr/>
            </a:pPr>
            <a:r>
              <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rPr>
              <a:t>LRU</a:t>
            </a:r>
            <a:r>
              <a:rPr lang="en-US" altLang="zh-CN" sz="4000" dirty="0">
                <a:solidFill>
                  <a:srgbClr val="006699"/>
                </a:solidFill>
                <a:effectLst>
                  <a:outerShdw blurRad="38100" dist="38100" dir="2700000" algn="tl">
                    <a:srgbClr val="000000">
                      <a:alpha val="43137"/>
                    </a:srgbClr>
                  </a:outerShdw>
                </a:effectLst>
                <a:ea typeface="MS PGothic" pitchFamily="34" charset="-128"/>
              </a:rPr>
              <a:t> </a:t>
            </a: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示例</a:t>
            </a:r>
          </a:p>
        </p:txBody>
      </p:sp>
      <p:pic>
        <p:nvPicPr>
          <p:cNvPr id="15" name="图片 14">
            <a:extLst>
              <a:ext uri="{FF2B5EF4-FFF2-40B4-BE49-F238E27FC236}">
                <a16:creationId xmlns:a16="http://schemas.microsoft.com/office/drawing/2014/main" id="{A4FF657D-4FD7-44D4-A503-2D29B30E5230}"/>
              </a:ext>
            </a:extLst>
          </p:cNvPr>
          <p:cNvPicPr>
            <a:picLocks noChangeAspect="1"/>
          </p:cNvPicPr>
          <p:nvPr/>
        </p:nvPicPr>
        <p:blipFill>
          <a:blip r:embed="rId2"/>
          <a:stretch>
            <a:fillRect/>
          </a:stretch>
        </p:blipFill>
        <p:spPr>
          <a:xfrm>
            <a:off x="0" y="1200808"/>
            <a:ext cx="9144000" cy="388100"/>
          </a:xfrm>
          <a:prstGeom prst="rect">
            <a:avLst/>
          </a:prstGeom>
        </p:spPr>
      </p:pic>
      <p:pic>
        <p:nvPicPr>
          <p:cNvPr id="16" name="图片 15">
            <a:extLst>
              <a:ext uri="{FF2B5EF4-FFF2-40B4-BE49-F238E27FC236}">
                <a16:creationId xmlns:a16="http://schemas.microsoft.com/office/drawing/2014/main" id="{2E9AB28F-E6C7-4D8B-AD78-DDA03273F797}"/>
              </a:ext>
            </a:extLst>
          </p:cNvPr>
          <p:cNvPicPr>
            <a:picLocks noChangeAspect="1"/>
          </p:cNvPicPr>
          <p:nvPr/>
        </p:nvPicPr>
        <p:blipFill>
          <a:blip r:embed="rId3"/>
          <a:stretch>
            <a:fillRect/>
          </a:stretch>
        </p:blipFill>
        <p:spPr>
          <a:xfrm>
            <a:off x="-12577" y="1588908"/>
            <a:ext cx="1448002" cy="1428949"/>
          </a:xfrm>
          <a:prstGeom prst="rect">
            <a:avLst/>
          </a:prstGeom>
        </p:spPr>
      </p:pic>
      <p:pic>
        <p:nvPicPr>
          <p:cNvPr id="18" name="图片 17">
            <a:extLst>
              <a:ext uri="{FF2B5EF4-FFF2-40B4-BE49-F238E27FC236}">
                <a16:creationId xmlns:a16="http://schemas.microsoft.com/office/drawing/2014/main" id="{7EEE1BD3-4511-4820-AD02-3FA871DBFF7B}"/>
              </a:ext>
            </a:extLst>
          </p:cNvPr>
          <p:cNvPicPr>
            <a:picLocks noChangeAspect="1"/>
          </p:cNvPicPr>
          <p:nvPr/>
        </p:nvPicPr>
        <p:blipFill>
          <a:blip r:embed="rId4"/>
          <a:stretch>
            <a:fillRect/>
          </a:stretch>
        </p:blipFill>
        <p:spPr>
          <a:xfrm>
            <a:off x="1404000" y="1728000"/>
            <a:ext cx="352474" cy="1238423"/>
          </a:xfrm>
          <a:prstGeom prst="rect">
            <a:avLst/>
          </a:prstGeom>
        </p:spPr>
      </p:pic>
      <p:pic>
        <p:nvPicPr>
          <p:cNvPr id="19" name="图片 18">
            <a:extLst>
              <a:ext uri="{FF2B5EF4-FFF2-40B4-BE49-F238E27FC236}">
                <a16:creationId xmlns:a16="http://schemas.microsoft.com/office/drawing/2014/main" id="{3E8D9862-EAAB-4B96-804A-2099158A7ACF}"/>
              </a:ext>
            </a:extLst>
          </p:cNvPr>
          <p:cNvPicPr>
            <a:picLocks noChangeAspect="1"/>
          </p:cNvPicPr>
          <p:nvPr/>
        </p:nvPicPr>
        <p:blipFill>
          <a:blip r:embed="rId5"/>
          <a:stretch>
            <a:fillRect/>
          </a:stretch>
        </p:blipFill>
        <p:spPr>
          <a:xfrm>
            <a:off x="2267744" y="1692000"/>
            <a:ext cx="400106" cy="1305107"/>
          </a:xfrm>
          <a:prstGeom prst="rect">
            <a:avLst/>
          </a:prstGeom>
        </p:spPr>
      </p:pic>
      <p:pic>
        <p:nvPicPr>
          <p:cNvPr id="20" name="图片 19">
            <a:extLst>
              <a:ext uri="{FF2B5EF4-FFF2-40B4-BE49-F238E27FC236}">
                <a16:creationId xmlns:a16="http://schemas.microsoft.com/office/drawing/2014/main" id="{A0CC2BFE-B896-4782-9DF2-2FBEEA2ADF9B}"/>
              </a:ext>
            </a:extLst>
          </p:cNvPr>
          <p:cNvPicPr>
            <a:picLocks noChangeAspect="1"/>
          </p:cNvPicPr>
          <p:nvPr/>
        </p:nvPicPr>
        <p:blipFill>
          <a:blip r:embed="rId6"/>
          <a:stretch>
            <a:fillRect/>
          </a:stretch>
        </p:blipFill>
        <p:spPr>
          <a:xfrm>
            <a:off x="3173051" y="1728000"/>
            <a:ext cx="400106" cy="1276528"/>
          </a:xfrm>
          <a:prstGeom prst="rect">
            <a:avLst/>
          </a:prstGeom>
        </p:spPr>
      </p:pic>
      <p:pic>
        <p:nvPicPr>
          <p:cNvPr id="21" name="图片 20">
            <a:extLst>
              <a:ext uri="{FF2B5EF4-FFF2-40B4-BE49-F238E27FC236}">
                <a16:creationId xmlns:a16="http://schemas.microsoft.com/office/drawing/2014/main" id="{865C913A-B79B-44A9-BBB7-49216945A147}"/>
              </a:ext>
            </a:extLst>
          </p:cNvPr>
          <p:cNvPicPr>
            <a:picLocks noChangeAspect="1"/>
          </p:cNvPicPr>
          <p:nvPr/>
        </p:nvPicPr>
        <p:blipFill>
          <a:blip r:embed="rId7"/>
          <a:stretch>
            <a:fillRect/>
          </a:stretch>
        </p:blipFill>
        <p:spPr>
          <a:xfrm>
            <a:off x="3687778" y="1772792"/>
            <a:ext cx="390580" cy="1228896"/>
          </a:xfrm>
          <a:prstGeom prst="rect">
            <a:avLst/>
          </a:prstGeom>
        </p:spPr>
      </p:pic>
      <p:pic>
        <p:nvPicPr>
          <p:cNvPr id="22" name="图片 21">
            <a:extLst>
              <a:ext uri="{FF2B5EF4-FFF2-40B4-BE49-F238E27FC236}">
                <a16:creationId xmlns:a16="http://schemas.microsoft.com/office/drawing/2014/main" id="{182EBA36-DD52-4D6C-BEFD-0395225FFBFD}"/>
              </a:ext>
            </a:extLst>
          </p:cNvPr>
          <p:cNvPicPr>
            <a:picLocks noChangeAspect="1"/>
          </p:cNvPicPr>
          <p:nvPr/>
        </p:nvPicPr>
        <p:blipFill>
          <a:blip r:embed="rId8"/>
          <a:stretch>
            <a:fillRect/>
          </a:stretch>
        </p:blipFill>
        <p:spPr>
          <a:xfrm>
            <a:off x="4192979" y="1728000"/>
            <a:ext cx="342948" cy="1286054"/>
          </a:xfrm>
          <a:prstGeom prst="rect">
            <a:avLst/>
          </a:prstGeom>
        </p:spPr>
      </p:pic>
      <p:pic>
        <p:nvPicPr>
          <p:cNvPr id="23" name="图片 22">
            <a:extLst>
              <a:ext uri="{FF2B5EF4-FFF2-40B4-BE49-F238E27FC236}">
                <a16:creationId xmlns:a16="http://schemas.microsoft.com/office/drawing/2014/main" id="{6BE8B2ED-243C-4DD8-94AD-C176703DADD4}"/>
              </a:ext>
            </a:extLst>
          </p:cNvPr>
          <p:cNvPicPr>
            <a:picLocks noChangeAspect="1"/>
          </p:cNvPicPr>
          <p:nvPr/>
        </p:nvPicPr>
        <p:blipFill>
          <a:blip r:embed="rId9"/>
          <a:stretch>
            <a:fillRect/>
          </a:stretch>
        </p:blipFill>
        <p:spPr>
          <a:xfrm>
            <a:off x="4590195" y="1718473"/>
            <a:ext cx="457264" cy="1295581"/>
          </a:xfrm>
          <a:prstGeom prst="rect">
            <a:avLst/>
          </a:prstGeom>
        </p:spPr>
      </p:pic>
      <p:pic>
        <p:nvPicPr>
          <p:cNvPr id="24" name="图片 23">
            <a:extLst>
              <a:ext uri="{FF2B5EF4-FFF2-40B4-BE49-F238E27FC236}">
                <a16:creationId xmlns:a16="http://schemas.microsoft.com/office/drawing/2014/main" id="{AC186693-C4ED-4C8A-A160-BD9C705EAE18}"/>
              </a:ext>
            </a:extLst>
          </p:cNvPr>
          <p:cNvPicPr>
            <a:picLocks noChangeAspect="1"/>
          </p:cNvPicPr>
          <p:nvPr/>
        </p:nvPicPr>
        <p:blipFill>
          <a:blip r:embed="rId10"/>
          <a:stretch>
            <a:fillRect/>
          </a:stretch>
        </p:blipFill>
        <p:spPr>
          <a:xfrm>
            <a:off x="5974144" y="1772792"/>
            <a:ext cx="390580" cy="1238423"/>
          </a:xfrm>
          <a:prstGeom prst="rect">
            <a:avLst/>
          </a:prstGeom>
        </p:spPr>
      </p:pic>
      <p:pic>
        <p:nvPicPr>
          <p:cNvPr id="25" name="图片 24">
            <a:extLst>
              <a:ext uri="{FF2B5EF4-FFF2-40B4-BE49-F238E27FC236}">
                <a16:creationId xmlns:a16="http://schemas.microsoft.com/office/drawing/2014/main" id="{1C588808-3D09-4CE6-9FA5-04AC92E1E20B}"/>
              </a:ext>
            </a:extLst>
          </p:cNvPr>
          <p:cNvPicPr>
            <a:picLocks noChangeAspect="1"/>
          </p:cNvPicPr>
          <p:nvPr/>
        </p:nvPicPr>
        <p:blipFill>
          <a:blip r:embed="rId11"/>
          <a:stretch>
            <a:fillRect/>
          </a:stretch>
        </p:blipFill>
        <p:spPr>
          <a:xfrm>
            <a:off x="6876256" y="1728000"/>
            <a:ext cx="438211" cy="1267002"/>
          </a:xfrm>
          <a:prstGeom prst="rect">
            <a:avLst/>
          </a:prstGeom>
        </p:spPr>
      </p:pic>
      <p:pic>
        <p:nvPicPr>
          <p:cNvPr id="26" name="图片 25">
            <a:extLst>
              <a:ext uri="{FF2B5EF4-FFF2-40B4-BE49-F238E27FC236}">
                <a16:creationId xmlns:a16="http://schemas.microsoft.com/office/drawing/2014/main" id="{96FDA0BF-953D-47F1-83A7-B05099461D7B}"/>
              </a:ext>
            </a:extLst>
          </p:cNvPr>
          <p:cNvPicPr>
            <a:picLocks noChangeAspect="1"/>
          </p:cNvPicPr>
          <p:nvPr/>
        </p:nvPicPr>
        <p:blipFill>
          <a:blip r:embed="rId12"/>
          <a:stretch>
            <a:fillRect/>
          </a:stretch>
        </p:blipFill>
        <p:spPr>
          <a:xfrm>
            <a:off x="7884368" y="1728000"/>
            <a:ext cx="381053" cy="1314633"/>
          </a:xfrm>
          <a:prstGeom prst="rect">
            <a:avLst/>
          </a:prstGeom>
        </p:spPr>
      </p:pic>
      <p:sp>
        <p:nvSpPr>
          <p:cNvPr id="27" name="文本框 26">
            <a:extLst>
              <a:ext uri="{FF2B5EF4-FFF2-40B4-BE49-F238E27FC236}">
                <a16:creationId xmlns:a16="http://schemas.microsoft.com/office/drawing/2014/main" id="{F668EA82-99F5-474D-B0C3-319F631A0CB5}"/>
              </a:ext>
            </a:extLst>
          </p:cNvPr>
          <p:cNvSpPr txBox="1"/>
          <p:nvPr/>
        </p:nvSpPr>
        <p:spPr>
          <a:xfrm>
            <a:off x="2468741" y="4872340"/>
            <a:ext cx="4958402" cy="584775"/>
          </a:xfrm>
          <a:prstGeom prst="rect">
            <a:avLst/>
          </a:prstGeom>
          <a:solidFill>
            <a:srgbClr val="99CCFF"/>
          </a:solidFill>
        </p:spPr>
        <p:txBody>
          <a:bodyPr wrap="square" rtlCol="0">
            <a:spAutoFit/>
          </a:bodyPr>
          <a:lstStyle/>
          <a:p>
            <a:pPr algn="ctr"/>
            <a:r>
              <a:rPr lang="en-US" altLang="zh-CN" dirty="0" smtClean="0">
                <a:solidFill>
                  <a:schemeClr val="bg2"/>
                </a:solidFill>
                <a:latin typeface="Times New Roman" panose="02020603050405020304" pitchFamily="18" charset="0"/>
                <a:cs typeface="Times New Roman" panose="02020603050405020304" pitchFamily="18" charset="0"/>
              </a:rPr>
              <a:t>LRU:      </a:t>
            </a:r>
            <a:r>
              <a:rPr lang="zh-CN" altLang="en-US" dirty="0" smtClean="0">
                <a:solidFill>
                  <a:schemeClr val="bg2"/>
                </a:solidFill>
                <a:latin typeface="Times New Roman" panose="02020603050405020304" pitchFamily="18" charset="0"/>
                <a:cs typeface="Times New Roman" panose="02020603050405020304" pitchFamily="18" charset="0"/>
              </a:rPr>
              <a:t>缺页</a:t>
            </a:r>
            <a:r>
              <a:rPr lang="zh-CN" altLang="en-US" dirty="0">
                <a:solidFill>
                  <a:schemeClr val="bg2"/>
                </a:solidFill>
                <a:latin typeface="Times New Roman" panose="02020603050405020304" pitchFamily="18" charset="0"/>
                <a:cs typeface="Times New Roman" panose="02020603050405020304" pitchFamily="18" charset="0"/>
              </a:rPr>
              <a:t>次数：</a:t>
            </a:r>
            <a:r>
              <a:rPr lang="en-US" altLang="zh-CN" dirty="0" smtClean="0">
                <a:solidFill>
                  <a:schemeClr val="bg2"/>
                </a:solidFill>
                <a:latin typeface="Times New Roman" panose="02020603050405020304" pitchFamily="18" charset="0"/>
                <a:cs typeface="Times New Roman" panose="02020603050405020304" pitchFamily="18" charset="0"/>
              </a:rPr>
              <a:t>12</a:t>
            </a:r>
            <a:r>
              <a:rPr lang="zh-CN" altLang="en-US" dirty="0" smtClean="0">
                <a:solidFill>
                  <a:schemeClr val="bg2"/>
                </a:solidFill>
                <a:latin typeface="Times New Roman" panose="02020603050405020304" pitchFamily="18" charset="0"/>
                <a:cs typeface="Times New Roman" panose="02020603050405020304" pitchFamily="18" charset="0"/>
              </a:rPr>
              <a:t>次</a:t>
            </a:r>
            <a:endParaRPr lang="zh-CN" altLang="en-US" dirty="0">
              <a:solidFill>
                <a:schemeClr val="bg2"/>
              </a:solidFill>
              <a:latin typeface="Times New Roman" panose="02020603050405020304" pitchFamily="18" charset="0"/>
              <a:cs typeface="Times New Roman" panose="02020603050405020304" pitchFamily="18" charset="0"/>
            </a:endParaRPr>
          </a:p>
        </p:txBody>
      </p:sp>
      <p:sp>
        <p:nvSpPr>
          <p:cNvPr id="17"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8" name="Rectangle 70">
            <a:extLst>
              <a:ext uri="{FF2B5EF4-FFF2-40B4-BE49-F238E27FC236}">
                <a16:creationId xmlns:a16="http://schemas.microsoft.com/office/drawing/2014/main" id="{540CDB05-79DD-4A05-929B-9A114BF9FBAA}"/>
              </a:ext>
            </a:extLst>
          </p:cNvPr>
          <p:cNvSpPr>
            <a:spLocks noChangeArrowheads="1"/>
          </p:cNvSpPr>
          <p:nvPr/>
        </p:nvSpPr>
        <p:spPr bwMode="auto">
          <a:xfrm>
            <a:off x="2882708" y="3884418"/>
            <a:ext cx="3489491" cy="400110"/>
          </a:xfrm>
          <a:prstGeom prst="rect">
            <a:avLst/>
          </a:prstGeom>
          <a:noFill/>
          <a:ln w="12700" cap="sq">
            <a:no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lang="zh-CN" altLang="en-US" sz="2000" dirty="0">
                <a:solidFill>
                  <a:schemeClr val="bg2"/>
                </a:solidFill>
                <a:latin typeface="宋体" panose="02010600030101010101" pitchFamily="2" charset="-122"/>
              </a:rPr>
              <a:t>图</a:t>
            </a:r>
            <a:r>
              <a:rPr lang="en-US" altLang="zh-CN" sz="2000" dirty="0" smtClean="0">
                <a:solidFill>
                  <a:schemeClr val="bg2"/>
                </a:solidFill>
                <a:latin typeface="宋体" panose="02010600030101010101" pitchFamily="2" charset="-122"/>
              </a:rPr>
              <a:t>8-15 LRU</a:t>
            </a:r>
            <a:r>
              <a:rPr lang="zh-CN" altLang="en-US" sz="2000" dirty="0" smtClean="0">
                <a:solidFill>
                  <a:schemeClr val="bg2"/>
                </a:solidFill>
                <a:latin typeface="宋体" panose="02010600030101010101" pitchFamily="2" charset="-122"/>
              </a:rPr>
              <a:t>页面</a:t>
            </a:r>
            <a:r>
              <a:rPr lang="zh-CN" altLang="en-US" sz="2000" dirty="0">
                <a:solidFill>
                  <a:schemeClr val="bg2"/>
                </a:solidFill>
                <a:latin typeface="宋体" panose="02010600030101010101" pitchFamily="2" charset="-122"/>
              </a:rPr>
              <a:t>置换算法</a:t>
            </a:r>
          </a:p>
        </p:txBody>
      </p:sp>
      <p:sp>
        <p:nvSpPr>
          <p:cNvPr id="29" name="文本框 28">
            <a:extLst>
              <a:ext uri="{FF2B5EF4-FFF2-40B4-BE49-F238E27FC236}">
                <a16:creationId xmlns:a16="http://schemas.microsoft.com/office/drawing/2014/main" id="{6DA17C44-B89B-40A5-8665-EFCE4BABEF14}"/>
              </a:ext>
            </a:extLst>
          </p:cNvPr>
          <p:cNvSpPr txBox="1"/>
          <p:nvPr/>
        </p:nvSpPr>
        <p:spPr>
          <a:xfrm>
            <a:off x="2468741" y="5683974"/>
            <a:ext cx="4958402" cy="584775"/>
          </a:xfrm>
          <a:prstGeom prst="rect">
            <a:avLst/>
          </a:prstGeom>
          <a:solidFill>
            <a:srgbClr val="99CCFF"/>
          </a:solidFill>
        </p:spPr>
        <p:txBody>
          <a:bodyPr wrap="square" rtlCol="0">
            <a:spAutoFit/>
          </a:bodyPr>
          <a:lstStyle/>
          <a:p>
            <a:pPr algn="ctr"/>
            <a:r>
              <a:rPr lang="en-US" altLang="zh-CN" dirty="0" smtClean="0">
                <a:solidFill>
                  <a:schemeClr val="bg2"/>
                </a:solidFill>
                <a:latin typeface="Times New Roman" panose="02020603050405020304" pitchFamily="18" charset="0"/>
                <a:cs typeface="Times New Roman" panose="02020603050405020304" pitchFamily="18" charset="0"/>
              </a:rPr>
              <a:t>FIFO:    </a:t>
            </a:r>
            <a:r>
              <a:rPr lang="zh-CN" altLang="en-US" dirty="0" smtClean="0">
                <a:solidFill>
                  <a:schemeClr val="bg2"/>
                </a:solidFill>
                <a:latin typeface="Times New Roman" panose="02020603050405020304" pitchFamily="18" charset="0"/>
                <a:cs typeface="Times New Roman" panose="02020603050405020304" pitchFamily="18" charset="0"/>
              </a:rPr>
              <a:t>缺页</a:t>
            </a:r>
            <a:r>
              <a:rPr lang="zh-CN" altLang="en-US" dirty="0">
                <a:solidFill>
                  <a:schemeClr val="bg2"/>
                </a:solidFill>
                <a:latin typeface="Times New Roman" panose="02020603050405020304" pitchFamily="18" charset="0"/>
                <a:cs typeface="Times New Roman" panose="02020603050405020304" pitchFamily="18" charset="0"/>
              </a:rPr>
              <a:t>次数：</a:t>
            </a:r>
            <a:r>
              <a:rPr lang="en-US" altLang="zh-CN" dirty="0">
                <a:solidFill>
                  <a:schemeClr val="bg2"/>
                </a:solidFill>
                <a:latin typeface="Times New Roman" panose="02020603050405020304" pitchFamily="18" charset="0"/>
                <a:cs typeface="Times New Roman" panose="02020603050405020304" pitchFamily="18" charset="0"/>
              </a:rPr>
              <a:t>15</a:t>
            </a:r>
            <a:r>
              <a:rPr lang="zh-CN" altLang="en-US" dirty="0">
                <a:solidFill>
                  <a:schemeClr val="bg2"/>
                </a:solidFill>
                <a:latin typeface="Times New Roman" panose="02020603050405020304" pitchFamily="18" charset="0"/>
                <a:cs typeface="Times New Roman" panose="02020603050405020304" pitchFamily="18" charset="0"/>
              </a:rPr>
              <a:t>次</a:t>
            </a:r>
          </a:p>
        </p:txBody>
      </p:sp>
    </p:spTree>
    <p:extLst>
      <p:ext uri="{BB962C8B-B14F-4D97-AF65-F5344CB8AC3E}">
        <p14:creationId xmlns:p14="http://schemas.microsoft.com/office/powerpoint/2010/main" val="2875047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500"/>
                                        <p:tgtEl>
                                          <p:spTgt spid="18"/>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500"/>
                                        <p:tgtEl>
                                          <p:spTgt spid="1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500"/>
                                        <p:tgtEl>
                                          <p:spTgt spid="2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500"/>
                                        <p:tgtEl>
                                          <p:spTgt spid="21"/>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500"/>
                                        <p:tgtEl>
                                          <p:spTgt spid="22"/>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fade">
                                      <p:cBhvr>
                                        <p:cTn id="44" dur="500"/>
                                        <p:tgtEl>
                                          <p:spTgt spid="24"/>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500"/>
                                        <p:tgtEl>
                                          <p:spTgt spid="25"/>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26"/>
                                        </p:tgtEl>
                                        <p:attrNameLst>
                                          <p:attrName>style.visibility</p:attrName>
                                        </p:attrNameLst>
                                      </p:cBhvr>
                                      <p:to>
                                        <p:strVal val="visible"/>
                                      </p:to>
                                    </p:set>
                                    <p:animEffect transition="in" filter="fade">
                                      <p:cBhvr>
                                        <p:cTn id="54" dur="500"/>
                                        <p:tgtEl>
                                          <p:spTgt spid="26"/>
                                        </p:tgtEl>
                                      </p:cBhvr>
                                    </p:animEffect>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grpId="0" nodeType="click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1000"/>
                                        <p:tgtEl>
                                          <p:spTgt spid="27"/>
                                        </p:tgtEl>
                                      </p:cBhvr>
                                    </p:animEffect>
                                    <p:anim calcmode="lin" valueType="num">
                                      <p:cBhvr>
                                        <p:cTn id="60" dur="1000" fill="hold"/>
                                        <p:tgtEl>
                                          <p:spTgt spid="27"/>
                                        </p:tgtEl>
                                        <p:attrNameLst>
                                          <p:attrName>ppt_x</p:attrName>
                                        </p:attrNameLst>
                                      </p:cBhvr>
                                      <p:tavLst>
                                        <p:tav tm="0">
                                          <p:val>
                                            <p:strVal val="#ppt_x"/>
                                          </p:val>
                                        </p:tav>
                                        <p:tav tm="100000">
                                          <p:val>
                                            <p:strVal val="#ppt_x"/>
                                          </p:val>
                                        </p:tav>
                                      </p:tavLst>
                                    </p:anim>
                                    <p:anim calcmode="lin" valueType="num">
                                      <p:cBhvr>
                                        <p:cTn id="61"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42" presetClass="entr" presetSubtype="0" fill="hold" grpId="0" nodeType="clickEffect">
                                  <p:stCondLst>
                                    <p:cond delay="0"/>
                                  </p:stCondLst>
                                  <p:childTnLst>
                                    <p:set>
                                      <p:cBhvr>
                                        <p:cTn id="65" dur="1" fill="hold">
                                          <p:stCondLst>
                                            <p:cond delay="0"/>
                                          </p:stCondLst>
                                        </p:cTn>
                                        <p:tgtEl>
                                          <p:spTgt spid="29"/>
                                        </p:tgtEl>
                                        <p:attrNameLst>
                                          <p:attrName>style.visibility</p:attrName>
                                        </p:attrNameLst>
                                      </p:cBhvr>
                                      <p:to>
                                        <p:strVal val="visible"/>
                                      </p:to>
                                    </p:set>
                                    <p:animEffect transition="in" filter="fade">
                                      <p:cBhvr>
                                        <p:cTn id="66" dur="1000"/>
                                        <p:tgtEl>
                                          <p:spTgt spid="29"/>
                                        </p:tgtEl>
                                      </p:cBhvr>
                                    </p:animEffect>
                                    <p:anim calcmode="lin" valueType="num">
                                      <p:cBhvr>
                                        <p:cTn id="67" dur="1000" fill="hold"/>
                                        <p:tgtEl>
                                          <p:spTgt spid="29"/>
                                        </p:tgtEl>
                                        <p:attrNameLst>
                                          <p:attrName>ppt_x</p:attrName>
                                        </p:attrNameLst>
                                      </p:cBhvr>
                                      <p:tavLst>
                                        <p:tav tm="0">
                                          <p:val>
                                            <p:strVal val="#ppt_x"/>
                                          </p:val>
                                        </p:tav>
                                        <p:tav tm="100000">
                                          <p:val>
                                            <p:strVal val="#ppt_x"/>
                                          </p:val>
                                        </p:tav>
                                      </p:tavLst>
                                    </p:anim>
                                    <p:anim calcmode="lin" valueType="num">
                                      <p:cBhvr>
                                        <p:cTn id="68" dur="1000" fill="hold"/>
                                        <p:tgtEl>
                                          <p:spTgt spid="29"/>
                                        </p:tgtEl>
                                        <p:attrNameLst>
                                          <p:attrName>ppt_y</p:attrName>
                                        </p:attrNameLst>
                                      </p:cBhvr>
                                      <p:tavLst>
                                        <p:tav tm="0">
                                          <p:val>
                                            <p:strVal val="#ppt_y+.1"/>
                                          </p:val>
                                        </p:tav>
                                        <p:tav tm="100000">
                                          <p:val>
                                            <p:strVal val="#ppt_y"/>
                                          </p:val>
                                        </p:tav>
                                      </p:tavLst>
                                    </p:anim>
                                  </p:childTnLst>
                                </p:cTn>
                              </p:par>
                            </p:childTnLst>
                          </p:cTn>
                        </p:par>
                        <p:par>
                          <p:cTn id="69" fill="hold">
                            <p:stCondLst>
                              <p:cond delay="1000"/>
                            </p:stCondLst>
                            <p:childTnLst>
                              <p:par>
                                <p:cTn id="70" presetID="2" presetClass="entr" presetSubtype="6" fill="hold" grpId="0" nodeType="afterEffect">
                                  <p:stCondLst>
                                    <p:cond delay="0"/>
                                  </p:stCondLst>
                                  <p:childTnLst>
                                    <p:set>
                                      <p:cBhvr>
                                        <p:cTn id="71" dur="1" fill="hold">
                                          <p:stCondLst>
                                            <p:cond delay="0"/>
                                          </p:stCondLst>
                                        </p:cTn>
                                        <p:tgtEl>
                                          <p:spTgt spid="17"/>
                                        </p:tgtEl>
                                        <p:attrNameLst>
                                          <p:attrName>style.visibility</p:attrName>
                                        </p:attrNameLst>
                                      </p:cBhvr>
                                      <p:to>
                                        <p:strVal val="visible"/>
                                      </p:to>
                                    </p:set>
                                    <p:anim calcmode="lin" valueType="num">
                                      <p:cBhvr additive="base">
                                        <p:cTn id="72" dur="500" fill="hold"/>
                                        <p:tgtEl>
                                          <p:spTgt spid="17"/>
                                        </p:tgtEl>
                                        <p:attrNameLst>
                                          <p:attrName>ppt_x</p:attrName>
                                        </p:attrNameLst>
                                      </p:cBhvr>
                                      <p:tavLst>
                                        <p:tav tm="0">
                                          <p:val>
                                            <p:strVal val="1+#ppt_w/2"/>
                                          </p:val>
                                        </p:tav>
                                        <p:tav tm="100000">
                                          <p:val>
                                            <p:strVal val="#ppt_x"/>
                                          </p:val>
                                        </p:tav>
                                      </p:tavLst>
                                    </p:anim>
                                    <p:anim calcmode="lin" valueType="num">
                                      <p:cBhvr additive="base">
                                        <p:cTn id="73"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17" grpId="0" animBg="1"/>
      <p:bldP spid="2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5">
            <a:extLst>
              <a:ext uri="{FF2B5EF4-FFF2-40B4-BE49-F238E27FC236}">
                <a16:creationId xmlns:a16="http://schemas.microsoft.com/office/drawing/2014/main" id="{639BF175-BE02-40A0-9481-04659443D74F}"/>
              </a:ext>
            </a:extLst>
          </p:cNvPr>
          <p:cNvSpPr>
            <a:spLocks noChangeArrowheads="1"/>
          </p:cNvSpPr>
          <p:nvPr/>
        </p:nvSpPr>
        <p:spPr bwMode="auto">
          <a:xfrm>
            <a:off x="34925" y="0"/>
            <a:ext cx="9109075" cy="1490663"/>
          </a:xfrm>
          <a:prstGeom prst="rect">
            <a:avLst/>
          </a:prstGeom>
          <a:solidFill>
            <a:srgbClr val="C9C9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None/>
            </a:pPr>
            <a:r>
              <a:rPr lang="en-US" altLang="zh-CN" sz="2800" dirty="0">
                <a:solidFill>
                  <a:schemeClr val="bg2"/>
                </a:solidFill>
              </a:rPr>
              <a:t>[</a:t>
            </a:r>
            <a:r>
              <a:rPr lang="zh-CN" altLang="en-US" sz="2800" dirty="0">
                <a:solidFill>
                  <a:schemeClr val="bg2"/>
                </a:solidFill>
              </a:rPr>
              <a:t>例</a:t>
            </a:r>
            <a:r>
              <a:rPr lang="en-US" altLang="zh-CN" sz="2800" dirty="0">
                <a:solidFill>
                  <a:schemeClr val="bg2"/>
                </a:solidFill>
              </a:rPr>
              <a:t>2]</a:t>
            </a:r>
            <a:r>
              <a:rPr lang="zh-CN" altLang="en-US" sz="2800" dirty="0">
                <a:solidFill>
                  <a:schemeClr val="bg2"/>
                </a:solidFill>
              </a:rPr>
              <a:t>某进程在内存中分配有</a:t>
            </a:r>
            <a:r>
              <a:rPr lang="en-US" altLang="zh-CN" sz="2800" dirty="0">
                <a:solidFill>
                  <a:schemeClr val="bg2"/>
                </a:solidFill>
              </a:rPr>
              <a:t>3</a:t>
            </a:r>
            <a:r>
              <a:rPr lang="zh-CN" altLang="en-US" sz="2800" dirty="0">
                <a:solidFill>
                  <a:schemeClr val="bg2"/>
                </a:solidFill>
              </a:rPr>
              <a:t>个、</a:t>
            </a:r>
            <a:r>
              <a:rPr lang="en-US" altLang="zh-CN" sz="2800" dirty="0">
                <a:solidFill>
                  <a:schemeClr val="bg2"/>
                </a:solidFill>
              </a:rPr>
              <a:t>4</a:t>
            </a:r>
            <a:r>
              <a:rPr lang="zh-CN" altLang="en-US" sz="2800" dirty="0">
                <a:solidFill>
                  <a:schemeClr val="bg2"/>
                </a:solidFill>
              </a:rPr>
              <a:t>个页面，初始为空，访问页的走向为</a:t>
            </a:r>
            <a:r>
              <a:rPr lang="en-US" altLang="zh-CN" sz="2800" dirty="0">
                <a:solidFill>
                  <a:schemeClr val="bg2"/>
                </a:solidFill>
                <a:sym typeface="Symbol" panose="05050102010706020507" pitchFamily="18" charset="2"/>
              </a:rPr>
              <a:t>1</a:t>
            </a:r>
            <a:r>
              <a:rPr lang="zh-CN" altLang="en-US" sz="2800" dirty="0">
                <a:solidFill>
                  <a:schemeClr val="bg2"/>
                </a:solidFill>
                <a:sym typeface="Symbol" panose="05050102010706020507" pitchFamily="18" charset="2"/>
              </a:rPr>
              <a:t>，</a:t>
            </a:r>
            <a:r>
              <a:rPr lang="en-US" altLang="zh-CN" sz="2800" dirty="0">
                <a:solidFill>
                  <a:schemeClr val="bg2"/>
                </a:solidFill>
                <a:sym typeface="Symbol" panose="05050102010706020507" pitchFamily="18" charset="2"/>
              </a:rPr>
              <a:t>2</a:t>
            </a:r>
            <a:r>
              <a:rPr lang="zh-CN" altLang="en-US" sz="2800" dirty="0">
                <a:solidFill>
                  <a:schemeClr val="bg2"/>
                </a:solidFill>
                <a:sym typeface="Symbol" panose="05050102010706020507" pitchFamily="18" charset="2"/>
              </a:rPr>
              <a:t>，</a:t>
            </a:r>
            <a:r>
              <a:rPr lang="en-US" altLang="zh-CN" sz="2800" dirty="0">
                <a:solidFill>
                  <a:schemeClr val="bg2"/>
                </a:solidFill>
                <a:sym typeface="Symbol" panose="05050102010706020507" pitchFamily="18" charset="2"/>
              </a:rPr>
              <a:t>3</a:t>
            </a:r>
            <a:r>
              <a:rPr lang="zh-CN" altLang="en-US" sz="2800" dirty="0">
                <a:solidFill>
                  <a:schemeClr val="bg2"/>
                </a:solidFill>
                <a:sym typeface="Symbol" panose="05050102010706020507" pitchFamily="18" charset="2"/>
              </a:rPr>
              <a:t>，</a:t>
            </a:r>
            <a:r>
              <a:rPr lang="en-US" altLang="zh-CN" sz="2800" dirty="0">
                <a:solidFill>
                  <a:schemeClr val="bg2"/>
                </a:solidFill>
                <a:sym typeface="Symbol" panose="05050102010706020507" pitchFamily="18" charset="2"/>
              </a:rPr>
              <a:t>4</a:t>
            </a:r>
            <a:r>
              <a:rPr lang="zh-CN" altLang="en-US" sz="2800" dirty="0">
                <a:solidFill>
                  <a:schemeClr val="bg2"/>
                </a:solidFill>
                <a:sym typeface="Symbol" panose="05050102010706020507" pitchFamily="18" charset="2"/>
              </a:rPr>
              <a:t>，</a:t>
            </a:r>
            <a:r>
              <a:rPr lang="en-US" altLang="zh-CN" sz="2800" dirty="0">
                <a:solidFill>
                  <a:schemeClr val="bg2"/>
                </a:solidFill>
                <a:sym typeface="Symbol" panose="05050102010706020507" pitchFamily="18" charset="2"/>
              </a:rPr>
              <a:t>1</a:t>
            </a:r>
            <a:r>
              <a:rPr lang="zh-CN" altLang="en-US" sz="2800" dirty="0">
                <a:solidFill>
                  <a:schemeClr val="bg2"/>
                </a:solidFill>
                <a:sym typeface="Symbol" panose="05050102010706020507" pitchFamily="18" charset="2"/>
              </a:rPr>
              <a:t>，</a:t>
            </a:r>
            <a:r>
              <a:rPr lang="en-US" altLang="zh-CN" sz="2800" dirty="0">
                <a:solidFill>
                  <a:schemeClr val="bg2"/>
                </a:solidFill>
                <a:sym typeface="Symbol" panose="05050102010706020507" pitchFamily="18" charset="2"/>
              </a:rPr>
              <a:t>2</a:t>
            </a:r>
            <a:r>
              <a:rPr lang="zh-CN" altLang="en-US" sz="2800" dirty="0">
                <a:solidFill>
                  <a:schemeClr val="bg2"/>
                </a:solidFill>
                <a:sym typeface="Symbol" panose="05050102010706020507" pitchFamily="18" charset="2"/>
              </a:rPr>
              <a:t>，</a:t>
            </a:r>
            <a:r>
              <a:rPr lang="en-US" altLang="zh-CN" sz="2800" dirty="0">
                <a:solidFill>
                  <a:schemeClr val="bg2"/>
                </a:solidFill>
                <a:sym typeface="Symbol" panose="05050102010706020507" pitchFamily="18" charset="2"/>
              </a:rPr>
              <a:t>5</a:t>
            </a:r>
            <a:r>
              <a:rPr lang="zh-CN" altLang="en-US" sz="2800" dirty="0">
                <a:solidFill>
                  <a:schemeClr val="bg2"/>
                </a:solidFill>
                <a:sym typeface="Symbol" panose="05050102010706020507" pitchFamily="18" charset="2"/>
              </a:rPr>
              <a:t>，</a:t>
            </a:r>
            <a:r>
              <a:rPr lang="en-US" altLang="zh-CN" sz="2800" dirty="0">
                <a:solidFill>
                  <a:schemeClr val="bg2"/>
                </a:solidFill>
                <a:sym typeface="Symbol" panose="05050102010706020507" pitchFamily="18" charset="2"/>
              </a:rPr>
              <a:t>1</a:t>
            </a:r>
            <a:r>
              <a:rPr lang="zh-CN" altLang="en-US" sz="2800" dirty="0">
                <a:solidFill>
                  <a:schemeClr val="bg2"/>
                </a:solidFill>
                <a:sym typeface="Symbol" panose="05050102010706020507" pitchFamily="18" charset="2"/>
              </a:rPr>
              <a:t>，</a:t>
            </a:r>
            <a:r>
              <a:rPr lang="en-US" altLang="zh-CN" sz="2800" dirty="0">
                <a:solidFill>
                  <a:schemeClr val="bg2"/>
                </a:solidFill>
                <a:sym typeface="Symbol" panose="05050102010706020507" pitchFamily="18" charset="2"/>
              </a:rPr>
              <a:t>2</a:t>
            </a:r>
            <a:r>
              <a:rPr lang="zh-CN" altLang="en-US" sz="2800" dirty="0">
                <a:solidFill>
                  <a:schemeClr val="bg2"/>
                </a:solidFill>
                <a:sym typeface="Symbol" panose="05050102010706020507" pitchFamily="18" charset="2"/>
              </a:rPr>
              <a:t>，</a:t>
            </a:r>
            <a:r>
              <a:rPr lang="en-US" altLang="zh-CN" sz="2800" dirty="0">
                <a:solidFill>
                  <a:schemeClr val="bg2"/>
                </a:solidFill>
                <a:sym typeface="Symbol" panose="05050102010706020507" pitchFamily="18" charset="2"/>
              </a:rPr>
              <a:t>3</a:t>
            </a:r>
            <a:r>
              <a:rPr lang="zh-CN" altLang="en-US" sz="2800" dirty="0">
                <a:solidFill>
                  <a:schemeClr val="bg2"/>
                </a:solidFill>
                <a:sym typeface="Symbol" panose="05050102010706020507" pitchFamily="18" charset="2"/>
              </a:rPr>
              <a:t>，</a:t>
            </a:r>
            <a:r>
              <a:rPr lang="en-US" altLang="zh-CN" sz="2800" dirty="0">
                <a:solidFill>
                  <a:schemeClr val="bg2"/>
                </a:solidFill>
                <a:sym typeface="Symbol" panose="05050102010706020507" pitchFamily="18" charset="2"/>
              </a:rPr>
              <a:t>4</a:t>
            </a:r>
            <a:r>
              <a:rPr lang="zh-CN" altLang="en-US" sz="2800" dirty="0">
                <a:solidFill>
                  <a:schemeClr val="bg2"/>
                </a:solidFill>
                <a:sym typeface="Symbol" panose="05050102010706020507" pitchFamily="18" charset="2"/>
              </a:rPr>
              <a:t>，</a:t>
            </a:r>
            <a:r>
              <a:rPr lang="en-US" altLang="zh-CN" sz="2800" dirty="0">
                <a:solidFill>
                  <a:schemeClr val="bg2"/>
                </a:solidFill>
                <a:sym typeface="Symbol" panose="05050102010706020507" pitchFamily="18" charset="2"/>
              </a:rPr>
              <a:t>5 </a:t>
            </a:r>
            <a:r>
              <a:rPr lang="zh-CN" altLang="en-US" sz="2800" dirty="0">
                <a:solidFill>
                  <a:schemeClr val="bg2"/>
                </a:solidFill>
              </a:rPr>
              <a:t>，采用</a:t>
            </a:r>
            <a:r>
              <a:rPr lang="en-US" altLang="zh-CN" sz="2800" dirty="0">
                <a:solidFill>
                  <a:schemeClr val="bg2"/>
                </a:solidFill>
              </a:rPr>
              <a:t>LRU</a:t>
            </a:r>
            <a:r>
              <a:rPr lang="zh-CN" altLang="en-US" sz="2800" dirty="0">
                <a:solidFill>
                  <a:schemeClr val="bg2"/>
                </a:solidFill>
              </a:rPr>
              <a:t>页面置换算法，计算缺页次数。</a:t>
            </a:r>
          </a:p>
        </p:txBody>
      </p:sp>
      <p:sp>
        <p:nvSpPr>
          <p:cNvPr id="21" name="Rectangle 38">
            <a:extLst>
              <a:ext uri="{FF2B5EF4-FFF2-40B4-BE49-F238E27FC236}">
                <a16:creationId xmlns:a16="http://schemas.microsoft.com/office/drawing/2014/main" id="{69C6A431-C0BD-492F-97A3-A630F3676751}"/>
              </a:ext>
            </a:extLst>
          </p:cNvPr>
          <p:cNvSpPr>
            <a:spLocks noChangeArrowheads="1"/>
          </p:cNvSpPr>
          <p:nvPr/>
        </p:nvSpPr>
        <p:spPr bwMode="auto">
          <a:xfrm>
            <a:off x="1622292" y="1553181"/>
            <a:ext cx="7543800" cy="62889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lnSpc>
                <a:spcPct val="140000"/>
              </a:lnSpc>
              <a:spcBef>
                <a:spcPct val="0"/>
              </a:spcBef>
            </a:pPr>
            <a:r>
              <a:rPr lang="en-US" altLang="zh-CN" sz="2800" b="1" dirty="0">
                <a:solidFill>
                  <a:schemeClr val="bg2"/>
                </a:solidFill>
                <a:latin typeface="+mn-lt"/>
                <a:sym typeface="Symbol" panose="05050102010706020507" pitchFamily="18" charset="2"/>
              </a:rPr>
              <a:t>1    2    3    4    1    2    5    1    2    3    4    5 </a:t>
            </a:r>
          </a:p>
        </p:txBody>
      </p:sp>
      <p:grpSp>
        <p:nvGrpSpPr>
          <p:cNvPr id="22" name="Group 44">
            <a:extLst>
              <a:ext uri="{FF2B5EF4-FFF2-40B4-BE49-F238E27FC236}">
                <a16:creationId xmlns:a16="http://schemas.microsoft.com/office/drawing/2014/main" id="{67D25A35-5509-4912-BC74-0BF4B8BA7C6A}"/>
              </a:ext>
            </a:extLst>
          </p:cNvPr>
          <p:cNvGrpSpPr>
            <a:grpSpLocks/>
          </p:cNvGrpSpPr>
          <p:nvPr/>
        </p:nvGrpSpPr>
        <p:grpSpPr bwMode="auto">
          <a:xfrm>
            <a:off x="2096438" y="2233605"/>
            <a:ext cx="381000" cy="1381125"/>
            <a:chOff x="1680" y="1584"/>
            <a:chExt cx="240" cy="870"/>
          </a:xfrm>
          <a:solidFill>
            <a:srgbClr val="CCFFCC"/>
          </a:solidFill>
        </p:grpSpPr>
        <p:sp>
          <p:nvSpPr>
            <p:cNvPr id="23" name="Text Box 40">
              <a:extLst>
                <a:ext uri="{FF2B5EF4-FFF2-40B4-BE49-F238E27FC236}">
                  <a16:creationId xmlns:a16="http://schemas.microsoft.com/office/drawing/2014/main" id="{5F255DCA-4FDB-467B-867C-36DBBD5B530F}"/>
                </a:ext>
              </a:extLst>
            </p:cNvPr>
            <p:cNvSpPr txBox="1">
              <a:spLocks noChangeArrowheads="1"/>
            </p:cNvSpPr>
            <p:nvPr/>
          </p:nvSpPr>
          <p:spPr bwMode="auto">
            <a:xfrm>
              <a:off x="1680" y="1584"/>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1</a:t>
              </a:r>
            </a:p>
          </p:txBody>
        </p:sp>
        <p:sp>
          <p:nvSpPr>
            <p:cNvPr id="24" name="Text Box 42">
              <a:extLst>
                <a:ext uri="{FF2B5EF4-FFF2-40B4-BE49-F238E27FC236}">
                  <a16:creationId xmlns:a16="http://schemas.microsoft.com/office/drawing/2014/main" id="{8D346B46-0930-482B-A366-3A16535B5228}"/>
                </a:ext>
              </a:extLst>
            </p:cNvPr>
            <p:cNvSpPr txBox="1">
              <a:spLocks noChangeArrowheads="1"/>
            </p:cNvSpPr>
            <p:nvPr/>
          </p:nvSpPr>
          <p:spPr bwMode="auto">
            <a:xfrm>
              <a:off x="1680" y="1872"/>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zh-CN" sz="2400">
                <a:solidFill>
                  <a:schemeClr val="bg2"/>
                </a:solidFill>
                <a:latin typeface="+mn-lt"/>
              </a:endParaRPr>
            </a:p>
          </p:txBody>
        </p:sp>
        <p:sp>
          <p:nvSpPr>
            <p:cNvPr id="25" name="Text Box 43">
              <a:extLst>
                <a:ext uri="{FF2B5EF4-FFF2-40B4-BE49-F238E27FC236}">
                  <a16:creationId xmlns:a16="http://schemas.microsoft.com/office/drawing/2014/main" id="{13A2E96B-2356-422A-9FED-46DE82AB6E11}"/>
                </a:ext>
              </a:extLst>
            </p:cNvPr>
            <p:cNvSpPr txBox="1">
              <a:spLocks noChangeArrowheads="1"/>
            </p:cNvSpPr>
            <p:nvPr/>
          </p:nvSpPr>
          <p:spPr bwMode="auto">
            <a:xfrm>
              <a:off x="1680" y="216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zh-CN" sz="2400">
                <a:solidFill>
                  <a:schemeClr val="bg2"/>
                </a:solidFill>
                <a:latin typeface="+mn-lt"/>
              </a:endParaRPr>
            </a:p>
          </p:txBody>
        </p:sp>
      </p:grpSp>
      <p:grpSp>
        <p:nvGrpSpPr>
          <p:cNvPr id="26" name="Group 46">
            <a:extLst>
              <a:ext uri="{FF2B5EF4-FFF2-40B4-BE49-F238E27FC236}">
                <a16:creationId xmlns:a16="http://schemas.microsoft.com/office/drawing/2014/main" id="{757DDF66-CCC5-4519-B692-C0FDAEA235D1}"/>
              </a:ext>
            </a:extLst>
          </p:cNvPr>
          <p:cNvGrpSpPr>
            <a:grpSpLocks/>
          </p:cNvGrpSpPr>
          <p:nvPr/>
        </p:nvGrpSpPr>
        <p:grpSpPr bwMode="auto">
          <a:xfrm>
            <a:off x="2624415" y="2247279"/>
            <a:ext cx="381000" cy="1381125"/>
            <a:chOff x="1680" y="1584"/>
            <a:chExt cx="240" cy="870"/>
          </a:xfrm>
          <a:solidFill>
            <a:srgbClr val="CCFFCC"/>
          </a:solidFill>
        </p:grpSpPr>
        <p:sp>
          <p:nvSpPr>
            <p:cNvPr id="27" name="Text Box 47">
              <a:extLst>
                <a:ext uri="{FF2B5EF4-FFF2-40B4-BE49-F238E27FC236}">
                  <a16:creationId xmlns:a16="http://schemas.microsoft.com/office/drawing/2014/main" id="{AE27D11B-1DA5-4EA2-A156-959FFF49CCCB}"/>
                </a:ext>
              </a:extLst>
            </p:cNvPr>
            <p:cNvSpPr txBox="1">
              <a:spLocks noChangeArrowheads="1"/>
            </p:cNvSpPr>
            <p:nvPr/>
          </p:nvSpPr>
          <p:spPr bwMode="auto">
            <a:xfrm>
              <a:off x="1680" y="1584"/>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1</a:t>
              </a:r>
            </a:p>
          </p:txBody>
        </p:sp>
        <p:sp>
          <p:nvSpPr>
            <p:cNvPr id="28" name="Text Box 48">
              <a:extLst>
                <a:ext uri="{FF2B5EF4-FFF2-40B4-BE49-F238E27FC236}">
                  <a16:creationId xmlns:a16="http://schemas.microsoft.com/office/drawing/2014/main" id="{BB7437C5-3073-44AC-AB26-020B6FC817F8}"/>
                </a:ext>
              </a:extLst>
            </p:cNvPr>
            <p:cNvSpPr txBox="1">
              <a:spLocks noChangeArrowheads="1"/>
            </p:cNvSpPr>
            <p:nvPr/>
          </p:nvSpPr>
          <p:spPr bwMode="auto">
            <a:xfrm>
              <a:off x="1680" y="1872"/>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2</a:t>
              </a:r>
            </a:p>
          </p:txBody>
        </p:sp>
        <p:sp>
          <p:nvSpPr>
            <p:cNvPr id="29" name="Text Box 49">
              <a:extLst>
                <a:ext uri="{FF2B5EF4-FFF2-40B4-BE49-F238E27FC236}">
                  <a16:creationId xmlns:a16="http://schemas.microsoft.com/office/drawing/2014/main" id="{0E1991C7-4AC4-472D-93A7-B2DD81ED71D3}"/>
                </a:ext>
              </a:extLst>
            </p:cNvPr>
            <p:cNvSpPr txBox="1">
              <a:spLocks noChangeArrowheads="1"/>
            </p:cNvSpPr>
            <p:nvPr/>
          </p:nvSpPr>
          <p:spPr bwMode="auto">
            <a:xfrm>
              <a:off x="1680" y="216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zh-CN" sz="2400">
                <a:solidFill>
                  <a:schemeClr val="bg2"/>
                </a:solidFill>
                <a:latin typeface="+mn-lt"/>
              </a:endParaRPr>
            </a:p>
          </p:txBody>
        </p:sp>
      </p:grpSp>
      <p:grpSp>
        <p:nvGrpSpPr>
          <p:cNvPr id="30" name="Group 50">
            <a:extLst>
              <a:ext uri="{FF2B5EF4-FFF2-40B4-BE49-F238E27FC236}">
                <a16:creationId xmlns:a16="http://schemas.microsoft.com/office/drawing/2014/main" id="{91CB84F0-2FBD-4DD8-BB09-2393AF68901B}"/>
              </a:ext>
            </a:extLst>
          </p:cNvPr>
          <p:cNvGrpSpPr>
            <a:grpSpLocks/>
          </p:cNvGrpSpPr>
          <p:nvPr/>
        </p:nvGrpSpPr>
        <p:grpSpPr bwMode="auto">
          <a:xfrm>
            <a:off x="3134663" y="2247279"/>
            <a:ext cx="381000" cy="1381125"/>
            <a:chOff x="1680" y="1584"/>
            <a:chExt cx="240" cy="870"/>
          </a:xfrm>
          <a:solidFill>
            <a:srgbClr val="CCFFCC"/>
          </a:solidFill>
        </p:grpSpPr>
        <p:sp>
          <p:nvSpPr>
            <p:cNvPr id="31" name="Text Box 51">
              <a:extLst>
                <a:ext uri="{FF2B5EF4-FFF2-40B4-BE49-F238E27FC236}">
                  <a16:creationId xmlns:a16="http://schemas.microsoft.com/office/drawing/2014/main" id="{2C6B9D7C-1983-4BFF-A793-AD9B1731FE71}"/>
                </a:ext>
              </a:extLst>
            </p:cNvPr>
            <p:cNvSpPr txBox="1">
              <a:spLocks noChangeArrowheads="1"/>
            </p:cNvSpPr>
            <p:nvPr/>
          </p:nvSpPr>
          <p:spPr bwMode="auto">
            <a:xfrm>
              <a:off x="1680" y="1584"/>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1</a:t>
              </a:r>
            </a:p>
          </p:txBody>
        </p:sp>
        <p:sp>
          <p:nvSpPr>
            <p:cNvPr id="32" name="Text Box 52">
              <a:extLst>
                <a:ext uri="{FF2B5EF4-FFF2-40B4-BE49-F238E27FC236}">
                  <a16:creationId xmlns:a16="http://schemas.microsoft.com/office/drawing/2014/main" id="{BE72C516-38C4-4CEA-8BB3-DEED3B9BD1B8}"/>
                </a:ext>
              </a:extLst>
            </p:cNvPr>
            <p:cNvSpPr txBox="1">
              <a:spLocks noChangeArrowheads="1"/>
            </p:cNvSpPr>
            <p:nvPr/>
          </p:nvSpPr>
          <p:spPr bwMode="auto">
            <a:xfrm>
              <a:off x="1680" y="1872"/>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2</a:t>
              </a:r>
            </a:p>
          </p:txBody>
        </p:sp>
        <p:sp>
          <p:nvSpPr>
            <p:cNvPr id="33" name="Text Box 53">
              <a:extLst>
                <a:ext uri="{FF2B5EF4-FFF2-40B4-BE49-F238E27FC236}">
                  <a16:creationId xmlns:a16="http://schemas.microsoft.com/office/drawing/2014/main" id="{D7DE996E-D5C4-4668-B1A7-8F3A422EC2C8}"/>
                </a:ext>
              </a:extLst>
            </p:cNvPr>
            <p:cNvSpPr txBox="1">
              <a:spLocks noChangeArrowheads="1"/>
            </p:cNvSpPr>
            <p:nvPr/>
          </p:nvSpPr>
          <p:spPr bwMode="auto">
            <a:xfrm>
              <a:off x="1680" y="216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3</a:t>
              </a:r>
            </a:p>
          </p:txBody>
        </p:sp>
      </p:grpSp>
      <p:grpSp>
        <p:nvGrpSpPr>
          <p:cNvPr id="34" name="Group 54">
            <a:extLst>
              <a:ext uri="{FF2B5EF4-FFF2-40B4-BE49-F238E27FC236}">
                <a16:creationId xmlns:a16="http://schemas.microsoft.com/office/drawing/2014/main" id="{70EE75B5-EA55-4F5E-91AA-0A039D7893D9}"/>
              </a:ext>
            </a:extLst>
          </p:cNvPr>
          <p:cNvGrpSpPr>
            <a:grpSpLocks/>
          </p:cNvGrpSpPr>
          <p:nvPr/>
        </p:nvGrpSpPr>
        <p:grpSpPr bwMode="auto">
          <a:xfrm>
            <a:off x="3684083" y="2247279"/>
            <a:ext cx="381000" cy="1381125"/>
            <a:chOff x="1680" y="1584"/>
            <a:chExt cx="240" cy="870"/>
          </a:xfrm>
          <a:solidFill>
            <a:srgbClr val="CCFFCC"/>
          </a:solidFill>
        </p:grpSpPr>
        <p:sp>
          <p:nvSpPr>
            <p:cNvPr id="35" name="Text Box 55">
              <a:extLst>
                <a:ext uri="{FF2B5EF4-FFF2-40B4-BE49-F238E27FC236}">
                  <a16:creationId xmlns:a16="http://schemas.microsoft.com/office/drawing/2014/main" id="{9CBF9A45-A2EA-4041-8528-23E6A9C25555}"/>
                </a:ext>
              </a:extLst>
            </p:cNvPr>
            <p:cNvSpPr txBox="1">
              <a:spLocks noChangeArrowheads="1"/>
            </p:cNvSpPr>
            <p:nvPr/>
          </p:nvSpPr>
          <p:spPr bwMode="auto">
            <a:xfrm>
              <a:off x="1680" y="1584"/>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4</a:t>
              </a:r>
            </a:p>
          </p:txBody>
        </p:sp>
        <p:sp>
          <p:nvSpPr>
            <p:cNvPr id="36" name="Text Box 56">
              <a:extLst>
                <a:ext uri="{FF2B5EF4-FFF2-40B4-BE49-F238E27FC236}">
                  <a16:creationId xmlns:a16="http://schemas.microsoft.com/office/drawing/2014/main" id="{BF6194D8-A9BF-49A9-8388-A3DBB0B05327}"/>
                </a:ext>
              </a:extLst>
            </p:cNvPr>
            <p:cNvSpPr txBox="1">
              <a:spLocks noChangeArrowheads="1"/>
            </p:cNvSpPr>
            <p:nvPr/>
          </p:nvSpPr>
          <p:spPr bwMode="auto">
            <a:xfrm>
              <a:off x="1680" y="1872"/>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2</a:t>
              </a:r>
            </a:p>
          </p:txBody>
        </p:sp>
        <p:sp>
          <p:nvSpPr>
            <p:cNvPr id="37" name="Text Box 57">
              <a:extLst>
                <a:ext uri="{FF2B5EF4-FFF2-40B4-BE49-F238E27FC236}">
                  <a16:creationId xmlns:a16="http://schemas.microsoft.com/office/drawing/2014/main" id="{F6EB87F8-50D2-4D46-BC31-A128616CDCEC}"/>
                </a:ext>
              </a:extLst>
            </p:cNvPr>
            <p:cNvSpPr txBox="1">
              <a:spLocks noChangeArrowheads="1"/>
            </p:cNvSpPr>
            <p:nvPr/>
          </p:nvSpPr>
          <p:spPr bwMode="auto">
            <a:xfrm>
              <a:off x="1680" y="216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3</a:t>
              </a:r>
            </a:p>
          </p:txBody>
        </p:sp>
      </p:grpSp>
      <p:grpSp>
        <p:nvGrpSpPr>
          <p:cNvPr id="38" name="Group 58">
            <a:extLst>
              <a:ext uri="{FF2B5EF4-FFF2-40B4-BE49-F238E27FC236}">
                <a16:creationId xmlns:a16="http://schemas.microsoft.com/office/drawing/2014/main" id="{E410E2C1-7D74-4710-9355-712CEE4D0D92}"/>
              </a:ext>
            </a:extLst>
          </p:cNvPr>
          <p:cNvGrpSpPr>
            <a:grpSpLocks/>
          </p:cNvGrpSpPr>
          <p:nvPr/>
        </p:nvGrpSpPr>
        <p:grpSpPr bwMode="auto">
          <a:xfrm>
            <a:off x="4156826" y="2247279"/>
            <a:ext cx="381000" cy="1381125"/>
            <a:chOff x="1680" y="1584"/>
            <a:chExt cx="240" cy="870"/>
          </a:xfrm>
          <a:solidFill>
            <a:srgbClr val="CCFFCC"/>
          </a:solidFill>
        </p:grpSpPr>
        <p:sp>
          <p:nvSpPr>
            <p:cNvPr id="39" name="Text Box 59">
              <a:extLst>
                <a:ext uri="{FF2B5EF4-FFF2-40B4-BE49-F238E27FC236}">
                  <a16:creationId xmlns:a16="http://schemas.microsoft.com/office/drawing/2014/main" id="{7EE45FE5-39B5-458B-BA46-7F7D0B7F6BC1}"/>
                </a:ext>
              </a:extLst>
            </p:cNvPr>
            <p:cNvSpPr txBox="1">
              <a:spLocks noChangeArrowheads="1"/>
            </p:cNvSpPr>
            <p:nvPr/>
          </p:nvSpPr>
          <p:spPr bwMode="auto">
            <a:xfrm>
              <a:off x="1680" y="1584"/>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4</a:t>
              </a:r>
            </a:p>
          </p:txBody>
        </p:sp>
        <p:sp>
          <p:nvSpPr>
            <p:cNvPr id="40" name="Text Box 60">
              <a:extLst>
                <a:ext uri="{FF2B5EF4-FFF2-40B4-BE49-F238E27FC236}">
                  <a16:creationId xmlns:a16="http://schemas.microsoft.com/office/drawing/2014/main" id="{730F025F-6E74-434F-85CA-0C732C3F7DA8}"/>
                </a:ext>
              </a:extLst>
            </p:cNvPr>
            <p:cNvSpPr txBox="1">
              <a:spLocks noChangeArrowheads="1"/>
            </p:cNvSpPr>
            <p:nvPr/>
          </p:nvSpPr>
          <p:spPr bwMode="auto">
            <a:xfrm>
              <a:off x="1680" y="1872"/>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1</a:t>
              </a:r>
            </a:p>
          </p:txBody>
        </p:sp>
        <p:sp>
          <p:nvSpPr>
            <p:cNvPr id="41" name="Text Box 61">
              <a:extLst>
                <a:ext uri="{FF2B5EF4-FFF2-40B4-BE49-F238E27FC236}">
                  <a16:creationId xmlns:a16="http://schemas.microsoft.com/office/drawing/2014/main" id="{3517E182-2160-41E4-B6A5-F9602511F1B9}"/>
                </a:ext>
              </a:extLst>
            </p:cNvPr>
            <p:cNvSpPr txBox="1">
              <a:spLocks noChangeArrowheads="1"/>
            </p:cNvSpPr>
            <p:nvPr/>
          </p:nvSpPr>
          <p:spPr bwMode="auto">
            <a:xfrm>
              <a:off x="1680" y="216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3</a:t>
              </a:r>
            </a:p>
          </p:txBody>
        </p:sp>
      </p:grpSp>
      <p:grpSp>
        <p:nvGrpSpPr>
          <p:cNvPr id="42" name="Group 62">
            <a:extLst>
              <a:ext uri="{FF2B5EF4-FFF2-40B4-BE49-F238E27FC236}">
                <a16:creationId xmlns:a16="http://schemas.microsoft.com/office/drawing/2014/main" id="{FF02F0ED-9E45-406A-AFE4-46F7FEA0128B}"/>
              </a:ext>
            </a:extLst>
          </p:cNvPr>
          <p:cNvGrpSpPr>
            <a:grpSpLocks/>
          </p:cNvGrpSpPr>
          <p:nvPr/>
        </p:nvGrpSpPr>
        <p:grpSpPr bwMode="auto">
          <a:xfrm>
            <a:off x="4709257" y="2234290"/>
            <a:ext cx="381000" cy="1381125"/>
            <a:chOff x="1680" y="1584"/>
            <a:chExt cx="240" cy="870"/>
          </a:xfrm>
          <a:solidFill>
            <a:srgbClr val="CCFFCC"/>
          </a:solidFill>
        </p:grpSpPr>
        <p:sp>
          <p:nvSpPr>
            <p:cNvPr id="43" name="Text Box 63">
              <a:extLst>
                <a:ext uri="{FF2B5EF4-FFF2-40B4-BE49-F238E27FC236}">
                  <a16:creationId xmlns:a16="http://schemas.microsoft.com/office/drawing/2014/main" id="{6E972E3A-D8A0-4965-BB26-F9CE4A706BF7}"/>
                </a:ext>
              </a:extLst>
            </p:cNvPr>
            <p:cNvSpPr txBox="1">
              <a:spLocks noChangeArrowheads="1"/>
            </p:cNvSpPr>
            <p:nvPr/>
          </p:nvSpPr>
          <p:spPr bwMode="auto">
            <a:xfrm>
              <a:off x="1680" y="1584"/>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4</a:t>
              </a:r>
            </a:p>
          </p:txBody>
        </p:sp>
        <p:sp>
          <p:nvSpPr>
            <p:cNvPr id="44" name="Text Box 64">
              <a:extLst>
                <a:ext uri="{FF2B5EF4-FFF2-40B4-BE49-F238E27FC236}">
                  <a16:creationId xmlns:a16="http://schemas.microsoft.com/office/drawing/2014/main" id="{132D2BEB-02DB-4F80-9F9B-3B612DB863A8}"/>
                </a:ext>
              </a:extLst>
            </p:cNvPr>
            <p:cNvSpPr txBox="1">
              <a:spLocks noChangeArrowheads="1"/>
            </p:cNvSpPr>
            <p:nvPr/>
          </p:nvSpPr>
          <p:spPr bwMode="auto">
            <a:xfrm>
              <a:off x="1680" y="1872"/>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1</a:t>
              </a:r>
            </a:p>
          </p:txBody>
        </p:sp>
        <p:sp>
          <p:nvSpPr>
            <p:cNvPr id="45" name="Text Box 65">
              <a:extLst>
                <a:ext uri="{FF2B5EF4-FFF2-40B4-BE49-F238E27FC236}">
                  <a16:creationId xmlns:a16="http://schemas.microsoft.com/office/drawing/2014/main" id="{8976D2B2-D141-421D-8C7C-E4E2A4B626CD}"/>
                </a:ext>
              </a:extLst>
            </p:cNvPr>
            <p:cNvSpPr txBox="1">
              <a:spLocks noChangeArrowheads="1"/>
            </p:cNvSpPr>
            <p:nvPr/>
          </p:nvSpPr>
          <p:spPr bwMode="auto">
            <a:xfrm>
              <a:off x="1680" y="216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2</a:t>
              </a:r>
            </a:p>
          </p:txBody>
        </p:sp>
      </p:grpSp>
      <p:grpSp>
        <p:nvGrpSpPr>
          <p:cNvPr id="46" name="Group 66">
            <a:extLst>
              <a:ext uri="{FF2B5EF4-FFF2-40B4-BE49-F238E27FC236}">
                <a16:creationId xmlns:a16="http://schemas.microsoft.com/office/drawing/2014/main" id="{6251D630-8860-4BE1-8BD2-E572A8B877D5}"/>
              </a:ext>
            </a:extLst>
          </p:cNvPr>
          <p:cNvGrpSpPr>
            <a:grpSpLocks/>
          </p:cNvGrpSpPr>
          <p:nvPr/>
        </p:nvGrpSpPr>
        <p:grpSpPr bwMode="auto">
          <a:xfrm>
            <a:off x="5282550" y="2247279"/>
            <a:ext cx="381000" cy="1381125"/>
            <a:chOff x="1680" y="1584"/>
            <a:chExt cx="240" cy="870"/>
          </a:xfrm>
          <a:solidFill>
            <a:srgbClr val="CCFFCC"/>
          </a:solidFill>
        </p:grpSpPr>
        <p:sp>
          <p:nvSpPr>
            <p:cNvPr id="47" name="Text Box 67">
              <a:extLst>
                <a:ext uri="{FF2B5EF4-FFF2-40B4-BE49-F238E27FC236}">
                  <a16:creationId xmlns:a16="http://schemas.microsoft.com/office/drawing/2014/main" id="{F50671FB-42F3-4FD8-ACCB-ADEC757EF43C}"/>
                </a:ext>
              </a:extLst>
            </p:cNvPr>
            <p:cNvSpPr txBox="1">
              <a:spLocks noChangeArrowheads="1"/>
            </p:cNvSpPr>
            <p:nvPr/>
          </p:nvSpPr>
          <p:spPr bwMode="auto">
            <a:xfrm>
              <a:off x="1680" y="1584"/>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5</a:t>
              </a:r>
            </a:p>
          </p:txBody>
        </p:sp>
        <p:sp>
          <p:nvSpPr>
            <p:cNvPr id="48" name="Text Box 68">
              <a:extLst>
                <a:ext uri="{FF2B5EF4-FFF2-40B4-BE49-F238E27FC236}">
                  <a16:creationId xmlns:a16="http://schemas.microsoft.com/office/drawing/2014/main" id="{E6DC4269-C701-4208-9913-89BA846E99BB}"/>
                </a:ext>
              </a:extLst>
            </p:cNvPr>
            <p:cNvSpPr txBox="1">
              <a:spLocks noChangeArrowheads="1"/>
            </p:cNvSpPr>
            <p:nvPr/>
          </p:nvSpPr>
          <p:spPr bwMode="auto">
            <a:xfrm>
              <a:off x="1680" y="1872"/>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1</a:t>
              </a:r>
            </a:p>
          </p:txBody>
        </p:sp>
        <p:sp>
          <p:nvSpPr>
            <p:cNvPr id="49" name="Text Box 69">
              <a:extLst>
                <a:ext uri="{FF2B5EF4-FFF2-40B4-BE49-F238E27FC236}">
                  <a16:creationId xmlns:a16="http://schemas.microsoft.com/office/drawing/2014/main" id="{F73C8500-7457-4C61-83FA-3B71558625A5}"/>
                </a:ext>
              </a:extLst>
            </p:cNvPr>
            <p:cNvSpPr txBox="1">
              <a:spLocks noChangeArrowheads="1"/>
            </p:cNvSpPr>
            <p:nvPr/>
          </p:nvSpPr>
          <p:spPr bwMode="auto">
            <a:xfrm>
              <a:off x="1680" y="216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2</a:t>
              </a:r>
            </a:p>
          </p:txBody>
        </p:sp>
      </p:grpSp>
      <p:grpSp>
        <p:nvGrpSpPr>
          <p:cNvPr id="50" name="Group 70">
            <a:extLst>
              <a:ext uri="{FF2B5EF4-FFF2-40B4-BE49-F238E27FC236}">
                <a16:creationId xmlns:a16="http://schemas.microsoft.com/office/drawing/2014/main" id="{E2879389-BAEF-4822-921C-7B3D5EFB0EC8}"/>
              </a:ext>
            </a:extLst>
          </p:cNvPr>
          <p:cNvGrpSpPr>
            <a:grpSpLocks/>
          </p:cNvGrpSpPr>
          <p:nvPr/>
        </p:nvGrpSpPr>
        <p:grpSpPr bwMode="auto">
          <a:xfrm>
            <a:off x="6840258" y="2236094"/>
            <a:ext cx="381000" cy="1381125"/>
            <a:chOff x="1680" y="1584"/>
            <a:chExt cx="240" cy="870"/>
          </a:xfrm>
          <a:solidFill>
            <a:srgbClr val="CCFFCC"/>
          </a:solidFill>
        </p:grpSpPr>
        <p:sp>
          <p:nvSpPr>
            <p:cNvPr id="51" name="Text Box 71">
              <a:extLst>
                <a:ext uri="{FF2B5EF4-FFF2-40B4-BE49-F238E27FC236}">
                  <a16:creationId xmlns:a16="http://schemas.microsoft.com/office/drawing/2014/main" id="{41C70073-86D7-4880-A29B-17DD5B20920C}"/>
                </a:ext>
              </a:extLst>
            </p:cNvPr>
            <p:cNvSpPr txBox="1">
              <a:spLocks noChangeArrowheads="1"/>
            </p:cNvSpPr>
            <p:nvPr/>
          </p:nvSpPr>
          <p:spPr bwMode="auto">
            <a:xfrm>
              <a:off x="1680" y="1584"/>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dirty="0">
                  <a:solidFill>
                    <a:schemeClr val="bg2"/>
                  </a:solidFill>
                  <a:latin typeface="+mn-lt"/>
                </a:rPr>
                <a:t>3</a:t>
              </a:r>
            </a:p>
          </p:txBody>
        </p:sp>
        <p:sp>
          <p:nvSpPr>
            <p:cNvPr id="52" name="Text Box 72">
              <a:extLst>
                <a:ext uri="{FF2B5EF4-FFF2-40B4-BE49-F238E27FC236}">
                  <a16:creationId xmlns:a16="http://schemas.microsoft.com/office/drawing/2014/main" id="{EE88363A-3C86-4192-9EDE-CDDE90B42C7F}"/>
                </a:ext>
              </a:extLst>
            </p:cNvPr>
            <p:cNvSpPr txBox="1">
              <a:spLocks noChangeArrowheads="1"/>
            </p:cNvSpPr>
            <p:nvPr/>
          </p:nvSpPr>
          <p:spPr bwMode="auto">
            <a:xfrm>
              <a:off x="1680" y="1872"/>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dirty="0">
                  <a:solidFill>
                    <a:schemeClr val="bg2"/>
                  </a:solidFill>
                  <a:latin typeface="+mn-lt"/>
                </a:rPr>
                <a:t>1</a:t>
              </a:r>
            </a:p>
          </p:txBody>
        </p:sp>
        <p:sp>
          <p:nvSpPr>
            <p:cNvPr id="53" name="Text Box 73">
              <a:extLst>
                <a:ext uri="{FF2B5EF4-FFF2-40B4-BE49-F238E27FC236}">
                  <a16:creationId xmlns:a16="http://schemas.microsoft.com/office/drawing/2014/main" id="{CDF24816-D897-4B08-ABDF-AC785BEDACED}"/>
                </a:ext>
              </a:extLst>
            </p:cNvPr>
            <p:cNvSpPr txBox="1">
              <a:spLocks noChangeArrowheads="1"/>
            </p:cNvSpPr>
            <p:nvPr/>
          </p:nvSpPr>
          <p:spPr bwMode="auto">
            <a:xfrm>
              <a:off x="1680" y="216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dirty="0">
                  <a:solidFill>
                    <a:schemeClr val="bg2"/>
                  </a:solidFill>
                  <a:latin typeface="+mn-lt"/>
                </a:rPr>
                <a:t>2</a:t>
              </a:r>
            </a:p>
          </p:txBody>
        </p:sp>
      </p:grpSp>
      <p:grpSp>
        <p:nvGrpSpPr>
          <p:cNvPr id="54" name="Group 74">
            <a:extLst>
              <a:ext uri="{FF2B5EF4-FFF2-40B4-BE49-F238E27FC236}">
                <a16:creationId xmlns:a16="http://schemas.microsoft.com/office/drawing/2014/main" id="{06031283-417E-433A-9403-218C92A6965F}"/>
              </a:ext>
            </a:extLst>
          </p:cNvPr>
          <p:cNvGrpSpPr>
            <a:grpSpLocks/>
          </p:cNvGrpSpPr>
          <p:nvPr/>
        </p:nvGrpSpPr>
        <p:grpSpPr bwMode="auto">
          <a:xfrm>
            <a:off x="7386093" y="2233605"/>
            <a:ext cx="381000" cy="1381125"/>
            <a:chOff x="1680" y="1584"/>
            <a:chExt cx="240" cy="870"/>
          </a:xfrm>
          <a:solidFill>
            <a:srgbClr val="CCFFCC"/>
          </a:solidFill>
        </p:grpSpPr>
        <p:sp>
          <p:nvSpPr>
            <p:cNvPr id="55" name="Text Box 75">
              <a:extLst>
                <a:ext uri="{FF2B5EF4-FFF2-40B4-BE49-F238E27FC236}">
                  <a16:creationId xmlns:a16="http://schemas.microsoft.com/office/drawing/2014/main" id="{ED3F4A77-0DB9-4DE8-898E-C3F07C600A1E}"/>
                </a:ext>
              </a:extLst>
            </p:cNvPr>
            <p:cNvSpPr txBox="1">
              <a:spLocks noChangeArrowheads="1"/>
            </p:cNvSpPr>
            <p:nvPr/>
          </p:nvSpPr>
          <p:spPr bwMode="auto">
            <a:xfrm>
              <a:off x="1680" y="1584"/>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dirty="0">
                  <a:solidFill>
                    <a:schemeClr val="bg2"/>
                  </a:solidFill>
                  <a:latin typeface="+mn-lt"/>
                </a:rPr>
                <a:t>3</a:t>
              </a:r>
            </a:p>
          </p:txBody>
        </p:sp>
        <p:sp>
          <p:nvSpPr>
            <p:cNvPr id="56" name="Text Box 76">
              <a:extLst>
                <a:ext uri="{FF2B5EF4-FFF2-40B4-BE49-F238E27FC236}">
                  <a16:creationId xmlns:a16="http://schemas.microsoft.com/office/drawing/2014/main" id="{A4A902EC-BF65-4566-9034-5265AE5B5DC8}"/>
                </a:ext>
              </a:extLst>
            </p:cNvPr>
            <p:cNvSpPr txBox="1">
              <a:spLocks noChangeArrowheads="1"/>
            </p:cNvSpPr>
            <p:nvPr/>
          </p:nvSpPr>
          <p:spPr bwMode="auto">
            <a:xfrm>
              <a:off x="1680" y="1872"/>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dirty="0">
                  <a:solidFill>
                    <a:schemeClr val="bg2"/>
                  </a:solidFill>
                  <a:latin typeface="+mn-lt"/>
                </a:rPr>
                <a:t>4</a:t>
              </a:r>
            </a:p>
          </p:txBody>
        </p:sp>
        <p:sp>
          <p:nvSpPr>
            <p:cNvPr id="57" name="Text Box 77">
              <a:extLst>
                <a:ext uri="{FF2B5EF4-FFF2-40B4-BE49-F238E27FC236}">
                  <a16:creationId xmlns:a16="http://schemas.microsoft.com/office/drawing/2014/main" id="{890E32CE-9F2B-4CA7-BB6A-83D762F795FB}"/>
                </a:ext>
              </a:extLst>
            </p:cNvPr>
            <p:cNvSpPr txBox="1">
              <a:spLocks noChangeArrowheads="1"/>
            </p:cNvSpPr>
            <p:nvPr/>
          </p:nvSpPr>
          <p:spPr bwMode="auto">
            <a:xfrm>
              <a:off x="1680" y="216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dirty="0">
                  <a:solidFill>
                    <a:schemeClr val="bg2"/>
                  </a:solidFill>
                  <a:latin typeface="+mn-lt"/>
                </a:rPr>
                <a:t>2</a:t>
              </a:r>
            </a:p>
          </p:txBody>
        </p:sp>
      </p:grpSp>
      <p:sp>
        <p:nvSpPr>
          <p:cNvPr id="58" name="Text Box 79">
            <a:extLst>
              <a:ext uri="{FF2B5EF4-FFF2-40B4-BE49-F238E27FC236}">
                <a16:creationId xmlns:a16="http://schemas.microsoft.com/office/drawing/2014/main" id="{64758633-A0B4-481C-B531-906DF63195F7}"/>
              </a:ext>
            </a:extLst>
          </p:cNvPr>
          <p:cNvSpPr txBox="1">
            <a:spLocks noChangeArrowheads="1"/>
          </p:cNvSpPr>
          <p:nvPr/>
        </p:nvSpPr>
        <p:spPr bwMode="auto">
          <a:xfrm>
            <a:off x="333664" y="4609873"/>
            <a:ext cx="1524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800" dirty="0">
                <a:solidFill>
                  <a:schemeClr val="bg2"/>
                </a:solidFill>
                <a:latin typeface="+mn-lt"/>
              </a:rPr>
              <a:t>4</a:t>
            </a:r>
            <a:r>
              <a:rPr lang="zh-CN" altLang="en-US" sz="2800" dirty="0">
                <a:solidFill>
                  <a:schemeClr val="bg2"/>
                </a:solidFill>
                <a:latin typeface="+mn-lt"/>
              </a:rPr>
              <a:t>个页面</a:t>
            </a:r>
            <a:endParaRPr lang="en-US" altLang="zh-CN" sz="2800" dirty="0">
              <a:solidFill>
                <a:schemeClr val="bg2"/>
              </a:solidFill>
              <a:latin typeface="+mn-lt"/>
            </a:endParaRPr>
          </a:p>
        </p:txBody>
      </p:sp>
      <p:grpSp>
        <p:nvGrpSpPr>
          <p:cNvPr id="59" name="Group 85">
            <a:extLst>
              <a:ext uri="{FF2B5EF4-FFF2-40B4-BE49-F238E27FC236}">
                <a16:creationId xmlns:a16="http://schemas.microsoft.com/office/drawing/2014/main" id="{1AC50544-5AAF-4F78-9208-D4CE55231BA5}"/>
              </a:ext>
            </a:extLst>
          </p:cNvPr>
          <p:cNvGrpSpPr>
            <a:grpSpLocks/>
          </p:cNvGrpSpPr>
          <p:nvPr/>
        </p:nvGrpSpPr>
        <p:grpSpPr bwMode="auto">
          <a:xfrm>
            <a:off x="2071017" y="4665414"/>
            <a:ext cx="381000" cy="1847850"/>
            <a:chOff x="1680" y="2970"/>
            <a:chExt cx="240" cy="1164"/>
          </a:xfrm>
          <a:solidFill>
            <a:srgbClr val="CCFFCC"/>
          </a:solidFill>
        </p:grpSpPr>
        <p:sp>
          <p:nvSpPr>
            <p:cNvPr id="60" name="Text Box 81">
              <a:extLst>
                <a:ext uri="{FF2B5EF4-FFF2-40B4-BE49-F238E27FC236}">
                  <a16:creationId xmlns:a16="http://schemas.microsoft.com/office/drawing/2014/main" id="{EB6BD808-23C1-4394-B9AB-A7D01C872234}"/>
                </a:ext>
              </a:extLst>
            </p:cNvPr>
            <p:cNvSpPr txBox="1">
              <a:spLocks noChangeArrowheads="1"/>
            </p:cNvSpPr>
            <p:nvPr/>
          </p:nvSpPr>
          <p:spPr bwMode="auto">
            <a:xfrm>
              <a:off x="1680" y="297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1</a:t>
              </a:r>
            </a:p>
          </p:txBody>
        </p:sp>
        <p:sp>
          <p:nvSpPr>
            <p:cNvPr id="61" name="Text Box 82">
              <a:extLst>
                <a:ext uri="{FF2B5EF4-FFF2-40B4-BE49-F238E27FC236}">
                  <a16:creationId xmlns:a16="http://schemas.microsoft.com/office/drawing/2014/main" id="{93390C2D-015D-4C0D-9E9F-3FB7DE040F02}"/>
                </a:ext>
              </a:extLst>
            </p:cNvPr>
            <p:cNvSpPr txBox="1">
              <a:spLocks noChangeArrowheads="1"/>
            </p:cNvSpPr>
            <p:nvPr/>
          </p:nvSpPr>
          <p:spPr bwMode="auto">
            <a:xfrm>
              <a:off x="1680" y="3258"/>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zh-CN" sz="2400">
                <a:solidFill>
                  <a:schemeClr val="bg2"/>
                </a:solidFill>
                <a:latin typeface="+mn-lt"/>
              </a:endParaRPr>
            </a:p>
          </p:txBody>
        </p:sp>
        <p:sp>
          <p:nvSpPr>
            <p:cNvPr id="62" name="Text Box 83">
              <a:extLst>
                <a:ext uri="{FF2B5EF4-FFF2-40B4-BE49-F238E27FC236}">
                  <a16:creationId xmlns:a16="http://schemas.microsoft.com/office/drawing/2014/main" id="{7BE8BD11-5A5E-485D-AB18-4B0A0A4B2240}"/>
                </a:ext>
              </a:extLst>
            </p:cNvPr>
            <p:cNvSpPr txBox="1">
              <a:spLocks noChangeArrowheads="1"/>
            </p:cNvSpPr>
            <p:nvPr/>
          </p:nvSpPr>
          <p:spPr bwMode="auto">
            <a:xfrm>
              <a:off x="1680" y="3546"/>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zh-CN" sz="2400">
                <a:solidFill>
                  <a:schemeClr val="bg2"/>
                </a:solidFill>
                <a:latin typeface="+mn-lt"/>
              </a:endParaRPr>
            </a:p>
          </p:txBody>
        </p:sp>
        <p:sp>
          <p:nvSpPr>
            <p:cNvPr id="63" name="Text Box 84">
              <a:extLst>
                <a:ext uri="{FF2B5EF4-FFF2-40B4-BE49-F238E27FC236}">
                  <a16:creationId xmlns:a16="http://schemas.microsoft.com/office/drawing/2014/main" id="{51E2F626-332C-4C4E-BB90-79871D4C6175}"/>
                </a:ext>
              </a:extLst>
            </p:cNvPr>
            <p:cNvSpPr txBox="1">
              <a:spLocks noChangeArrowheads="1"/>
            </p:cNvSpPr>
            <p:nvPr/>
          </p:nvSpPr>
          <p:spPr bwMode="auto">
            <a:xfrm>
              <a:off x="1680" y="384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zh-CN" sz="2400">
                <a:solidFill>
                  <a:schemeClr val="bg2"/>
                </a:solidFill>
                <a:latin typeface="+mn-lt"/>
              </a:endParaRPr>
            </a:p>
          </p:txBody>
        </p:sp>
      </p:grpSp>
      <p:grpSp>
        <p:nvGrpSpPr>
          <p:cNvPr id="64" name="Group 86">
            <a:extLst>
              <a:ext uri="{FF2B5EF4-FFF2-40B4-BE49-F238E27FC236}">
                <a16:creationId xmlns:a16="http://schemas.microsoft.com/office/drawing/2014/main" id="{1C6FCE0E-11F4-4937-9385-FDCDD63611F0}"/>
              </a:ext>
            </a:extLst>
          </p:cNvPr>
          <p:cNvGrpSpPr>
            <a:grpSpLocks/>
          </p:cNvGrpSpPr>
          <p:nvPr/>
        </p:nvGrpSpPr>
        <p:grpSpPr bwMode="auto">
          <a:xfrm>
            <a:off x="2591689" y="4674939"/>
            <a:ext cx="381000" cy="1847850"/>
            <a:chOff x="1680" y="2970"/>
            <a:chExt cx="240" cy="1164"/>
          </a:xfrm>
          <a:solidFill>
            <a:srgbClr val="CCFFCC"/>
          </a:solidFill>
        </p:grpSpPr>
        <p:sp>
          <p:nvSpPr>
            <p:cNvPr id="65" name="Text Box 87">
              <a:extLst>
                <a:ext uri="{FF2B5EF4-FFF2-40B4-BE49-F238E27FC236}">
                  <a16:creationId xmlns:a16="http://schemas.microsoft.com/office/drawing/2014/main" id="{7E9A87CD-93F4-4780-84FF-1F915BE84CE1}"/>
                </a:ext>
              </a:extLst>
            </p:cNvPr>
            <p:cNvSpPr txBox="1">
              <a:spLocks noChangeArrowheads="1"/>
            </p:cNvSpPr>
            <p:nvPr/>
          </p:nvSpPr>
          <p:spPr bwMode="auto">
            <a:xfrm>
              <a:off x="1680" y="297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1</a:t>
              </a:r>
            </a:p>
          </p:txBody>
        </p:sp>
        <p:sp>
          <p:nvSpPr>
            <p:cNvPr id="66" name="Text Box 88">
              <a:extLst>
                <a:ext uri="{FF2B5EF4-FFF2-40B4-BE49-F238E27FC236}">
                  <a16:creationId xmlns:a16="http://schemas.microsoft.com/office/drawing/2014/main" id="{5B3F80BE-6D60-4079-BA78-4EE8D3CC39E8}"/>
                </a:ext>
              </a:extLst>
            </p:cNvPr>
            <p:cNvSpPr txBox="1">
              <a:spLocks noChangeArrowheads="1"/>
            </p:cNvSpPr>
            <p:nvPr/>
          </p:nvSpPr>
          <p:spPr bwMode="auto">
            <a:xfrm>
              <a:off x="1680" y="3258"/>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2</a:t>
              </a:r>
            </a:p>
          </p:txBody>
        </p:sp>
        <p:sp>
          <p:nvSpPr>
            <p:cNvPr id="67" name="Text Box 89">
              <a:extLst>
                <a:ext uri="{FF2B5EF4-FFF2-40B4-BE49-F238E27FC236}">
                  <a16:creationId xmlns:a16="http://schemas.microsoft.com/office/drawing/2014/main" id="{073E5A65-9E54-48FB-B518-B53B1990AEA5}"/>
                </a:ext>
              </a:extLst>
            </p:cNvPr>
            <p:cNvSpPr txBox="1">
              <a:spLocks noChangeArrowheads="1"/>
            </p:cNvSpPr>
            <p:nvPr/>
          </p:nvSpPr>
          <p:spPr bwMode="auto">
            <a:xfrm>
              <a:off x="1680" y="3546"/>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zh-CN" sz="2400">
                <a:solidFill>
                  <a:schemeClr val="bg2"/>
                </a:solidFill>
                <a:latin typeface="+mn-lt"/>
              </a:endParaRPr>
            </a:p>
          </p:txBody>
        </p:sp>
        <p:sp>
          <p:nvSpPr>
            <p:cNvPr id="68" name="Text Box 90">
              <a:extLst>
                <a:ext uri="{FF2B5EF4-FFF2-40B4-BE49-F238E27FC236}">
                  <a16:creationId xmlns:a16="http://schemas.microsoft.com/office/drawing/2014/main" id="{7F51E644-35FF-44D1-9195-62CDBD0CD1C9}"/>
                </a:ext>
              </a:extLst>
            </p:cNvPr>
            <p:cNvSpPr txBox="1">
              <a:spLocks noChangeArrowheads="1"/>
            </p:cNvSpPr>
            <p:nvPr/>
          </p:nvSpPr>
          <p:spPr bwMode="auto">
            <a:xfrm>
              <a:off x="1680" y="384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zh-CN" sz="2400">
                <a:solidFill>
                  <a:schemeClr val="bg2"/>
                </a:solidFill>
                <a:latin typeface="+mn-lt"/>
              </a:endParaRPr>
            </a:p>
          </p:txBody>
        </p:sp>
      </p:grpSp>
      <p:grpSp>
        <p:nvGrpSpPr>
          <p:cNvPr id="69" name="Group 91">
            <a:extLst>
              <a:ext uri="{FF2B5EF4-FFF2-40B4-BE49-F238E27FC236}">
                <a16:creationId xmlns:a16="http://schemas.microsoft.com/office/drawing/2014/main" id="{72367A9D-B96B-4086-981D-252656FC908E}"/>
              </a:ext>
            </a:extLst>
          </p:cNvPr>
          <p:cNvGrpSpPr>
            <a:grpSpLocks/>
          </p:cNvGrpSpPr>
          <p:nvPr/>
        </p:nvGrpSpPr>
        <p:grpSpPr bwMode="auto">
          <a:xfrm>
            <a:off x="3139220" y="4674939"/>
            <a:ext cx="381000" cy="1847850"/>
            <a:chOff x="1680" y="2970"/>
            <a:chExt cx="240" cy="1164"/>
          </a:xfrm>
          <a:solidFill>
            <a:srgbClr val="CCFFCC"/>
          </a:solidFill>
        </p:grpSpPr>
        <p:sp>
          <p:nvSpPr>
            <p:cNvPr id="70" name="Text Box 92">
              <a:extLst>
                <a:ext uri="{FF2B5EF4-FFF2-40B4-BE49-F238E27FC236}">
                  <a16:creationId xmlns:a16="http://schemas.microsoft.com/office/drawing/2014/main" id="{3DAD2DC5-15D9-4D94-9945-708DC3C90568}"/>
                </a:ext>
              </a:extLst>
            </p:cNvPr>
            <p:cNvSpPr txBox="1">
              <a:spLocks noChangeArrowheads="1"/>
            </p:cNvSpPr>
            <p:nvPr/>
          </p:nvSpPr>
          <p:spPr bwMode="auto">
            <a:xfrm>
              <a:off x="1680" y="297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1</a:t>
              </a:r>
            </a:p>
          </p:txBody>
        </p:sp>
        <p:sp>
          <p:nvSpPr>
            <p:cNvPr id="71" name="Text Box 93">
              <a:extLst>
                <a:ext uri="{FF2B5EF4-FFF2-40B4-BE49-F238E27FC236}">
                  <a16:creationId xmlns:a16="http://schemas.microsoft.com/office/drawing/2014/main" id="{779BEFF6-C0C7-4608-A172-C85D85063F03}"/>
                </a:ext>
              </a:extLst>
            </p:cNvPr>
            <p:cNvSpPr txBox="1">
              <a:spLocks noChangeArrowheads="1"/>
            </p:cNvSpPr>
            <p:nvPr/>
          </p:nvSpPr>
          <p:spPr bwMode="auto">
            <a:xfrm>
              <a:off x="1680" y="3258"/>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2</a:t>
              </a:r>
            </a:p>
          </p:txBody>
        </p:sp>
        <p:sp>
          <p:nvSpPr>
            <p:cNvPr id="72" name="Text Box 94">
              <a:extLst>
                <a:ext uri="{FF2B5EF4-FFF2-40B4-BE49-F238E27FC236}">
                  <a16:creationId xmlns:a16="http://schemas.microsoft.com/office/drawing/2014/main" id="{33AFC2E6-5793-4D9E-8CB3-358D43DDB145}"/>
                </a:ext>
              </a:extLst>
            </p:cNvPr>
            <p:cNvSpPr txBox="1">
              <a:spLocks noChangeArrowheads="1"/>
            </p:cNvSpPr>
            <p:nvPr/>
          </p:nvSpPr>
          <p:spPr bwMode="auto">
            <a:xfrm>
              <a:off x="1680" y="3546"/>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3</a:t>
              </a:r>
            </a:p>
          </p:txBody>
        </p:sp>
        <p:sp>
          <p:nvSpPr>
            <p:cNvPr id="73" name="Text Box 95">
              <a:extLst>
                <a:ext uri="{FF2B5EF4-FFF2-40B4-BE49-F238E27FC236}">
                  <a16:creationId xmlns:a16="http://schemas.microsoft.com/office/drawing/2014/main" id="{C7EF0A47-170C-4069-BA06-5A98395D8B5F}"/>
                </a:ext>
              </a:extLst>
            </p:cNvPr>
            <p:cNvSpPr txBox="1">
              <a:spLocks noChangeArrowheads="1"/>
            </p:cNvSpPr>
            <p:nvPr/>
          </p:nvSpPr>
          <p:spPr bwMode="auto">
            <a:xfrm>
              <a:off x="1680" y="384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zh-CN" sz="2400">
                <a:solidFill>
                  <a:schemeClr val="bg2"/>
                </a:solidFill>
                <a:latin typeface="+mn-lt"/>
              </a:endParaRPr>
            </a:p>
          </p:txBody>
        </p:sp>
      </p:grpSp>
      <p:grpSp>
        <p:nvGrpSpPr>
          <p:cNvPr id="74" name="Group 96">
            <a:extLst>
              <a:ext uri="{FF2B5EF4-FFF2-40B4-BE49-F238E27FC236}">
                <a16:creationId xmlns:a16="http://schemas.microsoft.com/office/drawing/2014/main" id="{44B0D9C5-BD3C-41F5-B9EB-76FF015441F2}"/>
              </a:ext>
            </a:extLst>
          </p:cNvPr>
          <p:cNvGrpSpPr>
            <a:grpSpLocks/>
          </p:cNvGrpSpPr>
          <p:nvPr/>
        </p:nvGrpSpPr>
        <p:grpSpPr bwMode="auto">
          <a:xfrm>
            <a:off x="3684562" y="4665414"/>
            <a:ext cx="381000" cy="1847850"/>
            <a:chOff x="1680" y="2970"/>
            <a:chExt cx="240" cy="1164"/>
          </a:xfrm>
          <a:solidFill>
            <a:srgbClr val="CCFFCC"/>
          </a:solidFill>
        </p:grpSpPr>
        <p:sp>
          <p:nvSpPr>
            <p:cNvPr id="75" name="Text Box 97">
              <a:extLst>
                <a:ext uri="{FF2B5EF4-FFF2-40B4-BE49-F238E27FC236}">
                  <a16:creationId xmlns:a16="http://schemas.microsoft.com/office/drawing/2014/main" id="{9B29D92A-4355-4028-BE03-7D2CB81BFCE2}"/>
                </a:ext>
              </a:extLst>
            </p:cNvPr>
            <p:cNvSpPr txBox="1">
              <a:spLocks noChangeArrowheads="1"/>
            </p:cNvSpPr>
            <p:nvPr/>
          </p:nvSpPr>
          <p:spPr bwMode="auto">
            <a:xfrm>
              <a:off x="1680" y="297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1</a:t>
              </a:r>
            </a:p>
          </p:txBody>
        </p:sp>
        <p:sp>
          <p:nvSpPr>
            <p:cNvPr id="76" name="Text Box 98">
              <a:extLst>
                <a:ext uri="{FF2B5EF4-FFF2-40B4-BE49-F238E27FC236}">
                  <a16:creationId xmlns:a16="http://schemas.microsoft.com/office/drawing/2014/main" id="{7B21553B-B23F-4743-9375-07C2920CA9C7}"/>
                </a:ext>
              </a:extLst>
            </p:cNvPr>
            <p:cNvSpPr txBox="1">
              <a:spLocks noChangeArrowheads="1"/>
            </p:cNvSpPr>
            <p:nvPr/>
          </p:nvSpPr>
          <p:spPr bwMode="auto">
            <a:xfrm>
              <a:off x="1680" y="3258"/>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2</a:t>
              </a:r>
            </a:p>
          </p:txBody>
        </p:sp>
        <p:sp>
          <p:nvSpPr>
            <p:cNvPr id="77" name="Text Box 99">
              <a:extLst>
                <a:ext uri="{FF2B5EF4-FFF2-40B4-BE49-F238E27FC236}">
                  <a16:creationId xmlns:a16="http://schemas.microsoft.com/office/drawing/2014/main" id="{B3268FD5-9160-4F25-BE0A-49BC1047F335}"/>
                </a:ext>
              </a:extLst>
            </p:cNvPr>
            <p:cNvSpPr txBox="1">
              <a:spLocks noChangeArrowheads="1"/>
            </p:cNvSpPr>
            <p:nvPr/>
          </p:nvSpPr>
          <p:spPr bwMode="auto">
            <a:xfrm>
              <a:off x="1680" y="3546"/>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3</a:t>
              </a:r>
            </a:p>
          </p:txBody>
        </p:sp>
        <p:sp>
          <p:nvSpPr>
            <p:cNvPr id="78" name="Text Box 100">
              <a:extLst>
                <a:ext uri="{FF2B5EF4-FFF2-40B4-BE49-F238E27FC236}">
                  <a16:creationId xmlns:a16="http://schemas.microsoft.com/office/drawing/2014/main" id="{55DDF570-7662-490E-A0BA-3EB3473AB107}"/>
                </a:ext>
              </a:extLst>
            </p:cNvPr>
            <p:cNvSpPr txBox="1">
              <a:spLocks noChangeArrowheads="1"/>
            </p:cNvSpPr>
            <p:nvPr/>
          </p:nvSpPr>
          <p:spPr bwMode="auto">
            <a:xfrm>
              <a:off x="1680" y="384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4</a:t>
              </a:r>
            </a:p>
          </p:txBody>
        </p:sp>
      </p:grpSp>
      <p:grpSp>
        <p:nvGrpSpPr>
          <p:cNvPr id="79" name="Group 101">
            <a:extLst>
              <a:ext uri="{FF2B5EF4-FFF2-40B4-BE49-F238E27FC236}">
                <a16:creationId xmlns:a16="http://schemas.microsoft.com/office/drawing/2014/main" id="{9B7ACE15-3EB0-4B90-B6A8-D6F36653C9C8}"/>
              </a:ext>
            </a:extLst>
          </p:cNvPr>
          <p:cNvGrpSpPr>
            <a:grpSpLocks/>
          </p:cNvGrpSpPr>
          <p:nvPr/>
        </p:nvGrpSpPr>
        <p:grpSpPr bwMode="auto">
          <a:xfrm>
            <a:off x="5288194" y="4695048"/>
            <a:ext cx="381000" cy="1847850"/>
            <a:chOff x="1680" y="2970"/>
            <a:chExt cx="240" cy="1164"/>
          </a:xfrm>
          <a:solidFill>
            <a:srgbClr val="CCFFCC"/>
          </a:solidFill>
        </p:grpSpPr>
        <p:sp>
          <p:nvSpPr>
            <p:cNvPr id="80" name="Text Box 102">
              <a:extLst>
                <a:ext uri="{FF2B5EF4-FFF2-40B4-BE49-F238E27FC236}">
                  <a16:creationId xmlns:a16="http://schemas.microsoft.com/office/drawing/2014/main" id="{2B058DFF-B99A-4990-8FE0-8D6B77EF24EC}"/>
                </a:ext>
              </a:extLst>
            </p:cNvPr>
            <p:cNvSpPr txBox="1">
              <a:spLocks noChangeArrowheads="1"/>
            </p:cNvSpPr>
            <p:nvPr/>
          </p:nvSpPr>
          <p:spPr bwMode="auto">
            <a:xfrm>
              <a:off x="1680" y="297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dirty="0">
                  <a:solidFill>
                    <a:schemeClr val="bg2"/>
                  </a:solidFill>
                  <a:latin typeface="+mn-lt"/>
                </a:rPr>
                <a:t>1</a:t>
              </a:r>
            </a:p>
          </p:txBody>
        </p:sp>
        <p:sp>
          <p:nvSpPr>
            <p:cNvPr id="81" name="Text Box 103">
              <a:extLst>
                <a:ext uri="{FF2B5EF4-FFF2-40B4-BE49-F238E27FC236}">
                  <a16:creationId xmlns:a16="http://schemas.microsoft.com/office/drawing/2014/main" id="{400ADABD-EA84-4580-9388-C5B9FB2F8086}"/>
                </a:ext>
              </a:extLst>
            </p:cNvPr>
            <p:cNvSpPr txBox="1">
              <a:spLocks noChangeArrowheads="1"/>
            </p:cNvSpPr>
            <p:nvPr/>
          </p:nvSpPr>
          <p:spPr bwMode="auto">
            <a:xfrm>
              <a:off x="1680" y="3258"/>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2</a:t>
              </a:r>
            </a:p>
          </p:txBody>
        </p:sp>
        <p:sp>
          <p:nvSpPr>
            <p:cNvPr id="82" name="Text Box 104">
              <a:extLst>
                <a:ext uri="{FF2B5EF4-FFF2-40B4-BE49-F238E27FC236}">
                  <a16:creationId xmlns:a16="http://schemas.microsoft.com/office/drawing/2014/main" id="{2B31C762-3224-465C-A34D-BEB0D1E0E335}"/>
                </a:ext>
              </a:extLst>
            </p:cNvPr>
            <p:cNvSpPr txBox="1">
              <a:spLocks noChangeArrowheads="1"/>
            </p:cNvSpPr>
            <p:nvPr/>
          </p:nvSpPr>
          <p:spPr bwMode="auto">
            <a:xfrm>
              <a:off x="1680" y="3546"/>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dirty="0">
                  <a:solidFill>
                    <a:schemeClr val="bg2"/>
                  </a:solidFill>
                  <a:latin typeface="+mn-lt"/>
                </a:rPr>
                <a:t>5</a:t>
              </a:r>
            </a:p>
          </p:txBody>
        </p:sp>
        <p:sp>
          <p:nvSpPr>
            <p:cNvPr id="83" name="Text Box 105">
              <a:extLst>
                <a:ext uri="{FF2B5EF4-FFF2-40B4-BE49-F238E27FC236}">
                  <a16:creationId xmlns:a16="http://schemas.microsoft.com/office/drawing/2014/main" id="{1571622A-F96D-45CE-8C00-033BDDA99BE6}"/>
                </a:ext>
              </a:extLst>
            </p:cNvPr>
            <p:cNvSpPr txBox="1">
              <a:spLocks noChangeArrowheads="1"/>
            </p:cNvSpPr>
            <p:nvPr/>
          </p:nvSpPr>
          <p:spPr bwMode="auto">
            <a:xfrm>
              <a:off x="1680" y="384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4</a:t>
              </a:r>
            </a:p>
          </p:txBody>
        </p:sp>
      </p:grpSp>
      <p:grpSp>
        <p:nvGrpSpPr>
          <p:cNvPr id="94" name="Group 116">
            <a:extLst>
              <a:ext uri="{FF2B5EF4-FFF2-40B4-BE49-F238E27FC236}">
                <a16:creationId xmlns:a16="http://schemas.microsoft.com/office/drawing/2014/main" id="{CB80E684-4F67-4EA2-BDC8-E298AADC7865}"/>
              </a:ext>
            </a:extLst>
          </p:cNvPr>
          <p:cNvGrpSpPr>
            <a:grpSpLocks/>
          </p:cNvGrpSpPr>
          <p:nvPr/>
        </p:nvGrpSpPr>
        <p:grpSpPr bwMode="auto">
          <a:xfrm>
            <a:off x="6843504" y="4700592"/>
            <a:ext cx="381000" cy="1847850"/>
            <a:chOff x="1680" y="2970"/>
            <a:chExt cx="240" cy="1164"/>
          </a:xfrm>
          <a:solidFill>
            <a:srgbClr val="CCFFCC"/>
          </a:solidFill>
        </p:grpSpPr>
        <p:sp>
          <p:nvSpPr>
            <p:cNvPr id="95" name="Text Box 117">
              <a:extLst>
                <a:ext uri="{FF2B5EF4-FFF2-40B4-BE49-F238E27FC236}">
                  <a16:creationId xmlns:a16="http://schemas.microsoft.com/office/drawing/2014/main" id="{EFBA8D39-BB88-40C3-869E-3B2E15F9AD92}"/>
                </a:ext>
              </a:extLst>
            </p:cNvPr>
            <p:cNvSpPr txBox="1">
              <a:spLocks noChangeArrowheads="1"/>
            </p:cNvSpPr>
            <p:nvPr/>
          </p:nvSpPr>
          <p:spPr bwMode="auto">
            <a:xfrm>
              <a:off x="1680" y="297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dirty="0">
                  <a:solidFill>
                    <a:schemeClr val="bg2"/>
                  </a:solidFill>
                  <a:latin typeface="+mn-lt"/>
                </a:rPr>
                <a:t>1</a:t>
              </a:r>
            </a:p>
          </p:txBody>
        </p:sp>
        <p:sp>
          <p:nvSpPr>
            <p:cNvPr id="96" name="Text Box 118">
              <a:extLst>
                <a:ext uri="{FF2B5EF4-FFF2-40B4-BE49-F238E27FC236}">
                  <a16:creationId xmlns:a16="http://schemas.microsoft.com/office/drawing/2014/main" id="{0994083C-BE0D-43CA-8328-E82720A771EA}"/>
                </a:ext>
              </a:extLst>
            </p:cNvPr>
            <p:cNvSpPr txBox="1">
              <a:spLocks noChangeArrowheads="1"/>
            </p:cNvSpPr>
            <p:nvPr/>
          </p:nvSpPr>
          <p:spPr bwMode="auto">
            <a:xfrm>
              <a:off x="1680" y="3258"/>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dirty="0">
                  <a:solidFill>
                    <a:schemeClr val="bg2"/>
                  </a:solidFill>
                  <a:latin typeface="+mn-lt"/>
                </a:rPr>
                <a:t>2</a:t>
              </a:r>
            </a:p>
          </p:txBody>
        </p:sp>
        <p:sp>
          <p:nvSpPr>
            <p:cNvPr id="97" name="Text Box 119">
              <a:extLst>
                <a:ext uri="{FF2B5EF4-FFF2-40B4-BE49-F238E27FC236}">
                  <a16:creationId xmlns:a16="http://schemas.microsoft.com/office/drawing/2014/main" id="{DA44EC54-3C7A-44C2-A5DE-4751FB134345}"/>
                </a:ext>
              </a:extLst>
            </p:cNvPr>
            <p:cNvSpPr txBox="1">
              <a:spLocks noChangeArrowheads="1"/>
            </p:cNvSpPr>
            <p:nvPr/>
          </p:nvSpPr>
          <p:spPr bwMode="auto">
            <a:xfrm>
              <a:off x="1680" y="3546"/>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dirty="0">
                  <a:solidFill>
                    <a:schemeClr val="bg2"/>
                  </a:solidFill>
                  <a:latin typeface="+mn-lt"/>
                </a:rPr>
                <a:t>5</a:t>
              </a:r>
            </a:p>
          </p:txBody>
        </p:sp>
        <p:sp>
          <p:nvSpPr>
            <p:cNvPr id="98" name="Text Box 120">
              <a:extLst>
                <a:ext uri="{FF2B5EF4-FFF2-40B4-BE49-F238E27FC236}">
                  <a16:creationId xmlns:a16="http://schemas.microsoft.com/office/drawing/2014/main" id="{6CBAE02A-2AE6-458C-8F7C-FBD2BEF0D868}"/>
                </a:ext>
              </a:extLst>
            </p:cNvPr>
            <p:cNvSpPr txBox="1">
              <a:spLocks noChangeArrowheads="1"/>
            </p:cNvSpPr>
            <p:nvPr/>
          </p:nvSpPr>
          <p:spPr bwMode="auto">
            <a:xfrm>
              <a:off x="1680" y="384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3</a:t>
              </a:r>
            </a:p>
          </p:txBody>
        </p:sp>
      </p:grpSp>
      <p:grpSp>
        <p:nvGrpSpPr>
          <p:cNvPr id="99" name="Group 121">
            <a:extLst>
              <a:ext uri="{FF2B5EF4-FFF2-40B4-BE49-F238E27FC236}">
                <a16:creationId xmlns:a16="http://schemas.microsoft.com/office/drawing/2014/main" id="{54D1415F-0A2F-4E85-BA9A-E00119BB4A29}"/>
              </a:ext>
            </a:extLst>
          </p:cNvPr>
          <p:cNvGrpSpPr>
            <a:grpSpLocks/>
          </p:cNvGrpSpPr>
          <p:nvPr/>
        </p:nvGrpSpPr>
        <p:grpSpPr bwMode="auto">
          <a:xfrm>
            <a:off x="7386093" y="4685523"/>
            <a:ext cx="381000" cy="1847850"/>
            <a:chOff x="1680" y="2970"/>
            <a:chExt cx="240" cy="1164"/>
          </a:xfrm>
          <a:solidFill>
            <a:srgbClr val="CCFFCC"/>
          </a:solidFill>
        </p:grpSpPr>
        <p:sp>
          <p:nvSpPr>
            <p:cNvPr id="100" name="Text Box 122">
              <a:extLst>
                <a:ext uri="{FF2B5EF4-FFF2-40B4-BE49-F238E27FC236}">
                  <a16:creationId xmlns:a16="http://schemas.microsoft.com/office/drawing/2014/main" id="{8FE441F4-9BDD-4E7C-B5DD-7A546CCFE649}"/>
                </a:ext>
              </a:extLst>
            </p:cNvPr>
            <p:cNvSpPr txBox="1">
              <a:spLocks noChangeArrowheads="1"/>
            </p:cNvSpPr>
            <p:nvPr/>
          </p:nvSpPr>
          <p:spPr bwMode="auto">
            <a:xfrm>
              <a:off x="1680" y="297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dirty="0">
                  <a:solidFill>
                    <a:schemeClr val="bg2"/>
                  </a:solidFill>
                  <a:latin typeface="+mn-lt"/>
                </a:rPr>
                <a:t>1</a:t>
              </a:r>
            </a:p>
          </p:txBody>
        </p:sp>
        <p:sp>
          <p:nvSpPr>
            <p:cNvPr id="101" name="Text Box 123">
              <a:extLst>
                <a:ext uri="{FF2B5EF4-FFF2-40B4-BE49-F238E27FC236}">
                  <a16:creationId xmlns:a16="http://schemas.microsoft.com/office/drawing/2014/main" id="{3FEA22B9-5E7C-4C57-8226-691A53BBED37}"/>
                </a:ext>
              </a:extLst>
            </p:cNvPr>
            <p:cNvSpPr txBox="1">
              <a:spLocks noChangeArrowheads="1"/>
            </p:cNvSpPr>
            <p:nvPr/>
          </p:nvSpPr>
          <p:spPr bwMode="auto">
            <a:xfrm>
              <a:off x="1680" y="3258"/>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dirty="0">
                  <a:solidFill>
                    <a:schemeClr val="bg2"/>
                  </a:solidFill>
                  <a:latin typeface="+mn-lt"/>
                </a:rPr>
                <a:t>2</a:t>
              </a:r>
            </a:p>
          </p:txBody>
        </p:sp>
        <p:sp>
          <p:nvSpPr>
            <p:cNvPr id="102" name="Text Box 124">
              <a:extLst>
                <a:ext uri="{FF2B5EF4-FFF2-40B4-BE49-F238E27FC236}">
                  <a16:creationId xmlns:a16="http://schemas.microsoft.com/office/drawing/2014/main" id="{8864A79D-24B5-4514-9C4A-8D1FF62F4C7A}"/>
                </a:ext>
              </a:extLst>
            </p:cNvPr>
            <p:cNvSpPr txBox="1">
              <a:spLocks noChangeArrowheads="1"/>
            </p:cNvSpPr>
            <p:nvPr/>
          </p:nvSpPr>
          <p:spPr bwMode="auto">
            <a:xfrm>
              <a:off x="1680" y="3546"/>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dirty="0">
                  <a:solidFill>
                    <a:schemeClr val="bg2"/>
                  </a:solidFill>
                  <a:latin typeface="+mn-lt"/>
                </a:rPr>
                <a:t>4</a:t>
              </a:r>
            </a:p>
          </p:txBody>
        </p:sp>
        <p:sp>
          <p:nvSpPr>
            <p:cNvPr id="103" name="Text Box 125">
              <a:extLst>
                <a:ext uri="{FF2B5EF4-FFF2-40B4-BE49-F238E27FC236}">
                  <a16:creationId xmlns:a16="http://schemas.microsoft.com/office/drawing/2014/main" id="{B71E0387-6808-4057-8D4E-406E2CC16312}"/>
                </a:ext>
              </a:extLst>
            </p:cNvPr>
            <p:cNvSpPr txBox="1">
              <a:spLocks noChangeArrowheads="1"/>
            </p:cNvSpPr>
            <p:nvPr/>
          </p:nvSpPr>
          <p:spPr bwMode="auto">
            <a:xfrm>
              <a:off x="1680" y="384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3</a:t>
              </a:r>
            </a:p>
          </p:txBody>
        </p:sp>
      </p:grpSp>
      <p:grpSp>
        <p:nvGrpSpPr>
          <p:cNvPr id="104" name="Group 126">
            <a:extLst>
              <a:ext uri="{FF2B5EF4-FFF2-40B4-BE49-F238E27FC236}">
                <a16:creationId xmlns:a16="http://schemas.microsoft.com/office/drawing/2014/main" id="{8E442117-D1C1-4F1B-BE52-54E92DEE072A}"/>
              </a:ext>
            </a:extLst>
          </p:cNvPr>
          <p:cNvGrpSpPr>
            <a:grpSpLocks/>
          </p:cNvGrpSpPr>
          <p:nvPr/>
        </p:nvGrpSpPr>
        <p:grpSpPr bwMode="auto">
          <a:xfrm>
            <a:off x="7932901" y="4695048"/>
            <a:ext cx="381000" cy="1847850"/>
            <a:chOff x="1680" y="2970"/>
            <a:chExt cx="240" cy="1164"/>
          </a:xfrm>
          <a:solidFill>
            <a:srgbClr val="CCFFCC"/>
          </a:solidFill>
        </p:grpSpPr>
        <p:sp>
          <p:nvSpPr>
            <p:cNvPr id="105" name="Text Box 127">
              <a:extLst>
                <a:ext uri="{FF2B5EF4-FFF2-40B4-BE49-F238E27FC236}">
                  <a16:creationId xmlns:a16="http://schemas.microsoft.com/office/drawing/2014/main" id="{46FB5B39-5F92-4951-B4AB-5F0A6B73A479}"/>
                </a:ext>
              </a:extLst>
            </p:cNvPr>
            <p:cNvSpPr txBox="1">
              <a:spLocks noChangeArrowheads="1"/>
            </p:cNvSpPr>
            <p:nvPr/>
          </p:nvSpPr>
          <p:spPr bwMode="auto">
            <a:xfrm>
              <a:off x="1680" y="297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dirty="0">
                  <a:solidFill>
                    <a:schemeClr val="bg2"/>
                  </a:solidFill>
                  <a:latin typeface="+mn-lt"/>
                </a:rPr>
                <a:t>5</a:t>
              </a:r>
            </a:p>
          </p:txBody>
        </p:sp>
        <p:sp>
          <p:nvSpPr>
            <p:cNvPr id="106" name="Text Box 128">
              <a:extLst>
                <a:ext uri="{FF2B5EF4-FFF2-40B4-BE49-F238E27FC236}">
                  <a16:creationId xmlns:a16="http://schemas.microsoft.com/office/drawing/2014/main" id="{1E22B8CF-F931-42A3-9F2D-4F073BD83FCE}"/>
                </a:ext>
              </a:extLst>
            </p:cNvPr>
            <p:cNvSpPr txBox="1">
              <a:spLocks noChangeArrowheads="1"/>
            </p:cNvSpPr>
            <p:nvPr/>
          </p:nvSpPr>
          <p:spPr bwMode="auto">
            <a:xfrm>
              <a:off x="1680" y="3258"/>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dirty="0">
                  <a:solidFill>
                    <a:schemeClr val="bg2"/>
                  </a:solidFill>
                  <a:latin typeface="+mn-lt"/>
                </a:rPr>
                <a:t>2</a:t>
              </a:r>
            </a:p>
          </p:txBody>
        </p:sp>
        <p:sp>
          <p:nvSpPr>
            <p:cNvPr id="107" name="Text Box 129">
              <a:extLst>
                <a:ext uri="{FF2B5EF4-FFF2-40B4-BE49-F238E27FC236}">
                  <a16:creationId xmlns:a16="http://schemas.microsoft.com/office/drawing/2014/main" id="{0CE83EAF-2ADC-413E-B9D9-0FF9F0CAFDD6}"/>
                </a:ext>
              </a:extLst>
            </p:cNvPr>
            <p:cNvSpPr txBox="1">
              <a:spLocks noChangeArrowheads="1"/>
            </p:cNvSpPr>
            <p:nvPr/>
          </p:nvSpPr>
          <p:spPr bwMode="auto">
            <a:xfrm>
              <a:off x="1680" y="3546"/>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dirty="0">
                  <a:solidFill>
                    <a:schemeClr val="bg2"/>
                  </a:solidFill>
                  <a:latin typeface="+mn-lt"/>
                </a:rPr>
                <a:t>4</a:t>
              </a:r>
            </a:p>
          </p:txBody>
        </p:sp>
        <p:sp>
          <p:nvSpPr>
            <p:cNvPr id="108" name="Text Box 130">
              <a:extLst>
                <a:ext uri="{FF2B5EF4-FFF2-40B4-BE49-F238E27FC236}">
                  <a16:creationId xmlns:a16="http://schemas.microsoft.com/office/drawing/2014/main" id="{8F2CDB37-A94B-4E78-840B-3A36AD2DCAD0}"/>
                </a:ext>
              </a:extLst>
            </p:cNvPr>
            <p:cNvSpPr txBox="1">
              <a:spLocks noChangeArrowheads="1"/>
            </p:cNvSpPr>
            <p:nvPr/>
          </p:nvSpPr>
          <p:spPr bwMode="auto">
            <a:xfrm>
              <a:off x="1680" y="384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a:solidFill>
                    <a:schemeClr val="bg2"/>
                  </a:solidFill>
                  <a:latin typeface="+mn-lt"/>
                </a:rPr>
                <a:t>3</a:t>
              </a:r>
            </a:p>
          </p:txBody>
        </p:sp>
      </p:grpSp>
      <p:sp>
        <p:nvSpPr>
          <p:cNvPr id="109" name="AutoShape 132">
            <a:extLst>
              <a:ext uri="{FF2B5EF4-FFF2-40B4-BE49-F238E27FC236}">
                <a16:creationId xmlns:a16="http://schemas.microsoft.com/office/drawing/2014/main" id="{02742800-D857-4CC5-A092-9848C20F5EE5}"/>
              </a:ext>
            </a:extLst>
          </p:cNvPr>
          <p:cNvSpPr>
            <a:spLocks noChangeArrowheads="1"/>
          </p:cNvSpPr>
          <p:nvPr/>
        </p:nvSpPr>
        <p:spPr bwMode="auto">
          <a:xfrm rot="10800000">
            <a:off x="111098" y="5476260"/>
            <a:ext cx="1655171" cy="533400"/>
          </a:xfrm>
          <a:prstGeom prst="wedgeRoundRectCallout">
            <a:avLst>
              <a:gd name="adj1" fmla="val 625"/>
              <a:gd name="adj2" fmla="val 128866"/>
              <a:gd name="adj3" fmla="val 16667"/>
            </a:avLst>
          </a:prstGeom>
          <a:solidFill>
            <a:srgbClr val="99CCFF"/>
          </a:solidFill>
          <a:ln w="9525">
            <a:solidFill>
              <a:schemeClr val="tx1"/>
            </a:solidFill>
            <a:miter lim="800000"/>
            <a:headEnd/>
            <a:tailEnd/>
          </a:ln>
          <a:effectLst/>
        </p:spPr>
        <p:txBody>
          <a:bodyPr rot="10800000"/>
          <a:lstStyle/>
          <a:p>
            <a:pPr algn="ctr">
              <a:spcBef>
                <a:spcPct val="0"/>
              </a:spcBef>
            </a:pPr>
            <a:r>
              <a:rPr lang="en-US" altLang="zh-CN" sz="2400" b="1" dirty="0">
                <a:solidFill>
                  <a:schemeClr val="bg2"/>
                </a:solidFill>
                <a:latin typeface="+mn-lt"/>
                <a:sym typeface="Symbol" panose="05050102010706020507" pitchFamily="18" charset="2"/>
              </a:rPr>
              <a:t>8</a:t>
            </a:r>
            <a:r>
              <a:rPr lang="zh-CN" altLang="en-US" sz="2400" b="1" dirty="0">
                <a:solidFill>
                  <a:schemeClr val="bg2"/>
                </a:solidFill>
                <a:latin typeface="+mn-lt"/>
                <a:sym typeface="Symbol" panose="05050102010706020507" pitchFamily="18" charset="2"/>
              </a:rPr>
              <a:t>次缺页</a:t>
            </a:r>
            <a:endParaRPr lang="en-US" altLang="zh-CN" sz="2400" b="1" dirty="0">
              <a:solidFill>
                <a:schemeClr val="bg2"/>
              </a:solidFill>
              <a:latin typeface="+mn-lt"/>
              <a:sym typeface="Symbol" panose="05050102010706020507" pitchFamily="18" charset="2"/>
            </a:endParaRPr>
          </a:p>
        </p:txBody>
      </p:sp>
      <p:sp>
        <p:nvSpPr>
          <p:cNvPr id="110" name="Text Box 45">
            <a:extLst>
              <a:ext uri="{FF2B5EF4-FFF2-40B4-BE49-F238E27FC236}">
                <a16:creationId xmlns:a16="http://schemas.microsoft.com/office/drawing/2014/main" id="{45815B76-81DD-468F-B52E-2AA35F3737F3}"/>
              </a:ext>
            </a:extLst>
          </p:cNvPr>
          <p:cNvSpPr txBox="1">
            <a:spLocks noChangeArrowheads="1"/>
          </p:cNvSpPr>
          <p:nvPr/>
        </p:nvSpPr>
        <p:spPr bwMode="auto">
          <a:xfrm>
            <a:off x="211137" y="2158189"/>
            <a:ext cx="153827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800" dirty="0">
                <a:solidFill>
                  <a:schemeClr val="bg2"/>
                </a:solidFill>
                <a:latin typeface="+mn-lt"/>
              </a:rPr>
              <a:t>3</a:t>
            </a:r>
            <a:r>
              <a:rPr lang="zh-CN" altLang="en-US" sz="2800" dirty="0">
                <a:solidFill>
                  <a:schemeClr val="bg2"/>
                </a:solidFill>
                <a:latin typeface="+mn-lt"/>
              </a:rPr>
              <a:t>个页面</a:t>
            </a:r>
            <a:endParaRPr lang="en-US" altLang="zh-CN" sz="2800" dirty="0">
              <a:solidFill>
                <a:schemeClr val="bg2"/>
              </a:solidFill>
              <a:latin typeface="+mn-lt"/>
            </a:endParaRPr>
          </a:p>
        </p:txBody>
      </p:sp>
      <p:sp>
        <p:nvSpPr>
          <p:cNvPr id="111" name="Rectangle 38">
            <a:extLst>
              <a:ext uri="{FF2B5EF4-FFF2-40B4-BE49-F238E27FC236}">
                <a16:creationId xmlns:a16="http://schemas.microsoft.com/office/drawing/2014/main" id="{9849BAE0-4BDE-4820-B460-2C5DD375377C}"/>
              </a:ext>
            </a:extLst>
          </p:cNvPr>
          <p:cNvSpPr>
            <a:spLocks noChangeArrowheads="1"/>
          </p:cNvSpPr>
          <p:nvPr/>
        </p:nvSpPr>
        <p:spPr bwMode="auto">
          <a:xfrm>
            <a:off x="1615365" y="3991461"/>
            <a:ext cx="7543800" cy="62889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lnSpc>
                <a:spcPct val="140000"/>
              </a:lnSpc>
              <a:spcBef>
                <a:spcPct val="0"/>
              </a:spcBef>
            </a:pPr>
            <a:r>
              <a:rPr lang="en-US" altLang="zh-CN" sz="2800" b="1" dirty="0">
                <a:solidFill>
                  <a:schemeClr val="bg2"/>
                </a:solidFill>
                <a:latin typeface="+mn-lt"/>
                <a:sym typeface="Symbol" panose="05050102010706020507" pitchFamily="18" charset="2"/>
              </a:rPr>
              <a:t>1    2    3    4    1    2    5    1    2    3    4    5 </a:t>
            </a:r>
          </a:p>
        </p:txBody>
      </p:sp>
      <p:sp>
        <p:nvSpPr>
          <p:cNvPr id="112" name="AutoShape 132">
            <a:extLst>
              <a:ext uri="{FF2B5EF4-FFF2-40B4-BE49-F238E27FC236}">
                <a16:creationId xmlns:a16="http://schemas.microsoft.com/office/drawing/2014/main" id="{206E1A62-9ABD-4E45-A174-6DD4D6625E9D}"/>
              </a:ext>
            </a:extLst>
          </p:cNvPr>
          <p:cNvSpPr>
            <a:spLocks noChangeArrowheads="1"/>
          </p:cNvSpPr>
          <p:nvPr/>
        </p:nvSpPr>
        <p:spPr bwMode="auto">
          <a:xfrm rot="10800000">
            <a:off x="242269" y="3019717"/>
            <a:ext cx="1524000" cy="533400"/>
          </a:xfrm>
          <a:prstGeom prst="wedgeRoundRectCallout">
            <a:avLst>
              <a:gd name="adj1" fmla="val 625"/>
              <a:gd name="adj2" fmla="val 128866"/>
              <a:gd name="adj3" fmla="val 16667"/>
            </a:avLst>
          </a:prstGeom>
          <a:solidFill>
            <a:srgbClr val="99CCFF"/>
          </a:solidFill>
          <a:ln w="9525">
            <a:solidFill>
              <a:schemeClr val="tx1"/>
            </a:solidFill>
            <a:miter lim="800000"/>
            <a:headEnd/>
            <a:tailEnd/>
          </a:ln>
          <a:effectLst/>
        </p:spPr>
        <p:txBody>
          <a:bodyPr rot="10800000"/>
          <a:lstStyle/>
          <a:p>
            <a:pPr algn="ctr">
              <a:spcBef>
                <a:spcPct val="0"/>
              </a:spcBef>
            </a:pPr>
            <a:r>
              <a:rPr lang="en-US" altLang="zh-CN" sz="2400" b="1" dirty="0">
                <a:solidFill>
                  <a:schemeClr val="bg2"/>
                </a:solidFill>
                <a:latin typeface="+mn-lt"/>
                <a:sym typeface="Symbol" panose="05050102010706020507" pitchFamily="18" charset="2"/>
              </a:rPr>
              <a:t>10</a:t>
            </a:r>
            <a:r>
              <a:rPr lang="zh-CN" altLang="en-US" sz="2400" b="1" dirty="0">
                <a:solidFill>
                  <a:schemeClr val="bg2"/>
                </a:solidFill>
                <a:latin typeface="+mn-lt"/>
                <a:sym typeface="Symbol" panose="05050102010706020507" pitchFamily="18" charset="2"/>
              </a:rPr>
              <a:t>次缺页</a:t>
            </a:r>
            <a:endParaRPr lang="en-US" altLang="zh-CN" sz="2400" b="1" dirty="0">
              <a:solidFill>
                <a:schemeClr val="bg2"/>
              </a:solidFill>
              <a:latin typeface="+mn-lt"/>
              <a:sym typeface="Symbol" panose="05050102010706020507" pitchFamily="18" charset="2"/>
            </a:endParaRPr>
          </a:p>
        </p:txBody>
      </p:sp>
      <p:grpSp>
        <p:nvGrpSpPr>
          <p:cNvPr id="113" name="Group 74">
            <a:extLst>
              <a:ext uri="{FF2B5EF4-FFF2-40B4-BE49-F238E27FC236}">
                <a16:creationId xmlns:a16="http://schemas.microsoft.com/office/drawing/2014/main" id="{EB39992A-92C9-4AD9-A014-8525B03EC2E6}"/>
              </a:ext>
            </a:extLst>
          </p:cNvPr>
          <p:cNvGrpSpPr>
            <a:grpSpLocks/>
          </p:cNvGrpSpPr>
          <p:nvPr/>
        </p:nvGrpSpPr>
        <p:grpSpPr bwMode="auto">
          <a:xfrm>
            <a:off x="7932901" y="2240918"/>
            <a:ext cx="381000" cy="1381125"/>
            <a:chOff x="1680" y="1584"/>
            <a:chExt cx="240" cy="870"/>
          </a:xfrm>
          <a:solidFill>
            <a:srgbClr val="CCFFCC"/>
          </a:solidFill>
        </p:grpSpPr>
        <p:sp>
          <p:nvSpPr>
            <p:cNvPr id="114" name="Text Box 75">
              <a:extLst>
                <a:ext uri="{FF2B5EF4-FFF2-40B4-BE49-F238E27FC236}">
                  <a16:creationId xmlns:a16="http://schemas.microsoft.com/office/drawing/2014/main" id="{77E3E8E4-F40E-4F49-BBDD-B7F63C02C6CF}"/>
                </a:ext>
              </a:extLst>
            </p:cNvPr>
            <p:cNvSpPr txBox="1">
              <a:spLocks noChangeArrowheads="1"/>
            </p:cNvSpPr>
            <p:nvPr/>
          </p:nvSpPr>
          <p:spPr bwMode="auto">
            <a:xfrm>
              <a:off x="1680" y="1584"/>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dirty="0">
                  <a:solidFill>
                    <a:schemeClr val="bg2"/>
                  </a:solidFill>
                  <a:latin typeface="+mn-lt"/>
                </a:rPr>
                <a:t>3</a:t>
              </a:r>
            </a:p>
          </p:txBody>
        </p:sp>
        <p:sp>
          <p:nvSpPr>
            <p:cNvPr id="115" name="Text Box 76">
              <a:extLst>
                <a:ext uri="{FF2B5EF4-FFF2-40B4-BE49-F238E27FC236}">
                  <a16:creationId xmlns:a16="http://schemas.microsoft.com/office/drawing/2014/main" id="{853FC132-0A15-486F-BFB4-3207C02BAFC4}"/>
                </a:ext>
              </a:extLst>
            </p:cNvPr>
            <p:cNvSpPr txBox="1">
              <a:spLocks noChangeArrowheads="1"/>
            </p:cNvSpPr>
            <p:nvPr/>
          </p:nvSpPr>
          <p:spPr bwMode="auto">
            <a:xfrm>
              <a:off x="1680" y="1872"/>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dirty="0">
                  <a:solidFill>
                    <a:schemeClr val="bg2"/>
                  </a:solidFill>
                  <a:latin typeface="+mn-lt"/>
                </a:rPr>
                <a:t>4</a:t>
              </a:r>
            </a:p>
          </p:txBody>
        </p:sp>
        <p:sp>
          <p:nvSpPr>
            <p:cNvPr id="116" name="Text Box 77">
              <a:extLst>
                <a:ext uri="{FF2B5EF4-FFF2-40B4-BE49-F238E27FC236}">
                  <a16:creationId xmlns:a16="http://schemas.microsoft.com/office/drawing/2014/main" id="{FCD0621F-9FE5-4267-B1D6-76B36854F531}"/>
                </a:ext>
              </a:extLst>
            </p:cNvPr>
            <p:cNvSpPr txBox="1">
              <a:spLocks noChangeArrowheads="1"/>
            </p:cNvSpPr>
            <p:nvPr/>
          </p:nvSpPr>
          <p:spPr bwMode="auto">
            <a:xfrm>
              <a:off x="1680" y="2160"/>
              <a:ext cx="240" cy="294"/>
            </a:xfrm>
            <a:prstGeom prst="rect">
              <a:avLst/>
            </a:prstGeom>
            <a:grpFill/>
            <a:ln w="9525" algn="ctr">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dirty="0">
                  <a:solidFill>
                    <a:schemeClr val="bg2"/>
                  </a:solidFill>
                  <a:latin typeface="+mn-lt"/>
                </a:rPr>
                <a:t>5</a:t>
              </a:r>
            </a:p>
          </p:txBody>
        </p:sp>
      </p:grpSp>
      <p:sp>
        <p:nvSpPr>
          <p:cNvPr id="91"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638405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0"/>
                                        </p:tgtEl>
                                        <p:attrNameLst>
                                          <p:attrName>style.visibility</p:attrName>
                                        </p:attrNameLst>
                                      </p:cBhvr>
                                      <p:to>
                                        <p:strVal val="visible"/>
                                      </p:to>
                                    </p:set>
                                    <p:animEffect transition="in" filter="dissolve">
                                      <p:cBhvr>
                                        <p:cTn id="7" dur="500"/>
                                        <p:tgtEl>
                                          <p:spTgt spid="11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dissolv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dissolve">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dissolve">
                                      <p:cBhvr>
                                        <p:cTn id="22" dur="5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dissolve">
                                      <p:cBhvr>
                                        <p:cTn id="27" dur="5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dissolve">
                                      <p:cBhvr>
                                        <p:cTn id="32" dur="500"/>
                                        <p:tgtEl>
                                          <p:spTgt spid="38"/>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42"/>
                                        </p:tgtEl>
                                        <p:attrNameLst>
                                          <p:attrName>style.visibility</p:attrName>
                                        </p:attrNameLst>
                                      </p:cBhvr>
                                      <p:to>
                                        <p:strVal val="visible"/>
                                      </p:to>
                                    </p:set>
                                    <p:animEffect transition="in" filter="dissolve">
                                      <p:cBhvr>
                                        <p:cTn id="37" dur="500"/>
                                        <p:tgtEl>
                                          <p:spTgt spid="42"/>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46"/>
                                        </p:tgtEl>
                                        <p:attrNameLst>
                                          <p:attrName>style.visibility</p:attrName>
                                        </p:attrNameLst>
                                      </p:cBhvr>
                                      <p:to>
                                        <p:strVal val="visible"/>
                                      </p:to>
                                    </p:set>
                                    <p:animEffect transition="in" filter="dissolve">
                                      <p:cBhvr>
                                        <p:cTn id="42" dur="500"/>
                                        <p:tgtEl>
                                          <p:spTgt spid="46"/>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50"/>
                                        </p:tgtEl>
                                        <p:attrNameLst>
                                          <p:attrName>style.visibility</p:attrName>
                                        </p:attrNameLst>
                                      </p:cBhvr>
                                      <p:to>
                                        <p:strVal val="visible"/>
                                      </p:to>
                                    </p:set>
                                    <p:animEffect transition="in" filter="dissolve">
                                      <p:cBhvr>
                                        <p:cTn id="47" dur="500"/>
                                        <p:tgtEl>
                                          <p:spTgt spid="50"/>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54"/>
                                        </p:tgtEl>
                                        <p:attrNameLst>
                                          <p:attrName>style.visibility</p:attrName>
                                        </p:attrNameLst>
                                      </p:cBhvr>
                                      <p:to>
                                        <p:strVal val="visible"/>
                                      </p:to>
                                    </p:set>
                                    <p:animEffect transition="in" filter="dissolve">
                                      <p:cBhvr>
                                        <p:cTn id="52" dur="500"/>
                                        <p:tgtEl>
                                          <p:spTgt spid="54"/>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113"/>
                                        </p:tgtEl>
                                        <p:attrNameLst>
                                          <p:attrName>style.visibility</p:attrName>
                                        </p:attrNameLst>
                                      </p:cBhvr>
                                      <p:to>
                                        <p:strVal val="visible"/>
                                      </p:to>
                                    </p:set>
                                    <p:animEffect transition="in" filter="dissolve">
                                      <p:cBhvr>
                                        <p:cTn id="57" dur="500"/>
                                        <p:tgtEl>
                                          <p:spTgt spid="113"/>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112"/>
                                        </p:tgtEl>
                                        <p:attrNameLst>
                                          <p:attrName>style.visibility</p:attrName>
                                        </p:attrNameLst>
                                      </p:cBhvr>
                                      <p:to>
                                        <p:strVal val="visible"/>
                                      </p:to>
                                    </p:set>
                                    <p:animEffect transition="in" filter="dissolve">
                                      <p:cBhvr>
                                        <p:cTn id="62" dur="500"/>
                                        <p:tgtEl>
                                          <p:spTgt spid="112"/>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58"/>
                                        </p:tgtEl>
                                        <p:attrNameLst>
                                          <p:attrName>style.visibility</p:attrName>
                                        </p:attrNameLst>
                                      </p:cBhvr>
                                      <p:to>
                                        <p:strVal val="visible"/>
                                      </p:to>
                                    </p:set>
                                    <p:animEffect transition="in" filter="dissolve">
                                      <p:cBhvr>
                                        <p:cTn id="67" dur="500"/>
                                        <p:tgtEl>
                                          <p:spTgt spid="58"/>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11"/>
                                        </p:tgtEl>
                                        <p:attrNameLst>
                                          <p:attrName>style.visibility</p:attrName>
                                        </p:attrNameLst>
                                      </p:cBhvr>
                                      <p:to>
                                        <p:strVal val="visible"/>
                                      </p:to>
                                    </p:set>
                                    <p:animEffect transition="in" filter="fade">
                                      <p:cBhvr>
                                        <p:cTn id="72" dur="500"/>
                                        <p:tgtEl>
                                          <p:spTgt spid="111"/>
                                        </p:tgtEl>
                                      </p:cBhvr>
                                    </p:animEffect>
                                  </p:childTnLst>
                                </p:cTn>
                              </p:par>
                            </p:childTnLst>
                          </p:cTn>
                        </p:par>
                      </p:childTnLst>
                    </p:cTn>
                  </p:par>
                  <p:par>
                    <p:cTn id="73" fill="hold">
                      <p:stCondLst>
                        <p:cond delay="indefinite"/>
                      </p:stCondLst>
                      <p:childTnLst>
                        <p:par>
                          <p:cTn id="74" fill="hold">
                            <p:stCondLst>
                              <p:cond delay="0"/>
                            </p:stCondLst>
                            <p:childTnLst>
                              <p:par>
                                <p:cTn id="75" presetID="9" presetClass="entr" presetSubtype="0" fill="hold" nodeType="clickEffect">
                                  <p:stCondLst>
                                    <p:cond delay="0"/>
                                  </p:stCondLst>
                                  <p:childTnLst>
                                    <p:set>
                                      <p:cBhvr>
                                        <p:cTn id="76" dur="1" fill="hold">
                                          <p:stCondLst>
                                            <p:cond delay="0"/>
                                          </p:stCondLst>
                                        </p:cTn>
                                        <p:tgtEl>
                                          <p:spTgt spid="59"/>
                                        </p:tgtEl>
                                        <p:attrNameLst>
                                          <p:attrName>style.visibility</p:attrName>
                                        </p:attrNameLst>
                                      </p:cBhvr>
                                      <p:to>
                                        <p:strVal val="visible"/>
                                      </p:to>
                                    </p:set>
                                    <p:animEffect transition="in" filter="dissolve">
                                      <p:cBhvr>
                                        <p:cTn id="77" dur="500"/>
                                        <p:tgtEl>
                                          <p:spTgt spid="59"/>
                                        </p:tgtEl>
                                      </p:cBhvr>
                                    </p:animEffect>
                                  </p:childTnLst>
                                </p:cTn>
                              </p:par>
                            </p:childTnLst>
                          </p:cTn>
                        </p:par>
                      </p:childTnLst>
                    </p:cTn>
                  </p:par>
                  <p:par>
                    <p:cTn id="78" fill="hold">
                      <p:stCondLst>
                        <p:cond delay="indefinite"/>
                      </p:stCondLst>
                      <p:childTnLst>
                        <p:par>
                          <p:cTn id="79" fill="hold">
                            <p:stCondLst>
                              <p:cond delay="0"/>
                            </p:stCondLst>
                            <p:childTnLst>
                              <p:par>
                                <p:cTn id="80" presetID="9" presetClass="entr" presetSubtype="0" fill="hold" nodeType="clickEffect">
                                  <p:stCondLst>
                                    <p:cond delay="0"/>
                                  </p:stCondLst>
                                  <p:childTnLst>
                                    <p:set>
                                      <p:cBhvr>
                                        <p:cTn id="81" dur="1" fill="hold">
                                          <p:stCondLst>
                                            <p:cond delay="0"/>
                                          </p:stCondLst>
                                        </p:cTn>
                                        <p:tgtEl>
                                          <p:spTgt spid="64"/>
                                        </p:tgtEl>
                                        <p:attrNameLst>
                                          <p:attrName>style.visibility</p:attrName>
                                        </p:attrNameLst>
                                      </p:cBhvr>
                                      <p:to>
                                        <p:strVal val="visible"/>
                                      </p:to>
                                    </p:set>
                                    <p:animEffect transition="in" filter="dissolve">
                                      <p:cBhvr>
                                        <p:cTn id="82" dur="500"/>
                                        <p:tgtEl>
                                          <p:spTgt spid="64"/>
                                        </p:tgtEl>
                                      </p:cBhvr>
                                    </p:animEffect>
                                  </p:childTnLst>
                                </p:cTn>
                              </p:par>
                            </p:childTnLst>
                          </p:cTn>
                        </p:par>
                      </p:childTnLst>
                    </p:cTn>
                  </p:par>
                  <p:par>
                    <p:cTn id="83" fill="hold">
                      <p:stCondLst>
                        <p:cond delay="indefinite"/>
                      </p:stCondLst>
                      <p:childTnLst>
                        <p:par>
                          <p:cTn id="84" fill="hold">
                            <p:stCondLst>
                              <p:cond delay="0"/>
                            </p:stCondLst>
                            <p:childTnLst>
                              <p:par>
                                <p:cTn id="85" presetID="9" presetClass="entr" presetSubtype="0" fill="hold" nodeType="clickEffect">
                                  <p:stCondLst>
                                    <p:cond delay="0"/>
                                  </p:stCondLst>
                                  <p:childTnLst>
                                    <p:set>
                                      <p:cBhvr>
                                        <p:cTn id="86" dur="1" fill="hold">
                                          <p:stCondLst>
                                            <p:cond delay="0"/>
                                          </p:stCondLst>
                                        </p:cTn>
                                        <p:tgtEl>
                                          <p:spTgt spid="69"/>
                                        </p:tgtEl>
                                        <p:attrNameLst>
                                          <p:attrName>style.visibility</p:attrName>
                                        </p:attrNameLst>
                                      </p:cBhvr>
                                      <p:to>
                                        <p:strVal val="visible"/>
                                      </p:to>
                                    </p:set>
                                    <p:animEffect transition="in" filter="dissolve">
                                      <p:cBhvr>
                                        <p:cTn id="87" dur="500"/>
                                        <p:tgtEl>
                                          <p:spTgt spid="69"/>
                                        </p:tgtEl>
                                      </p:cBhvr>
                                    </p:animEffect>
                                  </p:childTnLst>
                                </p:cTn>
                              </p:par>
                            </p:childTnLst>
                          </p:cTn>
                        </p:par>
                      </p:childTnLst>
                    </p:cTn>
                  </p:par>
                  <p:par>
                    <p:cTn id="88" fill="hold">
                      <p:stCondLst>
                        <p:cond delay="indefinite"/>
                      </p:stCondLst>
                      <p:childTnLst>
                        <p:par>
                          <p:cTn id="89" fill="hold">
                            <p:stCondLst>
                              <p:cond delay="0"/>
                            </p:stCondLst>
                            <p:childTnLst>
                              <p:par>
                                <p:cTn id="90" presetID="9" presetClass="entr" presetSubtype="0" fill="hold" nodeType="clickEffect">
                                  <p:stCondLst>
                                    <p:cond delay="0"/>
                                  </p:stCondLst>
                                  <p:childTnLst>
                                    <p:set>
                                      <p:cBhvr>
                                        <p:cTn id="91" dur="1" fill="hold">
                                          <p:stCondLst>
                                            <p:cond delay="0"/>
                                          </p:stCondLst>
                                        </p:cTn>
                                        <p:tgtEl>
                                          <p:spTgt spid="74"/>
                                        </p:tgtEl>
                                        <p:attrNameLst>
                                          <p:attrName>style.visibility</p:attrName>
                                        </p:attrNameLst>
                                      </p:cBhvr>
                                      <p:to>
                                        <p:strVal val="visible"/>
                                      </p:to>
                                    </p:set>
                                    <p:animEffect transition="in" filter="dissolve">
                                      <p:cBhvr>
                                        <p:cTn id="92" dur="500"/>
                                        <p:tgtEl>
                                          <p:spTgt spid="74"/>
                                        </p:tgtEl>
                                      </p:cBhvr>
                                    </p:animEffect>
                                  </p:childTnLst>
                                </p:cTn>
                              </p:par>
                            </p:childTnLst>
                          </p:cTn>
                        </p:par>
                      </p:childTnLst>
                    </p:cTn>
                  </p:par>
                  <p:par>
                    <p:cTn id="93" fill="hold">
                      <p:stCondLst>
                        <p:cond delay="indefinite"/>
                      </p:stCondLst>
                      <p:childTnLst>
                        <p:par>
                          <p:cTn id="94" fill="hold">
                            <p:stCondLst>
                              <p:cond delay="0"/>
                            </p:stCondLst>
                            <p:childTnLst>
                              <p:par>
                                <p:cTn id="95" presetID="9" presetClass="entr" presetSubtype="0" fill="hold" nodeType="clickEffect">
                                  <p:stCondLst>
                                    <p:cond delay="0"/>
                                  </p:stCondLst>
                                  <p:childTnLst>
                                    <p:set>
                                      <p:cBhvr>
                                        <p:cTn id="96" dur="1" fill="hold">
                                          <p:stCondLst>
                                            <p:cond delay="0"/>
                                          </p:stCondLst>
                                        </p:cTn>
                                        <p:tgtEl>
                                          <p:spTgt spid="79"/>
                                        </p:tgtEl>
                                        <p:attrNameLst>
                                          <p:attrName>style.visibility</p:attrName>
                                        </p:attrNameLst>
                                      </p:cBhvr>
                                      <p:to>
                                        <p:strVal val="visible"/>
                                      </p:to>
                                    </p:set>
                                    <p:animEffect transition="in" filter="dissolve">
                                      <p:cBhvr>
                                        <p:cTn id="97" dur="500"/>
                                        <p:tgtEl>
                                          <p:spTgt spid="79"/>
                                        </p:tgtEl>
                                      </p:cBhvr>
                                    </p:animEffect>
                                  </p:childTnLst>
                                </p:cTn>
                              </p:par>
                            </p:childTnLst>
                          </p:cTn>
                        </p:par>
                      </p:childTnLst>
                    </p:cTn>
                  </p:par>
                  <p:par>
                    <p:cTn id="98" fill="hold">
                      <p:stCondLst>
                        <p:cond delay="indefinite"/>
                      </p:stCondLst>
                      <p:childTnLst>
                        <p:par>
                          <p:cTn id="99" fill="hold">
                            <p:stCondLst>
                              <p:cond delay="0"/>
                            </p:stCondLst>
                            <p:childTnLst>
                              <p:par>
                                <p:cTn id="100" presetID="9" presetClass="entr" presetSubtype="0" fill="hold" nodeType="clickEffect">
                                  <p:stCondLst>
                                    <p:cond delay="0"/>
                                  </p:stCondLst>
                                  <p:childTnLst>
                                    <p:set>
                                      <p:cBhvr>
                                        <p:cTn id="101" dur="1" fill="hold">
                                          <p:stCondLst>
                                            <p:cond delay="0"/>
                                          </p:stCondLst>
                                        </p:cTn>
                                        <p:tgtEl>
                                          <p:spTgt spid="94"/>
                                        </p:tgtEl>
                                        <p:attrNameLst>
                                          <p:attrName>style.visibility</p:attrName>
                                        </p:attrNameLst>
                                      </p:cBhvr>
                                      <p:to>
                                        <p:strVal val="visible"/>
                                      </p:to>
                                    </p:set>
                                    <p:animEffect transition="in" filter="dissolve">
                                      <p:cBhvr>
                                        <p:cTn id="102" dur="500"/>
                                        <p:tgtEl>
                                          <p:spTgt spid="94"/>
                                        </p:tgtEl>
                                      </p:cBhvr>
                                    </p:animEffect>
                                  </p:childTnLst>
                                </p:cTn>
                              </p:par>
                            </p:childTnLst>
                          </p:cTn>
                        </p:par>
                      </p:childTnLst>
                    </p:cTn>
                  </p:par>
                  <p:par>
                    <p:cTn id="103" fill="hold">
                      <p:stCondLst>
                        <p:cond delay="indefinite"/>
                      </p:stCondLst>
                      <p:childTnLst>
                        <p:par>
                          <p:cTn id="104" fill="hold">
                            <p:stCondLst>
                              <p:cond delay="0"/>
                            </p:stCondLst>
                            <p:childTnLst>
                              <p:par>
                                <p:cTn id="105" presetID="9" presetClass="entr" presetSubtype="0" fill="hold" nodeType="clickEffect">
                                  <p:stCondLst>
                                    <p:cond delay="0"/>
                                  </p:stCondLst>
                                  <p:childTnLst>
                                    <p:set>
                                      <p:cBhvr>
                                        <p:cTn id="106" dur="1" fill="hold">
                                          <p:stCondLst>
                                            <p:cond delay="0"/>
                                          </p:stCondLst>
                                        </p:cTn>
                                        <p:tgtEl>
                                          <p:spTgt spid="99"/>
                                        </p:tgtEl>
                                        <p:attrNameLst>
                                          <p:attrName>style.visibility</p:attrName>
                                        </p:attrNameLst>
                                      </p:cBhvr>
                                      <p:to>
                                        <p:strVal val="visible"/>
                                      </p:to>
                                    </p:set>
                                    <p:animEffect transition="in" filter="dissolve">
                                      <p:cBhvr>
                                        <p:cTn id="107" dur="500"/>
                                        <p:tgtEl>
                                          <p:spTgt spid="99"/>
                                        </p:tgtEl>
                                      </p:cBhvr>
                                    </p:animEffect>
                                  </p:childTnLst>
                                </p:cTn>
                              </p:par>
                            </p:childTnLst>
                          </p:cTn>
                        </p:par>
                      </p:childTnLst>
                    </p:cTn>
                  </p:par>
                  <p:par>
                    <p:cTn id="108" fill="hold">
                      <p:stCondLst>
                        <p:cond delay="indefinite"/>
                      </p:stCondLst>
                      <p:childTnLst>
                        <p:par>
                          <p:cTn id="109" fill="hold">
                            <p:stCondLst>
                              <p:cond delay="0"/>
                            </p:stCondLst>
                            <p:childTnLst>
                              <p:par>
                                <p:cTn id="110" presetID="9" presetClass="entr" presetSubtype="0" fill="hold" nodeType="clickEffect">
                                  <p:stCondLst>
                                    <p:cond delay="0"/>
                                  </p:stCondLst>
                                  <p:childTnLst>
                                    <p:set>
                                      <p:cBhvr>
                                        <p:cTn id="111" dur="1" fill="hold">
                                          <p:stCondLst>
                                            <p:cond delay="0"/>
                                          </p:stCondLst>
                                        </p:cTn>
                                        <p:tgtEl>
                                          <p:spTgt spid="104"/>
                                        </p:tgtEl>
                                        <p:attrNameLst>
                                          <p:attrName>style.visibility</p:attrName>
                                        </p:attrNameLst>
                                      </p:cBhvr>
                                      <p:to>
                                        <p:strVal val="visible"/>
                                      </p:to>
                                    </p:set>
                                    <p:animEffect transition="in" filter="dissolve">
                                      <p:cBhvr>
                                        <p:cTn id="112" dur="500"/>
                                        <p:tgtEl>
                                          <p:spTgt spid="104"/>
                                        </p:tgtEl>
                                      </p:cBhvr>
                                    </p:animEffect>
                                  </p:childTnLst>
                                </p:cTn>
                              </p:par>
                            </p:childTnLst>
                          </p:cTn>
                        </p:par>
                      </p:childTnLst>
                    </p:cTn>
                  </p:par>
                  <p:par>
                    <p:cTn id="113" fill="hold">
                      <p:stCondLst>
                        <p:cond delay="indefinite"/>
                      </p:stCondLst>
                      <p:childTnLst>
                        <p:par>
                          <p:cTn id="114" fill="hold">
                            <p:stCondLst>
                              <p:cond delay="0"/>
                            </p:stCondLst>
                            <p:childTnLst>
                              <p:par>
                                <p:cTn id="115" presetID="9" presetClass="entr" presetSubtype="0" fill="hold" grpId="0" nodeType="clickEffect">
                                  <p:stCondLst>
                                    <p:cond delay="0"/>
                                  </p:stCondLst>
                                  <p:childTnLst>
                                    <p:set>
                                      <p:cBhvr>
                                        <p:cTn id="116" dur="1" fill="hold">
                                          <p:stCondLst>
                                            <p:cond delay="0"/>
                                          </p:stCondLst>
                                        </p:cTn>
                                        <p:tgtEl>
                                          <p:spTgt spid="109"/>
                                        </p:tgtEl>
                                        <p:attrNameLst>
                                          <p:attrName>style.visibility</p:attrName>
                                        </p:attrNameLst>
                                      </p:cBhvr>
                                      <p:to>
                                        <p:strVal val="visible"/>
                                      </p:to>
                                    </p:set>
                                    <p:animEffect transition="in" filter="dissolve">
                                      <p:cBhvr>
                                        <p:cTn id="117" dur="500"/>
                                        <p:tgtEl>
                                          <p:spTgt spid="109"/>
                                        </p:tgtEl>
                                      </p:cBhvr>
                                    </p:animEffect>
                                  </p:childTnLst>
                                </p:cTn>
                              </p:par>
                            </p:childTnLst>
                          </p:cTn>
                        </p:par>
                        <p:par>
                          <p:cTn id="118" fill="hold">
                            <p:stCondLst>
                              <p:cond delay="500"/>
                            </p:stCondLst>
                            <p:childTnLst>
                              <p:par>
                                <p:cTn id="119" presetID="2" presetClass="entr" presetSubtype="6" fill="hold" grpId="0" nodeType="afterEffect">
                                  <p:stCondLst>
                                    <p:cond delay="0"/>
                                  </p:stCondLst>
                                  <p:childTnLst>
                                    <p:set>
                                      <p:cBhvr>
                                        <p:cTn id="120" dur="1" fill="hold">
                                          <p:stCondLst>
                                            <p:cond delay="0"/>
                                          </p:stCondLst>
                                        </p:cTn>
                                        <p:tgtEl>
                                          <p:spTgt spid="91"/>
                                        </p:tgtEl>
                                        <p:attrNameLst>
                                          <p:attrName>style.visibility</p:attrName>
                                        </p:attrNameLst>
                                      </p:cBhvr>
                                      <p:to>
                                        <p:strVal val="visible"/>
                                      </p:to>
                                    </p:set>
                                    <p:anim calcmode="lin" valueType="num">
                                      <p:cBhvr additive="base">
                                        <p:cTn id="121" dur="500" fill="hold"/>
                                        <p:tgtEl>
                                          <p:spTgt spid="91"/>
                                        </p:tgtEl>
                                        <p:attrNameLst>
                                          <p:attrName>ppt_x</p:attrName>
                                        </p:attrNameLst>
                                      </p:cBhvr>
                                      <p:tavLst>
                                        <p:tav tm="0">
                                          <p:val>
                                            <p:strVal val="1+#ppt_w/2"/>
                                          </p:val>
                                        </p:tav>
                                        <p:tav tm="100000">
                                          <p:val>
                                            <p:strVal val="#ppt_x"/>
                                          </p:val>
                                        </p:tav>
                                      </p:tavLst>
                                    </p:anim>
                                    <p:anim calcmode="lin" valueType="num">
                                      <p:cBhvr additive="base">
                                        <p:cTn id="122" dur="500" fill="hold"/>
                                        <p:tgtEl>
                                          <p:spTgt spid="9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109" grpId="0" animBg="1"/>
      <p:bldP spid="110" grpId="0"/>
      <p:bldP spid="111" grpId="0"/>
      <p:bldP spid="112" grpId="0" animBg="1"/>
      <p:bldP spid="9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B8A86A7-9AA4-4D06-8882-BC162D5F4AC1}"/>
              </a:ext>
            </a:extLst>
          </p:cNvPr>
          <p:cNvSpPr txBox="1">
            <a:spLocks noChangeArrowheads="1"/>
          </p:cNvSpPr>
          <p:nvPr/>
        </p:nvSpPr>
        <p:spPr>
          <a:xfrm>
            <a:off x="-90264" y="1052736"/>
            <a:ext cx="9324528" cy="5065213"/>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ct val="90000"/>
              </a:lnSpc>
              <a:spcBef>
                <a:spcPct val="0"/>
              </a:spcBef>
              <a:buClr>
                <a:schemeClr val="bg1"/>
              </a:buClr>
              <a:buSzPct val="80000"/>
              <a:buFont typeface="Wingdings" panose="05000000000000000000" pitchFamily="2" charset="2"/>
              <a:buChar char="n"/>
              <a:tabLst>
                <a:tab pos="3851275" algn="l"/>
              </a:tabLst>
              <a:defRPr/>
            </a:pPr>
            <a:r>
              <a:rPr lang="zh-CN" altLang="en-US" sz="3600" dirty="0">
                <a:solidFill>
                  <a:schemeClr val="bg1"/>
                </a:solidFill>
                <a:latin typeface="+mj-lt"/>
                <a:ea typeface="楷体" panose="02010609060101010101" pitchFamily="49" charset="-122"/>
              </a:rPr>
              <a:t>时间戳法</a:t>
            </a:r>
            <a:endParaRPr lang="en-US" altLang="zh-CN" sz="3600" dirty="0">
              <a:solidFill>
                <a:schemeClr val="bg1"/>
              </a:solidFill>
              <a:latin typeface="+mj-lt"/>
              <a:ea typeface="楷体" panose="02010609060101010101" pitchFamily="49" charset="-122"/>
            </a:endParaRPr>
          </a:p>
          <a:p>
            <a:pPr marL="812800" lvl="3" indent="-355600" defTabSz="355600">
              <a:lnSpc>
                <a:spcPct val="90000"/>
              </a:lnSpc>
              <a:spcBef>
                <a:spcPct val="0"/>
              </a:spcBef>
              <a:buClr>
                <a:schemeClr val="bg2"/>
              </a:buClr>
              <a:buSzPct val="70000"/>
              <a:buFont typeface="Wingdings" panose="05000000000000000000" pitchFamily="2" charset="2"/>
              <a:buChar char="n"/>
              <a:tabLst>
                <a:tab pos="3851275" algn="l"/>
              </a:tabLst>
              <a:defRPr/>
            </a:pPr>
            <a:r>
              <a:rPr lang="zh-CN" altLang="en-US"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考察每个页最近一次访问到现在</a:t>
            </a:r>
            <a:r>
              <a:rPr lang="zh-CN" altLang="en-US" sz="3200" dirty="0" smtClean="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经历多</a:t>
            </a:r>
            <a:r>
              <a:rPr lang="zh-CN" altLang="en-US"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长时间</a:t>
            </a:r>
            <a:endParaRPr lang="en-US" altLang="zh-CN"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a:p>
            <a:pPr marL="812800" lvl="3" indent="-355600" defTabSz="355600">
              <a:lnSpc>
                <a:spcPct val="90000"/>
              </a:lnSpc>
              <a:spcBef>
                <a:spcPct val="0"/>
              </a:spcBef>
              <a:buClr>
                <a:schemeClr val="bg2"/>
              </a:buClr>
              <a:buSzPct val="70000"/>
              <a:buFont typeface="Wingdings" panose="05000000000000000000" pitchFamily="2" charset="2"/>
              <a:buChar char="n"/>
              <a:tabLst>
                <a:tab pos="3851275" algn="l"/>
              </a:tabLst>
              <a:defRPr/>
            </a:pPr>
            <a:r>
              <a:rPr lang="zh-CN" altLang="en-US"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每次内存访问，需要更新页面访问时间、淘汰时需要找到最小值  </a:t>
            </a:r>
            <a:endParaRPr lang="en-US" altLang="zh-CN"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a:p>
            <a:pPr marL="812800" lvl="3" indent="-355600" defTabSz="355600">
              <a:lnSpc>
                <a:spcPct val="90000"/>
              </a:lnSpc>
              <a:spcBef>
                <a:spcPct val="0"/>
              </a:spcBef>
              <a:buClr>
                <a:schemeClr val="bg2"/>
              </a:buClr>
              <a:buSzPct val="70000"/>
              <a:buFont typeface="Wingdings" panose="05000000000000000000" pitchFamily="2" charset="2"/>
              <a:buChar char="n"/>
              <a:tabLst>
                <a:tab pos="3851275" algn="l"/>
              </a:tabLst>
              <a:defRPr/>
            </a:pPr>
            <a:r>
              <a:rPr lang="zh-CN" altLang="en-US"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代价</a:t>
            </a:r>
            <a:r>
              <a:rPr lang="zh-CN" altLang="en-US" sz="3200" dirty="0" smtClean="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较大</a:t>
            </a:r>
            <a:endParaRPr lang="en-US" altLang="zh-CN"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a:p>
            <a:pPr marL="355600" lvl="2" indent="-355600" defTabSz="355600">
              <a:lnSpc>
                <a:spcPct val="90000"/>
              </a:lnSpc>
              <a:spcBef>
                <a:spcPct val="0"/>
              </a:spcBef>
              <a:buClr>
                <a:schemeClr val="bg1"/>
              </a:buClr>
              <a:buSzPct val="80000"/>
              <a:buFont typeface="Wingdings" panose="05000000000000000000" pitchFamily="2" charset="2"/>
              <a:buChar char="n"/>
              <a:tabLst>
                <a:tab pos="3851275" algn="l"/>
              </a:tabLst>
              <a:defRPr/>
            </a:pPr>
            <a:r>
              <a:rPr lang="zh-CN" altLang="en-US" sz="3600" dirty="0">
                <a:solidFill>
                  <a:schemeClr val="bg1"/>
                </a:solidFill>
                <a:latin typeface="+mj-lt"/>
                <a:ea typeface="楷体" panose="02010609060101010101" pitchFamily="49" charset="-122"/>
              </a:rPr>
              <a:t>页码栈</a:t>
            </a:r>
            <a:endParaRPr lang="en-US" altLang="zh-CN" sz="3600" dirty="0">
              <a:solidFill>
                <a:schemeClr val="bg1"/>
              </a:solidFill>
              <a:latin typeface="+mj-lt"/>
              <a:ea typeface="楷体" panose="02010609060101010101" pitchFamily="49" charset="-122"/>
            </a:endParaRPr>
          </a:p>
          <a:p>
            <a:pPr marL="812800" lvl="3" indent="-355600" defTabSz="355600">
              <a:lnSpc>
                <a:spcPct val="90000"/>
              </a:lnSpc>
              <a:spcBef>
                <a:spcPct val="0"/>
              </a:spcBef>
              <a:buClr>
                <a:schemeClr val="bg2"/>
              </a:buClr>
              <a:buSzPct val="70000"/>
              <a:buFont typeface="Wingdings" panose="05000000000000000000" pitchFamily="2" charset="2"/>
              <a:buChar char="n"/>
              <a:tabLst>
                <a:tab pos="3851275" algn="l"/>
              </a:tabLst>
              <a:defRPr/>
            </a:pPr>
            <a:r>
              <a:rPr lang="zh-CN" altLang="en-US"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维护一个双向链表形式的页码栈</a:t>
            </a:r>
            <a:endParaRPr lang="en-US" altLang="zh-CN"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a:p>
            <a:pPr marL="812800" lvl="3" indent="-355600" defTabSz="355600">
              <a:lnSpc>
                <a:spcPct val="90000"/>
              </a:lnSpc>
              <a:spcBef>
                <a:spcPct val="0"/>
              </a:spcBef>
              <a:buClr>
                <a:schemeClr val="bg2"/>
              </a:buClr>
              <a:buSzPct val="70000"/>
              <a:buFont typeface="Wingdings" panose="05000000000000000000" pitchFamily="2" charset="2"/>
              <a:buChar char="n"/>
              <a:tabLst>
                <a:tab pos="3851275" algn="l"/>
              </a:tabLst>
              <a:defRPr/>
            </a:pPr>
            <a:r>
              <a:rPr lang="zh-CN" altLang="en-US"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一个页被访问把它移动栈顶，需要改变</a:t>
            </a:r>
            <a:r>
              <a:rPr lang="en-US" altLang="zh-CN"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6</a:t>
            </a:r>
            <a:r>
              <a:rPr lang="zh-CN" altLang="en-US"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个指针值，淘汰时选栈底</a:t>
            </a:r>
            <a:endParaRPr lang="en-US" altLang="zh-CN"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a:p>
            <a:pPr marL="812800" lvl="3" indent="-355600" defTabSz="355600">
              <a:lnSpc>
                <a:spcPct val="90000"/>
              </a:lnSpc>
              <a:spcBef>
                <a:spcPct val="0"/>
              </a:spcBef>
              <a:buClr>
                <a:schemeClr val="bg2"/>
              </a:buClr>
              <a:buSzPct val="70000"/>
              <a:buFont typeface="Wingdings" panose="05000000000000000000" pitchFamily="2" charset="2"/>
              <a:buChar char="n"/>
              <a:tabLst>
                <a:tab pos="3851275" algn="l"/>
              </a:tabLst>
              <a:defRPr/>
            </a:pPr>
            <a:r>
              <a:rPr lang="zh-CN" altLang="en-US" sz="3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代价</a:t>
            </a:r>
            <a:r>
              <a:rPr lang="zh-CN" altLang="en-US" sz="3200" dirty="0" smtClean="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较大</a:t>
            </a:r>
            <a:endParaRPr lang="zh-CN" altLang="en-US" sz="2400" b="1" kern="0" dirty="0">
              <a:latin typeface="楷体_GB2312" pitchFamily="49" charset="-122"/>
              <a:ea typeface="楷体_GB2312" pitchFamily="49" charset="-122"/>
            </a:endParaRPr>
          </a:p>
        </p:txBody>
      </p:sp>
      <p:sp>
        <p:nvSpPr>
          <p:cNvPr id="5" name="文本框 4">
            <a:extLst>
              <a:ext uri="{FF2B5EF4-FFF2-40B4-BE49-F238E27FC236}">
                <a16:creationId xmlns:a16="http://schemas.microsoft.com/office/drawing/2014/main" id="{01327432-C6C6-450B-9463-D557B7044BBB}"/>
              </a:ext>
            </a:extLst>
          </p:cNvPr>
          <p:cNvSpPr txBox="1"/>
          <p:nvPr/>
        </p:nvSpPr>
        <p:spPr>
          <a:xfrm>
            <a:off x="2277477" y="-13997"/>
            <a:ext cx="4467200" cy="715581"/>
          </a:xfrm>
          <a:prstGeom prst="rect">
            <a:avLst/>
          </a:prstGeom>
          <a:noFill/>
        </p:spPr>
        <p:txBody>
          <a:bodyPr wrap="square" rtlCol="0">
            <a:spAutoFit/>
          </a:bodyPr>
          <a:lstStyle/>
          <a:p>
            <a:pPr marL="342900" lvl="1" indent="-342900" algn="ctr" eaLnBrk="1" hangingPunct="1">
              <a:lnSpc>
                <a:spcPct val="110000"/>
              </a:lnSpc>
              <a:buClr>
                <a:schemeClr val="tx2"/>
              </a:buClr>
              <a:buSzPct val="75000"/>
              <a:defRPr/>
            </a:pPr>
            <a:r>
              <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rPr>
              <a:t>LRU</a:t>
            </a: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的准确实现</a:t>
            </a:r>
          </a:p>
        </p:txBody>
      </p:sp>
      <p:sp>
        <p:nvSpPr>
          <p:cNvPr id="6"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678751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1000"/>
                                        <p:tgtEl>
                                          <p:spTgt spid="4">
                                            <p:txEl>
                                              <p:pRg st="2" end="2"/>
                                            </p:txEl>
                                          </p:spTgt>
                                        </p:tgtEl>
                                      </p:cBhvr>
                                    </p:animEffect>
                                    <p:anim calcmode="lin" valueType="num">
                                      <p:cBhvr>
                                        <p:cTn id="13"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1000"/>
                                        <p:tgtEl>
                                          <p:spTgt spid="4">
                                            <p:txEl>
                                              <p:pRg st="3" end="3"/>
                                            </p:txEl>
                                          </p:spTgt>
                                        </p:tgtEl>
                                      </p:cBhvr>
                                    </p:animEffect>
                                    <p:anim calcmode="lin" valueType="num">
                                      <p:cBhvr>
                                        <p:cTn id="18"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4">
                                            <p:txEl>
                                              <p:pRg st="5" end="5"/>
                                            </p:txEl>
                                          </p:spTgt>
                                        </p:tgtEl>
                                        <p:attrNameLst>
                                          <p:attrName>style.visibility</p:attrName>
                                        </p:attrNameLst>
                                      </p:cBhvr>
                                      <p:to>
                                        <p:strVal val="visible"/>
                                      </p:to>
                                    </p:set>
                                    <p:animEffect transition="in" filter="fade">
                                      <p:cBhvr>
                                        <p:cTn id="24" dur="1000"/>
                                        <p:tgtEl>
                                          <p:spTgt spid="4">
                                            <p:txEl>
                                              <p:pRg st="5" end="5"/>
                                            </p:txEl>
                                          </p:spTgt>
                                        </p:tgtEl>
                                      </p:cBhvr>
                                    </p:animEffect>
                                    <p:anim calcmode="lin" valueType="num">
                                      <p:cBhvr>
                                        <p:cTn id="25"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26" dur="1000" fill="hold"/>
                                        <p:tgtEl>
                                          <p:spTgt spid="4">
                                            <p:txEl>
                                              <p:pRg st="5" end="5"/>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animEffect transition="in" filter="fade">
                                      <p:cBhvr>
                                        <p:cTn id="29" dur="1000"/>
                                        <p:tgtEl>
                                          <p:spTgt spid="4">
                                            <p:txEl>
                                              <p:pRg st="6" end="6"/>
                                            </p:txEl>
                                          </p:spTgt>
                                        </p:tgtEl>
                                      </p:cBhvr>
                                    </p:animEffect>
                                    <p:anim calcmode="lin" valueType="num">
                                      <p:cBhvr>
                                        <p:cTn id="30"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31" dur="1000" fill="hold"/>
                                        <p:tgtEl>
                                          <p:spTgt spid="4">
                                            <p:txEl>
                                              <p:pRg st="6" end="6"/>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4">
                                            <p:txEl>
                                              <p:pRg st="7" end="7"/>
                                            </p:txEl>
                                          </p:spTgt>
                                        </p:tgtEl>
                                        <p:attrNameLst>
                                          <p:attrName>style.visibility</p:attrName>
                                        </p:attrNameLst>
                                      </p:cBhvr>
                                      <p:to>
                                        <p:strVal val="visible"/>
                                      </p:to>
                                    </p:set>
                                    <p:animEffect transition="in" filter="fade">
                                      <p:cBhvr>
                                        <p:cTn id="34" dur="1000"/>
                                        <p:tgtEl>
                                          <p:spTgt spid="4">
                                            <p:txEl>
                                              <p:pRg st="7" end="7"/>
                                            </p:txEl>
                                          </p:spTgt>
                                        </p:tgtEl>
                                      </p:cBhvr>
                                    </p:animEffect>
                                    <p:anim calcmode="lin" valueType="num">
                                      <p:cBhvr>
                                        <p:cTn id="35"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36"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par>
                          <p:cTn id="37" fill="hold">
                            <p:stCondLst>
                              <p:cond delay="1000"/>
                            </p:stCondLst>
                            <p:childTnLst>
                              <p:par>
                                <p:cTn id="38" presetID="2" presetClass="entr" presetSubtype="6" fill="hold" grpId="0" nodeType="afterEffect">
                                  <p:stCondLst>
                                    <p:cond delay="0"/>
                                  </p:stCondLst>
                                  <p:childTnLst>
                                    <p:set>
                                      <p:cBhvr>
                                        <p:cTn id="39" dur="1" fill="hold">
                                          <p:stCondLst>
                                            <p:cond delay="0"/>
                                          </p:stCondLst>
                                        </p:cTn>
                                        <p:tgtEl>
                                          <p:spTgt spid="6"/>
                                        </p:tgtEl>
                                        <p:attrNameLst>
                                          <p:attrName>style.visibility</p:attrName>
                                        </p:attrNameLst>
                                      </p:cBhvr>
                                      <p:to>
                                        <p:strVal val="visible"/>
                                      </p:to>
                                    </p:set>
                                    <p:anim calcmode="lin" valueType="num">
                                      <p:cBhvr additive="base">
                                        <p:cTn id="40" dur="500" fill="hold"/>
                                        <p:tgtEl>
                                          <p:spTgt spid="6"/>
                                        </p:tgtEl>
                                        <p:attrNameLst>
                                          <p:attrName>ppt_x</p:attrName>
                                        </p:attrNameLst>
                                      </p:cBhvr>
                                      <p:tavLst>
                                        <p:tav tm="0">
                                          <p:val>
                                            <p:strVal val="1+#ppt_w/2"/>
                                          </p:val>
                                        </p:tav>
                                        <p:tav tm="100000">
                                          <p:val>
                                            <p:strVal val="#ppt_x"/>
                                          </p:val>
                                        </p:tav>
                                      </p:tavLst>
                                    </p:anim>
                                    <p:anim calcmode="lin" valueType="num">
                                      <p:cBhvr additive="base">
                                        <p:cTn id="41"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1507" name="Rectangle 3">
            <a:extLst>
              <a:ext uri="{FF2B5EF4-FFF2-40B4-BE49-F238E27FC236}">
                <a16:creationId xmlns:a16="http://schemas.microsoft.com/office/drawing/2014/main" id="{3B65441D-A112-4469-8933-738D6962953B}"/>
              </a:ext>
            </a:extLst>
          </p:cNvPr>
          <p:cNvSpPr>
            <a:spLocks noGrp="1" noChangeArrowheads="1"/>
          </p:cNvSpPr>
          <p:nvPr>
            <p:ph type="body" idx="1"/>
          </p:nvPr>
        </p:nvSpPr>
        <p:spPr>
          <a:xfrm>
            <a:off x="1215" y="932577"/>
            <a:ext cx="8893175" cy="5088711"/>
          </a:xfrm>
        </p:spPr>
        <p:txBody>
          <a:bodyPr/>
          <a:lstStyle/>
          <a:p>
            <a:pPr marL="355600" lvl="2" indent="-355600" defTabSz="355600">
              <a:lnSpc>
                <a:spcPct val="90000"/>
              </a:lnSpc>
              <a:spcBef>
                <a:spcPct val="0"/>
              </a:spcBef>
              <a:buClr>
                <a:schemeClr val="bg1"/>
              </a:buClr>
              <a:buSzPct val="80000"/>
              <a:buFont typeface="Wingdings" panose="05000000000000000000" pitchFamily="2" charset="2"/>
              <a:buChar char="n"/>
              <a:tabLst>
                <a:tab pos="3851275" algn="l"/>
              </a:tabLst>
              <a:defRPr/>
            </a:pPr>
            <a:r>
              <a:rPr lang="zh-CN" altLang="en-US" sz="3600" b="1" kern="1200" dirty="0">
                <a:solidFill>
                  <a:schemeClr val="bg1"/>
                </a:solidFill>
                <a:latin typeface="+mj-lt"/>
                <a:ea typeface="楷体" panose="02010609060101010101" pitchFamily="49" charset="-122"/>
                <a:cs typeface="+mn-cs"/>
              </a:rPr>
              <a:t>最不经常使用</a:t>
            </a:r>
            <a:r>
              <a:rPr lang="en-US" altLang="zh-CN" sz="3600" b="1" kern="1200" dirty="0">
                <a:solidFill>
                  <a:schemeClr val="bg1"/>
                </a:solidFill>
                <a:latin typeface="+mj-lt"/>
                <a:ea typeface="楷体" panose="02010609060101010101" pitchFamily="49" charset="-122"/>
                <a:cs typeface="+mn-cs"/>
              </a:rPr>
              <a:t>LFU </a:t>
            </a:r>
            <a:r>
              <a:rPr lang="en-US" altLang="zh-CN" sz="2800" b="1" kern="1200" dirty="0">
                <a:solidFill>
                  <a:schemeClr val="bg1"/>
                </a:solidFill>
                <a:effectLst/>
                <a:latin typeface="+mj-lt"/>
                <a:ea typeface="楷体" panose="02010609060101010101" pitchFamily="49" charset="-122"/>
                <a:cs typeface="+mn-cs"/>
              </a:rPr>
              <a:t>(Least Frequently Used)</a:t>
            </a:r>
          </a:p>
          <a:p>
            <a:pPr marL="812800" lvl="3" indent="-355600" defTabSz="355600">
              <a:lnSpc>
                <a:spcPct val="90000"/>
              </a:lnSpc>
              <a:spcBef>
                <a:spcPct val="0"/>
              </a:spcBef>
              <a:buClr>
                <a:schemeClr val="bg2"/>
              </a:buClr>
              <a:buSzPct val="70000"/>
              <a:buFont typeface="Wingdings" panose="05000000000000000000" pitchFamily="2" charset="2"/>
              <a:buChar char="n"/>
              <a:tabLst>
                <a:tab pos="3851275" algn="l"/>
              </a:tabLst>
              <a:defRPr/>
            </a:pPr>
            <a:r>
              <a:rPr lang="zh-CN" altLang="en-US"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页表设 “</a:t>
            </a:r>
            <a:r>
              <a:rPr lang="zh-CN" altLang="en-US" sz="3200" b="1" kern="1200" dirty="0">
                <a:solidFill>
                  <a:srgbClr val="FF00FF"/>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访问计数器</a:t>
            </a:r>
            <a:r>
              <a:rPr lang="zh-CN" altLang="en-US"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a:t>
            </a:r>
            <a:endParaRPr lang="en-US" altLang="zh-CN"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endParaRPr>
          </a:p>
          <a:p>
            <a:pPr marL="812800" lvl="3" indent="-355600" defTabSz="355600">
              <a:lnSpc>
                <a:spcPct val="90000"/>
              </a:lnSpc>
              <a:spcBef>
                <a:spcPct val="0"/>
              </a:spcBef>
              <a:buClr>
                <a:schemeClr val="bg2"/>
              </a:buClr>
              <a:buSzPct val="70000"/>
              <a:buFont typeface="Wingdings" panose="05000000000000000000" pitchFamily="2" charset="2"/>
              <a:buChar char="n"/>
              <a:tabLst>
                <a:tab pos="3851275" algn="l"/>
              </a:tabLst>
              <a:defRPr/>
            </a:pPr>
            <a:r>
              <a:rPr lang="zh-CN" altLang="en-US"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页被访问，加</a:t>
            </a:r>
            <a:r>
              <a:rPr lang="en-US" altLang="zh-CN"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1</a:t>
            </a:r>
            <a:r>
              <a:rPr lang="zh-CN" altLang="en-US"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a:t>
            </a:r>
          </a:p>
          <a:p>
            <a:pPr marL="812800" lvl="3" indent="-355600" defTabSz="355600">
              <a:lnSpc>
                <a:spcPct val="90000"/>
              </a:lnSpc>
              <a:spcBef>
                <a:spcPct val="0"/>
              </a:spcBef>
              <a:buClr>
                <a:schemeClr val="bg2"/>
              </a:buClr>
              <a:buSzPct val="70000"/>
              <a:buFont typeface="Wingdings" panose="05000000000000000000" pitchFamily="2" charset="2"/>
              <a:buChar char="n"/>
              <a:tabLst>
                <a:tab pos="3851275" algn="l"/>
              </a:tabLst>
              <a:defRPr/>
            </a:pPr>
            <a:r>
              <a:rPr lang="zh-CN" altLang="en-US"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淘汰计数值最小的页，并将所有计数清零。 </a:t>
            </a:r>
          </a:p>
          <a:p>
            <a:pPr marL="355600" lvl="2" indent="-355600" defTabSz="355600">
              <a:lnSpc>
                <a:spcPct val="90000"/>
              </a:lnSpc>
              <a:spcBef>
                <a:spcPct val="0"/>
              </a:spcBef>
              <a:buClr>
                <a:schemeClr val="bg1"/>
              </a:buClr>
              <a:buSzPct val="80000"/>
              <a:buFont typeface="Wingdings" panose="05000000000000000000" pitchFamily="2" charset="2"/>
              <a:buChar char="n"/>
              <a:tabLst>
                <a:tab pos="3851275" algn="l"/>
              </a:tabLst>
              <a:defRPr/>
            </a:pPr>
            <a:r>
              <a:rPr lang="zh-CN" altLang="en-US" sz="3600" b="1" kern="1200" dirty="0">
                <a:solidFill>
                  <a:schemeClr val="bg1"/>
                </a:solidFill>
                <a:latin typeface="+mj-lt"/>
                <a:ea typeface="楷体" panose="02010609060101010101" pitchFamily="49" charset="-122"/>
                <a:cs typeface="+mn-cs"/>
              </a:rPr>
              <a:t>最近没有使用</a:t>
            </a:r>
            <a:r>
              <a:rPr lang="en-US" altLang="zh-CN" sz="3600" b="1" kern="1200" dirty="0">
                <a:solidFill>
                  <a:schemeClr val="bg1"/>
                </a:solidFill>
                <a:latin typeface="+mj-lt"/>
                <a:ea typeface="楷体" panose="02010609060101010101" pitchFamily="49" charset="-122"/>
                <a:cs typeface="+mn-cs"/>
              </a:rPr>
              <a:t>NUR</a:t>
            </a:r>
            <a:r>
              <a:rPr lang="en-US" altLang="zh-CN" sz="2800" b="1" kern="1200" dirty="0">
                <a:solidFill>
                  <a:schemeClr val="bg1"/>
                </a:solidFill>
                <a:effectLst/>
                <a:latin typeface="+mj-lt"/>
                <a:ea typeface="楷体" panose="02010609060101010101" pitchFamily="49" charset="-122"/>
                <a:cs typeface="+mn-cs"/>
              </a:rPr>
              <a:t> (Never Used Recently)</a:t>
            </a:r>
          </a:p>
          <a:p>
            <a:pPr marL="812800" lvl="3" indent="-355600" defTabSz="355600">
              <a:lnSpc>
                <a:spcPct val="90000"/>
              </a:lnSpc>
              <a:spcBef>
                <a:spcPct val="0"/>
              </a:spcBef>
              <a:buClr>
                <a:schemeClr val="bg2"/>
              </a:buClr>
              <a:buSzPct val="70000"/>
              <a:buFont typeface="Wingdings" panose="05000000000000000000" pitchFamily="2" charset="2"/>
              <a:buChar char="n"/>
              <a:tabLst>
                <a:tab pos="3851275" algn="l"/>
              </a:tabLst>
              <a:defRPr/>
            </a:pPr>
            <a:r>
              <a:rPr lang="zh-CN" altLang="en-US"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页表设“</a:t>
            </a:r>
            <a:r>
              <a:rPr lang="zh-CN" altLang="en-US" sz="3200" b="1" kern="1200" dirty="0">
                <a:solidFill>
                  <a:srgbClr val="FF00FF"/>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访问位</a:t>
            </a:r>
            <a:r>
              <a:rPr lang="zh-CN" altLang="en-US"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a:t>
            </a:r>
            <a:endParaRPr lang="en-US" altLang="zh-CN"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endParaRPr>
          </a:p>
          <a:p>
            <a:pPr marL="812800" lvl="3" indent="-355600" defTabSz="355600">
              <a:lnSpc>
                <a:spcPct val="90000"/>
              </a:lnSpc>
              <a:spcBef>
                <a:spcPct val="0"/>
              </a:spcBef>
              <a:buClr>
                <a:schemeClr val="bg2"/>
              </a:buClr>
              <a:buSzPct val="70000"/>
              <a:buFont typeface="Wingdings" panose="05000000000000000000" pitchFamily="2" charset="2"/>
              <a:buChar char="n"/>
              <a:tabLst>
                <a:tab pos="3851275" algn="l"/>
              </a:tabLst>
              <a:defRPr/>
            </a:pPr>
            <a:r>
              <a:rPr lang="zh-CN" altLang="en-US"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页被访问</a:t>
            </a:r>
            <a:r>
              <a:rPr lang="en-US" altLang="zh-CN"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 </a:t>
            </a:r>
            <a:r>
              <a:rPr lang="zh-CN" altLang="en-US"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置</a:t>
            </a:r>
            <a:r>
              <a:rPr lang="en-US" altLang="zh-CN"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1</a:t>
            </a:r>
            <a:r>
              <a:rPr lang="zh-CN" altLang="en-US"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。否则</a:t>
            </a:r>
            <a:r>
              <a:rPr lang="en-US" altLang="zh-CN"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 0</a:t>
            </a:r>
            <a:r>
              <a:rPr lang="zh-CN" altLang="en-US"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a:t>
            </a:r>
          </a:p>
          <a:p>
            <a:pPr marL="812800" lvl="3" indent="-355600" defTabSz="355600">
              <a:lnSpc>
                <a:spcPct val="90000"/>
              </a:lnSpc>
              <a:spcBef>
                <a:spcPct val="0"/>
              </a:spcBef>
              <a:buClr>
                <a:schemeClr val="bg2"/>
              </a:buClr>
              <a:buSzPct val="70000"/>
              <a:buFont typeface="Wingdings" panose="05000000000000000000" pitchFamily="2" charset="2"/>
              <a:buChar char="n"/>
              <a:tabLst>
                <a:tab pos="3851275" algn="l"/>
              </a:tabLst>
              <a:defRPr/>
            </a:pPr>
            <a:r>
              <a:rPr lang="zh-CN" altLang="en-US"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从最近一个时期内未被访问的页中任选一页淘汰。</a:t>
            </a:r>
          </a:p>
          <a:p>
            <a:pPr marL="812800" lvl="3" indent="-355600" defTabSz="355600">
              <a:lnSpc>
                <a:spcPct val="90000"/>
              </a:lnSpc>
              <a:spcBef>
                <a:spcPct val="0"/>
              </a:spcBef>
              <a:buClr>
                <a:schemeClr val="bg2"/>
              </a:buClr>
              <a:buSzPct val="70000"/>
              <a:buFont typeface="Wingdings" panose="05000000000000000000" pitchFamily="2" charset="2"/>
              <a:buChar char="n"/>
              <a:tabLst>
                <a:tab pos="3851275" algn="l"/>
              </a:tabLst>
              <a:defRPr/>
            </a:pPr>
            <a:r>
              <a:rPr lang="zh-CN" altLang="en-US"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rPr>
              <a:t>系统周期性清零。</a:t>
            </a:r>
            <a:endParaRPr lang="en-US" altLang="zh-CN" sz="3200" b="1" kern="1200"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mn-cs"/>
            </a:endParaRPr>
          </a:p>
          <a:p>
            <a:pPr marL="355600" lvl="2" indent="-355600" defTabSz="355600">
              <a:lnSpc>
                <a:spcPct val="90000"/>
              </a:lnSpc>
              <a:spcBef>
                <a:spcPct val="0"/>
              </a:spcBef>
              <a:buClr>
                <a:schemeClr val="bg1"/>
              </a:buClr>
              <a:buSzPct val="80000"/>
              <a:buFont typeface="Wingdings" panose="05000000000000000000" pitchFamily="2" charset="2"/>
              <a:buChar char="n"/>
              <a:tabLst>
                <a:tab pos="3851275" algn="l"/>
              </a:tabLst>
              <a:defRPr/>
            </a:pPr>
            <a:r>
              <a:rPr lang="zh-CN" altLang="en-US" sz="3600" b="1" kern="1200" dirty="0">
                <a:solidFill>
                  <a:schemeClr val="bg1"/>
                </a:solidFill>
                <a:latin typeface="+mj-lt"/>
                <a:ea typeface="楷体" panose="02010609060101010101" pitchFamily="49" charset="-122"/>
                <a:cs typeface="+mn-cs"/>
              </a:rPr>
              <a:t>时钟页面置换算法</a:t>
            </a:r>
            <a:r>
              <a:rPr lang="en-US" altLang="zh-CN" sz="2800" b="1" kern="1200" dirty="0">
                <a:solidFill>
                  <a:schemeClr val="bg1"/>
                </a:solidFill>
                <a:effectLst/>
                <a:latin typeface="+mj-lt"/>
                <a:ea typeface="楷体" panose="02010609060101010101" pitchFamily="49" charset="-122"/>
                <a:cs typeface="+mn-cs"/>
              </a:rPr>
              <a:t>(Clock)</a:t>
            </a:r>
            <a:endParaRPr lang="zh-CN" altLang="en-US" b="1" dirty="0">
              <a:latin typeface="楷体_GB2312" pitchFamily="49" charset="-122"/>
              <a:ea typeface="楷体_GB2312" pitchFamily="49" charset="-122"/>
            </a:endParaRPr>
          </a:p>
        </p:txBody>
      </p:sp>
      <p:sp>
        <p:nvSpPr>
          <p:cNvPr id="6" name="文本框 5">
            <a:extLst>
              <a:ext uri="{FF2B5EF4-FFF2-40B4-BE49-F238E27FC236}">
                <a16:creationId xmlns:a16="http://schemas.microsoft.com/office/drawing/2014/main" id="{33C25C0A-7AB5-4365-9744-384C4D2097E4}"/>
              </a:ext>
            </a:extLst>
          </p:cNvPr>
          <p:cNvSpPr txBox="1"/>
          <p:nvPr/>
        </p:nvSpPr>
        <p:spPr>
          <a:xfrm>
            <a:off x="1909528" y="17241"/>
            <a:ext cx="5473960" cy="715581"/>
          </a:xfrm>
          <a:prstGeom prst="rect">
            <a:avLst/>
          </a:prstGeom>
          <a:noFill/>
        </p:spPr>
        <p:txBody>
          <a:bodyPr wrap="square" rtlCol="0">
            <a:spAutoFit/>
          </a:bodyPr>
          <a:lstStyle/>
          <a:p>
            <a:pPr marL="342900" lvl="1" indent="-342900" algn="ctr" eaLnBrk="1" hangingPunct="1">
              <a:lnSpc>
                <a:spcPct val="110000"/>
              </a:lnSpc>
              <a:buClr>
                <a:schemeClr val="tx2"/>
              </a:buClr>
              <a:buSzPct val="75000"/>
              <a:defRPr/>
            </a:pPr>
            <a:r>
              <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rPr>
              <a:t>LRU</a:t>
            </a: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的近似实现</a:t>
            </a:r>
          </a:p>
        </p:txBody>
      </p:sp>
      <p:sp>
        <p:nvSpPr>
          <p:cNvPr id="7"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041629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661507">
                                            <p:txEl>
                                              <p:pRg st="1" end="1"/>
                                            </p:txEl>
                                          </p:spTgt>
                                        </p:tgtEl>
                                        <p:attrNameLst>
                                          <p:attrName>style.visibility</p:attrName>
                                        </p:attrNameLst>
                                      </p:cBhvr>
                                      <p:to>
                                        <p:strVal val="visible"/>
                                      </p:to>
                                    </p:set>
                                    <p:animEffect transition="in" filter="fade">
                                      <p:cBhvr>
                                        <p:cTn id="13" dur="1000"/>
                                        <p:tgtEl>
                                          <p:spTgt spid="661507">
                                            <p:txEl>
                                              <p:pRg st="1" end="1"/>
                                            </p:txEl>
                                          </p:spTgt>
                                        </p:tgtEl>
                                      </p:cBhvr>
                                    </p:animEffect>
                                    <p:anim calcmode="lin" valueType="num">
                                      <p:cBhvr>
                                        <p:cTn id="14" dur="1000" fill="hold"/>
                                        <p:tgtEl>
                                          <p:spTgt spid="661507">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661507">
                                            <p:txEl>
                                              <p:pRg st="1" end="1"/>
                                            </p:txEl>
                                          </p:spTgt>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661507">
                                            <p:txEl>
                                              <p:pRg st="2" end="2"/>
                                            </p:txEl>
                                          </p:spTgt>
                                        </p:tgtEl>
                                        <p:attrNameLst>
                                          <p:attrName>style.visibility</p:attrName>
                                        </p:attrNameLst>
                                      </p:cBhvr>
                                      <p:to>
                                        <p:strVal val="visible"/>
                                      </p:to>
                                    </p:set>
                                    <p:animEffect transition="in" filter="fade">
                                      <p:cBhvr>
                                        <p:cTn id="18" dur="1000"/>
                                        <p:tgtEl>
                                          <p:spTgt spid="661507">
                                            <p:txEl>
                                              <p:pRg st="2" end="2"/>
                                            </p:txEl>
                                          </p:spTgt>
                                        </p:tgtEl>
                                      </p:cBhvr>
                                    </p:animEffect>
                                    <p:anim calcmode="lin" valueType="num">
                                      <p:cBhvr>
                                        <p:cTn id="19" dur="1000" fill="hold"/>
                                        <p:tgtEl>
                                          <p:spTgt spid="661507">
                                            <p:txEl>
                                              <p:pRg st="2" end="2"/>
                                            </p:txEl>
                                          </p:spTgt>
                                        </p:tgtEl>
                                        <p:attrNameLst>
                                          <p:attrName>ppt_x</p:attrName>
                                        </p:attrNameLst>
                                      </p:cBhvr>
                                      <p:tavLst>
                                        <p:tav tm="0">
                                          <p:val>
                                            <p:strVal val="#ppt_x"/>
                                          </p:val>
                                        </p:tav>
                                        <p:tav tm="100000">
                                          <p:val>
                                            <p:strVal val="#ppt_x"/>
                                          </p:val>
                                        </p:tav>
                                      </p:tavLst>
                                    </p:anim>
                                    <p:anim calcmode="lin" valueType="num">
                                      <p:cBhvr>
                                        <p:cTn id="20" dur="1000" fill="hold"/>
                                        <p:tgtEl>
                                          <p:spTgt spid="661507">
                                            <p:txEl>
                                              <p:pRg st="2" end="2"/>
                                            </p:txEl>
                                          </p:spTgt>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661507">
                                            <p:txEl>
                                              <p:pRg st="3" end="3"/>
                                            </p:txEl>
                                          </p:spTgt>
                                        </p:tgtEl>
                                        <p:attrNameLst>
                                          <p:attrName>style.visibility</p:attrName>
                                        </p:attrNameLst>
                                      </p:cBhvr>
                                      <p:to>
                                        <p:strVal val="visible"/>
                                      </p:to>
                                    </p:set>
                                    <p:animEffect transition="in" filter="fade">
                                      <p:cBhvr>
                                        <p:cTn id="23" dur="1000"/>
                                        <p:tgtEl>
                                          <p:spTgt spid="661507">
                                            <p:txEl>
                                              <p:pRg st="3" end="3"/>
                                            </p:txEl>
                                          </p:spTgt>
                                        </p:tgtEl>
                                      </p:cBhvr>
                                    </p:animEffect>
                                    <p:anim calcmode="lin" valueType="num">
                                      <p:cBhvr>
                                        <p:cTn id="24" dur="1000" fill="hold"/>
                                        <p:tgtEl>
                                          <p:spTgt spid="661507">
                                            <p:txEl>
                                              <p:pRg st="3" end="3"/>
                                            </p:txEl>
                                          </p:spTgt>
                                        </p:tgtEl>
                                        <p:attrNameLst>
                                          <p:attrName>ppt_x</p:attrName>
                                        </p:attrNameLst>
                                      </p:cBhvr>
                                      <p:tavLst>
                                        <p:tav tm="0">
                                          <p:val>
                                            <p:strVal val="#ppt_x"/>
                                          </p:val>
                                        </p:tav>
                                        <p:tav tm="100000">
                                          <p:val>
                                            <p:strVal val="#ppt_x"/>
                                          </p:val>
                                        </p:tav>
                                      </p:tavLst>
                                    </p:anim>
                                    <p:anim calcmode="lin" valueType="num">
                                      <p:cBhvr>
                                        <p:cTn id="25" dur="1000" fill="hold"/>
                                        <p:tgtEl>
                                          <p:spTgt spid="66150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nodeType="clickEffect">
                                  <p:stCondLst>
                                    <p:cond delay="0"/>
                                  </p:stCondLst>
                                  <p:childTnLst>
                                    <p:set>
                                      <p:cBhvr>
                                        <p:cTn id="29" dur="1" fill="hold">
                                          <p:stCondLst>
                                            <p:cond delay="0"/>
                                          </p:stCondLst>
                                        </p:cTn>
                                        <p:tgtEl>
                                          <p:spTgt spid="661507">
                                            <p:txEl>
                                              <p:pRg st="5" end="5"/>
                                            </p:txEl>
                                          </p:spTgt>
                                        </p:tgtEl>
                                        <p:attrNameLst>
                                          <p:attrName>style.visibility</p:attrName>
                                        </p:attrNameLst>
                                      </p:cBhvr>
                                      <p:to>
                                        <p:strVal val="visible"/>
                                      </p:to>
                                    </p:set>
                                    <p:animEffect transition="in" filter="fade">
                                      <p:cBhvr>
                                        <p:cTn id="30" dur="1000"/>
                                        <p:tgtEl>
                                          <p:spTgt spid="661507">
                                            <p:txEl>
                                              <p:pRg st="5" end="5"/>
                                            </p:txEl>
                                          </p:spTgt>
                                        </p:tgtEl>
                                      </p:cBhvr>
                                    </p:animEffect>
                                    <p:anim calcmode="lin" valueType="num">
                                      <p:cBhvr>
                                        <p:cTn id="31" dur="1000" fill="hold"/>
                                        <p:tgtEl>
                                          <p:spTgt spid="661507">
                                            <p:txEl>
                                              <p:pRg st="5" end="5"/>
                                            </p:txEl>
                                          </p:spTgt>
                                        </p:tgtEl>
                                        <p:attrNameLst>
                                          <p:attrName>ppt_x</p:attrName>
                                        </p:attrNameLst>
                                      </p:cBhvr>
                                      <p:tavLst>
                                        <p:tav tm="0">
                                          <p:val>
                                            <p:strVal val="#ppt_x"/>
                                          </p:val>
                                        </p:tav>
                                        <p:tav tm="100000">
                                          <p:val>
                                            <p:strVal val="#ppt_x"/>
                                          </p:val>
                                        </p:tav>
                                      </p:tavLst>
                                    </p:anim>
                                    <p:anim calcmode="lin" valueType="num">
                                      <p:cBhvr>
                                        <p:cTn id="32" dur="1000" fill="hold"/>
                                        <p:tgtEl>
                                          <p:spTgt spid="661507">
                                            <p:txEl>
                                              <p:pRg st="5" end="5"/>
                                            </p:txEl>
                                          </p:spTgt>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0"/>
                                  </p:stCondLst>
                                  <p:childTnLst>
                                    <p:set>
                                      <p:cBhvr>
                                        <p:cTn id="34" dur="1" fill="hold">
                                          <p:stCondLst>
                                            <p:cond delay="0"/>
                                          </p:stCondLst>
                                        </p:cTn>
                                        <p:tgtEl>
                                          <p:spTgt spid="661507">
                                            <p:txEl>
                                              <p:pRg st="6" end="6"/>
                                            </p:txEl>
                                          </p:spTgt>
                                        </p:tgtEl>
                                        <p:attrNameLst>
                                          <p:attrName>style.visibility</p:attrName>
                                        </p:attrNameLst>
                                      </p:cBhvr>
                                      <p:to>
                                        <p:strVal val="visible"/>
                                      </p:to>
                                    </p:set>
                                    <p:animEffect transition="in" filter="fade">
                                      <p:cBhvr>
                                        <p:cTn id="35" dur="1000"/>
                                        <p:tgtEl>
                                          <p:spTgt spid="661507">
                                            <p:txEl>
                                              <p:pRg st="6" end="6"/>
                                            </p:txEl>
                                          </p:spTgt>
                                        </p:tgtEl>
                                      </p:cBhvr>
                                    </p:animEffect>
                                    <p:anim calcmode="lin" valueType="num">
                                      <p:cBhvr>
                                        <p:cTn id="36" dur="1000" fill="hold"/>
                                        <p:tgtEl>
                                          <p:spTgt spid="661507">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661507">
                                            <p:txEl>
                                              <p:pRg st="6" end="6"/>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661507">
                                            <p:txEl>
                                              <p:pRg st="7" end="7"/>
                                            </p:txEl>
                                          </p:spTgt>
                                        </p:tgtEl>
                                        <p:attrNameLst>
                                          <p:attrName>style.visibility</p:attrName>
                                        </p:attrNameLst>
                                      </p:cBhvr>
                                      <p:to>
                                        <p:strVal val="visible"/>
                                      </p:to>
                                    </p:set>
                                    <p:animEffect transition="in" filter="fade">
                                      <p:cBhvr>
                                        <p:cTn id="40" dur="1000"/>
                                        <p:tgtEl>
                                          <p:spTgt spid="661507">
                                            <p:txEl>
                                              <p:pRg st="7" end="7"/>
                                            </p:txEl>
                                          </p:spTgt>
                                        </p:tgtEl>
                                      </p:cBhvr>
                                    </p:animEffect>
                                    <p:anim calcmode="lin" valueType="num">
                                      <p:cBhvr>
                                        <p:cTn id="41" dur="1000" fill="hold"/>
                                        <p:tgtEl>
                                          <p:spTgt spid="661507">
                                            <p:txEl>
                                              <p:pRg st="7" end="7"/>
                                            </p:txEl>
                                          </p:spTgt>
                                        </p:tgtEl>
                                        <p:attrNameLst>
                                          <p:attrName>ppt_x</p:attrName>
                                        </p:attrNameLst>
                                      </p:cBhvr>
                                      <p:tavLst>
                                        <p:tav tm="0">
                                          <p:val>
                                            <p:strVal val="#ppt_x"/>
                                          </p:val>
                                        </p:tav>
                                        <p:tav tm="100000">
                                          <p:val>
                                            <p:strVal val="#ppt_x"/>
                                          </p:val>
                                        </p:tav>
                                      </p:tavLst>
                                    </p:anim>
                                    <p:anim calcmode="lin" valueType="num">
                                      <p:cBhvr>
                                        <p:cTn id="42" dur="1000" fill="hold"/>
                                        <p:tgtEl>
                                          <p:spTgt spid="661507">
                                            <p:txEl>
                                              <p:pRg st="7" end="7"/>
                                            </p:txEl>
                                          </p:spTgt>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661507">
                                            <p:txEl>
                                              <p:pRg st="8" end="8"/>
                                            </p:txEl>
                                          </p:spTgt>
                                        </p:tgtEl>
                                        <p:attrNameLst>
                                          <p:attrName>style.visibility</p:attrName>
                                        </p:attrNameLst>
                                      </p:cBhvr>
                                      <p:to>
                                        <p:strVal val="visible"/>
                                      </p:to>
                                    </p:set>
                                    <p:animEffect transition="in" filter="fade">
                                      <p:cBhvr>
                                        <p:cTn id="45" dur="1000"/>
                                        <p:tgtEl>
                                          <p:spTgt spid="661507">
                                            <p:txEl>
                                              <p:pRg st="8" end="8"/>
                                            </p:txEl>
                                          </p:spTgt>
                                        </p:tgtEl>
                                      </p:cBhvr>
                                    </p:animEffect>
                                    <p:anim calcmode="lin" valueType="num">
                                      <p:cBhvr>
                                        <p:cTn id="46" dur="1000" fill="hold"/>
                                        <p:tgtEl>
                                          <p:spTgt spid="661507">
                                            <p:txEl>
                                              <p:pRg st="8" end="8"/>
                                            </p:txEl>
                                          </p:spTgt>
                                        </p:tgtEl>
                                        <p:attrNameLst>
                                          <p:attrName>ppt_x</p:attrName>
                                        </p:attrNameLst>
                                      </p:cBhvr>
                                      <p:tavLst>
                                        <p:tav tm="0">
                                          <p:val>
                                            <p:strVal val="#ppt_x"/>
                                          </p:val>
                                        </p:tav>
                                        <p:tav tm="100000">
                                          <p:val>
                                            <p:strVal val="#ppt_x"/>
                                          </p:val>
                                        </p:tav>
                                      </p:tavLst>
                                    </p:anim>
                                    <p:anim calcmode="lin" valueType="num">
                                      <p:cBhvr>
                                        <p:cTn id="47" dur="1000" fill="hold"/>
                                        <p:tgtEl>
                                          <p:spTgt spid="66150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a:extLst>
              <a:ext uri="{FF2B5EF4-FFF2-40B4-BE49-F238E27FC236}">
                <a16:creationId xmlns:a16="http://schemas.microsoft.com/office/drawing/2014/main" id="{A30937A9-0F41-4FDA-9626-161968B23263}"/>
              </a:ext>
            </a:extLst>
          </p:cNvPr>
          <p:cNvSpPr txBox="1">
            <a:spLocks noChangeArrowheads="1"/>
          </p:cNvSpPr>
          <p:nvPr/>
        </p:nvSpPr>
        <p:spPr bwMode="auto">
          <a:xfrm>
            <a:off x="1571625" y="0"/>
            <a:ext cx="6500813" cy="708025"/>
          </a:xfrm>
          <a:prstGeom prst="rect">
            <a:avLst/>
          </a:prstGeom>
          <a:solidFill>
            <a:srgbClr val="3BE15B"/>
          </a:solidFill>
          <a:ln w="9525">
            <a:noFill/>
            <a:miter lim="800000"/>
            <a:headEnd/>
            <a:tailEnd/>
          </a:ln>
        </p:spPr>
        <p:txBody>
          <a:bodyPr>
            <a:spAutoFit/>
          </a:bodyPr>
          <a:lstStyle/>
          <a:p>
            <a:pPr algn="ctr" eaLnBrk="1" hangingPunct="1">
              <a:defRPr/>
            </a:pPr>
            <a:r>
              <a:rPr lang="zh-CN" altLang="en-US" sz="4000" dirty="0">
                <a:solidFill>
                  <a:schemeClr val="bg2"/>
                </a:solidFill>
                <a:effectLst>
                  <a:outerShdw blurRad="38100" dist="38100" dir="2700000" algn="tl">
                    <a:srgbClr val="000000"/>
                  </a:outerShdw>
                </a:effectLst>
                <a:latin typeface="楷体_GB2312" pitchFamily="49" charset="-122"/>
                <a:ea typeface="楷体_GB2312" pitchFamily="49" charset="-122"/>
                <a:cs typeface="+mj-cs"/>
              </a:rPr>
              <a:t>时钟页面置换算法</a:t>
            </a:r>
            <a:r>
              <a:rPr lang="en-US" altLang="zh-CN" sz="3200" dirty="0">
                <a:solidFill>
                  <a:schemeClr val="bg2"/>
                </a:solidFill>
                <a:effectLst>
                  <a:outerShdw blurRad="38100" dist="38100" dir="2700000" algn="tl">
                    <a:srgbClr val="000000"/>
                  </a:outerShdw>
                </a:effectLst>
                <a:latin typeface="+mj-lt"/>
                <a:ea typeface="楷体_GB2312" pitchFamily="49" charset="-122"/>
                <a:cs typeface="+mj-cs"/>
              </a:rPr>
              <a:t>(Clock) </a:t>
            </a:r>
            <a:endParaRPr lang="zh-CN" altLang="en-US" sz="3200" dirty="0">
              <a:solidFill>
                <a:schemeClr val="bg2"/>
              </a:solidFill>
              <a:effectLst>
                <a:outerShdw blurRad="38100" dist="38100" dir="2700000" algn="tl">
                  <a:srgbClr val="000000"/>
                </a:outerShdw>
              </a:effectLst>
              <a:latin typeface="+mj-lt"/>
              <a:ea typeface="楷体_GB2312" pitchFamily="49" charset="-122"/>
              <a:cs typeface="+mj-cs"/>
            </a:endParaRPr>
          </a:p>
        </p:txBody>
      </p:sp>
      <p:sp>
        <p:nvSpPr>
          <p:cNvPr id="5" name="Rectangle 3">
            <a:extLst>
              <a:ext uri="{FF2B5EF4-FFF2-40B4-BE49-F238E27FC236}">
                <a16:creationId xmlns:a16="http://schemas.microsoft.com/office/drawing/2014/main" id="{FD38301B-2366-45BB-AC25-A20718A0571F}"/>
              </a:ext>
            </a:extLst>
          </p:cNvPr>
          <p:cNvSpPr>
            <a:spLocks noChangeArrowheads="1"/>
          </p:cNvSpPr>
          <p:nvPr/>
        </p:nvSpPr>
        <p:spPr bwMode="auto">
          <a:xfrm>
            <a:off x="22886" y="1302786"/>
            <a:ext cx="8930614" cy="4302716"/>
          </a:xfrm>
          <a:prstGeom prst="rect">
            <a:avLst/>
          </a:prstGeom>
          <a:noFill/>
          <a:ln w="9525">
            <a:noFill/>
            <a:miter lim="800000"/>
            <a:headEnd/>
            <a:tailEnd/>
          </a:ln>
        </p:spPr>
        <p:txBody>
          <a:bodyPr wrap="square">
            <a:spAutoFit/>
          </a:bodyPr>
          <a:lstStyle/>
          <a:p>
            <a:pPr marL="355600" lvl="2" indent="-355600" defTabSz="355600">
              <a:lnSpc>
                <a:spcPct val="90000"/>
              </a:lnSpc>
              <a:buClr>
                <a:schemeClr val="bg1"/>
              </a:buClr>
              <a:buSzPct val="80000"/>
              <a:buFont typeface="Wingdings" panose="05000000000000000000" pitchFamily="2" charset="2"/>
              <a:buChar char="n"/>
              <a:tabLst>
                <a:tab pos="3851275" algn="l"/>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页表设“访问位”</a:t>
            </a:r>
            <a:endParaRPr lang="en-US" altLang="zh-CN" sz="3600" dirty="0">
              <a:solidFill>
                <a:schemeClr val="bg1"/>
              </a:solidFill>
              <a:effectLst>
                <a:outerShdw blurRad="38100" dist="38100" dir="2700000" algn="tl">
                  <a:srgbClr val="000000"/>
                </a:outerShdw>
              </a:effectLst>
              <a:latin typeface="+mj-lt"/>
              <a:ea typeface="楷体" panose="02010609060101010101" pitchFamily="49" charset="-122"/>
            </a:endParaRPr>
          </a:p>
          <a:p>
            <a:pPr marL="812800" lvl="3" indent="-355600" defTabSz="355600">
              <a:lnSpc>
                <a:spcPct val="90000"/>
              </a:lnSpc>
              <a:buClr>
                <a:schemeClr val="bg2"/>
              </a:buClr>
              <a:buSzPct val="70000"/>
              <a:buFont typeface="Wingdings" panose="05000000000000000000" pitchFamily="2" charset="2"/>
              <a:buChar char="n"/>
              <a:tabLst>
                <a:tab pos="3851275" algn="l"/>
              </a:tabLst>
              <a:defRPr/>
            </a:pP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页被访问， “访问位”置</a:t>
            </a:r>
            <a:r>
              <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1</a:t>
            </a:r>
            <a:endPar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a:p>
            <a:pPr marL="355600" lvl="2" indent="-355600" defTabSz="355600">
              <a:lnSpc>
                <a:spcPct val="90000"/>
              </a:lnSpc>
              <a:buClr>
                <a:schemeClr val="bg1"/>
              </a:buClr>
              <a:buSzPct val="80000"/>
              <a:buFont typeface="Wingdings" panose="05000000000000000000" pitchFamily="2" charset="2"/>
              <a:buChar char="n"/>
              <a:tabLst>
                <a:tab pos="3851275" algn="l"/>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页组织成环形链表（类似时钟表面），指针指向最老的页（最先进来）；</a:t>
            </a:r>
          </a:p>
          <a:p>
            <a:pPr marL="355600" lvl="2" indent="-355600" defTabSz="355600">
              <a:lnSpc>
                <a:spcPct val="90000"/>
              </a:lnSpc>
              <a:buClr>
                <a:schemeClr val="bg1"/>
              </a:buClr>
              <a:buSzPct val="80000"/>
              <a:buFont typeface="Wingdings" panose="05000000000000000000" pitchFamily="2" charset="2"/>
              <a:buChar char="n"/>
              <a:tabLst>
                <a:tab pos="3851275" algn="l"/>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选择淘汰页</a:t>
            </a:r>
            <a:endParaRPr lang="en-US" altLang="zh-CN" sz="3600" dirty="0">
              <a:solidFill>
                <a:schemeClr val="bg1"/>
              </a:solidFill>
              <a:effectLst>
                <a:outerShdw blurRad="38100" dist="38100" dir="2700000" algn="tl">
                  <a:srgbClr val="000000"/>
                </a:outerShdw>
              </a:effectLst>
              <a:latin typeface="+mj-lt"/>
              <a:ea typeface="楷体" panose="02010609060101010101" pitchFamily="49" charset="-122"/>
            </a:endParaRPr>
          </a:p>
          <a:p>
            <a:pPr marL="812800" lvl="3" indent="-355600" defTabSz="355600">
              <a:lnSpc>
                <a:spcPct val="90000"/>
              </a:lnSpc>
              <a:buClr>
                <a:schemeClr val="bg2"/>
              </a:buClr>
              <a:buSzPct val="70000"/>
              <a:buFont typeface="Wingdings" panose="05000000000000000000" pitchFamily="2" charset="2"/>
              <a:buChar char="n"/>
              <a:tabLst>
                <a:tab pos="3851275" algn="l"/>
              </a:tabLst>
              <a:defRPr/>
            </a:pP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访问位为</a:t>
            </a:r>
            <a:r>
              <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0</a:t>
            </a: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：立即淘汰；</a:t>
            </a:r>
            <a:endPar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a:p>
            <a:pPr marL="812800" lvl="3" indent="-355600" defTabSz="355600">
              <a:lnSpc>
                <a:spcPct val="90000"/>
              </a:lnSpc>
              <a:buClr>
                <a:schemeClr val="bg2"/>
              </a:buClr>
              <a:buSzPct val="70000"/>
              <a:buFont typeface="Wingdings" panose="05000000000000000000" pitchFamily="2" charset="2"/>
              <a:buChar char="n"/>
              <a:tabLst>
                <a:tab pos="3851275" algn="l"/>
              </a:tabLst>
              <a:defRPr/>
            </a:pP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访问位为</a:t>
            </a:r>
            <a:r>
              <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1</a:t>
            </a: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：置</a:t>
            </a:r>
            <a:r>
              <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0</a:t>
            </a: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，指针往下移动一格。</a:t>
            </a:r>
            <a:endPar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endParaRPr>
          </a:p>
          <a:p>
            <a:pPr marL="812800" lvl="3" indent="-355600" defTabSz="355600">
              <a:lnSpc>
                <a:spcPct val="90000"/>
              </a:lnSpc>
              <a:buClr>
                <a:schemeClr val="bg2"/>
              </a:buClr>
              <a:buSzPct val="70000"/>
              <a:buFont typeface="Wingdings" panose="05000000000000000000" pitchFamily="2" charset="2"/>
              <a:buChar char="n"/>
              <a:tabLst>
                <a:tab pos="3851275" algn="l"/>
              </a:tabLst>
              <a:defRPr/>
            </a:pP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如此下去，直到找到被淘汰的页</a:t>
            </a:r>
            <a:r>
              <a:rPr lang="zh-CN" altLang="en-US" dirty="0" smtClean="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，把</a:t>
            </a: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指针移动到它的下一格。</a:t>
            </a:r>
          </a:p>
        </p:txBody>
      </p:sp>
      <p:sp>
        <p:nvSpPr>
          <p:cNvPr id="52229" name="矩形 5">
            <a:extLst>
              <a:ext uri="{FF2B5EF4-FFF2-40B4-BE49-F238E27FC236}">
                <a16:creationId xmlns:a16="http://schemas.microsoft.com/office/drawing/2014/main" id="{193113D0-85EA-4542-8F56-EAC44CDEA09F}"/>
              </a:ext>
            </a:extLst>
          </p:cNvPr>
          <p:cNvSpPr>
            <a:spLocks noChangeArrowheads="1"/>
          </p:cNvSpPr>
          <p:nvPr/>
        </p:nvSpPr>
        <p:spPr bwMode="auto">
          <a:xfrm>
            <a:off x="1929606" y="708025"/>
            <a:ext cx="5429250" cy="5842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a:solidFill>
                  <a:srgbClr val="FF0000"/>
                </a:solidFill>
              </a:rPr>
              <a:t>FIFO+</a:t>
            </a:r>
            <a:r>
              <a:rPr lang="zh-CN" altLang="en-US">
                <a:solidFill>
                  <a:srgbClr val="FF0000"/>
                </a:solidFill>
              </a:rPr>
              <a:t>跳过访问过的页</a:t>
            </a:r>
          </a:p>
        </p:txBody>
      </p:sp>
      <p:sp>
        <p:nvSpPr>
          <p:cNvPr id="52231" name="文本框 1">
            <a:extLst>
              <a:ext uri="{FF2B5EF4-FFF2-40B4-BE49-F238E27FC236}">
                <a16:creationId xmlns:a16="http://schemas.microsoft.com/office/drawing/2014/main" id="{ABFA9C87-E8A1-404E-9EC6-5EDA44D4F20E}"/>
              </a:ext>
            </a:extLst>
          </p:cNvPr>
          <p:cNvSpPr txBox="1">
            <a:spLocks noChangeArrowheads="1"/>
          </p:cNvSpPr>
          <p:nvPr/>
        </p:nvSpPr>
        <p:spPr bwMode="auto">
          <a:xfrm>
            <a:off x="1149351" y="5490051"/>
            <a:ext cx="748823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lang="zh-CN" altLang="en-US" dirty="0">
                <a:solidFill>
                  <a:schemeClr val="bg2"/>
                </a:solidFill>
              </a:rPr>
              <a:t>不同教材在实现策略上不同</a:t>
            </a:r>
          </a:p>
        </p:txBody>
      </p:sp>
      <p:sp>
        <p:nvSpPr>
          <p:cNvPr id="8" name="AutoShape 130">
            <a:extLst>
              <a:ext uri="{FF2B5EF4-FFF2-40B4-BE49-F238E27FC236}">
                <a16:creationId xmlns:a16="http://schemas.microsoft.com/office/drawing/2014/main" id="{3BCA7022-6C09-4C68-A447-3B02479FDF04}"/>
              </a:ext>
            </a:extLst>
          </p:cNvPr>
          <p:cNvSpPr>
            <a:spLocks noChangeArrowheads="1"/>
          </p:cNvSpPr>
          <p:nvPr/>
        </p:nvSpPr>
        <p:spPr bwMode="auto">
          <a:xfrm rot="10800000">
            <a:off x="6351588" y="2779613"/>
            <a:ext cx="2286000" cy="1231635"/>
          </a:xfrm>
          <a:prstGeom prst="wedgeRoundRectCallout">
            <a:avLst>
              <a:gd name="adj1" fmla="val 83819"/>
              <a:gd name="adj2" fmla="val -50000"/>
              <a:gd name="adj3" fmla="val 16667"/>
            </a:avLst>
          </a:prstGeom>
          <a:solidFill>
            <a:srgbClr val="99CCFF"/>
          </a:solidFill>
          <a:ln w="9525">
            <a:solidFill>
              <a:schemeClr val="tx1"/>
            </a:solidFill>
            <a:miter lim="800000"/>
            <a:headEnd/>
            <a:tailEnd/>
          </a:ln>
          <a:effectLst/>
        </p:spPr>
        <p:txBody>
          <a:bodyPr rot="10800000"/>
          <a:lstStyle/>
          <a:p>
            <a:pPr algn="ctr">
              <a:spcBef>
                <a:spcPct val="0"/>
              </a:spcBef>
            </a:pPr>
            <a:r>
              <a:rPr lang="zh-CN" altLang="en-US" sz="2400" b="1" dirty="0">
                <a:solidFill>
                  <a:schemeClr val="bg2"/>
                </a:solidFill>
                <a:sym typeface="Symbol" panose="05050102010706020507" pitchFamily="18" charset="2"/>
              </a:rPr>
              <a:t>再给一次机会</a:t>
            </a:r>
            <a:r>
              <a:rPr lang="en-US" altLang="zh-CN" sz="2000" b="1" dirty="0">
                <a:solidFill>
                  <a:schemeClr val="bg2"/>
                </a:solidFill>
                <a:latin typeface="+mn-lt"/>
                <a:sym typeface="Symbol" panose="05050102010706020507" pitchFamily="18" charset="2"/>
              </a:rPr>
              <a:t>(Second Chance Replacement)</a:t>
            </a:r>
          </a:p>
        </p:txBody>
      </p:sp>
      <p:sp>
        <p:nvSpPr>
          <p:cNvPr id="2" name="矩形 1">
            <a:extLst>
              <a:ext uri="{FF2B5EF4-FFF2-40B4-BE49-F238E27FC236}">
                <a16:creationId xmlns:a16="http://schemas.microsoft.com/office/drawing/2014/main" id="{8ADE9CE0-B200-4AC5-8606-6222A39E2055}"/>
              </a:ext>
            </a:extLst>
          </p:cNvPr>
          <p:cNvSpPr/>
          <p:nvPr/>
        </p:nvSpPr>
        <p:spPr bwMode="auto">
          <a:xfrm>
            <a:off x="885343" y="4157735"/>
            <a:ext cx="6826741" cy="440636"/>
          </a:xfrm>
          <a:prstGeom prst="rect">
            <a:avLst/>
          </a:prstGeom>
          <a:solidFill>
            <a:srgbClr val="99CCFF">
              <a:alpha val="38039"/>
            </a:srgbClr>
          </a:solidFill>
          <a:ln w="9525" cap="flat" cmpd="sng" algn="ctr">
            <a:no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sp>
        <p:nvSpPr>
          <p:cNvPr id="3" name="矩形 2">
            <a:extLst>
              <a:ext uri="{FF2B5EF4-FFF2-40B4-BE49-F238E27FC236}">
                <a16:creationId xmlns:a16="http://schemas.microsoft.com/office/drawing/2014/main" id="{8319AAB8-9C8C-4C4E-BA72-41F319C3A36F}"/>
              </a:ext>
            </a:extLst>
          </p:cNvPr>
          <p:cNvSpPr/>
          <p:nvPr/>
        </p:nvSpPr>
        <p:spPr>
          <a:xfrm>
            <a:off x="1237828" y="6052516"/>
            <a:ext cx="6812806" cy="646331"/>
          </a:xfrm>
          <a:prstGeom prst="rect">
            <a:avLst/>
          </a:prstGeom>
          <a:solidFill>
            <a:srgbClr val="FFFF00"/>
          </a:solidFill>
        </p:spPr>
        <p:txBody>
          <a:bodyPr wrap="square">
            <a:spAutoFit/>
          </a:bodyPr>
          <a:lstStyle/>
          <a:p>
            <a:pPr lvl="1" algn="ctr"/>
            <a:r>
              <a:rPr lang="zh-CN" altLang="en-US" sz="3600" dirty="0">
                <a:solidFill>
                  <a:schemeClr val="bg2"/>
                </a:solidFill>
                <a:effectLst>
                  <a:outerShdw blurRad="38100" dist="38100" dir="2700000" algn="tl">
                    <a:srgbClr val="000000">
                      <a:alpha val="43137"/>
                    </a:srgbClr>
                  </a:outerShdw>
                </a:effectLst>
                <a:latin typeface="+mn-lt"/>
              </a:rPr>
              <a:t>公认的很好的</a:t>
            </a:r>
            <a:r>
              <a:rPr lang="en-US" altLang="zh-CN" sz="3600" dirty="0">
                <a:solidFill>
                  <a:schemeClr val="bg2"/>
                </a:solidFill>
                <a:effectLst>
                  <a:outerShdw blurRad="38100" dist="38100" dir="2700000" algn="tl">
                    <a:srgbClr val="000000">
                      <a:alpha val="43137"/>
                    </a:srgbClr>
                  </a:outerShdw>
                </a:effectLst>
                <a:latin typeface="+mn-lt"/>
              </a:rPr>
              <a:t>LRU</a:t>
            </a:r>
            <a:r>
              <a:rPr lang="zh-CN" altLang="en-US" sz="3600" dirty="0">
                <a:solidFill>
                  <a:schemeClr val="bg2"/>
                </a:solidFill>
                <a:effectLst>
                  <a:outerShdw blurRad="38100" dist="38100" dir="2700000" algn="tl">
                    <a:srgbClr val="000000">
                      <a:alpha val="43137"/>
                    </a:srgbClr>
                  </a:outerShdw>
                </a:effectLst>
                <a:latin typeface="+mn-lt"/>
              </a:rPr>
              <a:t>近似算法</a:t>
            </a:r>
          </a:p>
        </p:txBody>
      </p:sp>
      <p:sp>
        <p:nvSpPr>
          <p:cNvPr id="11"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4216694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par>
                          <p:cTn id="18" fill="hold">
                            <p:stCondLst>
                              <p:cond delay="500"/>
                            </p:stCondLst>
                            <p:childTnLst>
                              <p:par>
                                <p:cTn id="19" presetID="2" presetClass="entr" presetSubtype="6" fill="hold" grpId="0" nodeType="after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additive="base">
                                        <p:cTn id="21" dur="500" fill="hold"/>
                                        <p:tgtEl>
                                          <p:spTgt spid="11"/>
                                        </p:tgtEl>
                                        <p:attrNameLst>
                                          <p:attrName>ppt_x</p:attrName>
                                        </p:attrNameLst>
                                      </p:cBhvr>
                                      <p:tavLst>
                                        <p:tav tm="0">
                                          <p:val>
                                            <p:strVal val="1+#ppt_w/2"/>
                                          </p:val>
                                        </p:tav>
                                        <p:tav tm="100000">
                                          <p:val>
                                            <p:strVal val="#ppt_x"/>
                                          </p:val>
                                        </p:tav>
                                      </p:tavLst>
                                    </p:anim>
                                    <p:anim calcmode="lin" valueType="num">
                                      <p:cBhvr additive="base">
                                        <p:cTn id="2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 grpId="0" animBg="1"/>
      <p:bldP spid="3" grpId="0" animBg="1"/>
      <p:bldP spid="1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1">
            <a:extLst>
              <a:ext uri="{FF2B5EF4-FFF2-40B4-BE49-F238E27FC236}">
                <a16:creationId xmlns:a16="http://schemas.microsoft.com/office/drawing/2014/main" id="{F315F671-7EED-4046-85D2-6AB3B481A04A}"/>
              </a:ext>
            </a:extLst>
          </p:cNvPr>
          <p:cNvSpPr>
            <a:spLocks noGrp="1"/>
          </p:cNvSpPr>
          <p:nvPr>
            <p:ph type="sldNum" sz="quarter" idx="12"/>
          </p:nvPr>
        </p:nvSpPr>
        <p:spPr>
          <a:xfrm>
            <a:off x="6658465" y="7057698"/>
            <a:ext cx="1905000" cy="19685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fld id="{49C20FCB-D446-49BC-9EC0-6B240E48F649}" type="slidenum">
              <a:rPr kumimoji="0" lang="en-US" altLang="zh-CN" sz="1400" smtClean="0"/>
              <a:pPr>
                <a:spcBef>
                  <a:spcPct val="0"/>
                </a:spcBef>
                <a:buClrTx/>
                <a:buSzTx/>
                <a:buFontTx/>
                <a:buNone/>
              </a:pPr>
              <a:t>24</a:t>
            </a:fld>
            <a:endParaRPr kumimoji="0" lang="en-US" altLang="zh-CN" sz="1400"/>
          </a:p>
        </p:txBody>
      </p:sp>
      <p:grpSp>
        <p:nvGrpSpPr>
          <p:cNvPr id="54275" name="Group 2">
            <a:extLst>
              <a:ext uri="{FF2B5EF4-FFF2-40B4-BE49-F238E27FC236}">
                <a16:creationId xmlns:a16="http://schemas.microsoft.com/office/drawing/2014/main" id="{FD67C3D7-2EFC-4389-AEB9-A4DAA9F3B0EE}"/>
              </a:ext>
            </a:extLst>
          </p:cNvPr>
          <p:cNvGrpSpPr>
            <a:grpSpLocks/>
          </p:cNvGrpSpPr>
          <p:nvPr/>
        </p:nvGrpSpPr>
        <p:grpSpPr bwMode="auto">
          <a:xfrm>
            <a:off x="34621" y="1556792"/>
            <a:ext cx="4332288" cy="4679950"/>
            <a:chOff x="124" y="645"/>
            <a:chExt cx="2729" cy="2948"/>
          </a:xfrm>
        </p:grpSpPr>
        <p:graphicFrame>
          <p:nvGraphicFramePr>
            <p:cNvPr id="54301" name="Object 1">
              <a:extLst>
                <a:ext uri="{FF2B5EF4-FFF2-40B4-BE49-F238E27FC236}">
                  <a16:creationId xmlns:a16="http://schemas.microsoft.com/office/drawing/2014/main" id="{E95C5A28-A8A5-4503-896F-F3B52D036B83}"/>
                </a:ext>
              </a:extLst>
            </p:cNvPr>
            <p:cNvGraphicFramePr>
              <a:graphicFrameLocks noChangeAspect="1"/>
            </p:cNvGraphicFramePr>
            <p:nvPr/>
          </p:nvGraphicFramePr>
          <p:xfrm>
            <a:off x="124" y="645"/>
            <a:ext cx="2729" cy="2948"/>
          </p:xfrm>
          <a:graphic>
            <a:graphicData uri="http://schemas.openxmlformats.org/presentationml/2006/ole">
              <mc:AlternateContent xmlns:mc="http://schemas.openxmlformats.org/markup-compatibility/2006">
                <mc:Choice xmlns:v="urn:schemas-microsoft-com:vml" Requires="v">
                  <p:oleObj spid="_x0000_s5328" name="位图图像" r:id="rId4" imgW="3467584" imgH="3419952" progId="Paint.Picture">
                    <p:embed/>
                  </p:oleObj>
                </mc:Choice>
                <mc:Fallback>
                  <p:oleObj name="位图图像" r:id="rId4" imgW="3467584" imgH="3419952" progId="Paint.Picture">
                    <p:embed/>
                    <p:pic>
                      <p:nvPicPr>
                        <p:cNvPr id="54301" name="Object 1">
                          <a:extLst>
                            <a:ext uri="{FF2B5EF4-FFF2-40B4-BE49-F238E27FC236}">
                              <a16:creationId xmlns:a16="http://schemas.microsoft.com/office/drawing/2014/main" id="{E95C5A28-A8A5-4503-896F-F3B52D036B8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4" y="645"/>
                          <a:ext cx="2729" cy="2948"/>
                        </a:xfrm>
                        <a:prstGeom prst="rect">
                          <a:avLst/>
                        </a:prstGeom>
                        <a:noFill/>
                        <a:ln>
                          <a:noFill/>
                        </a:ln>
                        <a:effectLst/>
                        <a:extLst>
                          <a:ext uri="{909E8E84-426E-40DD-AFC4-6F175D3DCCD1}">
                            <a14:hiddenFill xmlns:a14="http://schemas.microsoft.com/office/drawing/2010/main">
                              <a:gradFill rotWithShape="0">
                                <a:gsLst>
                                  <a:gs pos="0">
                                    <a:srgbClr val="ADE7EB"/>
                                  </a:gs>
                                  <a:gs pos="100000">
                                    <a:srgbClr val="FFFFFF"/>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302" name="Text Box 4">
              <a:extLst>
                <a:ext uri="{FF2B5EF4-FFF2-40B4-BE49-F238E27FC236}">
                  <a16:creationId xmlns:a16="http://schemas.microsoft.com/office/drawing/2014/main" id="{18A215A0-C3C3-4993-B55C-2FFEBDD0AA04}"/>
                </a:ext>
              </a:extLst>
            </p:cNvPr>
            <p:cNvSpPr txBox="1">
              <a:spLocks noChangeArrowheads="1"/>
            </p:cNvSpPr>
            <p:nvPr/>
          </p:nvSpPr>
          <p:spPr bwMode="auto">
            <a:xfrm>
              <a:off x="1360" y="911"/>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a:solidFill>
                    <a:schemeClr val="bg2"/>
                  </a:solidFill>
                </a:rPr>
                <a:t>0</a:t>
              </a:r>
            </a:p>
          </p:txBody>
        </p:sp>
        <p:sp>
          <p:nvSpPr>
            <p:cNvPr id="54303" name="Text Box 5">
              <a:extLst>
                <a:ext uri="{FF2B5EF4-FFF2-40B4-BE49-F238E27FC236}">
                  <a16:creationId xmlns:a16="http://schemas.microsoft.com/office/drawing/2014/main" id="{131A3080-41B0-458C-BD3F-2EA0BBA7A821}"/>
                </a:ext>
              </a:extLst>
            </p:cNvPr>
            <p:cNvSpPr txBox="1">
              <a:spLocks noChangeArrowheads="1"/>
            </p:cNvSpPr>
            <p:nvPr/>
          </p:nvSpPr>
          <p:spPr bwMode="auto">
            <a:xfrm>
              <a:off x="1948" y="108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a:solidFill>
                    <a:schemeClr val="bg2"/>
                  </a:solidFill>
                </a:rPr>
                <a:t>0</a:t>
              </a:r>
            </a:p>
          </p:txBody>
        </p:sp>
        <p:sp>
          <p:nvSpPr>
            <p:cNvPr id="54304" name="Text Box 6">
              <a:extLst>
                <a:ext uri="{FF2B5EF4-FFF2-40B4-BE49-F238E27FC236}">
                  <a16:creationId xmlns:a16="http://schemas.microsoft.com/office/drawing/2014/main" id="{AC12262D-277F-4A97-8BF0-4AE3AB7EEC2B}"/>
                </a:ext>
              </a:extLst>
            </p:cNvPr>
            <p:cNvSpPr txBox="1">
              <a:spLocks noChangeArrowheads="1"/>
            </p:cNvSpPr>
            <p:nvPr/>
          </p:nvSpPr>
          <p:spPr bwMode="auto">
            <a:xfrm>
              <a:off x="2238" y="1562"/>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a:solidFill>
                    <a:schemeClr val="bg2"/>
                  </a:solidFill>
                </a:rPr>
                <a:t>1</a:t>
              </a:r>
            </a:p>
          </p:txBody>
        </p:sp>
        <p:sp>
          <p:nvSpPr>
            <p:cNvPr id="54305" name="Text Box 7">
              <a:extLst>
                <a:ext uri="{FF2B5EF4-FFF2-40B4-BE49-F238E27FC236}">
                  <a16:creationId xmlns:a16="http://schemas.microsoft.com/office/drawing/2014/main" id="{FD61E6A9-CB46-4436-8F6A-0300F2F6C176}"/>
                </a:ext>
              </a:extLst>
            </p:cNvPr>
            <p:cNvSpPr txBox="1">
              <a:spLocks noChangeArrowheads="1"/>
            </p:cNvSpPr>
            <p:nvPr/>
          </p:nvSpPr>
          <p:spPr bwMode="auto">
            <a:xfrm>
              <a:off x="2316" y="1973"/>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a:solidFill>
                    <a:schemeClr val="bg2"/>
                  </a:solidFill>
                </a:rPr>
                <a:t>1</a:t>
              </a:r>
            </a:p>
          </p:txBody>
        </p:sp>
        <p:sp>
          <p:nvSpPr>
            <p:cNvPr id="54306" name="Text Box 8">
              <a:extLst>
                <a:ext uri="{FF2B5EF4-FFF2-40B4-BE49-F238E27FC236}">
                  <a16:creationId xmlns:a16="http://schemas.microsoft.com/office/drawing/2014/main" id="{5EC0E285-1EB7-4BA7-991C-149E7316C97E}"/>
                </a:ext>
              </a:extLst>
            </p:cNvPr>
            <p:cNvSpPr txBox="1">
              <a:spLocks noChangeArrowheads="1"/>
            </p:cNvSpPr>
            <p:nvPr/>
          </p:nvSpPr>
          <p:spPr bwMode="auto">
            <a:xfrm>
              <a:off x="2159" y="2539"/>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a:solidFill>
                    <a:schemeClr val="bg2"/>
                  </a:solidFill>
                </a:rPr>
                <a:t>0</a:t>
              </a:r>
            </a:p>
          </p:txBody>
        </p:sp>
        <p:sp>
          <p:nvSpPr>
            <p:cNvPr id="54307" name="Text Box 9">
              <a:extLst>
                <a:ext uri="{FF2B5EF4-FFF2-40B4-BE49-F238E27FC236}">
                  <a16:creationId xmlns:a16="http://schemas.microsoft.com/office/drawing/2014/main" id="{58B7CF08-409D-447F-BB15-DA18A7805729}"/>
                </a:ext>
              </a:extLst>
            </p:cNvPr>
            <p:cNvSpPr txBox="1">
              <a:spLocks noChangeArrowheads="1"/>
            </p:cNvSpPr>
            <p:nvPr/>
          </p:nvSpPr>
          <p:spPr bwMode="auto">
            <a:xfrm>
              <a:off x="1745" y="29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a:solidFill>
                    <a:schemeClr val="bg2"/>
                  </a:solidFill>
                </a:rPr>
                <a:t>0</a:t>
              </a:r>
            </a:p>
          </p:txBody>
        </p:sp>
        <p:sp>
          <p:nvSpPr>
            <p:cNvPr id="54308" name="Text Box 10">
              <a:extLst>
                <a:ext uri="{FF2B5EF4-FFF2-40B4-BE49-F238E27FC236}">
                  <a16:creationId xmlns:a16="http://schemas.microsoft.com/office/drawing/2014/main" id="{5A535918-F43C-463B-B8D9-FBEC11FCFC9E}"/>
                </a:ext>
              </a:extLst>
            </p:cNvPr>
            <p:cNvSpPr txBox="1">
              <a:spLocks noChangeArrowheads="1"/>
            </p:cNvSpPr>
            <p:nvPr/>
          </p:nvSpPr>
          <p:spPr bwMode="auto">
            <a:xfrm>
              <a:off x="1351" y="3025"/>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a:solidFill>
                    <a:schemeClr val="bg2"/>
                  </a:solidFill>
                </a:rPr>
                <a:t>1</a:t>
              </a:r>
            </a:p>
          </p:txBody>
        </p:sp>
        <p:sp>
          <p:nvSpPr>
            <p:cNvPr id="54309" name="Text Box 11">
              <a:extLst>
                <a:ext uri="{FF2B5EF4-FFF2-40B4-BE49-F238E27FC236}">
                  <a16:creationId xmlns:a16="http://schemas.microsoft.com/office/drawing/2014/main" id="{C6E8E58B-BEDA-47DC-B1A7-1747FA32C4D7}"/>
                </a:ext>
              </a:extLst>
            </p:cNvPr>
            <p:cNvSpPr txBox="1">
              <a:spLocks noChangeArrowheads="1"/>
            </p:cNvSpPr>
            <p:nvPr/>
          </p:nvSpPr>
          <p:spPr bwMode="auto">
            <a:xfrm>
              <a:off x="848" y="283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a:solidFill>
                    <a:schemeClr val="bg2"/>
                  </a:solidFill>
                </a:rPr>
                <a:t>1</a:t>
              </a:r>
            </a:p>
          </p:txBody>
        </p:sp>
        <p:sp>
          <p:nvSpPr>
            <p:cNvPr id="54310" name="Text Box 12">
              <a:extLst>
                <a:ext uri="{FF2B5EF4-FFF2-40B4-BE49-F238E27FC236}">
                  <a16:creationId xmlns:a16="http://schemas.microsoft.com/office/drawing/2014/main" id="{82F68DDF-98A0-42DF-94C9-E447A7A681DB}"/>
                </a:ext>
              </a:extLst>
            </p:cNvPr>
            <p:cNvSpPr txBox="1">
              <a:spLocks noChangeArrowheads="1"/>
            </p:cNvSpPr>
            <p:nvPr/>
          </p:nvSpPr>
          <p:spPr bwMode="auto">
            <a:xfrm>
              <a:off x="537" y="2485"/>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a:solidFill>
                    <a:schemeClr val="bg2"/>
                  </a:solidFill>
                </a:rPr>
                <a:t>0</a:t>
              </a:r>
            </a:p>
          </p:txBody>
        </p:sp>
        <p:sp>
          <p:nvSpPr>
            <p:cNvPr id="54311" name="Text Box 13">
              <a:extLst>
                <a:ext uri="{FF2B5EF4-FFF2-40B4-BE49-F238E27FC236}">
                  <a16:creationId xmlns:a16="http://schemas.microsoft.com/office/drawing/2014/main" id="{DA58D452-E03D-4757-943C-FAFD5960D4D3}"/>
                </a:ext>
              </a:extLst>
            </p:cNvPr>
            <p:cNvSpPr txBox="1">
              <a:spLocks noChangeArrowheads="1"/>
            </p:cNvSpPr>
            <p:nvPr/>
          </p:nvSpPr>
          <p:spPr bwMode="auto">
            <a:xfrm>
              <a:off x="386" y="197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a:solidFill>
                    <a:schemeClr val="bg2"/>
                  </a:solidFill>
                </a:rPr>
                <a:t>0</a:t>
              </a:r>
            </a:p>
          </p:txBody>
        </p:sp>
        <p:sp>
          <p:nvSpPr>
            <p:cNvPr id="54312" name="Text Box 14">
              <a:extLst>
                <a:ext uri="{FF2B5EF4-FFF2-40B4-BE49-F238E27FC236}">
                  <a16:creationId xmlns:a16="http://schemas.microsoft.com/office/drawing/2014/main" id="{91FCB08E-93C4-43D7-8419-467B87E7CB9A}"/>
                </a:ext>
              </a:extLst>
            </p:cNvPr>
            <p:cNvSpPr txBox="1">
              <a:spLocks noChangeArrowheads="1"/>
            </p:cNvSpPr>
            <p:nvPr/>
          </p:nvSpPr>
          <p:spPr bwMode="auto">
            <a:xfrm>
              <a:off x="562" y="145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a:solidFill>
                    <a:schemeClr val="bg2"/>
                  </a:solidFill>
                </a:rPr>
                <a:t>0</a:t>
              </a:r>
            </a:p>
          </p:txBody>
        </p:sp>
        <p:sp>
          <p:nvSpPr>
            <p:cNvPr id="54313" name="Text Box 15">
              <a:extLst>
                <a:ext uri="{FF2B5EF4-FFF2-40B4-BE49-F238E27FC236}">
                  <a16:creationId xmlns:a16="http://schemas.microsoft.com/office/drawing/2014/main" id="{502F4E17-C2E7-47D5-80B8-0D21F2448A36}"/>
                </a:ext>
              </a:extLst>
            </p:cNvPr>
            <p:cNvSpPr txBox="1">
              <a:spLocks noChangeArrowheads="1"/>
            </p:cNvSpPr>
            <p:nvPr/>
          </p:nvSpPr>
          <p:spPr bwMode="auto">
            <a:xfrm>
              <a:off x="926" y="107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a:solidFill>
                    <a:schemeClr val="bg2"/>
                  </a:solidFill>
                </a:rPr>
                <a:t>1</a:t>
              </a:r>
            </a:p>
          </p:txBody>
        </p:sp>
      </p:grpSp>
      <p:sp>
        <p:nvSpPr>
          <p:cNvPr id="54276" name="Line 16">
            <a:extLst>
              <a:ext uri="{FF2B5EF4-FFF2-40B4-BE49-F238E27FC236}">
                <a16:creationId xmlns:a16="http://schemas.microsoft.com/office/drawing/2014/main" id="{AD43C80D-3582-401B-B60E-835345DFEFBD}"/>
              </a:ext>
            </a:extLst>
          </p:cNvPr>
          <p:cNvSpPr>
            <a:spLocks noChangeShapeType="1"/>
          </p:cNvSpPr>
          <p:nvPr/>
        </p:nvSpPr>
        <p:spPr bwMode="auto">
          <a:xfrm flipV="1">
            <a:off x="2176159" y="1156742"/>
            <a:ext cx="0" cy="55245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spAutoFit/>
          </a:bodyPr>
          <a:lstStyle/>
          <a:p>
            <a:endParaRPr lang="zh-CN" altLang="en-US">
              <a:solidFill>
                <a:schemeClr val="bg2"/>
              </a:solidFill>
            </a:endParaRPr>
          </a:p>
        </p:txBody>
      </p:sp>
      <p:sp>
        <p:nvSpPr>
          <p:cNvPr id="54277" name="Text Box 17">
            <a:extLst>
              <a:ext uri="{FF2B5EF4-FFF2-40B4-BE49-F238E27FC236}">
                <a16:creationId xmlns:a16="http://schemas.microsoft.com/office/drawing/2014/main" id="{FAF411FF-4AF1-4836-9C2B-248BAC8E47AB}"/>
              </a:ext>
            </a:extLst>
          </p:cNvPr>
          <p:cNvSpPr txBox="1">
            <a:spLocks noChangeArrowheads="1"/>
          </p:cNvSpPr>
          <p:nvPr/>
        </p:nvSpPr>
        <p:spPr bwMode="auto">
          <a:xfrm>
            <a:off x="1836447" y="808285"/>
            <a:ext cx="4937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400" dirty="0">
                <a:solidFill>
                  <a:schemeClr val="bg2"/>
                </a:solidFill>
              </a:rPr>
              <a:t>页</a:t>
            </a:r>
          </a:p>
        </p:txBody>
      </p:sp>
      <p:sp>
        <p:nvSpPr>
          <p:cNvPr id="54278" name="Line 18">
            <a:extLst>
              <a:ext uri="{FF2B5EF4-FFF2-40B4-BE49-F238E27FC236}">
                <a16:creationId xmlns:a16="http://schemas.microsoft.com/office/drawing/2014/main" id="{5A1677D2-7ABD-4113-A9D2-EF21CCECEBA2}"/>
              </a:ext>
            </a:extLst>
          </p:cNvPr>
          <p:cNvSpPr>
            <a:spLocks noChangeShapeType="1"/>
          </p:cNvSpPr>
          <p:nvPr/>
        </p:nvSpPr>
        <p:spPr bwMode="auto">
          <a:xfrm flipV="1">
            <a:off x="2247596" y="1156742"/>
            <a:ext cx="1017588" cy="998537"/>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spAutoFit/>
          </a:bodyPr>
          <a:lstStyle/>
          <a:p>
            <a:endParaRPr lang="zh-CN" altLang="en-US">
              <a:solidFill>
                <a:schemeClr val="bg2"/>
              </a:solidFill>
            </a:endParaRPr>
          </a:p>
        </p:txBody>
      </p:sp>
      <p:sp>
        <p:nvSpPr>
          <p:cNvPr id="54279" name="Text Box 19">
            <a:extLst>
              <a:ext uri="{FF2B5EF4-FFF2-40B4-BE49-F238E27FC236}">
                <a16:creationId xmlns:a16="http://schemas.microsoft.com/office/drawing/2014/main" id="{A0E1CDEA-2CE6-4AF5-95E0-109668F395BE}"/>
              </a:ext>
            </a:extLst>
          </p:cNvPr>
          <p:cNvSpPr txBox="1">
            <a:spLocks noChangeArrowheads="1"/>
          </p:cNvSpPr>
          <p:nvPr/>
        </p:nvSpPr>
        <p:spPr bwMode="auto">
          <a:xfrm>
            <a:off x="2820683" y="788371"/>
            <a:ext cx="11128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400" dirty="0">
                <a:solidFill>
                  <a:schemeClr val="bg2"/>
                </a:solidFill>
              </a:rPr>
              <a:t>访问位</a:t>
            </a:r>
          </a:p>
        </p:txBody>
      </p:sp>
      <p:sp>
        <p:nvSpPr>
          <p:cNvPr id="54280" name="Text Box 20">
            <a:extLst>
              <a:ext uri="{FF2B5EF4-FFF2-40B4-BE49-F238E27FC236}">
                <a16:creationId xmlns:a16="http://schemas.microsoft.com/office/drawing/2014/main" id="{BFD9F6C3-C332-4EE9-8E48-AF294ABFC3A8}"/>
              </a:ext>
            </a:extLst>
          </p:cNvPr>
          <p:cNvSpPr txBox="1">
            <a:spLocks noChangeArrowheads="1"/>
          </p:cNvSpPr>
          <p:nvPr/>
        </p:nvSpPr>
        <p:spPr bwMode="auto">
          <a:xfrm>
            <a:off x="1126821" y="6347867"/>
            <a:ext cx="1422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400">
                <a:solidFill>
                  <a:schemeClr val="bg2"/>
                </a:solidFill>
              </a:rPr>
              <a:t>页置换前</a:t>
            </a:r>
          </a:p>
        </p:txBody>
      </p:sp>
      <p:grpSp>
        <p:nvGrpSpPr>
          <p:cNvPr id="3" name="Group 21">
            <a:extLst>
              <a:ext uri="{FF2B5EF4-FFF2-40B4-BE49-F238E27FC236}">
                <a16:creationId xmlns:a16="http://schemas.microsoft.com/office/drawing/2014/main" id="{AB18EC71-7279-457D-8C17-384B33B7B27E}"/>
              </a:ext>
            </a:extLst>
          </p:cNvPr>
          <p:cNvGrpSpPr>
            <a:grpSpLocks/>
          </p:cNvGrpSpPr>
          <p:nvPr/>
        </p:nvGrpSpPr>
        <p:grpSpPr bwMode="auto">
          <a:xfrm>
            <a:off x="4601859" y="1552029"/>
            <a:ext cx="4332287" cy="5253038"/>
            <a:chOff x="2947" y="642"/>
            <a:chExt cx="2729" cy="3309"/>
          </a:xfrm>
        </p:grpSpPr>
        <p:grpSp>
          <p:nvGrpSpPr>
            <p:cNvPr id="54283" name="Group 22">
              <a:extLst>
                <a:ext uri="{FF2B5EF4-FFF2-40B4-BE49-F238E27FC236}">
                  <a16:creationId xmlns:a16="http://schemas.microsoft.com/office/drawing/2014/main" id="{5F81EDAC-729C-4603-BB92-E86BD2E1334A}"/>
                </a:ext>
              </a:extLst>
            </p:cNvPr>
            <p:cNvGrpSpPr>
              <a:grpSpLocks/>
            </p:cNvGrpSpPr>
            <p:nvPr/>
          </p:nvGrpSpPr>
          <p:grpSpPr bwMode="auto">
            <a:xfrm>
              <a:off x="2947" y="642"/>
              <a:ext cx="2729" cy="2948"/>
              <a:chOff x="124" y="645"/>
              <a:chExt cx="2729" cy="2948"/>
            </a:xfrm>
          </p:grpSpPr>
          <p:graphicFrame>
            <p:nvGraphicFramePr>
              <p:cNvPr id="54288" name="Object 0">
                <a:extLst>
                  <a:ext uri="{FF2B5EF4-FFF2-40B4-BE49-F238E27FC236}">
                    <a16:creationId xmlns:a16="http://schemas.microsoft.com/office/drawing/2014/main" id="{29891106-4C32-438E-8529-335416509A36}"/>
                  </a:ext>
                </a:extLst>
              </p:cNvPr>
              <p:cNvGraphicFramePr>
                <a:graphicFrameLocks noChangeAspect="1"/>
              </p:cNvGraphicFramePr>
              <p:nvPr/>
            </p:nvGraphicFramePr>
            <p:xfrm>
              <a:off x="124" y="645"/>
              <a:ext cx="2729" cy="2948"/>
            </p:xfrm>
            <a:graphic>
              <a:graphicData uri="http://schemas.openxmlformats.org/presentationml/2006/ole">
                <mc:AlternateContent xmlns:mc="http://schemas.openxmlformats.org/markup-compatibility/2006">
                  <mc:Choice xmlns:v="urn:schemas-microsoft-com:vml" Requires="v">
                    <p:oleObj spid="_x0000_s5329" name="BMP 图像" r:id="rId6" imgW="3467584" imgH="3419952" progId="Paint.Picture">
                      <p:embed/>
                    </p:oleObj>
                  </mc:Choice>
                  <mc:Fallback>
                    <p:oleObj name="BMP 图像" r:id="rId6" imgW="3467584" imgH="3419952" progId="Paint.Picture">
                      <p:embed/>
                      <p:pic>
                        <p:nvPicPr>
                          <p:cNvPr id="54288" name="Object 0">
                            <a:extLst>
                              <a:ext uri="{FF2B5EF4-FFF2-40B4-BE49-F238E27FC236}">
                                <a16:creationId xmlns:a16="http://schemas.microsoft.com/office/drawing/2014/main" id="{29891106-4C32-438E-8529-335416509A3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4" y="645"/>
                            <a:ext cx="2729" cy="2948"/>
                          </a:xfrm>
                          <a:prstGeom prst="rect">
                            <a:avLst/>
                          </a:prstGeom>
                          <a:noFill/>
                          <a:ln>
                            <a:noFill/>
                          </a:ln>
                          <a:effectLst/>
                          <a:extLst>
                            <a:ext uri="{909E8E84-426E-40DD-AFC4-6F175D3DCCD1}">
                              <a14:hiddenFill xmlns:a14="http://schemas.microsoft.com/office/drawing/2010/main">
                                <a:gradFill rotWithShape="0">
                                  <a:gsLst>
                                    <a:gs pos="0">
                                      <a:srgbClr val="ADE7EB"/>
                                    </a:gs>
                                    <a:gs pos="100000">
                                      <a:srgbClr val="FFFFFF"/>
                                    </a:gs>
                                  </a:gsLst>
                                  <a:path path="shape">
                                    <a:fillToRect l="50000" t="50000" r="50000" b="50000"/>
                                  </a:path>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289" name="Text Box 24">
                <a:extLst>
                  <a:ext uri="{FF2B5EF4-FFF2-40B4-BE49-F238E27FC236}">
                    <a16:creationId xmlns:a16="http://schemas.microsoft.com/office/drawing/2014/main" id="{CAAA0C82-8649-4C2B-80F0-618FEDF7EB75}"/>
                  </a:ext>
                </a:extLst>
              </p:cNvPr>
              <p:cNvSpPr txBox="1">
                <a:spLocks noChangeArrowheads="1"/>
              </p:cNvSpPr>
              <p:nvPr/>
            </p:nvSpPr>
            <p:spPr bwMode="auto">
              <a:xfrm>
                <a:off x="1360" y="911"/>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a:solidFill>
                      <a:schemeClr val="bg2"/>
                    </a:solidFill>
                  </a:rPr>
                  <a:t>0</a:t>
                </a:r>
              </a:p>
            </p:txBody>
          </p:sp>
          <p:sp>
            <p:nvSpPr>
              <p:cNvPr id="54290" name="Text Box 25">
                <a:extLst>
                  <a:ext uri="{FF2B5EF4-FFF2-40B4-BE49-F238E27FC236}">
                    <a16:creationId xmlns:a16="http://schemas.microsoft.com/office/drawing/2014/main" id="{244D70F8-CE3C-4290-8120-C6214B59E60D}"/>
                  </a:ext>
                </a:extLst>
              </p:cNvPr>
              <p:cNvSpPr txBox="1">
                <a:spLocks noChangeArrowheads="1"/>
              </p:cNvSpPr>
              <p:nvPr/>
            </p:nvSpPr>
            <p:spPr bwMode="auto">
              <a:xfrm>
                <a:off x="1948" y="108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a:solidFill>
                      <a:schemeClr val="bg2"/>
                    </a:solidFill>
                  </a:rPr>
                  <a:t>0</a:t>
                </a:r>
              </a:p>
            </p:txBody>
          </p:sp>
          <p:sp>
            <p:nvSpPr>
              <p:cNvPr id="54291" name="Text Box 26">
                <a:extLst>
                  <a:ext uri="{FF2B5EF4-FFF2-40B4-BE49-F238E27FC236}">
                    <a16:creationId xmlns:a16="http://schemas.microsoft.com/office/drawing/2014/main" id="{D0743B8A-EA15-4FC5-8C8F-27BBD40900FE}"/>
                  </a:ext>
                </a:extLst>
              </p:cNvPr>
              <p:cNvSpPr txBox="1">
                <a:spLocks noChangeArrowheads="1"/>
              </p:cNvSpPr>
              <p:nvPr/>
            </p:nvSpPr>
            <p:spPr bwMode="auto">
              <a:xfrm>
                <a:off x="2191" y="159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dirty="0">
                    <a:solidFill>
                      <a:srgbClr val="D60093"/>
                    </a:solidFill>
                  </a:rPr>
                  <a:t>0</a:t>
                </a:r>
              </a:p>
            </p:txBody>
          </p:sp>
          <p:sp>
            <p:nvSpPr>
              <p:cNvPr id="54292" name="Text Box 27">
                <a:extLst>
                  <a:ext uri="{FF2B5EF4-FFF2-40B4-BE49-F238E27FC236}">
                    <a16:creationId xmlns:a16="http://schemas.microsoft.com/office/drawing/2014/main" id="{4BC77532-6570-4C21-803E-82C4558F919D}"/>
                  </a:ext>
                </a:extLst>
              </p:cNvPr>
              <p:cNvSpPr txBox="1">
                <a:spLocks noChangeArrowheads="1"/>
              </p:cNvSpPr>
              <p:nvPr/>
            </p:nvSpPr>
            <p:spPr bwMode="auto">
              <a:xfrm>
                <a:off x="2316" y="1973"/>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dirty="0">
                    <a:solidFill>
                      <a:srgbClr val="D60093"/>
                    </a:solidFill>
                  </a:rPr>
                  <a:t>0</a:t>
                </a:r>
              </a:p>
            </p:txBody>
          </p:sp>
          <p:sp>
            <p:nvSpPr>
              <p:cNvPr id="54293" name="Text Box 28">
                <a:extLst>
                  <a:ext uri="{FF2B5EF4-FFF2-40B4-BE49-F238E27FC236}">
                    <a16:creationId xmlns:a16="http://schemas.microsoft.com/office/drawing/2014/main" id="{004B3864-E3EC-4C47-9210-BF77D69372DF}"/>
                  </a:ext>
                </a:extLst>
              </p:cNvPr>
              <p:cNvSpPr txBox="1">
                <a:spLocks noChangeArrowheads="1"/>
              </p:cNvSpPr>
              <p:nvPr/>
            </p:nvSpPr>
            <p:spPr bwMode="auto">
              <a:xfrm>
                <a:off x="2082" y="2478"/>
                <a:ext cx="19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dirty="0">
                    <a:solidFill>
                      <a:srgbClr val="D60093"/>
                    </a:solidFill>
                  </a:rPr>
                  <a:t>1</a:t>
                </a:r>
              </a:p>
            </p:txBody>
          </p:sp>
          <p:sp>
            <p:nvSpPr>
              <p:cNvPr id="54294" name="Text Box 29">
                <a:extLst>
                  <a:ext uri="{FF2B5EF4-FFF2-40B4-BE49-F238E27FC236}">
                    <a16:creationId xmlns:a16="http://schemas.microsoft.com/office/drawing/2014/main" id="{134A32D2-56D4-4A6B-8C30-B2F8D6EFDDC4}"/>
                  </a:ext>
                </a:extLst>
              </p:cNvPr>
              <p:cNvSpPr txBox="1">
                <a:spLocks noChangeArrowheads="1"/>
              </p:cNvSpPr>
              <p:nvPr/>
            </p:nvSpPr>
            <p:spPr bwMode="auto">
              <a:xfrm>
                <a:off x="1745" y="29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a:solidFill>
                      <a:schemeClr val="bg2"/>
                    </a:solidFill>
                  </a:rPr>
                  <a:t>0</a:t>
                </a:r>
              </a:p>
            </p:txBody>
          </p:sp>
          <p:sp>
            <p:nvSpPr>
              <p:cNvPr id="54295" name="Text Box 30">
                <a:extLst>
                  <a:ext uri="{FF2B5EF4-FFF2-40B4-BE49-F238E27FC236}">
                    <a16:creationId xmlns:a16="http://schemas.microsoft.com/office/drawing/2014/main" id="{1945DDAA-E1F7-4FC4-B3A8-972C5867F8B0}"/>
                  </a:ext>
                </a:extLst>
              </p:cNvPr>
              <p:cNvSpPr txBox="1">
                <a:spLocks noChangeArrowheads="1"/>
              </p:cNvSpPr>
              <p:nvPr/>
            </p:nvSpPr>
            <p:spPr bwMode="auto">
              <a:xfrm>
                <a:off x="1351" y="3025"/>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a:solidFill>
                      <a:schemeClr val="bg2"/>
                    </a:solidFill>
                  </a:rPr>
                  <a:t>1</a:t>
                </a:r>
              </a:p>
            </p:txBody>
          </p:sp>
          <p:sp>
            <p:nvSpPr>
              <p:cNvPr id="54296" name="Text Box 31">
                <a:extLst>
                  <a:ext uri="{FF2B5EF4-FFF2-40B4-BE49-F238E27FC236}">
                    <a16:creationId xmlns:a16="http://schemas.microsoft.com/office/drawing/2014/main" id="{9E1C6176-095F-4E04-AB2E-0DBC25667E7A}"/>
                  </a:ext>
                </a:extLst>
              </p:cNvPr>
              <p:cNvSpPr txBox="1">
                <a:spLocks noChangeArrowheads="1"/>
              </p:cNvSpPr>
              <p:nvPr/>
            </p:nvSpPr>
            <p:spPr bwMode="auto">
              <a:xfrm>
                <a:off x="848" y="283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a:solidFill>
                      <a:schemeClr val="bg2"/>
                    </a:solidFill>
                  </a:rPr>
                  <a:t>1</a:t>
                </a:r>
              </a:p>
            </p:txBody>
          </p:sp>
          <p:sp>
            <p:nvSpPr>
              <p:cNvPr id="54297" name="Text Box 32">
                <a:extLst>
                  <a:ext uri="{FF2B5EF4-FFF2-40B4-BE49-F238E27FC236}">
                    <a16:creationId xmlns:a16="http://schemas.microsoft.com/office/drawing/2014/main" id="{87542ECE-A6AF-44A4-A7F5-87A2B90F76A4}"/>
                  </a:ext>
                </a:extLst>
              </p:cNvPr>
              <p:cNvSpPr txBox="1">
                <a:spLocks noChangeArrowheads="1"/>
              </p:cNvSpPr>
              <p:nvPr/>
            </p:nvSpPr>
            <p:spPr bwMode="auto">
              <a:xfrm>
                <a:off x="537" y="2485"/>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a:solidFill>
                      <a:schemeClr val="bg2"/>
                    </a:solidFill>
                  </a:rPr>
                  <a:t>0</a:t>
                </a:r>
              </a:p>
            </p:txBody>
          </p:sp>
          <p:sp>
            <p:nvSpPr>
              <p:cNvPr id="54298" name="Text Box 33">
                <a:extLst>
                  <a:ext uri="{FF2B5EF4-FFF2-40B4-BE49-F238E27FC236}">
                    <a16:creationId xmlns:a16="http://schemas.microsoft.com/office/drawing/2014/main" id="{7B18AEB2-BE9D-4AC8-8ED2-43BD962FDC5A}"/>
                  </a:ext>
                </a:extLst>
              </p:cNvPr>
              <p:cNvSpPr txBox="1">
                <a:spLocks noChangeArrowheads="1"/>
              </p:cNvSpPr>
              <p:nvPr/>
            </p:nvSpPr>
            <p:spPr bwMode="auto">
              <a:xfrm>
                <a:off x="386" y="197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a:solidFill>
                      <a:schemeClr val="bg2"/>
                    </a:solidFill>
                  </a:rPr>
                  <a:t>0</a:t>
                </a:r>
              </a:p>
            </p:txBody>
          </p:sp>
          <p:sp>
            <p:nvSpPr>
              <p:cNvPr id="54299" name="Text Box 34">
                <a:extLst>
                  <a:ext uri="{FF2B5EF4-FFF2-40B4-BE49-F238E27FC236}">
                    <a16:creationId xmlns:a16="http://schemas.microsoft.com/office/drawing/2014/main" id="{57CA5337-4FC3-43E2-BADA-2B2D3EA42E82}"/>
                  </a:ext>
                </a:extLst>
              </p:cNvPr>
              <p:cNvSpPr txBox="1">
                <a:spLocks noChangeArrowheads="1"/>
              </p:cNvSpPr>
              <p:nvPr/>
            </p:nvSpPr>
            <p:spPr bwMode="auto">
              <a:xfrm>
                <a:off x="562" y="145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a:solidFill>
                      <a:schemeClr val="bg2"/>
                    </a:solidFill>
                  </a:rPr>
                  <a:t>0</a:t>
                </a:r>
              </a:p>
            </p:txBody>
          </p:sp>
          <p:sp>
            <p:nvSpPr>
              <p:cNvPr id="54300" name="Text Box 35">
                <a:extLst>
                  <a:ext uri="{FF2B5EF4-FFF2-40B4-BE49-F238E27FC236}">
                    <a16:creationId xmlns:a16="http://schemas.microsoft.com/office/drawing/2014/main" id="{181D7750-9ED5-4277-A332-204B3FC80BA4}"/>
                  </a:ext>
                </a:extLst>
              </p:cNvPr>
              <p:cNvSpPr txBox="1">
                <a:spLocks noChangeArrowheads="1"/>
              </p:cNvSpPr>
              <p:nvPr/>
            </p:nvSpPr>
            <p:spPr bwMode="auto">
              <a:xfrm>
                <a:off x="926" y="107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a:solidFill>
                      <a:schemeClr val="bg2"/>
                    </a:solidFill>
                  </a:rPr>
                  <a:t>1</a:t>
                </a:r>
              </a:p>
            </p:txBody>
          </p:sp>
        </p:grpSp>
        <p:sp>
          <p:nvSpPr>
            <p:cNvPr id="54284" name="Text Box 36">
              <a:extLst>
                <a:ext uri="{FF2B5EF4-FFF2-40B4-BE49-F238E27FC236}">
                  <a16:creationId xmlns:a16="http://schemas.microsoft.com/office/drawing/2014/main" id="{8568243E-01D9-468B-868C-28F0C773FAFF}"/>
                </a:ext>
              </a:extLst>
            </p:cNvPr>
            <p:cNvSpPr txBox="1">
              <a:spLocks noChangeArrowheads="1"/>
            </p:cNvSpPr>
            <p:nvPr/>
          </p:nvSpPr>
          <p:spPr bwMode="auto">
            <a:xfrm>
              <a:off x="3635" y="3660"/>
              <a:ext cx="89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400">
                  <a:solidFill>
                    <a:schemeClr val="bg2"/>
                  </a:solidFill>
                </a:rPr>
                <a:t>页置换后</a:t>
              </a:r>
            </a:p>
          </p:txBody>
        </p:sp>
        <p:sp>
          <p:nvSpPr>
            <p:cNvPr id="26" name="Line 37">
              <a:extLst>
                <a:ext uri="{FF2B5EF4-FFF2-40B4-BE49-F238E27FC236}">
                  <a16:creationId xmlns:a16="http://schemas.microsoft.com/office/drawing/2014/main" id="{AFB98ED5-F798-408F-A3B0-442DB7F64B02}"/>
                </a:ext>
              </a:extLst>
            </p:cNvPr>
            <p:cNvSpPr>
              <a:spLocks noChangeShapeType="1"/>
            </p:cNvSpPr>
            <p:nvPr/>
          </p:nvSpPr>
          <p:spPr bwMode="auto">
            <a:xfrm>
              <a:off x="4299" y="2130"/>
              <a:ext cx="374" cy="855"/>
            </a:xfrm>
            <a:prstGeom prst="line">
              <a:avLst/>
            </a:prstGeom>
            <a:noFill/>
            <a:ln w="25400">
              <a:solidFill>
                <a:schemeClr val="tx1">
                  <a:lumMod val="10000"/>
                </a:schemeClr>
              </a:solidFill>
              <a:round/>
              <a:headEnd/>
              <a:tailEnd type="triangle" w="med" len="med"/>
            </a:ln>
          </p:spPr>
          <p:txBody>
            <a:bodyPr wrap="none">
              <a:spAutoFit/>
            </a:bodyPr>
            <a:lstStyle/>
            <a:p>
              <a:pPr eaLnBrk="1" hangingPunct="1">
                <a:defRPr/>
              </a:pPr>
              <a:endParaRPr lang="zh-CN" altLang="en-US">
                <a:solidFill>
                  <a:schemeClr val="bg2"/>
                </a:solidFill>
              </a:endParaRPr>
            </a:p>
          </p:txBody>
        </p:sp>
        <p:sp>
          <p:nvSpPr>
            <p:cNvPr id="46095" name="Text Box 38">
              <a:extLst>
                <a:ext uri="{FF2B5EF4-FFF2-40B4-BE49-F238E27FC236}">
                  <a16:creationId xmlns:a16="http://schemas.microsoft.com/office/drawing/2014/main" id="{804133B7-D08C-45E5-B79C-200C90A3AF7F}"/>
                </a:ext>
              </a:extLst>
            </p:cNvPr>
            <p:cNvSpPr txBox="1">
              <a:spLocks noChangeArrowheads="1"/>
            </p:cNvSpPr>
            <p:nvPr/>
          </p:nvSpPr>
          <p:spPr bwMode="auto">
            <a:xfrm>
              <a:off x="5190" y="2645"/>
              <a:ext cx="238" cy="23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nchorCtr="1"/>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defRPr/>
              </a:pPr>
              <a:r>
                <a:rPr lang="en-US" altLang="zh-CN" sz="2400" dirty="0">
                  <a:solidFill>
                    <a:srgbClr val="D60093"/>
                  </a:solidFill>
                </a:rPr>
                <a:t>M</a:t>
              </a:r>
            </a:p>
          </p:txBody>
        </p:sp>
        <p:sp>
          <p:nvSpPr>
            <p:cNvPr id="54287" name="Rectangle 39">
              <a:extLst>
                <a:ext uri="{FF2B5EF4-FFF2-40B4-BE49-F238E27FC236}">
                  <a16:creationId xmlns:a16="http://schemas.microsoft.com/office/drawing/2014/main" id="{2F81A627-4197-4797-ABA1-502C937EC359}"/>
                </a:ext>
              </a:extLst>
            </p:cNvPr>
            <p:cNvSpPr>
              <a:spLocks noChangeArrowheads="1"/>
            </p:cNvSpPr>
            <p:nvPr/>
          </p:nvSpPr>
          <p:spPr bwMode="auto">
            <a:xfrm rot="-1800000">
              <a:off x="4096" y="1643"/>
              <a:ext cx="1071" cy="29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ndParaRPr>
            </a:p>
          </p:txBody>
        </p:sp>
      </p:grpSp>
      <p:sp>
        <p:nvSpPr>
          <p:cNvPr id="43" name="Text Box 2">
            <a:extLst>
              <a:ext uri="{FF2B5EF4-FFF2-40B4-BE49-F238E27FC236}">
                <a16:creationId xmlns:a16="http://schemas.microsoft.com/office/drawing/2014/main" id="{EF9136FA-D0E5-4006-AF4E-1823E6F69DF1}"/>
              </a:ext>
            </a:extLst>
          </p:cNvPr>
          <p:cNvSpPr txBox="1">
            <a:spLocks noChangeArrowheads="1"/>
          </p:cNvSpPr>
          <p:nvPr/>
        </p:nvSpPr>
        <p:spPr bwMode="auto">
          <a:xfrm>
            <a:off x="1394516" y="-39343"/>
            <a:ext cx="6500813" cy="769441"/>
          </a:xfrm>
          <a:prstGeom prst="rect">
            <a:avLst/>
          </a:prstGeom>
          <a:noFill/>
          <a:ln w="9525">
            <a:noFill/>
            <a:miter lim="800000"/>
            <a:headEnd/>
            <a:tailEnd/>
          </a:ln>
        </p:spPr>
        <p:txBody>
          <a:bodyPr>
            <a:spAutoFit/>
          </a:bodyPr>
          <a:lstStyle/>
          <a:p>
            <a:pPr marL="342900" lvl="1" indent="-342900" algn="ctr" eaLnBrk="1" hangingPunct="1">
              <a:lnSpc>
                <a:spcPct val="110000"/>
              </a:lnSpc>
              <a:buClr>
                <a:schemeClr val="tx2"/>
              </a:buClr>
              <a:buSzPct val="75000"/>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时钟页面置换</a:t>
            </a:r>
            <a:r>
              <a:rPr lang="zh-CN" altLang="en-US" sz="4000">
                <a:solidFill>
                  <a:srgbClr val="006699"/>
                </a:solidFill>
                <a:effectLst>
                  <a:outerShdw blurRad="38100" dist="38100" dir="2700000" algn="tl">
                    <a:srgbClr val="000000">
                      <a:alpha val="43137"/>
                    </a:srgbClr>
                  </a:outerShdw>
                </a:effectLst>
                <a:latin typeface="+mj-lt"/>
                <a:ea typeface="MS PGothic" pitchFamily="34" charset="-128"/>
                <a:cs typeface="+mj-cs"/>
              </a:rPr>
              <a:t>算法</a:t>
            </a:r>
            <a:r>
              <a:rPr lang="zh-CN" altLang="en-US" sz="4000" smtClean="0">
                <a:solidFill>
                  <a:srgbClr val="006699"/>
                </a:solidFill>
                <a:effectLst>
                  <a:outerShdw blurRad="38100" dist="38100" dir="2700000" algn="tl">
                    <a:srgbClr val="000000">
                      <a:alpha val="43137"/>
                    </a:srgbClr>
                  </a:outerShdw>
                </a:effectLst>
                <a:latin typeface="+mj-lt"/>
                <a:ea typeface="MS PGothic" pitchFamily="34" charset="-128"/>
                <a:cs typeface="+mj-cs"/>
              </a:rPr>
              <a:t>示例</a:t>
            </a:r>
            <a:r>
              <a:rPr lang="en-US" altLang="zh-CN" sz="4000" smtClean="0">
                <a:solidFill>
                  <a:srgbClr val="006699"/>
                </a:solidFill>
                <a:effectLst>
                  <a:outerShdw blurRad="38100" dist="38100" dir="2700000" algn="tl">
                    <a:srgbClr val="000000">
                      <a:alpha val="43137"/>
                    </a:srgbClr>
                  </a:outerShdw>
                </a:effectLst>
                <a:latin typeface="+mj-lt"/>
                <a:ea typeface="MS PGothic" pitchFamily="34" charset="-128"/>
                <a:cs typeface="+mj-cs"/>
              </a:rPr>
              <a:t>1</a:t>
            </a:r>
            <a:endPar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endParaRPr>
          </a:p>
        </p:txBody>
      </p:sp>
      <p:sp>
        <p:nvSpPr>
          <p:cNvPr id="44" name="AutoShape 7">
            <a:hlinkClick r:id="rId7" action="ppaction://hlinksldjump" highlightClick="1"/>
            <a:extLst>
              <a:ext uri="{FF2B5EF4-FFF2-40B4-BE49-F238E27FC236}">
                <a16:creationId xmlns:a16="http://schemas.microsoft.com/office/drawing/2014/main" id="{C6EA639A-5EE7-4D1D-AA75-4B9CAB274E9D}"/>
              </a:ext>
            </a:extLst>
          </p:cNvPr>
          <p:cNvSpPr>
            <a:spLocks noChangeArrowheads="1"/>
          </p:cNvSpPr>
          <p:nvPr/>
        </p:nvSpPr>
        <p:spPr bwMode="auto">
          <a:xfrm>
            <a:off x="8763000" y="6477000"/>
            <a:ext cx="381000" cy="381000"/>
          </a:xfrm>
          <a:prstGeom prst="actionButtonHome">
            <a:avLst/>
          </a:prstGeom>
          <a:solidFill>
            <a:schemeClr val="tx1">
              <a:lumMod val="85000"/>
            </a:schemeClr>
          </a:solidFill>
          <a:ln w="12700" cap="sq">
            <a:noFill/>
            <a:miter lim="800000"/>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3820510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44"/>
                                        </p:tgtEl>
                                        <p:attrNameLst>
                                          <p:attrName>style.visibility</p:attrName>
                                        </p:attrNameLst>
                                      </p:cBhvr>
                                      <p:to>
                                        <p:strVal val="visible"/>
                                      </p:to>
                                    </p:set>
                                    <p:anim calcmode="lin" valueType="num">
                                      <p:cBhvr additive="base">
                                        <p:cTn id="12" dur="500" fill="hold"/>
                                        <p:tgtEl>
                                          <p:spTgt spid="44"/>
                                        </p:tgtEl>
                                        <p:attrNameLst>
                                          <p:attrName>ppt_x</p:attrName>
                                        </p:attrNameLst>
                                      </p:cBhvr>
                                      <p:tavLst>
                                        <p:tav tm="0">
                                          <p:val>
                                            <p:strVal val="0-#ppt_w/2"/>
                                          </p:val>
                                        </p:tav>
                                        <p:tav tm="100000">
                                          <p:val>
                                            <p:strVal val="#ppt_x"/>
                                          </p:val>
                                        </p:tav>
                                      </p:tavLst>
                                    </p:anim>
                                    <p:anim calcmode="lin" valueType="num">
                                      <p:cBhvr additive="base">
                                        <p:cTn id="13" dur="500" fill="hold"/>
                                        <p:tgtEl>
                                          <p:spTgt spid="4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2">
            <a:extLst>
              <a:ext uri="{FF2B5EF4-FFF2-40B4-BE49-F238E27FC236}">
                <a16:creationId xmlns:a16="http://schemas.microsoft.com/office/drawing/2014/main" id="{EF9136FA-D0E5-4006-AF4E-1823E6F69DF1}"/>
              </a:ext>
            </a:extLst>
          </p:cNvPr>
          <p:cNvSpPr txBox="1">
            <a:spLocks noChangeArrowheads="1"/>
          </p:cNvSpPr>
          <p:nvPr/>
        </p:nvSpPr>
        <p:spPr bwMode="auto">
          <a:xfrm>
            <a:off x="1385093" y="6128"/>
            <a:ext cx="6500813" cy="769441"/>
          </a:xfrm>
          <a:prstGeom prst="rect">
            <a:avLst/>
          </a:prstGeom>
          <a:noFill/>
          <a:ln w="9525">
            <a:noFill/>
            <a:miter lim="800000"/>
            <a:headEnd/>
            <a:tailEnd/>
          </a:ln>
        </p:spPr>
        <p:txBody>
          <a:bodyPr>
            <a:spAutoFit/>
          </a:bodyPr>
          <a:lstStyle/>
          <a:p>
            <a:pPr marL="342900" lvl="1" indent="-342900" algn="ctr" eaLnBrk="1" hangingPunct="1">
              <a:lnSpc>
                <a:spcPct val="110000"/>
              </a:lnSpc>
              <a:buClr>
                <a:schemeClr val="tx2"/>
              </a:buClr>
              <a:buSzPct val="75000"/>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时钟页面置换算法</a:t>
            </a:r>
            <a:r>
              <a:rPr lang="zh-CN" altLang="en-US" sz="4000" dirty="0" smtClean="0">
                <a:solidFill>
                  <a:srgbClr val="006699"/>
                </a:solidFill>
                <a:effectLst>
                  <a:outerShdw blurRad="38100" dist="38100" dir="2700000" algn="tl">
                    <a:srgbClr val="000000">
                      <a:alpha val="43137"/>
                    </a:srgbClr>
                  </a:outerShdw>
                </a:effectLst>
                <a:latin typeface="+mj-lt"/>
                <a:ea typeface="MS PGothic" pitchFamily="34" charset="-128"/>
                <a:cs typeface="+mj-cs"/>
              </a:rPr>
              <a:t>示例 </a:t>
            </a:r>
            <a:r>
              <a:rPr lang="en-US" altLang="zh-CN" sz="4000" dirty="0" smtClean="0">
                <a:solidFill>
                  <a:srgbClr val="006699"/>
                </a:solidFill>
                <a:effectLst>
                  <a:outerShdw blurRad="38100" dist="38100" dir="2700000" algn="tl">
                    <a:srgbClr val="000000">
                      <a:alpha val="43137"/>
                    </a:srgbClr>
                  </a:outerShdw>
                </a:effectLst>
                <a:latin typeface="+mj-lt"/>
                <a:ea typeface="MS PGothic" pitchFamily="34" charset="-128"/>
                <a:cs typeface="+mj-cs"/>
              </a:rPr>
              <a:t>2</a:t>
            </a:r>
            <a:endPar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endParaRPr>
          </a:p>
        </p:txBody>
      </p:sp>
      <p:sp>
        <p:nvSpPr>
          <p:cNvPr id="10" name="Rectangle 38">
            <a:extLst>
              <a:ext uri="{FF2B5EF4-FFF2-40B4-BE49-F238E27FC236}">
                <a16:creationId xmlns:a16="http://schemas.microsoft.com/office/drawing/2014/main" id="{69C6A431-C0BD-492F-97A3-A630F3676751}"/>
              </a:ext>
            </a:extLst>
          </p:cNvPr>
          <p:cNvSpPr>
            <a:spLocks noChangeArrowheads="1"/>
          </p:cNvSpPr>
          <p:nvPr/>
        </p:nvSpPr>
        <p:spPr bwMode="auto">
          <a:xfrm>
            <a:off x="366422" y="3488339"/>
            <a:ext cx="8568952" cy="6955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lvl="1">
              <a:lnSpc>
                <a:spcPct val="140000"/>
              </a:lnSpc>
              <a:spcBef>
                <a:spcPct val="0"/>
              </a:spcBef>
            </a:pPr>
            <a:r>
              <a:rPr lang="en-US" altLang="zh-CN" sz="2800" b="1" dirty="0" smtClean="0">
                <a:solidFill>
                  <a:schemeClr val="bg2"/>
                </a:solidFill>
                <a:latin typeface="+mn-lt"/>
                <a:sym typeface="Symbol" panose="05050102010706020507" pitchFamily="18" charset="2"/>
              </a:rPr>
              <a:t>1          0         3          2          1          3          4  </a:t>
            </a:r>
            <a:endParaRPr lang="en-US" altLang="zh-CN" sz="2800" b="1" dirty="0">
              <a:solidFill>
                <a:schemeClr val="bg2"/>
              </a:solidFill>
              <a:latin typeface="+mn-lt"/>
              <a:sym typeface="Symbol" panose="05050102010706020507" pitchFamily="18" charset="2"/>
            </a:endParaRPr>
          </a:p>
        </p:txBody>
      </p:sp>
      <p:sp>
        <p:nvSpPr>
          <p:cNvPr id="11" name="Rectangle 38">
            <a:extLst>
              <a:ext uri="{FF2B5EF4-FFF2-40B4-BE49-F238E27FC236}">
                <a16:creationId xmlns:a16="http://schemas.microsoft.com/office/drawing/2014/main" id="{69C6A431-C0BD-492F-97A3-A630F3676751}"/>
              </a:ext>
            </a:extLst>
          </p:cNvPr>
          <p:cNvSpPr>
            <a:spLocks noChangeArrowheads="1"/>
          </p:cNvSpPr>
          <p:nvPr/>
        </p:nvSpPr>
        <p:spPr bwMode="auto">
          <a:xfrm>
            <a:off x="1251651" y="400601"/>
            <a:ext cx="6815656" cy="6955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lvl="1">
              <a:lnSpc>
                <a:spcPct val="140000"/>
              </a:lnSpc>
              <a:spcBef>
                <a:spcPct val="0"/>
              </a:spcBef>
            </a:pPr>
            <a:r>
              <a:rPr lang="en-US" altLang="zh-CN" sz="2800" b="1" dirty="0" smtClean="0">
                <a:solidFill>
                  <a:schemeClr val="bg2"/>
                </a:solidFill>
                <a:latin typeface="+mn-lt"/>
                <a:sym typeface="Symbol" panose="05050102010706020507" pitchFamily="18" charset="2"/>
              </a:rPr>
              <a:t>0  3  2  0  1  3  4  3   1   0   3   2  1  3  4  </a:t>
            </a:r>
            <a:endParaRPr lang="en-US" altLang="zh-CN" sz="2800" b="1" dirty="0">
              <a:solidFill>
                <a:schemeClr val="bg2"/>
              </a:solidFill>
              <a:latin typeface="+mn-lt"/>
              <a:sym typeface="Symbol" panose="05050102010706020507" pitchFamily="18" charset="2"/>
            </a:endParaRPr>
          </a:p>
        </p:txBody>
      </p:sp>
      <p:sp>
        <p:nvSpPr>
          <p:cNvPr id="12" name="Rectangle 38">
            <a:extLst>
              <a:ext uri="{FF2B5EF4-FFF2-40B4-BE49-F238E27FC236}">
                <a16:creationId xmlns:a16="http://schemas.microsoft.com/office/drawing/2014/main" id="{69C6A431-C0BD-492F-97A3-A630F3676751}"/>
              </a:ext>
            </a:extLst>
          </p:cNvPr>
          <p:cNvSpPr>
            <a:spLocks noChangeArrowheads="1"/>
          </p:cNvSpPr>
          <p:nvPr/>
        </p:nvSpPr>
        <p:spPr bwMode="auto">
          <a:xfrm>
            <a:off x="420140" y="909371"/>
            <a:ext cx="8568952" cy="6955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lvl="1">
              <a:lnSpc>
                <a:spcPct val="140000"/>
              </a:lnSpc>
              <a:spcBef>
                <a:spcPct val="0"/>
              </a:spcBef>
            </a:pPr>
            <a:r>
              <a:rPr lang="en-US" altLang="zh-CN" sz="2800" b="1" dirty="0" smtClean="0">
                <a:solidFill>
                  <a:schemeClr val="bg2"/>
                </a:solidFill>
                <a:latin typeface="+mn-lt"/>
                <a:sym typeface="Symbol" panose="05050102010706020507" pitchFamily="18" charset="2"/>
              </a:rPr>
              <a:t>0          3         2          0          </a:t>
            </a:r>
            <a:r>
              <a:rPr lang="en-US" altLang="zh-CN" sz="2800" b="1" dirty="0">
                <a:solidFill>
                  <a:schemeClr val="bg2"/>
                </a:solidFill>
                <a:latin typeface="+mn-lt"/>
                <a:sym typeface="Symbol" panose="05050102010706020507" pitchFamily="18" charset="2"/>
              </a:rPr>
              <a:t>1   </a:t>
            </a:r>
            <a:r>
              <a:rPr lang="en-US" altLang="zh-CN" sz="2800" b="1" dirty="0" smtClean="0">
                <a:solidFill>
                  <a:schemeClr val="bg2"/>
                </a:solidFill>
                <a:latin typeface="+mn-lt"/>
                <a:sym typeface="Symbol" panose="05050102010706020507" pitchFamily="18" charset="2"/>
              </a:rPr>
              <a:t>       3          4          3       </a:t>
            </a:r>
          </a:p>
        </p:txBody>
      </p:sp>
      <p:graphicFrame>
        <p:nvGraphicFramePr>
          <p:cNvPr id="19" name="表格 18"/>
          <p:cNvGraphicFramePr>
            <a:graphicFrameLocks noGrp="1"/>
          </p:cNvGraphicFramePr>
          <p:nvPr>
            <p:extLst/>
          </p:nvPr>
        </p:nvGraphicFramePr>
        <p:xfrm>
          <a:off x="2866250" y="1620723"/>
          <a:ext cx="473123" cy="1554480"/>
        </p:xfrm>
        <a:graphic>
          <a:graphicData uri="http://schemas.openxmlformats.org/drawingml/2006/table">
            <a:tbl>
              <a:tblPr firstRow="1" bandRow="1">
                <a:tableStyleId>{5C22544A-7EE6-4342-B048-85BDC9FD1C3A}</a:tableStyleId>
              </a:tblPr>
              <a:tblGrid>
                <a:gridCol w="237876">
                  <a:extLst>
                    <a:ext uri="{9D8B030D-6E8A-4147-A177-3AD203B41FA5}">
                      <a16:colId xmlns:a16="http://schemas.microsoft.com/office/drawing/2014/main" val="4110988113"/>
                    </a:ext>
                  </a:extLst>
                </a:gridCol>
                <a:gridCol w="235247">
                  <a:extLst>
                    <a:ext uri="{9D8B030D-6E8A-4147-A177-3AD203B41FA5}">
                      <a16:colId xmlns:a16="http://schemas.microsoft.com/office/drawing/2014/main" val="508676928"/>
                    </a:ext>
                  </a:extLst>
                </a:gridCol>
              </a:tblGrid>
              <a:tr h="384586">
                <a:tc>
                  <a:txBody>
                    <a:bodyPr/>
                    <a:lstStyle/>
                    <a:p>
                      <a:pPr algn="ctr"/>
                      <a:r>
                        <a:rPr lang="en-US" altLang="zh-CN" sz="2000" dirty="0" smtClean="0">
                          <a:solidFill>
                            <a:schemeClr val="bg2"/>
                          </a:solidFill>
                        </a:rPr>
                        <a:t>0</a:t>
                      </a:r>
                      <a:endParaRPr lang="zh-CN" altLang="en-US" sz="2000" dirty="0">
                        <a:solidFill>
                          <a:schemeClr val="bg2"/>
                        </a:solidFill>
                      </a:endParaRPr>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28575"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dirty="0" smtClean="0">
                          <a:solidFill>
                            <a:schemeClr val="bg2"/>
                          </a:solidFill>
                        </a:rPr>
                        <a:t>1</a:t>
                      </a:r>
                      <a:endParaRPr lang="zh-CN" altLang="en-US" dirty="0">
                        <a:solidFill>
                          <a:schemeClr val="bg2"/>
                        </a:solidFill>
                      </a:endParaRPr>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28575"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832721683"/>
                  </a:ext>
                </a:extLst>
              </a:tr>
              <a:tr h="384586">
                <a:tc>
                  <a:txBody>
                    <a:bodyPr/>
                    <a:lstStyle/>
                    <a:p>
                      <a:pPr algn="ctr"/>
                      <a:r>
                        <a:rPr lang="en-US" altLang="zh-CN" sz="2000" b="1" dirty="0" smtClean="0"/>
                        <a:t>3</a:t>
                      </a:r>
                      <a:endParaRPr lang="zh-CN" altLang="en-US" sz="2000" b="1" dirty="0"/>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sz="2000" b="1" dirty="0" smtClean="0"/>
                        <a:t>1</a:t>
                      </a:r>
                      <a:endParaRPr lang="zh-CN" altLang="en-US" sz="2000" b="1" dirty="0"/>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787385753"/>
                  </a:ext>
                </a:extLst>
              </a:tr>
              <a:tr h="384586">
                <a:tc>
                  <a:txBody>
                    <a:bodyPr/>
                    <a:lstStyle/>
                    <a:p>
                      <a:pPr algn="ctr"/>
                      <a:r>
                        <a:rPr lang="en-US" altLang="zh-CN" sz="2000" b="1" dirty="0" smtClean="0"/>
                        <a:t>2</a:t>
                      </a:r>
                      <a:endParaRPr lang="zh-CN" altLang="en-US" sz="2000" b="1" dirty="0"/>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sz="2000" b="1" dirty="0" smtClean="0"/>
                        <a:t>1</a:t>
                      </a:r>
                      <a:endParaRPr lang="zh-CN" altLang="en-US" sz="2000" b="1" dirty="0"/>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83279601"/>
                  </a:ext>
                </a:extLst>
              </a:tr>
              <a:tr h="355002">
                <a:tc>
                  <a:txBody>
                    <a:bodyPr/>
                    <a:lstStyle/>
                    <a:p>
                      <a:endParaRPr lang="zh-CN" altLang="en-US" dirty="0"/>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28575"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endParaRPr lang="zh-CN" altLang="en-US" dirty="0"/>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28575" cap="flat" cmpd="sng" algn="ctr">
                      <a:solidFill>
                        <a:schemeClr val="bg2">
                          <a:lumMod val="95000"/>
                          <a:lumOff val="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123012446"/>
                  </a:ext>
                </a:extLst>
              </a:tr>
            </a:tbl>
          </a:graphicData>
        </a:graphic>
      </p:graphicFrame>
      <p:cxnSp>
        <p:nvCxnSpPr>
          <p:cNvPr id="20" name="直接箭头连接符 19"/>
          <p:cNvCxnSpPr/>
          <p:nvPr/>
        </p:nvCxnSpPr>
        <p:spPr bwMode="auto">
          <a:xfrm>
            <a:off x="2506210" y="1762654"/>
            <a:ext cx="360040" cy="0"/>
          </a:xfrm>
          <a:prstGeom prst="straightConnector1">
            <a:avLst/>
          </a:prstGeom>
          <a:noFill/>
          <a:ln w="57150" cap="flat" cmpd="sng" algn="ctr">
            <a:solidFill>
              <a:srgbClr val="C00000"/>
            </a:solidFill>
            <a:prstDash val="solid"/>
            <a:round/>
            <a:headEnd type="none" w="med" len="med"/>
            <a:tailEnd type="triangle"/>
          </a:ln>
          <a:effectLst/>
        </p:spPr>
      </p:cxnSp>
      <p:graphicFrame>
        <p:nvGraphicFramePr>
          <p:cNvPr id="21" name="表格 20"/>
          <p:cNvGraphicFramePr>
            <a:graphicFrameLocks noGrp="1"/>
          </p:cNvGraphicFramePr>
          <p:nvPr>
            <p:extLst/>
          </p:nvPr>
        </p:nvGraphicFramePr>
        <p:xfrm>
          <a:off x="3915437" y="1618260"/>
          <a:ext cx="473123" cy="1554480"/>
        </p:xfrm>
        <a:graphic>
          <a:graphicData uri="http://schemas.openxmlformats.org/drawingml/2006/table">
            <a:tbl>
              <a:tblPr firstRow="1" bandRow="1">
                <a:tableStyleId>{5C22544A-7EE6-4342-B048-85BDC9FD1C3A}</a:tableStyleId>
              </a:tblPr>
              <a:tblGrid>
                <a:gridCol w="237876">
                  <a:extLst>
                    <a:ext uri="{9D8B030D-6E8A-4147-A177-3AD203B41FA5}">
                      <a16:colId xmlns:a16="http://schemas.microsoft.com/office/drawing/2014/main" val="4110988113"/>
                    </a:ext>
                  </a:extLst>
                </a:gridCol>
                <a:gridCol w="235247">
                  <a:extLst>
                    <a:ext uri="{9D8B030D-6E8A-4147-A177-3AD203B41FA5}">
                      <a16:colId xmlns:a16="http://schemas.microsoft.com/office/drawing/2014/main" val="508676928"/>
                    </a:ext>
                  </a:extLst>
                </a:gridCol>
              </a:tblGrid>
              <a:tr h="384586">
                <a:tc>
                  <a:txBody>
                    <a:bodyPr/>
                    <a:lstStyle/>
                    <a:p>
                      <a:pPr algn="ctr"/>
                      <a:r>
                        <a:rPr lang="en-US" altLang="zh-CN" sz="2000" dirty="0" smtClean="0">
                          <a:solidFill>
                            <a:schemeClr val="bg2"/>
                          </a:solidFill>
                        </a:rPr>
                        <a:t>0</a:t>
                      </a:r>
                      <a:endParaRPr lang="zh-CN" altLang="en-US" sz="2000" dirty="0">
                        <a:solidFill>
                          <a:schemeClr val="bg2"/>
                        </a:solidFill>
                      </a:endParaRPr>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28575"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dirty="0" smtClean="0">
                          <a:solidFill>
                            <a:schemeClr val="bg2"/>
                          </a:solidFill>
                        </a:rPr>
                        <a:t>1</a:t>
                      </a:r>
                      <a:endParaRPr lang="zh-CN" altLang="en-US" dirty="0">
                        <a:solidFill>
                          <a:schemeClr val="bg2"/>
                        </a:solidFill>
                      </a:endParaRPr>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28575"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832721683"/>
                  </a:ext>
                </a:extLst>
              </a:tr>
              <a:tr h="384586">
                <a:tc>
                  <a:txBody>
                    <a:bodyPr/>
                    <a:lstStyle/>
                    <a:p>
                      <a:pPr algn="ctr"/>
                      <a:r>
                        <a:rPr lang="en-US" altLang="zh-CN" sz="2000" b="1" dirty="0" smtClean="0"/>
                        <a:t>3</a:t>
                      </a:r>
                      <a:endParaRPr lang="zh-CN" altLang="en-US" sz="2000" b="1" dirty="0"/>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sz="2000" b="1" dirty="0" smtClean="0"/>
                        <a:t>1</a:t>
                      </a:r>
                      <a:endParaRPr lang="zh-CN" altLang="en-US" sz="2000" b="1" dirty="0"/>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787385753"/>
                  </a:ext>
                </a:extLst>
              </a:tr>
              <a:tr h="384586">
                <a:tc>
                  <a:txBody>
                    <a:bodyPr/>
                    <a:lstStyle/>
                    <a:p>
                      <a:pPr algn="ctr"/>
                      <a:r>
                        <a:rPr lang="en-US" altLang="zh-CN" sz="2000" b="1" dirty="0" smtClean="0"/>
                        <a:t>2</a:t>
                      </a:r>
                      <a:endParaRPr lang="zh-CN" altLang="en-US" sz="2000" b="1" dirty="0"/>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sz="2000" b="1" dirty="0" smtClean="0"/>
                        <a:t>1</a:t>
                      </a:r>
                      <a:endParaRPr lang="zh-CN" altLang="en-US" sz="2000" b="1" dirty="0"/>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83279601"/>
                  </a:ext>
                </a:extLst>
              </a:tr>
              <a:tr h="355002">
                <a:tc>
                  <a:txBody>
                    <a:bodyPr/>
                    <a:lstStyle/>
                    <a:p>
                      <a:endParaRPr lang="zh-CN" altLang="en-US" dirty="0"/>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28575"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endParaRPr lang="zh-CN" altLang="en-US" dirty="0"/>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28575" cap="flat" cmpd="sng" algn="ctr">
                      <a:solidFill>
                        <a:schemeClr val="bg2">
                          <a:lumMod val="95000"/>
                          <a:lumOff val="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123012446"/>
                  </a:ext>
                </a:extLst>
              </a:tr>
            </a:tbl>
          </a:graphicData>
        </a:graphic>
      </p:graphicFrame>
      <p:cxnSp>
        <p:nvCxnSpPr>
          <p:cNvPr id="22" name="直接箭头连接符 21"/>
          <p:cNvCxnSpPr/>
          <p:nvPr/>
        </p:nvCxnSpPr>
        <p:spPr bwMode="auto">
          <a:xfrm>
            <a:off x="3555397" y="1760191"/>
            <a:ext cx="360040" cy="0"/>
          </a:xfrm>
          <a:prstGeom prst="straightConnector1">
            <a:avLst/>
          </a:prstGeom>
          <a:noFill/>
          <a:ln w="57150" cap="flat" cmpd="sng" algn="ctr">
            <a:solidFill>
              <a:srgbClr val="C00000"/>
            </a:solidFill>
            <a:prstDash val="solid"/>
            <a:round/>
            <a:headEnd type="none" w="med" len="med"/>
            <a:tailEnd type="triangle"/>
          </a:ln>
          <a:effectLst/>
        </p:spPr>
      </p:cxnSp>
      <p:graphicFrame>
        <p:nvGraphicFramePr>
          <p:cNvPr id="23" name="表格 22"/>
          <p:cNvGraphicFramePr>
            <a:graphicFrameLocks noGrp="1"/>
          </p:cNvGraphicFramePr>
          <p:nvPr>
            <p:extLst/>
          </p:nvPr>
        </p:nvGraphicFramePr>
        <p:xfrm>
          <a:off x="4931782" y="1604946"/>
          <a:ext cx="473123" cy="1584960"/>
        </p:xfrm>
        <a:graphic>
          <a:graphicData uri="http://schemas.openxmlformats.org/drawingml/2006/table">
            <a:tbl>
              <a:tblPr firstRow="1" bandRow="1">
                <a:tableStyleId>{5C22544A-7EE6-4342-B048-85BDC9FD1C3A}</a:tableStyleId>
              </a:tblPr>
              <a:tblGrid>
                <a:gridCol w="237876">
                  <a:extLst>
                    <a:ext uri="{9D8B030D-6E8A-4147-A177-3AD203B41FA5}">
                      <a16:colId xmlns:a16="http://schemas.microsoft.com/office/drawing/2014/main" val="4110988113"/>
                    </a:ext>
                  </a:extLst>
                </a:gridCol>
                <a:gridCol w="235247">
                  <a:extLst>
                    <a:ext uri="{9D8B030D-6E8A-4147-A177-3AD203B41FA5}">
                      <a16:colId xmlns:a16="http://schemas.microsoft.com/office/drawing/2014/main" val="508676928"/>
                    </a:ext>
                  </a:extLst>
                </a:gridCol>
              </a:tblGrid>
              <a:tr h="384586">
                <a:tc>
                  <a:txBody>
                    <a:bodyPr/>
                    <a:lstStyle/>
                    <a:p>
                      <a:pPr algn="ctr"/>
                      <a:r>
                        <a:rPr lang="en-US" altLang="zh-CN" sz="2000" dirty="0" smtClean="0">
                          <a:solidFill>
                            <a:schemeClr val="bg2"/>
                          </a:solidFill>
                        </a:rPr>
                        <a:t>0</a:t>
                      </a:r>
                      <a:endParaRPr lang="zh-CN" altLang="en-US" sz="2000" dirty="0">
                        <a:solidFill>
                          <a:schemeClr val="bg2"/>
                        </a:solidFill>
                      </a:endParaRPr>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28575"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dirty="0" smtClean="0">
                          <a:solidFill>
                            <a:schemeClr val="bg2"/>
                          </a:solidFill>
                        </a:rPr>
                        <a:t>1</a:t>
                      </a:r>
                      <a:endParaRPr lang="zh-CN" altLang="en-US" dirty="0">
                        <a:solidFill>
                          <a:schemeClr val="bg2"/>
                        </a:solidFill>
                      </a:endParaRPr>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28575"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832721683"/>
                  </a:ext>
                </a:extLst>
              </a:tr>
              <a:tr h="384586">
                <a:tc>
                  <a:txBody>
                    <a:bodyPr/>
                    <a:lstStyle/>
                    <a:p>
                      <a:pPr algn="ctr"/>
                      <a:r>
                        <a:rPr lang="en-US" altLang="zh-CN" sz="2000" b="1" dirty="0" smtClean="0"/>
                        <a:t>3</a:t>
                      </a:r>
                      <a:endParaRPr lang="zh-CN" altLang="en-US" sz="2000" b="1" dirty="0"/>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sz="2000" b="1" dirty="0" smtClean="0"/>
                        <a:t>1</a:t>
                      </a:r>
                      <a:endParaRPr lang="zh-CN" altLang="en-US" sz="2000" b="1" dirty="0"/>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787385753"/>
                  </a:ext>
                </a:extLst>
              </a:tr>
              <a:tr h="384586">
                <a:tc>
                  <a:txBody>
                    <a:bodyPr/>
                    <a:lstStyle/>
                    <a:p>
                      <a:pPr algn="ctr"/>
                      <a:r>
                        <a:rPr lang="en-US" altLang="zh-CN" sz="2000" b="1" dirty="0" smtClean="0"/>
                        <a:t>2</a:t>
                      </a:r>
                      <a:endParaRPr lang="zh-CN" altLang="en-US" sz="2000" b="1" dirty="0"/>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sz="2000" b="1" dirty="0" smtClean="0"/>
                        <a:t>1</a:t>
                      </a:r>
                      <a:endParaRPr lang="zh-CN" altLang="en-US" sz="2000" b="1" dirty="0"/>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83279601"/>
                  </a:ext>
                </a:extLst>
              </a:tr>
              <a:tr h="355002">
                <a:tc>
                  <a:txBody>
                    <a:bodyPr/>
                    <a:lstStyle/>
                    <a:p>
                      <a:pPr algn="ctr"/>
                      <a:r>
                        <a:rPr lang="en-US" altLang="zh-CN" sz="2000" b="1" dirty="0" smtClean="0"/>
                        <a:t>1</a:t>
                      </a:r>
                      <a:endParaRPr lang="zh-CN" altLang="en-US" sz="2000" b="1" dirty="0"/>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28575"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sz="2000" b="1" dirty="0" smtClean="0"/>
                        <a:t>1</a:t>
                      </a:r>
                      <a:endParaRPr lang="zh-CN" altLang="en-US" sz="2000" b="1" dirty="0"/>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28575" cap="flat" cmpd="sng" algn="ctr">
                      <a:solidFill>
                        <a:schemeClr val="bg2">
                          <a:lumMod val="95000"/>
                          <a:lumOff val="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123012446"/>
                  </a:ext>
                </a:extLst>
              </a:tr>
            </a:tbl>
          </a:graphicData>
        </a:graphic>
      </p:graphicFrame>
      <p:cxnSp>
        <p:nvCxnSpPr>
          <p:cNvPr id="24" name="直接箭头连接符 23"/>
          <p:cNvCxnSpPr/>
          <p:nvPr/>
        </p:nvCxnSpPr>
        <p:spPr bwMode="auto">
          <a:xfrm>
            <a:off x="4571742" y="1746877"/>
            <a:ext cx="360040" cy="0"/>
          </a:xfrm>
          <a:prstGeom prst="straightConnector1">
            <a:avLst/>
          </a:prstGeom>
          <a:noFill/>
          <a:ln w="57150" cap="flat" cmpd="sng" algn="ctr">
            <a:solidFill>
              <a:srgbClr val="C00000"/>
            </a:solidFill>
            <a:prstDash val="solid"/>
            <a:round/>
            <a:headEnd type="none" w="med" len="med"/>
            <a:tailEnd type="triangle"/>
          </a:ln>
          <a:effectLst/>
        </p:spPr>
      </p:cxnSp>
      <p:graphicFrame>
        <p:nvGraphicFramePr>
          <p:cNvPr id="25" name="表格 24"/>
          <p:cNvGraphicFramePr>
            <a:graphicFrameLocks noGrp="1"/>
          </p:cNvGraphicFramePr>
          <p:nvPr>
            <p:extLst/>
          </p:nvPr>
        </p:nvGraphicFramePr>
        <p:xfrm>
          <a:off x="1849905" y="1618260"/>
          <a:ext cx="473123" cy="1554480"/>
        </p:xfrm>
        <a:graphic>
          <a:graphicData uri="http://schemas.openxmlformats.org/drawingml/2006/table">
            <a:tbl>
              <a:tblPr firstRow="1" bandRow="1">
                <a:tableStyleId>{5C22544A-7EE6-4342-B048-85BDC9FD1C3A}</a:tableStyleId>
              </a:tblPr>
              <a:tblGrid>
                <a:gridCol w="237876">
                  <a:extLst>
                    <a:ext uri="{9D8B030D-6E8A-4147-A177-3AD203B41FA5}">
                      <a16:colId xmlns:a16="http://schemas.microsoft.com/office/drawing/2014/main" val="4110988113"/>
                    </a:ext>
                  </a:extLst>
                </a:gridCol>
                <a:gridCol w="235247">
                  <a:extLst>
                    <a:ext uri="{9D8B030D-6E8A-4147-A177-3AD203B41FA5}">
                      <a16:colId xmlns:a16="http://schemas.microsoft.com/office/drawing/2014/main" val="508676928"/>
                    </a:ext>
                  </a:extLst>
                </a:gridCol>
              </a:tblGrid>
              <a:tr h="384586">
                <a:tc>
                  <a:txBody>
                    <a:bodyPr/>
                    <a:lstStyle/>
                    <a:p>
                      <a:pPr algn="ctr"/>
                      <a:r>
                        <a:rPr lang="en-US" altLang="zh-CN" sz="2000" dirty="0" smtClean="0">
                          <a:solidFill>
                            <a:schemeClr val="bg2"/>
                          </a:solidFill>
                        </a:rPr>
                        <a:t>0</a:t>
                      </a:r>
                      <a:endParaRPr lang="zh-CN" altLang="en-US" sz="2000" dirty="0">
                        <a:solidFill>
                          <a:schemeClr val="bg2"/>
                        </a:solidFill>
                      </a:endParaRPr>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28575"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dirty="0" smtClean="0">
                          <a:solidFill>
                            <a:schemeClr val="bg2"/>
                          </a:solidFill>
                        </a:rPr>
                        <a:t>1</a:t>
                      </a:r>
                      <a:endParaRPr lang="zh-CN" altLang="en-US" dirty="0">
                        <a:solidFill>
                          <a:schemeClr val="bg2"/>
                        </a:solidFill>
                      </a:endParaRPr>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28575"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832721683"/>
                  </a:ext>
                </a:extLst>
              </a:tr>
              <a:tr h="384586">
                <a:tc>
                  <a:txBody>
                    <a:bodyPr/>
                    <a:lstStyle/>
                    <a:p>
                      <a:pPr algn="ctr"/>
                      <a:r>
                        <a:rPr lang="en-US" altLang="zh-CN" sz="2000" b="1" dirty="0" smtClean="0"/>
                        <a:t>3</a:t>
                      </a:r>
                      <a:endParaRPr lang="zh-CN" altLang="en-US" sz="2000" b="1" dirty="0"/>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sz="2000" b="1" dirty="0" smtClean="0"/>
                        <a:t>1</a:t>
                      </a:r>
                      <a:endParaRPr lang="zh-CN" altLang="en-US" sz="2000" b="1" dirty="0"/>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787385753"/>
                  </a:ext>
                </a:extLst>
              </a:tr>
              <a:tr h="384586">
                <a:tc>
                  <a:txBody>
                    <a:bodyPr/>
                    <a:lstStyle/>
                    <a:p>
                      <a:pPr algn="ctr"/>
                      <a:endParaRPr lang="zh-CN" altLang="en-US" sz="2000" b="1" dirty="0"/>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endParaRPr lang="zh-CN" altLang="en-US" sz="2000" b="1" dirty="0"/>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83279601"/>
                  </a:ext>
                </a:extLst>
              </a:tr>
              <a:tr h="355002">
                <a:tc>
                  <a:txBody>
                    <a:bodyPr/>
                    <a:lstStyle/>
                    <a:p>
                      <a:endParaRPr lang="zh-CN" altLang="en-US" dirty="0"/>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28575"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endParaRPr lang="zh-CN" altLang="en-US" dirty="0"/>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28575" cap="flat" cmpd="sng" algn="ctr">
                      <a:solidFill>
                        <a:schemeClr val="bg2">
                          <a:lumMod val="95000"/>
                          <a:lumOff val="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123012446"/>
                  </a:ext>
                </a:extLst>
              </a:tr>
            </a:tbl>
          </a:graphicData>
        </a:graphic>
      </p:graphicFrame>
      <p:cxnSp>
        <p:nvCxnSpPr>
          <p:cNvPr id="26" name="直接箭头连接符 25"/>
          <p:cNvCxnSpPr/>
          <p:nvPr/>
        </p:nvCxnSpPr>
        <p:spPr bwMode="auto">
          <a:xfrm>
            <a:off x="1489865" y="1760191"/>
            <a:ext cx="360040" cy="0"/>
          </a:xfrm>
          <a:prstGeom prst="straightConnector1">
            <a:avLst/>
          </a:prstGeom>
          <a:noFill/>
          <a:ln w="57150" cap="flat" cmpd="sng" algn="ctr">
            <a:solidFill>
              <a:srgbClr val="C00000"/>
            </a:solidFill>
            <a:prstDash val="solid"/>
            <a:round/>
            <a:headEnd type="none" w="med" len="med"/>
            <a:tailEnd type="triangle"/>
          </a:ln>
          <a:effectLst/>
        </p:spPr>
      </p:cxnSp>
      <p:graphicFrame>
        <p:nvGraphicFramePr>
          <p:cNvPr id="27" name="表格 26"/>
          <p:cNvGraphicFramePr>
            <a:graphicFrameLocks noGrp="1"/>
          </p:cNvGraphicFramePr>
          <p:nvPr>
            <p:extLst/>
          </p:nvPr>
        </p:nvGraphicFramePr>
        <p:xfrm>
          <a:off x="780180" y="1604946"/>
          <a:ext cx="473123" cy="1554480"/>
        </p:xfrm>
        <a:graphic>
          <a:graphicData uri="http://schemas.openxmlformats.org/drawingml/2006/table">
            <a:tbl>
              <a:tblPr firstRow="1" bandRow="1">
                <a:tableStyleId>{5C22544A-7EE6-4342-B048-85BDC9FD1C3A}</a:tableStyleId>
              </a:tblPr>
              <a:tblGrid>
                <a:gridCol w="237876">
                  <a:extLst>
                    <a:ext uri="{9D8B030D-6E8A-4147-A177-3AD203B41FA5}">
                      <a16:colId xmlns:a16="http://schemas.microsoft.com/office/drawing/2014/main" val="4110988113"/>
                    </a:ext>
                  </a:extLst>
                </a:gridCol>
                <a:gridCol w="235247">
                  <a:extLst>
                    <a:ext uri="{9D8B030D-6E8A-4147-A177-3AD203B41FA5}">
                      <a16:colId xmlns:a16="http://schemas.microsoft.com/office/drawing/2014/main" val="508676928"/>
                    </a:ext>
                  </a:extLst>
                </a:gridCol>
              </a:tblGrid>
              <a:tr h="384586">
                <a:tc>
                  <a:txBody>
                    <a:bodyPr/>
                    <a:lstStyle/>
                    <a:p>
                      <a:pPr algn="ctr"/>
                      <a:r>
                        <a:rPr lang="en-US" altLang="zh-CN" sz="2000" dirty="0" smtClean="0">
                          <a:solidFill>
                            <a:schemeClr val="bg2"/>
                          </a:solidFill>
                        </a:rPr>
                        <a:t>0</a:t>
                      </a:r>
                      <a:endParaRPr lang="zh-CN" altLang="en-US" sz="2000" dirty="0">
                        <a:solidFill>
                          <a:schemeClr val="bg2"/>
                        </a:solidFill>
                      </a:endParaRPr>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28575"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dirty="0" smtClean="0">
                          <a:solidFill>
                            <a:schemeClr val="bg2"/>
                          </a:solidFill>
                        </a:rPr>
                        <a:t>1</a:t>
                      </a:r>
                      <a:endParaRPr lang="zh-CN" altLang="en-US" dirty="0">
                        <a:solidFill>
                          <a:schemeClr val="bg2"/>
                        </a:solidFill>
                      </a:endParaRPr>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28575"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832721683"/>
                  </a:ext>
                </a:extLst>
              </a:tr>
              <a:tr h="384586">
                <a:tc>
                  <a:txBody>
                    <a:bodyPr/>
                    <a:lstStyle/>
                    <a:p>
                      <a:pPr algn="ctr"/>
                      <a:endParaRPr lang="zh-CN" altLang="en-US" sz="2000" b="1" dirty="0"/>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endParaRPr lang="zh-CN" altLang="en-US" sz="2000" b="1" dirty="0"/>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787385753"/>
                  </a:ext>
                </a:extLst>
              </a:tr>
              <a:tr h="384586">
                <a:tc>
                  <a:txBody>
                    <a:bodyPr/>
                    <a:lstStyle/>
                    <a:p>
                      <a:pPr algn="ctr"/>
                      <a:endParaRPr lang="zh-CN" altLang="en-US" sz="2000" b="1" dirty="0"/>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endParaRPr lang="zh-CN" altLang="en-US" sz="2000" b="1" dirty="0"/>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83279601"/>
                  </a:ext>
                </a:extLst>
              </a:tr>
              <a:tr h="355002">
                <a:tc>
                  <a:txBody>
                    <a:bodyPr/>
                    <a:lstStyle/>
                    <a:p>
                      <a:endParaRPr lang="zh-CN" altLang="en-US" dirty="0"/>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28575"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endParaRPr lang="zh-CN" altLang="en-US" dirty="0"/>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28575" cap="flat" cmpd="sng" algn="ctr">
                      <a:solidFill>
                        <a:schemeClr val="bg2">
                          <a:lumMod val="95000"/>
                          <a:lumOff val="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123012446"/>
                  </a:ext>
                </a:extLst>
              </a:tr>
            </a:tbl>
          </a:graphicData>
        </a:graphic>
      </p:graphicFrame>
      <p:cxnSp>
        <p:nvCxnSpPr>
          <p:cNvPr id="28" name="直接箭头连接符 27"/>
          <p:cNvCxnSpPr/>
          <p:nvPr/>
        </p:nvCxnSpPr>
        <p:spPr bwMode="auto">
          <a:xfrm>
            <a:off x="420140" y="1746877"/>
            <a:ext cx="360040" cy="0"/>
          </a:xfrm>
          <a:prstGeom prst="straightConnector1">
            <a:avLst/>
          </a:prstGeom>
          <a:noFill/>
          <a:ln w="57150" cap="flat" cmpd="sng" algn="ctr">
            <a:solidFill>
              <a:srgbClr val="C00000"/>
            </a:solidFill>
            <a:prstDash val="solid"/>
            <a:round/>
            <a:headEnd type="none" w="med" len="med"/>
            <a:tailEnd type="triangle"/>
          </a:ln>
          <a:effectLst/>
        </p:spPr>
      </p:cxnSp>
      <p:graphicFrame>
        <p:nvGraphicFramePr>
          <p:cNvPr id="29" name="表格 28"/>
          <p:cNvGraphicFramePr>
            <a:graphicFrameLocks noGrp="1"/>
          </p:cNvGraphicFramePr>
          <p:nvPr>
            <p:extLst/>
          </p:nvPr>
        </p:nvGraphicFramePr>
        <p:xfrm>
          <a:off x="7120793" y="1605600"/>
          <a:ext cx="473123" cy="1584960"/>
        </p:xfrm>
        <a:graphic>
          <a:graphicData uri="http://schemas.openxmlformats.org/drawingml/2006/table">
            <a:tbl>
              <a:tblPr firstRow="1" bandRow="1">
                <a:tableStyleId>{5C22544A-7EE6-4342-B048-85BDC9FD1C3A}</a:tableStyleId>
              </a:tblPr>
              <a:tblGrid>
                <a:gridCol w="237876">
                  <a:extLst>
                    <a:ext uri="{9D8B030D-6E8A-4147-A177-3AD203B41FA5}">
                      <a16:colId xmlns:a16="http://schemas.microsoft.com/office/drawing/2014/main" val="4110988113"/>
                    </a:ext>
                  </a:extLst>
                </a:gridCol>
                <a:gridCol w="235247">
                  <a:extLst>
                    <a:ext uri="{9D8B030D-6E8A-4147-A177-3AD203B41FA5}">
                      <a16:colId xmlns:a16="http://schemas.microsoft.com/office/drawing/2014/main" val="508676928"/>
                    </a:ext>
                  </a:extLst>
                </a:gridCol>
              </a:tblGrid>
              <a:tr h="384586">
                <a:tc>
                  <a:txBody>
                    <a:bodyPr/>
                    <a:lstStyle/>
                    <a:p>
                      <a:pPr algn="ctr"/>
                      <a:r>
                        <a:rPr lang="en-US" altLang="zh-CN" sz="2000" dirty="0" smtClean="0">
                          <a:solidFill>
                            <a:schemeClr val="bg2"/>
                          </a:solidFill>
                        </a:rPr>
                        <a:t>4</a:t>
                      </a:r>
                      <a:endParaRPr lang="zh-CN" altLang="en-US" sz="2000" dirty="0">
                        <a:solidFill>
                          <a:schemeClr val="bg2"/>
                        </a:solidFill>
                      </a:endParaRPr>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28575"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dirty="0" smtClean="0">
                          <a:solidFill>
                            <a:schemeClr val="bg2"/>
                          </a:solidFill>
                        </a:rPr>
                        <a:t>1</a:t>
                      </a:r>
                      <a:endParaRPr lang="zh-CN" altLang="en-US" dirty="0">
                        <a:solidFill>
                          <a:schemeClr val="bg2"/>
                        </a:solidFill>
                      </a:endParaRPr>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28575"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832721683"/>
                  </a:ext>
                </a:extLst>
              </a:tr>
              <a:tr h="384586">
                <a:tc>
                  <a:txBody>
                    <a:bodyPr/>
                    <a:lstStyle/>
                    <a:p>
                      <a:pPr algn="ctr"/>
                      <a:r>
                        <a:rPr lang="en-US" altLang="zh-CN" sz="2000" b="1" dirty="0" smtClean="0"/>
                        <a:t>3</a:t>
                      </a:r>
                      <a:endParaRPr lang="zh-CN" altLang="en-US" sz="2000" b="1" dirty="0"/>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sz="2000" b="1" dirty="0" smtClean="0"/>
                        <a:t>0</a:t>
                      </a:r>
                      <a:endParaRPr lang="zh-CN" altLang="en-US" sz="2000" b="1" dirty="0"/>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787385753"/>
                  </a:ext>
                </a:extLst>
              </a:tr>
              <a:tr h="384586">
                <a:tc>
                  <a:txBody>
                    <a:bodyPr/>
                    <a:lstStyle/>
                    <a:p>
                      <a:pPr algn="ctr"/>
                      <a:r>
                        <a:rPr lang="en-US" altLang="zh-CN" sz="2000" b="1" dirty="0" smtClean="0"/>
                        <a:t>2</a:t>
                      </a:r>
                      <a:endParaRPr lang="zh-CN" altLang="en-US" sz="2000" b="1" dirty="0"/>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sz="2000" b="1" dirty="0" smtClean="0"/>
                        <a:t>0</a:t>
                      </a:r>
                      <a:endParaRPr lang="zh-CN" altLang="en-US" sz="2000" b="1" dirty="0"/>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83279601"/>
                  </a:ext>
                </a:extLst>
              </a:tr>
              <a:tr h="355002">
                <a:tc>
                  <a:txBody>
                    <a:bodyPr/>
                    <a:lstStyle/>
                    <a:p>
                      <a:pPr algn="ctr"/>
                      <a:r>
                        <a:rPr lang="en-US" altLang="zh-CN" sz="2000" b="1" dirty="0" smtClean="0"/>
                        <a:t>1</a:t>
                      </a:r>
                      <a:endParaRPr lang="zh-CN" altLang="en-US" sz="2000" b="1" dirty="0"/>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28575"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sz="2000" b="1" dirty="0" smtClean="0"/>
                        <a:t>0</a:t>
                      </a:r>
                      <a:endParaRPr lang="zh-CN" altLang="en-US" sz="2000" b="1" dirty="0"/>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28575" cap="flat" cmpd="sng" algn="ctr">
                      <a:solidFill>
                        <a:schemeClr val="bg2">
                          <a:lumMod val="95000"/>
                          <a:lumOff val="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123012446"/>
                  </a:ext>
                </a:extLst>
              </a:tr>
            </a:tbl>
          </a:graphicData>
        </a:graphic>
      </p:graphicFrame>
      <p:cxnSp>
        <p:nvCxnSpPr>
          <p:cNvPr id="30" name="直接箭头连接符 29"/>
          <p:cNvCxnSpPr/>
          <p:nvPr/>
        </p:nvCxnSpPr>
        <p:spPr bwMode="auto">
          <a:xfrm>
            <a:off x="6758265" y="2199242"/>
            <a:ext cx="360040" cy="0"/>
          </a:xfrm>
          <a:prstGeom prst="straightConnector1">
            <a:avLst/>
          </a:prstGeom>
          <a:noFill/>
          <a:ln w="57150" cap="flat" cmpd="sng" algn="ctr">
            <a:solidFill>
              <a:srgbClr val="C00000"/>
            </a:solidFill>
            <a:prstDash val="solid"/>
            <a:round/>
            <a:headEnd type="none" w="med" len="med"/>
            <a:tailEnd type="triangle"/>
          </a:ln>
          <a:effectLst/>
        </p:spPr>
      </p:cxnSp>
      <p:graphicFrame>
        <p:nvGraphicFramePr>
          <p:cNvPr id="34" name="表格 33"/>
          <p:cNvGraphicFramePr>
            <a:graphicFrameLocks noGrp="1"/>
          </p:cNvGraphicFramePr>
          <p:nvPr>
            <p:extLst/>
          </p:nvPr>
        </p:nvGraphicFramePr>
        <p:xfrm>
          <a:off x="8185228" y="1605600"/>
          <a:ext cx="446156" cy="1584960"/>
        </p:xfrm>
        <a:graphic>
          <a:graphicData uri="http://schemas.openxmlformats.org/drawingml/2006/table">
            <a:tbl>
              <a:tblPr firstRow="1" bandRow="1">
                <a:tableStyleId>{5C22544A-7EE6-4342-B048-85BDC9FD1C3A}</a:tableStyleId>
              </a:tblPr>
              <a:tblGrid>
                <a:gridCol w="237876">
                  <a:extLst>
                    <a:ext uri="{9D8B030D-6E8A-4147-A177-3AD203B41FA5}">
                      <a16:colId xmlns:a16="http://schemas.microsoft.com/office/drawing/2014/main" val="4110988113"/>
                    </a:ext>
                  </a:extLst>
                </a:gridCol>
                <a:gridCol w="208280">
                  <a:extLst>
                    <a:ext uri="{9D8B030D-6E8A-4147-A177-3AD203B41FA5}">
                      <a16:colId xmlns:a16="http://schemas.microsoft.com/office/drawing/2014/main" val="508676928"/>
                    </a:ext>
                  </a:extLst>
                </a:gridCol>
              </a:tblGrid>
              <a:tr h="384586">
                <a:tc>
                  <a:txBody>
                    <a:bodyPr/>
                    <a:lstStyle/>
                    <a:p>
                      <a:pPr algn="ctr"/>
                      <a:r>
                        <a:rPr lang="en-US" altLang="zh-CN" sz="2000" dirty="0" smtClean="0">
                          <a:solidFill>
                            <a:schemeClr val="bg2"/>
                          </a:solidFill>
                        </a:rPr>
                        <a:t>4</a:t>
                      </a:r>
                      <a:endParaRPr lang="zh-CN" altLang="en-US" sz="2000" dirty="0">
                        <a:solidFill>
                          <a:schemeClr val="bg2"/>
                        </a:solidFill>
                      </a:endParaRPr>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28575"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dirty="0" smtClean="0">
                          <a:solidFill>
                            <a:schemeClr val="bg2"/>
                          </a:solidFill>
                        </a:rPr>
                        <a:t>1</a:t>
                      </a:r>
                      <a:endParaRPr lang="zh-CN" altLang="en-US" dirty="0">
                        <a:solidFill>
                          <a:schemeClr val="bg2"/>
                        </a:solidFill>
                      </a:endParaRPr>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28575"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832721683"/>
                  </a:ext>
                </a:extLst>
              </a:tr>
              <a:tr h="384586">
                <a:tc>
                  <a:txBody>
                    <a:bodyPr/>
                    <a:lstStyle/>
                    <a:p>
                      <a:pPr algn="ctr"/>
                      <a:r>
                        <a:rPr lang="en-US" altLang="zh-CN" sz="2000" b="1" dirty="0" smtClean="0"/>
                        <a:t>3</a:t>
                      </a:r>
                      <a:endParaRPr lang="zh-CN" altLang="en-US" sz="2000" b="1" dirty="0"/>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sz="2000" b="1" dirty="0" smtClean="0"/>
                        <a:t>1</a:t>
                      </a:r>
                      <a:endParaRPr lang="zh-CN" altLang="en-US" sz="2000" b="1" dirty="0"/>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787385753"/>
                  </a:ext>
                </a:extLst>
              </a:tr>
              <a:tr h="384586">
                <a:tc>
                  <a:txBody>
                    <a:bodyPr/>
                    <a:lstStyle/>
                    <a:p>
                      <a:pPr algn="ctr"/>
                      <a:r>
                        <a:rPr lang="en-US" altLang="zh-CN" sz="2000" b="1" dirty="0" smtClean="0"/>
                        <a:t>2</a:t>
                      </a:r>
                      <a:endParaRPr lang="zh-CN" altLang="en-US" sz="2000" b="1" dirty="0"/>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sz="2000" b="1" dirty="0" smtClean="0"/>
                        <a:t>0</a:t>
                      </a:r>
                      <a:endParaRPr lang="zh-CN" altLang="en-US" sz="2000" b="1" dirty="0"/>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83279601"/>
                  </a:ext>
                </a:extLst>
              </a:tr>
              <a:tr h="355002">
                <a:tc>
                  <a:txBody>
                    <a:bodyPr/>
                    <a:lstStyle/>
                    <a:p>
                      <a:pPr algn="ctr"/>
                      <a:r>
                        <a:rPr lang="en-US" altLang="zh-CN" sz="2000" b="1" dirty="0" smtClean="0"/>
                        <a:t>1</a:t>
                      </a:r>
                      <a:endParaRPr lang="zh-CN" altLang="en-US" sz="2000" b="1" dirty="0"/>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28575"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sz="2000" b="1" dirty="0" smtClean="0"/>
                        <a:t>0</a:t>
                      </a:r>
                      <a:endParaRPr lang="zh-CN" altLang="en-US" sz="2000" b="1" dirty="0"/>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28575" cap="flat" cmpd="sng" algn="ctr">
                      <a:solidFill>
                        <a:schemeClr val="bg2">
                          <a:lumMod val="95000"/>
                          <a:lumOff val="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123012446"/>
                  </a:ext>
                </a:extLst>
              </a:tr>
            </a:tbl>
          </a:graphicData>
        </a:graphic>
      </p:graphicFrame>
      <p:cxnSp>
        <p:nvCxnSpPr>
          <p:cNvPr id="35" name="直接箭头连接符 34"/>
          <p:cNvCxnSpPr/>
          <p:nvPr/>
        </p:nvCxnSpPr>
        <p:spPr bwMode="auto">
          <a:xfrm>
            <a:off x="7821531" y="2217246"/>
            <a:ext cx="360040" cy="0"/>
          </a:xfrm>
          <a:prstGeom prst="straightConnector1">
            <a:avLst/>
          </a:prstGeom>
          <a:noFill/>
          <a:ln w="57150" cap="flat" cmpd="sng" algn="ctr">
            <a:solidFill>
              <a:srgbClr val="C00000"/>
            </a:solidFill>
            <a:prstDash val="solid"/>
            <a:round/>
            <a:headEnd type="none" w="med" len="med"/>
            <a:tailEnd type="triangle"/>
          </a:ln>
          <a:effectLst/>
        </p:spPr>
      </p:cxnSp>
      <p:graphicFrame>
        <p:nvGraphicFramePr>
          <p:cNvPr id="36" name="表格 35"/>
          <p:cNvGraphicFramePr>
            <a:graphicFrameLocks noGrp="1"/>
          </p:cNvGraphicFramePr>
          <p:nvPr>
            <p:extLst/>
          </p:nvPr>
        </p:nvGraphicFramePr>
        <p:xfrm>
          <a:off x="729767" y="4183914"/>
          <a:ext cx="473123" cy="1584960"/>
        </p:xfrm>
        <a:graphic>
          <a:graphicData uri="http://schemas.openxmlformats.org/drawingml/2006/table">
            <a:tbl>
              <a:tblPr firstRow="1" bandRow="1">
                <a:tableStyleId>{5C22544A-7EE6-4342-B048-85BDC9FD1C3A}</a:tableStyleId>
              </a:tblPr>
              <a:tblGrid>
                <a:gridCol w="237876">
                  <a:extLst>
                    <a:ext uri="{9D8B030D-6E8A-4147-A177-3AD203B41FA5}">
                      <a16:colId xmlns:a16="http://schemas.microsoft.com/office/drawing/2014/main" val="4110988113"/>
                    </a:ext>
                  </a:extLst>
                </a:gridCol>
                <a:gridCol w="235247">
                  <a:extLst>
                    <a:ext uri="{9D8B030D-6E8A-4147-A177-3AD203B41FA5}">
                      <a16:colId xmlns:a16="http://schemas.microsoft.com/office/drawing/2014/main" val="508676928"/>
                    </a:ext>
                  </a:extLst>
                </a:gridCol>
              </a:tblGrid>
              <a:tr h="384586">
                <a:tc>
                  <a:txBody>
                    <a:bodyPr/>
                    <a:lstStyle/>
                    <a:p>
                      <a:pPr algn="ctr"/>
                      <a:r>
                        <a:rPr lang="en-US" altLang="zh-CN" sz="2000" dirty="0" smtClean="0">
                          <a:solidFill>
                            <a:schemeClr val="bg2"/>
                          </a:solidFill>
                        </a:rPr>
                        <a:t>4</a:t>
                      </a:r>
                      <a:endParaRPr lang="zh-CN" altLang="en-US" sz="2000" dirty="0">
                        <a:solidFill>
                          <a:schemeClr val="bg2"/>
                        </a:solidFill>
                      </a:endParaRPr>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28575"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dirty="0" smtClean="0">
                          <a:solidFill>
                            <a:schemeClr val="bg2"/>
                          </a:solidFill>
                        </a:rPr>
                        <a:t>1</a:t>
                      </a:r>
                      <a:endParaRPr lang="zh-CN" altLang="en-US" dirty="0">
                        <a:solidFill>
                          <a:schemeClr val="bg2"/>
                        </a:solidFill>
                      </a:endParaRPr>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28575"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832721683"/>
                  </a:ext>
                </a:extLst>
              </a:tr>
              <a:tr h="384586">
                <a:tc>
                  <a:txBody>
                    <a:bodyPr/>
                    <a:lstStyle/>
                    <a:p>
                      <a:pPr algn="ctr"/>
                      <a:r>
                        <a:rPr lang="en-US" altLang="zh-CN" sz="2000" b="1" dirty="0" smtClean="0"/>
                        <a:t>3</a:t>
                      </a:r>
                      <a:endParaRPr lang="zh-CN" altLang="en-US" sz="2000" b="1" dirty="0"/>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sz="2000" b="1" dirty="0" smtClean="0"/>
                        <a:t>1</a:t>
                      </a:r>
                      <a:endParaRPr lang="zh-CN" altLang="en-US" sz="2000" b="1" dirty="0"/>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787385753"/>
                  </a:ext>
                </a:extLst>
              </a:tr>
              <a:tr h="384586">
                <a:tc>
                  <a:txBody>
                    <a:bodyPr/>
                    <a:lstStyle/>
                    <a:p>
                      <a:pPr algn="ctr"/>
                      <a:r>
                        <a:rPr lang="en-US" altLang="zh-CN" sz="2000" b="1" dirty="0" smtClean="0"/>
                        <a:t>2</a:t>
                      </a:r>
                      <a:endParaRPr lang="zh-CN" altLang="en-US" sz="2000" b="1" dirty="0"/>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sz="2000" b="1" dirty="0" smtClean="0"/>
                        <a:t>0</a:t>
                      </a:r>
                      <a:endParaRPr lang="zh-CN" altLang="en-US" sz="2000" b="1" dirty="0"/>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83279601"/>
                  </a:ext>
                </a:extLst>
              </a:tr>
              <a:tr h="355002">
                <a:tc>
                  <a:txBody>
                    <a:bodyPr/>
                    <a:lstStyle/>
                    <a:p>
                      <a:pPr algn="ctr"/>
                      <a:r>
                        <a:rPr lang="en-US" altLang="zh-CN" sz="2000" b="1" dirty="0" smtClean="0"/>
                        <a:t>1</a:t>
                      </a:r>
                      <a:endParaRPr lang="zh-CN" altLang="en-US" sz="2000" b="1" dirty="0"/>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28575"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sz="2000" b="1" dirty="0" smtClean="0"/>
                        <a:t>1</a:t>
                      </a:r>
                      <a:endParaRPr lang="zh-CN" altLang="en-US" sz="2000" b="1" dirty="0"/>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28575" cap="flat" cmpd="sng" algn="ctr">
                      <a:solidFill>
                        <a:schemeClr val="bg2">
                          <a:lumMod val="95000"/>
                          <a:lumOff val="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123012446"/>
                  </a:ext>
                </a:extLst>
              </a:tr>
            </a:tbl>
          </a:graphicData>
        </a:graphic>
      </p:graphicFrame>
      <p:cxnSp>
        <p:nvCxnSpPr>
          <p:cNvPr id="37" name="直接箭头连接符 36"/>
          <p:cNvCxnSpPr/>
          <p:nvPr/>
        </p:nvCxnSpPr>
        <p:spPr bwMode="auto">
          <a:xfrm>
            <a:off x="367239" y="4752192"/>
            <a:ext cx="360040" cy="0"/>
          </a:xfrm>
          <a:prstGeom prst="straightConnector1">
            <a:avLst/>
          </a:prstGeom>
          <a:noFill/>
          <a:ln w="57150" cap="flat" cmpd="sng" algn="ctr">
            <a:solidFill>
              <a:srgbClr val="C00000"/>
            </a:solidFill>
            <a:prstDash val="solid"/>
            <a:round/>
            <a:headEnd type="none" w="med" len="med"/>
            <a:tailEnd type="triangle"/>
          </a:ln>
          <a:effectLst/>
        </p:spPr>
      </p:cxnSp>
      <p:graphicFrame>
        <p:nvGraphicFramePr>
          <p:cNvPr id="38" name="表格 37"/>
          <p:cNvGraphicFramePr>
            <a:graphicFrameLocks noGrp="1"/>
          </p:cNvGraphicFramePr>
          <p:nvPr>
            <p:extLst/>
          </p:nvPr>
        </p:nvGraphicFramePr>
        <p:xfrm>
          <a:off x="1799492" y="4183914"/>
          <a:ext cx="473123" cy="1584960"/>
        </p:xfrm>
        <a:graphic>
          <a:graphicData uri="http://schemas.openxmlformats.org/drawingml/2006/table">
            <a:tbl>
              <a:tblPr firstRow="1" bandRow="1">
                <a:tableStyleId>{5C22544A-7EE6-4342-B048-85BDC9FD1C3A}</a:tableStyleId>
              </a:tblPr>
              <a:tblGrid>
                <a:gridCol w="237876">
                  <a:extLst>
                    <a:ext uri="{9D8B030D-6E8A-4147-A177-3AD203B41FA5}">
                      <a16:colId xmlns:a16="http://schemas.microsoft.com/office/drawing/2014/main" val="4110988113"/>
                    </a:ext>
                  </a:extLst>
                </a:gridCol>
                <a:gridCol w="235247">
                  <a:extLst>
                    <a:ext uri="{9D8B030D-6E8A-4147-A177-3AD203B41FA5}">
                      <a16:colId xmlns:a16="http://schemas.microsoft.com/office/drawing/2014/main" val="508676928"/>
                    </a:ext>
                  </a:extLst>
                </a:gridCol>
              </a:tblGrid>
              <a:tr h="384586">
                <a:tc>
                  <a:txBody>
                    <a:bodyPr/>
                    <a:lstStyle/>
                    <a:p>
                      <a:pPr algn="ctr"/>
                      <a:r>
                        <a:rPr lang="en-US" altLang="zh-CN" sz="2000" dirty="0" smtClean="0">
                          <a:solidFill>
                            <a:schemeClr val="bg2"/>
                          </a:solidFill>
                        </a:rPr>
                        <a:t>4</a:t>
                      </a:r>
                      <a:endParaRPr lang="zh-CN" altLang="en-US" sz="2000" dirty="0">
                        <a:solidFill>
                          <a:schemeClr val="bg2"/>
                        </a:solidFill>
                      </a:endParaRPr>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28575"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dirty="0" smtClean="0">
                          <a:solidFill>
                            <a:schemeClr val="bg2"/>
                          </a:solidFill>
                        </a:rPr>
                        <a:t>1</a:t>
                      </a:r>
                      <a:endParaRPr lang="zh-CN" altLang="en-US" dirty="0">
                        <a:solidFill>
                          <a:schemeClr val="bg2"/>
                        </a:solidFill>
                      </a:endParaRPr>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28575"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832721683"/>
                  </a:ext>
                </a:extLst>
              </a:tr>
              <a:tr h="384586">
                <a:tc>
                  <a:txBody>
                    <a:bodyPr/>
                    <a:lstStyle/>
                    <a:p>
                      <a:pPr algn="ctr"/>
                      <a:r>
                        <a:rPr lang="en-US" altLang="zh-CN" sz="2000" b="1" dirty="0" smtClean="0"/>
                        <a:t>3</a:t>
                      </a:r>
                      <a:endParaRPr lang="zh-CN" altLang="en-US" sz="2000" b="1" dirty="0"/>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sz="2000" b="1" dirty="0" smtClean="0"/>
                        <a:t>0</a:t>
                      </a:r>
                      <a:endParaRPr lang="zh-CN" altLang="en-US" sz="2000" b="1" dirty="0"/>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787385753"/>
                  </a:ext>
                </a:extLst>
              </a:tr>
              <a:tr h="384586">
                <a:tc>
                  <a:txBody>
                    <a:bodyPr/>
                    <a:lstStyle/>
                    <a:p>
                      <a:pPr algn="ctr"/>
                      <a:r>
                        <a:rPr lang="en-US" altLang="zh-CN" sz="2000" b="1" dirty="0" smtClean="0"/>
                        <a:t>0</a:t>
                      </a:r>
                      <a:endParaRPr lang="zh-CN" altLang="en-US" sz="2000" b="1" dirty="0"/>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sz="2000" b="1" dirty="0" smtClean="0"/>
                        <a:t>1</a:t>
                      </a:r>
                      <a:endParaRPr lang="zh-CN" altLang="en-US" sz="2000" b="1" dirty="0"/>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83279601"/>
                  </a:ext>
                </a:extLst>
              </a:tr>
              <a:tr h="355002">
                <a:tc>
                  <a:txBody>
                    <a:bodyPr/>
                    <a:lstStyle/>
                    <a:p>
                      <a:pPr algn="ctr"/>
                      <a:r>
                        <a:rPr lang="en-US" altLang="zh-CN" sz="2000" b="1" dirty="0" smtClean="0"/>
                        <a:t>1</a:t>
                      </a:r>
                      <a:endParaRPr lang="zh-CN" altLang="en-US" sz="2000" b="1" dirty="0"/>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28575"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sz="2000" b="1" dirty="0" smtClean="0"/>
                        <a:t>1</a:t>
                      </a:r>
                      <a:endParaRPr lang="zh-CN" altLang="en-US" sz="2000" b="1" dirty="0"/>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28575" cap="flat" cmpd="sng" algn="ctr">
                      <a:solidFill>
                        <a:schemeClr val="bg2">
                          <a:lumMod val="95000"/>
                          <a:lumOff val="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123012446"/>
                  </a:ext>
                </a:extLst>
              </a:tr>
            </a:tbl>
          </a:graphicData>
        </a:graphic>
      </p:graphicFrame>
      <p:cxnSp>
        <p:nvCxnSpPr>
          <p:cNvPr id="39" name="直接箭头连接符 38"/>
          <p:cNvCxnSpPr/>
          <p:nvPr/>
        </p:nvCxnSpPr>
        <p:spPr bwMode="auto">
          <a:xfrm>
            <a:off x="1423378" y="5576161"/>
            <a:ext cx="360040" cy="0"/>
          </a:xfrm>
          <a:prstGeom prst="straightConnector1">
            <a:avLst/>
          </a:prstGeom>
          <a:noFill/>
          <a:ln w="57150" cap="flat" cmpd="sng" algn="ctr">
            <a:solidFill>
              <a:srgbClr val="C00000"/>
            </a:solidFill>
            <a:prstDash val="solid"/>
            <a:round/>
            <a:headEnd type="none" w="med" len="med"/>
            <a:tailEnd type="triangle"/>
          </a:ln>
          <a:effectLst/>
        </p:spPr>
      </p:cxnSp>
      <p:graphicFrame>
        <p:nvGraphicFramePr>
          <p:cNvPr id="40" name="表格 39"/>
          <p:cNvGraphicFramePr>
            <a:graphicFrameLocks noGrp="1"/>
          </p:cNvGraphicFramePr>
          <p:nvPr>
            <p:extLst/>
          </p:nvPr>
        </p:nvGraphicFramePr>
        <p:xfrm>
          <a:off x="2857632" y="4183914"/>
          <a:ext cx="473123" cy="1584960"/>
        </p:xfrm>
        <a:graphic>
          <a:graphicData uri="http://schemas.openxmlformats.org/drawingml/2006/table">
            <a:tbl>
              <a:tblPr firstRow="1" bandRow="1">
                <a:tableStyleId>{5C22544A-7EE6-4342-B048-85BDC9FD1C3A}</a:tableStyleId>
              </a:tblPr>
              <a:tblGrid>
                <a:gridCol w="237876">
                  <a:extLst>
                    <a:ext uri="{9D8B030D-6E8A-4147-A177-3AD203B41FA5}">
                      <a16:colId xmlns:a16="http://schemas.microsoft.com/office/drawing/2014/main" val="4110988113"/>
                    </a:ext>
                  </a:extLst>
                </a:gridCol>
                <a:gridCol w="235247">
                  <a:extLst>
                    <a:ext uri="{9D8B030D-6E8A-4147-A177-3AD203B41FA5}">
                      <a16:colId xmlns:a16="http://schemas.microsoft.com/office/drawing/2014/main" val="508676928"/>
                    </a:ext>
                  </a:extLst>
                </a:gridCol>
              </a:tblGrid>
              <a:tr h="384586">
                <a:tc>
                  <a:txBody>
                    <a:bodyPr/>
                    <a:lstStyle/>
                    <a:p>
                      <a:pPr algn="ctr"/>
                      <a:r>
                        <a:rPr lang="en-US" altLang="zh-CN" sz="2000" dirty="0" smtClean="0">
                          <a:solidFill>
                            <a:schemeClr val="bg2"/>
                          </a:solidFill>
                        </a:rPr>
                        <a:t>4</a:t>
                      </a:r>
                      <a:endParaRPr lang="zh-CN" altLang="en-US" sz="2000" dirty="0">
                        <a:solidFill>
                          <a:schemeClr val="bg2"/>
                        </a:solidFill>
                      </a:endParaRPr>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28575"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dirty="0" smtClean="0">
                          <a:solidFill>
                            <a:schemeClr val="bg2"/>
                          </a:solidFill>
                        </a:rPr>
                        <a:t>1</a:t>
                      </a:r>
                      <a:endParaRPr lang="zh-CN" altLang="en-US" dirty="0">
                        <a:solidFill>
                          <a:schemeClr val="bg2"/>
                        </a:solidFill>
                      </a:endParaRPr>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28575"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832721683"/>
                  </a:ext>
                </a:extLst>
              </a:tr>
              <a:tr h="384586">
                <a:tc>
                  <a:txBody>
                    <a:bodyPr/>
                    <a:lstStyle/>
                    <a:p>
                      <a:pPr algn="ctr"/>
                      <a:r>
                        <a:rPr lang="en-US" altLang="zh-CN" sz="2000" b="1" dirty="0" smtClean="0"/>
                        <a:t>3</a:t>
                      </a:r>
                      <a:endParaRPr lang="zh-CN" altLang="en-US" sz="2000" b="1" dirty="0"/>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sz="2000" b="1" dirty="0" smtClean="0"/>
                        <a:t>1</a:t>
                      </a:r>
                      <a:endParaRPr lang="zh-CN" altLang="en-US" sz="2000" b="1" dirty="0"/>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787385753"/>
                  </a:ext>
                </a:extLst>
              </a:tr>
              <a:tr h="384586">
                <a:tc>
                  <a:txBody>
                    <a:bodyPr/>
                    <a:lstStyle/>
                    <a:p>
                      <a:pPr algn="ctr"/>
                      <a:r>
                        <a:rPr lang="en-US" altLang="zh-CN" sz="2000" b="1" dirty="0" smtClean="0"/>
                        <a:t>0</a:t>
                      </a:r>
                      <a:endParaRPr lang="zh-CN" altLang="en-US" sz="2000" b="1" dirty="0"/>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sz="2000" b="1" dirty="0" smtClean="0"/>
                        <a:t>1</a:t>
                      </a:r>
                      <a:endParaRPr lang="zh-CN" altLang="en-US" sz="2000" b="1" dirty="0"/>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83279601"/>
                  </a:ext>
                </a:extLst>
              </a:tr>
              <a:tr h="355002">
                <a:tc>
                  <a:txBody>
                    <a:bodyPr/>
                    <a:lstStyle/>
                    <a:p>
                      <a:pPr algn="ctr"/>
                      <a:r>
                        <a:rPr lang="en-US" altLang="zh-CN" sz="2000" b="1" dirty="0" smtClean="0"/>
                        <a:t>1</a:t>
                      </a:r>
                      <a:endParaRPr lang="zh-CN" altLang="en-US" sz="2000" b="1" dirty="0"/>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28575"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sz="2000" b="1" dirty="0" smtClean="0"/>
                        <a:t>1</a:t>
                      </a:r>
                      <a:endParaRPr lang="zh-CN" altLang="en-US" sz="2000" b="1" dirty="0"/>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28575" cap="flat" cmpd="sng" algn="ctr">
                      <a:solidFill>
                        <a:schemeClr val="bg2">
                          <a:lumMod val="95000"/>
                          <a:lumOff val="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123012446"/>
                  </a:ext>
                </a:extLst>
              </a:tr>
            </a:tbl>
          </a:graphicData>
        </a:graphic>
      </p:graphicFrame>
      <p:cxnSp>
        <p:nvCxnSpPr>
          <p:cNvPr id="41" name="直接箭头连接符 40"/>
          <p:cNvCxnSpPr/>
          <p:nvPr/>
        </p:nvCxnSpPr>
        <p:spPr bwMode="auto">
          <a:xfrm>
            <a:off x="2481518" y="5576161"/>
            <a:ext cx="360040" cy="0"/>
          </a:xfrm>
          <a:prstGeom prst="straightConnector1">
            <a:avLst/>
          </a:prstGeom>
          <a:noFill/>
          <a:ln w="57150" cap="flat" cmpd="sng" algn="ctr">
            <a:solidFill>
              <a:srgbClr val="C00000"/>
            </a:solidFill>
            <a:prstDash val="solid"/>
            <a:round/>
            <a:headEnd type="none" w="med" len="med"/>
            <a:tailEnd type="triangle"/>
          </a:ln>
          <a:effectLst/>
        </p:spPr>
      </p:cxnSp>
      <p:graphicFrame>
        <p:nvGraphicFramePr>
          <p:cNvPr id="42" name="表格 41"/>
          <p:cNvGraphicFramePr>
            <a:graphicFrameLocks noGrp="1"/>
          </p:cNvGraphicFramePr>
          <p:nvPr>
            <p:extLst/>
          </p:nvPr>
        </p:nvGraphicFramePr>
        <p:xfrm>
          <a:off x="3865024" y="4183914"/>
          <a:ext cx="473123" cy="1584960"/>
        </p:xfrm>
        <a:graphic>
          <a:graphicData uri="http://schemas.openxmlformats.org/drawingml/2006/table">
            <a:tbl>
              <a:tblPr firstRow="1" bandRow="1">
                <a:tableStyleId>{5C22544A-7EE6-4342-B048-85BDC9FD1C3A}</a:tableStyleId>
              </a:tblPr>
              <a:tblGrid>
                <a:gridCol w="237876">
                  <a:extLst>
                    <a:ext uri="{9D8B030D-6E8A-4147-A177-3AD203B41FA5}">
                      <a16:colId xmlns:a16="http://schemas.microsoft.com/office/drawing/2014/main" val="4110988113"/>
                    </a:ext>
                  </a:extLst>
                </a:gridCol>
                <a:gridCol w="235247">
                  <a:extLst>
                    <a:ext uri="{9D8B030D-6E8A-4147-A177-3AD203B41FA5}">
                      <a16:colId xmlns:a16="http://schemas.microsoft.com/office/drawing/2014/main" val="508676928"/>
                    </a:ext>
                  </a:extLst>
                </a:gridCol>
              </a:tblGrid>
              <a:tr h="384586">
                <a:tc>
                  <a:txBody>
                    <a:bodyPr/>
                    <a:lstStyle/>
                    <a:p>
                      <a:pPr algn="ctr"/>
                      <a:r>
                        <a:rPr lang="en-US" altLang="zh-CN" sz="2000" dirty="0" smtClean="0">
                          <a:solidFill>
                            <a:schemeClr val="bg2"/>
                          </a:solidFill>
                        </a:rPr>
                        <a:t>4</a:t>
                      </a:r>
                      <a:endParaRPr lang="zh-CN" altLang="en-US" sz="2000" dirty="0">
                        <a:solidFill>
                          <a:schemeClr val="bg2"/>
                        </a:solidFill>
                      </a:endParaRPr>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28575"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dirty="0" smtClean="0">
                          <a:solidFill>
                            <a:schemeClr val="bg2"/>
                          </a:solidFill>
                        </a:rPr>
                        <a:t>0</a:t>
                      </a:r>
                      <a:endParaRPr lang="zh-CN" altLang="en-US" dirty="0">
                        <a:solidFill>
                          <a:schemeClr val="bg2"/>
                        </a:solidFill>
                      </a:endParaRPr>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28575"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832721683"/>
                  </a:ext>
                </a:extLst>
              </a:tr>
              <a:tr h="384586">
                <a:tc>
                  <a:txBody>
                    <a:bodyPr/>
                    <a:lstStyle/>
                    <a:p>
                      <a:pPr algn="ctr"/>
                      <a:r>
                        <a:rPr lang="en-US" altLang="zh-CN" sz="2000" b="1" dirty="0" smtClean="0"/>
                        <a:t>3</a:t>
                      </a:r>
                      <a:endParaRPr lang="zh-CN" altLang="en-US" sz="2000" b="1" dirty="0"/>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sz="2000" b="1" dirty="0" smtClean="0"/>
                        <a:t>0</a:t>
                      </a:r>
                      <a:endParaRPr lang="zh-CN" altLang="en-US" sz="2000" b="1" dirty="0"/>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787385753"/>
                  </a:ext>
                </a:extLst>
              </a:tr>
              <a:tr h="384586">
                <a:tc>
                  <a:txBody>
                    <a:bodyPr/>
                    <a:lstStyle/>
                    <a:p>
                      <a:pPr algn="ctr"/>
                      <a:r>
                        <a:rPr lang="en-US" altLang="zh-CN" sz="2000" b="1" dirty="0" smtClean="0"/>
                        <a:t>0</a:t>
                      </a:r>
                      <a:endParaRPr lang="zh-CN" altLang="en-US" sz="2000" b="1" dirty="0"/>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sz="2000" b="1" dirty="0" smtClean="0"/>
                        <a:t>0</a:t>
                      </a:r>
                      <a:endParaRPr lang="zh-CN" altLang="en-US" sz="2000" b="1" dirty="0"/>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83279601"/>
                  </a:ext>
                </a:extLst>
              </a:tr>
              <a:tr h="355002">
                <a:tc>
                  <a:txBody>
                    <a:bodyPr/>
                    <a:lstStyle/>
                    <a:p>
                      <a:pPr algn="ctr"/>
                      <a:r>
                        <a:rPr lang="en-US" altLang="zh-CN" sz="2000" b="1" dirty="0" smtClean="0"/>
                        <a:t>2</a:t>
                      </a:r>
                      <a:endParaRPr lang="zh-CN" altLang="en-US" sz="2000" b="1" dirty="0"/>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28575"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sz="2000" b="1" dirty="0" smtClean="0"/>
                        <a:t>1</a:t>
                      </a:r>
                      <a:endParaRPr lang="zh-CN" altLang="en-US" sz="2000" b="1" dirty="0"/>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28575" cap="flat" cmpd="sng" algn="ctr">
                      <a:solidFill>
                        <a:schemeClr val="bg2">
                          <a:lumMod val="95000"/>
                          <a:lumOff val="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123012446"/>
                  </a:ext>
                </a:extLst>
              </a:tr>
            </a:tbl>
          </a:graphicData>
        </a:graphic>
      </p:graphicFrame>
      <p:cxnSp>
        <p:nvCxnSpPr>
          <p:cNvPr id="43" name="直接箭头连接符 42"/>
          <p:cNvCxnSpPr/>
          <p:nvPr/>
        </p:nvCxnSpPr>
        <p:spPr bwMode="auto">
          <a:xfrm>
            <a:off x="3504984" y="4352025"/>
            <a:ext cx="360040" cy="0"/>
          </a:xfrm>
          <a:prstGeom prst="straightConnector1">
            <a:avLst/>
          </a:prstGeom>
          <a:noFill/>
          <a:ln w="57150" cap="flat" cmpd="sng" algn="ctr">
            <a:solidFill>
              <a:srgbClr val="C00000"/>
            </a:solidFill>
            <a:prstDash val="solid"/>
            <a:round/>
            <a:headEnd type="none" w="med" len="med"/>
            <a:tailEnd type="triangle"/>
          </a:ln>
          <a:effectLst/>
        </p:spPr>
      </p:cxnSp>
      <p:graphicFrame>
        <p:nvGraphicFramePr>
          <p:cNvPr id="44" name="表格 43"/>
          <p:cNvGraphicFramePr>
            <a:graphicFrameLocks noGrp="1"/>
          </p:cNvGraphicFramePr>
          <p:nvPr>
            <p:extLst/>
          </p:nvPr>
        </p:nvGraphicFramePr>
        <p:xfrm>
          <a:off x="4881369" y="4183914"/>
          <a:ext cx="473123" cy="1584960"/>
        </p:xfrm>
        <a:graphic>
          <a:graphicData uri="http://schemas.openxmlformats.org/drawingml/2006/table">
            <a:tbl>
              <a:tblPr firstRow="1" bandRow="1">
                <a:tableStyleId>{5C22544A-7EE6-4342-B048-85BDC9FD1C3A}</a:tableStyleId>
              </a:tblPr>
              <a:tblGrid>
                <a:gridCol w="237876">
                  <a:extLst>
                    <a:ext uri="{9D8B030D-6E8A-4147-A177-3AD203B41FA5}">
                      <a16:colId xmlns:a16="http://schemas.microsoft.com/office/drawing/2014/main" val="4110988113"/>
                    </a:ext>
                  </a:extLst>
                </a:gridCol>
                <a:gridCol w="235247">
                  <a:extLst>
                    <a:ext uri="{9D8B030D-6E8A-4147-A177-3AD203B41FA5}">
                      <a16:colId xmlns:a16="http://schemas.microsoft.com/office/drawing/2014/main" val="508676928"/>
                    </a:ext>
                  </a:extLst>
                </a:gridCol>
              </a:tblGrid>
              <a:tr h="384586">
                <a:tc>
                  <a:txBody>
                    <a:bodyPr/>
                    <a:lstStyle/>
                    <a:p>
                      <a:pPr algn="ctr"/>
                      <a:r>
                        <a:rPr lang="en-US" altLang="zh-CN" sz="2000" dirty="0" smtClean="0">
                          <a:solidFill>
                            <a:schemeClr val="bg2"/>
                          </a:solidFill>
                        </a:rPr>
                        <a:t>1</a:t>
                      </a:r>
                      <a:endParaRPr lang="zh-CN" altLang="en-US" sz="2000" dirty="0">
                        <a:solidFill>
                          <a:schemeClr val="bg2"/>
                        </a:solidFill>
                      </a:endParaRPr>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28575"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dirty="0" smtClean="0">
                          <a:solidFill>
                            <a:schemeClr val="bg2"/>
                          </a:solidFill>
                        </a:rPr>
                        <a:t>1</a:t>
                      </a:r>
                      <a:endParaRPr lang="zh-CN" altLang="en-US" dirty="0">
                        <a:solidFill>
                          <a:schemeClr val="bg2"/>
                        </a:solidFill>
                      </a:endParaRPr>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28575"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832721683"/>
                  </a:ext>
                </a:extLst>
              </a:tr>
              <a:tr h="384586">
                <a:tc>
                  <a:txBody>
                    <a:bodyPr/>
                    <a:lstStyle/>
                    <a:p>
                      <a:pPr algn="ctr"/>
                      <a:r>
                        <a:rPr lang="en-US" altLang="zh-CN" sz="2000" b="1" dirty="0" smtClean="0"/>
                        <a:t>3</a:t>
                      </a:r>
                      <a:endParaRPr lang="zh-CN" altLang="en-US" sz="2000" b="1" dirty="0"/>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sz="2000" b="1" dirty="0" smtClean="0"/>
                        <a:t>0</a:t>
                      </a:r>
                      <a:endParaRPr lang="zh-CN" altLang="en-US" sz="2000" b="1" dirty="0"/>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787385753"/>
                  </a:ext>
                </a:extLst>
              </a:tr>
              <a:tr h="384586">
                <a:tc>
                  <a:txBody>
                    <a:bodyPr/>
                    <a:lstStyle/>
                    <a:p>
                      <a:pPr algn="ctr"/>
                      <a:r>
                        <a:rPr lang="en-US" altLang="zh-CN" sz="2000" b="1" dirty="0" smtClean="0"/>
                        <a:t>0</a:t>
                      </a:r>
                      <a:endParaRPr lang="zh-CN" altLang="en-US" sz="2000" b="1" dirty="0"/>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sz="2000" b="1" dirty="0" smtClean="0"/>
                        <a:t>0</a:t>
                      </a:r>
                      <a:endParaRPr lang="zh-CN" altLang="en-US" sz="2000" b="1" dirty="0"/>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83279601"/>
                  </a:ext>
                </a:extLst>
              </a:tr>
              <a:tr h="355002">
                <a:tc>
                  <a:txBody>
                    <a:bodyPr/>
                    <a:lstStyle/>
                    <a:p>
                      <a:pPr algn="ctr"/>
                      <a:r>
                        <a:rPr lang="en-US" altLang="zh-CN" sz="2000" b="1" dirty="0" smtClean="0"/>
                        <a:t>2</a:t>
                      </a:r>
                      <a:endParaRPr lang="zh-CN" altLang="en-US" sz="2000" b="1" dirty="0"/>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28575"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sz="2000" b="1" dirty="0" smtClean="0"/>
                        <a:t>1</a:t>
                      </a:r>
                      <a:endParaRPr lang="zh-CN" altLang="en-US" sz="2000" b="1" dirty="0"/>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28575" cap="flat" cmpd="sng" algn="ctr">
                      <a:solidFill>
                        <a:schemeClr val="bg2">
                          <a:lumMod val="95000"/>
                          <a:lumOff val="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123012446"/>
                  </a:ext>
                </a:extLst>
              </a:tr>
            </a:tbl>
          </a:graphicData>
        </a:graphic>
      </p:graphicFrame>
      <p:cxnSp>
        <p:nvCxnSpPr>
          <p:cNvPr id="45" name="直接箭头连接符 44"/>
          <p:cNvCxnSpPr/>
          <p:nvPr/>
        </p:nvCxnSpPr>
        <p:spPr bwMode="auto">
          <a:xfrm>
            <a:off x="4521329" y="4748740"/>
            <a:ext cx="360040" cy="0"/>
          </a:xfrm>
          <a:prstGeom prst="straightConnector1">
            <a:avLst/>
          </a:prstGeom>
          <a:noFill/>
          <a:ln w="57150" cap="flat" cmpd="sng" algn="ctr">
            <a:solidFill>
              <a:srgbClr val="C00000"/>
            </a:solidFill>
            <a:prstDash val="solid"/>
            <a:round/>
            <a:headEnd type="none" w="med" len="med"/>
            <a:tailEnd type="triangle"/>
          </a:ln>
          <a:effectLst/>
        </p:spPr>
      </p:cxnSp>
      <p:graphicFrame>
        <p:nvGraphicFramePr>
          <p:cNvPr id="46" name="表格 45"/>
          <p:cNvGraphicFramePr>
            <a:graphicFrameLocks noGrp="1"/>
          </p:cNvGraphicFramePr>
          <p:nvPr>
            <p:extLst/>
          </p:nvPr>
        </p:nvGraphicFramePr>
        <p:xfrm>
          <a:off x="5962125" y="4187343"/>
          <a:ext cx="473123" cy="1584960"/>
        </p:xfrm>
        <a:graphic>
          <a:graphicData uri="http://schemas.openxmlformats.org/drawingml/2006/table">
            <a:tbl>
              <a:tblPr firstRow="1" bandRow="1">
                <a:tableStyleId>{5C22544A-7EE6-4342-B048-85BDC9FD1C3A}</a:tableStyleId>
              </a:tblPr>
              <a:tblGrid>
                <a:gridCol w="237876">
                  <a:extLst>
                    <a:ext uri="{9D8B030D-6E8A-4147-A177-3AD203B41FA5}">
                      <a16:colId xmlns:a16="http://schemas.microsoft.com/office/drawing/2014/main" val="4110988113"/>
                    </a:ext>
                  </a:extLst>
                </a:gridCol>
                <a:gridCol w="235247">
                  <a:extLst>
                    <a:ext uri="{9D8B030D-6E8A-4147-A177-3AD203B41FA5}">
                      <a16:colId xmlns:a16="http://schemas.microsoft.com/office/drawing/2014/main" val="508676928"/>
                    </a:ext>
                  </a:extLst>
                </a:gridCol>
              </a:tblGrid>
              <a:tr h="384586">
                <a:tc>
                  <a:txBody>
                    <a:bodyPr/>
                    <a:lstStyle/>
                    <a:p>
                      <a:pPr algn="ctr"/>
                      <a:r>
                        <a:rPr lang="en-US" altLang="zh-CN" sz="2000" dirty="0" smtClean="0">
                          <a:solidFill>
                            <a:schemeClr val="bg2"/>
                          </a:solidFill>
                        </a:rPr>
                        <a:t>1</a:t>
                      </a:r>
                      <a:endParaRPr lang="zh-CN" altLang="en-US" sz="2000" dirty="0">
                        <a:solidFill>
                          <a:schemeClr val="bg2"/>
                        </a:solidFill>
                      </a:endParaRPr>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28575"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dirty="0" smtClean="0">
                          <a:solidFill>
                            <a:schemeClr val="bg2"/>
                          </a:solidFill>
                        </a:rPr>
                        <a:t>1</a:t>
                      </a:r>
                      <a:endParaRPr lang="zh-CN" altLang="en-US" dirty="0">
                        <a:solidFill>
                          <a:schemeClr val="bg2"/>
                        </a:solidFill>
                      </a:endParaRPr>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28575"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832721683"/>
                  </a:ext>
                </a:extLst>
              </a:tr>
              <a:tr h="384586">
                <a:tc>
                  <a:txBody>
                    <a:bodyPr/>
                    <a:lstStyle/>
                    <a:p>
                      <a:pPr algn="ctr"/>
                      <a:r>
                        <a:rPr lang="en-US" altLang="zh-CN" sz="2000" b="1" dirty="0" smtClean="0"/>
                        <a:t>3</a:t>
                      </a:r>
                      <a:endParaRPr lang="zh-CN" altLang="en-US" sz="2000" b="1" dirty="0"/>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sz="2000" b="1" dirty="0" smtClean="0"/>
                        <a:t>1</a:t>
                      </a:r>
                      <a:endParaRPr lang="zh-CN" altLang="en-US" sz="2000" b="1" dirty="0"/>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787385753"/>
                  </a:ext>
                </a:extLst>
              </a:tr>
              <a:tr h="384586">
                <a:tc>
                  <a:txBody>
                    <a:bodyPr/>
                    <a:lstStyle/>
                    <a:p>
                      <a:pPr algn="ctr"/>
                      <a:r>
                        <a:rPr lang="en-US" altLang="zh-CN" sz="2000" b="1" dirty="0" smtClean="0"/>
                        <a:t>0</a:t>
                      </a:r>
                      <a:endParaRPr lang="zh-CN" altLang="en-US" sz="2000" b="1" dirty="0"/>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sz="2000" b="1" dirty="0" smtClean="0"/>
                        <a:t>0</a:t>
                      </a:r>
                      <a:endParaRPr lang="zh-CN" altLang="en-US" sz="2000" b="1" dirty="0"/>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83279601"/>
                  </a:ext>
                </a:extLst>
              </a:tr>
              <a:tr h="355002">
                <a:tc>
                  <a:txBody>
                    <a:bodyPr/>
                    <a:lstStyle/>
                    <a:p>
                      <a:pPr algn="ctr"/>
                      <a:r>
                        <a:rPr lang="en-US" altLang="zh-CN" sz="2000" b="1" dirty="0" smtClean="0"/>
                        <a:t>2</a:t>
                      </a:r>
                      <a:endParaRPr lang="zh-CN" altLang="en-US" sz="2000" b="1" dirty="0"/>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28575"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sz="2000" b="1" dirty="0" smtClean="0"/>
                        <a:t>1</a:t>
                      </a:r>
                      <a:endParaRPr lang="zh-CN" altLang="en-US" sz="2000" b="1" dirty="0"/>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28575" cap="flat" cmpd="sng" algn="ctr">
                      <a:solidFill>
                        <a:schemeClr val="bg2">
                          <a:lumMod val="95000"/>
                          <a:lumOff val="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123012446"/>
                  </a:ext>
                </a:extLst>
              </a:tr>
            </a:tbl>
          </a:graphicData>
        </a:graphic>
      </p:graphicFrame>
      <p:cxnSp>
        <p:nvCxnSpPr>
          <p:cNvPr id="47" name="直接箭头连接符 46"/>
          <p:cNvCxnSpPr/>
          <p:nvPr/>
        </p:nvCxnSpPr>
        <p:spPr bwMode="auto">
          <a:xfrm>
            <a:off x="5602085" y="4752169"/>
            <a:ext cx="360040" cy="0"/>
          </a:xfrm>
          <a:prstGeom prst="straightConnector1">
            <a:avLst/>
          </a:prstGeom>
          <a:noFill/>
          <a:ln w="57150" cap="flat" cmpd="sng" algn="ctr">
            <a:solidFill>
              <a:srgbClr val="C00000"/>
            </a:solidFill>
            <a:prstDash val="solid"/>
            <a:round/>
            <a:headEnd type="none" w="med" len="med"/>
            <a:tailEnd type="triangle"/>
          </a:ln>
          <a:effectLst/>
        </p:spPr>
      </p:cxnSp>
      <p:graphicFrame>
        <p:nvGraphicFramePr>
          <p:cNvPr id="48" name="表格 47"/>
          <p:cNvGraphicFramePr>
            <a:graphicFrameLocks noGrp="1"/>
          </p:cNvGraphicFramePr>
          <p:nvPr>
            <p:extLst/>
          </p:nvPr>
        </p:nvGraphicFramePr>
        <p:xfrm>
          <a:off x="7073802" y="4183914"/>
          <a:ext cx="473123" cy="1584960"/>
        </p:xfrm>
        <a:graphic>
          <a:graphicData uri="http://schemas.openxmlformats.org/drawingml/2006/table">
            <a:tbl>
              <a:tblPr firstRow="1" bandRow="1">
                <a:tableStyleId>{5C22544A-7EE6-4342-B048-85BDC9FD1C3A}</a:tableStyleId>
              </a:tblPr>
              <a:tblGrid>
                <a:gridCol w="237876">
                  <a:extLst>
                    <a:ext uri="{9D8B030D-6E8A-4147-A177-3AD203B41FA5}">
                      <a16:colId xmlns:a16="http://schemas.microsoft.com/office/drawing/2014/main" val="4110988113"/>
                    </a:ext>
                  </a:extLst>
                </a:gridCol>
                <a:gridCol w="235247">
                  <a:extLst>
                    <a:ext uri="{9D8B030D-6E8A-4147-A177-3AD203B41FA5}">
                      <a16:colId xmlns:a16="http://schemas.microsoft.com/office/drawing/2014/main" val="508676928"/>
                    </a:ext>
                  </a:extLst>
                </a:gridCol>
              </a:tblGrid>
              <a:tr h="384586">
                <a:tc>
                  <a:txBody>
                    <a:bodyPr/>
                    <a:lstStyle/>
                    <a:p>
                      <a:pPr algn="ctr"/>
                      <a:r>
                        <a:rPr lang="en-US" altLang="zh-CN" sz="2000" dirty="0" smtClean="0">
                          <a:solidFill>
                            <a:schemeClr val="bg2"/>
                          </a:solidFill>
                        </a:rPr>
                        <a:t>1</a:t>
                      </a:r>
                      <a:endParaRPr lang="zh-CN" altLang="en-US" sz="2000" dirty="0">
                        <a:solidFill>
                          <a:schemeClr val="bg2"/>
                        </a:solidFill>
                      </a:endParaRPr>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28575"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dirty="0" smtClean="0">
                          <a:solidFill>
                            <a:schemeClr val="bg2"/>
                          </a:solidFill>
                        </a:rPr>
                        <a:t>1</a:t>
                      </a:r>
                      <a:endParaRPr lang="zh-CN" altLang="en-US" dirty="0">
                        <a:solidFill>
                          <a:schemeClr val="bg2"/>
                        </a:solidFill>
                      </a:endParaRPr>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28575"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832721683"/>
                  </a:ext>
                </a:extLst>
              </a:tr>
              <a:tr h="384586">
                <a:tc>
                  <a:txBody>
                    <a:bodyPr/>
                    <a:lstStyle/>
                    <a:p>
                      <a:pPr algn="ctr"/>
                      <a:r>
                        <a:rPr lang="en-US" altLang="zh-CN" sz="2000" b="1" dirty="0" smtClean="0"/>
                        <a:t>3</a:t>
                      </a:r>
                      <a:endParaRPr lang="zh-CN" altLang="en-US" sz="2000" b="1" dirty="0"/>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sz="2000" b="1" dirty="0" smtClean="0"/>
                        <a:t>0</a:t>
                      </a:r>
                      <a:endParaRPr lang="zh-CN" altLang="en-US" sz="2000" b="1" dirty="0"/>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787385753"/>
                  </a:ext>
                </a:extLst>
              </a:tr>
              <a:tr h="384586">
                <a:tc>
                  <a:txBody>
                    <a:bodyPr/>
                    <a:lstStyle/>
                    <a:p>
                      <a:pPr algn="ctr"/>
                      <a:r>
                        <a:rPr lang="en-US" altLang="zh-CN" sz="2000" b="1" dirty="0" smtClean="0"/>
                        <a:t>4</a:t>
                      </a:r>
                      <a:endParaRPr lang="zh-CN" altLang="en-US" sz="2000" b="1" dirty="0"/>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sz="2000" b="1" dirty="0" smtClean="0"/>
                        <a:t>1</a:t>
                      </a:r>
                      <a:endParaRPr lang="zh-CN" altLang="en-US" sz="2000" b="1" dirty="0"/>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12700" cap="flat" cmpd="sng" algn="ctr">
                      <a:solidFill>
                        <a:schemeClr val="bg2">
                          <a:lumMod val="95000"/>
                          <a:lumOff val="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83279601"/>
                  </a:ext>
                </a:extLst>
              </a:tr>
              <a:tr h="355002">
                <a:tc>
                  <a:txBody>
                    <a:bodyPr/>
                    <a:lstStyle/>
                    <a:p>
                      <a:pPr algn="ctr"/>
                      <a:r>
                        <a:rPr lang="en-US" altLang="zh-CN" sz="2000" b="1" dirty="0" smtClean="0"/>
                        <a:t>2</a:t>
                      </a:r>
                      <a:endParaRPr lang="zh-CN" altLang="en-US" sz="2000" b="1" dirty="0"/>
                    </a:p>
                  </a:txBody>
                  <a:tcPr>
                    <a:lnL w="28575" cap="flat" cmpd="sng" algn="ctr">
                      <a:solidFill>
                        <a:schemeClr val="bg2">
                          <a:lumMod val="95000"/>
                          <a:lumOff val="5000"/>
                        </a:schemeClr>
                      </a:solidFill>
                      <a:prstDash val="solid"/>
                      <a:round/>
                      <a:headEnd type="none" w="med" len="med"/>
                      <a:tailEnd type="none" w="med" len="med"/>
                    </a:lnL>
                    <a:lnR w="12700"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28575" cap="flat" cmpd="sng" algn="ctr">
                      <a:solidFill>
                        <a:schemeClr val="bg2">
                          <a:lumMod val="95000"/>
                          <a:lumOff val="5000"/>
                        </a:schemeClr>
                      </a:solidFill>
                      <a:prstDash val="solid"/>
                      <a:round/>
                      <a:headEnd type="none" w="med" len="med"/>
                      <a:tailEnd type="none" w="med" len="med"/>
                    </a:lnB>
                    <a:solidFill>
                      <a:srgbClr val="99FF99"/>
                    </a:solidFill>
                  </a:tcPr>
                </a:tc>
                <a:tc>
                  <a:txBody>
                    <a:bodyPr/>
                    <a:lstStyle/>
                    <a:p>
                      <a:pPr algn="ctr"/>
                      <a:r>
                        <a:rPr lang="en-US" altLang="zh-CN" sz="2000" b="1" dirty="0" smtClean="0"/>
                        <a:t>1</a:t>
                      </a:r>
                      <a:endParaRPr lang="zh-CN" altLang="en-US" sz="2000" b="1" dirty="0"/>
                    </a:p>
                  </a:txBody>
                  <a:tcPr>
                    <a:lnL w="12700" cap="flat" cmpd="sng" algn="ctr">
                      <a:solidFill>
                        <a:schemeClr val="bg2">
                          <a:lumMod val="95000"/>
                          <a:lumOff val="5000"/>
                        </a:schemeClr>
                      </a:solidFill>
                      <a:prstDash val="solid"/>
                      <a:round/>
                      <a:headEnd type="none" w="med" len="med"/>
                      <a:tailEnd type="none" w="med" len="med"/>
                    </a:lnL>
                    <a:lnR w="28575" cap="flat" cmpd="sng" algn="ctr">
                      <a:solidFill>
                        <a:schemeClr val="bg2">
                          <a:lumMod val="95000"/>
                          <a:lumOff val="5000"/>
                        </a:schemeClr>
                      </a:solidFill>
                      <a:prstDash val="solid"/>
                      <a:round/>
                      <a:headEnd type="none" w="med" len="med"/>
                      <a:tailEnd type="none" w="med" len="med"/>
                    </a:lnR>
                    <a:lnT w="12700" cap="flat" cmpd="sng" algn="ctr">
                      <a:solidFill>
                        <a:schemeClr val="bg2">
                          <a:lumMod val="95000"/>
                          <a:lumOff val="5000"/>
                        </a:schemeClr>
                      </a:solidFill>
                      <a:prstDash val="solid"/>
                      <a:round/>
                      <a:headEnd type="none" w="med" len="med"/>
                      <a:tailEnd type="none" w="med" len="med"/>
                    </a:lnT>
                    <a:lnB w="28575" cap="flat" cmpd="sng" algn="ctr">
                      <a:solidFill>
                        <a:schemeClr val="bg2">
                          <a:lumMod val="95000"/>
                          <a:lumOff val="5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123012446"/>
                  </a:ext>
                </a:extLst>
              </a:tr>
            </a:tbl>
          </a:graphicData>
        </a:graphic>
      </p:graphicFrame>
      <p:cxnSp>
        <p:nvCxnSpPr>
          <p:cNvPr id="49" name="直接箭头连接符 48"/>
          <p:cNvCxnSpPr/>
          <p:nvPr/>
        </p:nvCxnSpPr>
        <p:spPr bwMode="auto">
          <a:xfrm>
            <a:off x="6735550" y="5513653"/>
            <a:ext cx="360040" cy="0"/>
          </a:xfrm>
          <a:prstGeom prst="straightConnector1">
            <a:avLst/>
          </a:prstGeom>
          <a:noFill/>
          <a:ln w="57150" cap="flat" cmpd="sng" algn="ctr">
            <a:solidFill>
              <a:srgbClr val="C00000"/>
            </a:solidFill>
            <a:prstDash val="solid"/>
            <a:round/>
            <a:headEnd type="none" w="med" len="med"/>
            <a:tailEnd type="triangle"/>
          </a:ln>
          <a:effectLst/>
        </p:spPr>
      </p:cxnSp>
      <p:sp>
        <p:nvSpPr>
          <p:cNvPr id="50" name="椭圆 49"/>
          <p:cNvSpPr/>
          <p:nvPr/>
        </p:nvSpPr>
        <p:spPr bwMode="auto">
          <a:xfrm>
            <a:off x="831579" y="3208328"/>
            <a:ext cx="325274" cy="305737"/>
          </a:xfrm>
          <a:prstGeom prst="ellipse">
            <a:avLst/>
          </a:prstGeom>
          <a:solidFill>
            <a:schemeClr val="accent6">
              <a:lumMod val="75000"/>
            </a:schemeClr>
          </a:solidFill>
          <a:ln w="9525" cap="flat" cmpd="sng" algn="ctr">
            <a:no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smtClean="0">
              <a:ln>
                <a:noFill/>
              </a:ln>
              <a:solidFill>
                <a:schemeClr val="accent3">
                  <a:lumMod val="50000"/>
                </a:schemeClr>
              </a:solidFill>
              <a:effectLst>
                <a:outerShdw blurRad="38100" dist="38100" dir="2700000" algn="tl">
                  <a:srgbClr val="000000">
                    <a:alpha val="43137"/>
                  </a:srgbClr>
                </a:outerShdw>
              </a:effectLst>
              <a:latin typeface="宋体" pitchFamily="2" charset="-122"/>
              <a:ea typeface="宋体" pitchFamily="2" charset="-122"/>
            </a:endParaRPr>
          </a:p>
        </p:txBody>
      </p:sp>
      <p:sp>
        <p:nvSpPr>
          <p:cNvPr id="51" name="椭圆 50"/>
          <p:cNvSpPr/>
          <p:nvPr/>
        </p:nvSpPr>
        <p:spPr bwMode="auto">
          <a:xfrm>
            <a:off x="1906028" y="3203220"/>
            <a:ext cx="325274" cy="305737"/>
          </a:xfrm>
          <a:prstGeom prst="ellipse">
            <a:avLst/>
          </a:prstGeom>
          <a:solidFill>
            <a:schemeClr val="accent6">
              <a:lumMod val="75000"/>
            </a:schemeClr>
          </a:solidFill>
          <a:ln w="9525" cap="flat" cmpd="sng" algn="ctr">
            <a:no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smtClean="0">
              <a:ln>
                <a:noFill/>
              </a:ln>
              <a:solidFill>
                <a:schemeClr val="accent3">
                  <a:lumMod val="50000"/>
                </a:schemeClr>
              </a:solidFill>
              <a:effectLst>
                <a:outerShdw blurRad="38100" dist="38100" dir="2700000" algn="tl">
                  <a:srgbClr val="000000">
                    <a:alpha val="43137"/>
                  </a:srgbClr>
                </a:outerShdw>
              </a:effectLst>
              <a:latin typeface="宋体" pitchFamily="2" charset="-122"/>
              <a:ea typeface="宋体" pitchFamily="2" charset="-122"/>
            </a:endParaRPr>
          </a:p>
        </p:txBody>
      </p:sp>
      <p:sp>
        <p:nvSpPr>
          <p:cNvPr id="52" name="椭圆 51"/>
          <p:cNvSpPr/>
          <p:nvPr/>
        </p:nvSpPr>
        <p:spPr bwMode="auto">
          <a:xfrm>
            <a:off x="2940174" y="3218613"/>
            <a:ext cx="325274" cy="305737"/>
          </a:xfrm>
          <a:prstGeom prst="ellipse">
            <a:avLst/>
          </a:prstGeom>
          <a:solidFill>
            <a:schemeClr val="accent6">
              <a:lumMod val="75000"/>
            </a:schemeClr>
          </a:solidFill>
          <a:ln w="9525" cap="flat" cmpd="sng" algn="ctr">
            <a:no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smtClean="0">
              <a:ln>
                <a:noFill/>
              </a:ln>
              <a:solidFill>
                <a:schemeClr val="accent3">
                  <a:lumMod val="50000"/>
                </a:schemeClr>
              </a:solidFill>
              <a:effectLst>
                <a:outerShdw blurRad="38100" dist="38100" dir="2700000" algn="tl">
                  <a:srgbClr val="000000">
                    <a:alpha val="43137"/>
                  </a:srgbClr>
                </a:outerShdw>
              </a:effectLst>
              <a:latin typeface="宋体" pitchFamily="2" charset="-122"/>
              <a:ea typeface="宋体" pitchFamily="2" charset="-122"/>
            </a:endParaRPr>
          </a:p>
        </p:txBody>
      </p:sp>
      <p:sp>
        <p:nvSpPr>
          <p:cNvPr id="53" name="椭圆 52"/>
          <p:cNvSpPr/>
          <p:nvPr/>
        </p:nvSpPr>
        <p:spPr bwMode="auto">
          <a:xfrm>
            <a:off x="5030483" y="3232993"/>
            <a:ext cx="325274" cy="305737"/>
          </a:xfrm>
          <a:prstGeom prst="ellipse">
            <a:avLst/>
          </a:prstGeom>
          <a:solidFill>
            <a:schemeClr val="accent6">
              <a:lumMod val="75000"/>
            </a:schemeClr>
          </a:solidFill>
          <a:ln w="9525" cap="flat" cmpd="sng" algn="ctr">
            <a:no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smtClean="0">
              <a:ln>
                <a:noFill/>
              </a:ln>
              <a:solidFill>
                <a:schemeClr val="accent3">
                  <a:lumMod val="50000"/>
                </a:schemeClr>
              </a:solidFill>
              <a:effectLst>
                <a:outerShdw blurRad="38100" dist="38100" dir="2700000" algn="tl">
                  <a:srgbClr val="000000">
                    <a:alpha val="43137"/>
                  </a:srgbClr>
                </a:outerShdw>
              </a:effectLst>
              <a:latin typeface="宋体" pitchFamily="2" charset="-122"/>
              <a:ea typeface="宋体" pitchFamily="2" charset="-122"/>
            </a:endParaRPr>
          </a:p>
        </p:txBody>
      </p:sp>
      <p:sp>
        <p:nvSpPr>
          <p:cNvPr id="54" name="椭圆 53"/>
          <p:cNvSpPr/>
          <p:nvPr/>
        </p:nvSpPr>
        <p:spPr bwMode="auto">
          <a:xfrm>
            <a:off x="7221651" y="3240847"/>
            <a:ext cx="325274" cy="305737"/>
          </a:xfrm>
          <a:prstGeom prst="ellipse">
            <a:avLst/>
          </a:prstGeom>
          <a:solidFill>
            <a:schemeClr val="accent6">
              <a:lumMod val="75000"/>
            </a:schemeClr>
          </a:solidFill>
          <a:ln w="9525" cap="flat" cmpd="sng" algn="ctr">
            <a:no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smtClean="0">
              <a:ln>
                <a:noFill/>
              </a:ln>
              <a:solidFill>
                <a:schemeClr val="accent3">
                  <a:lumMod val="50000"/>
                </a:schemeClr>
              </a:solidFill>
              <a:effectLst>
                <a:outerShdw blurRad="38100" dist="38100" dir="2700000" algn="tl">
                  <a:srgbClr val="000000">
                    <a:alpha val="43137"/>
                  </a:srgbClr>
                </a:outerShdw>
              </a:effectLst>
              <a:latin typeface="宋体" pitchFamily="2" charset="-122"/>
              <a:ea typeface="宋体" pitchFamily="2" charset="-122"/>
            </a:endParaRPr>
          </a:p>
        </p:txBody>
      </p:sp>
      <p:sp>
        <p:nvSpPr>
          <p:cNvPr id="55" name="椭圆 54"/>
          <p:cNvSpPr/>
          <p:nvPr/>
        </p:nvSpPr>
        <p:spPr bwMode="auto">
          <a:xfrm>
            <a:off x="1819977" y="5831860"/>
            <a:ext cx="325274" cy="305737"/>
          </a:xfrm>
          <a:prstGeom prst="ellipse">
            <a:avLst/>
          </a:prstGeom>
          <a:solidFill>
            <a:schemeClr val="accent6">
              <a:lumMod val="75000"/>
            </a:schemeClr>
          </a:solidFill>
          <a:ln w="9525" cap="flat" cmpd="sng" algn="ctr">
            <a:no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smtClean="0">
              <a:ln>
                <a:noFill/>
              </a:ln>
              <a:solidFill>
                <a:schemeClr val="accent3">
                  <a:lumMod val="50000"/>
                </a:schemeClr>
              </a:solidFill>
              <a:effectLst>
                <a:outerShdw blurRad="38100" dist="38100" dir="2700000" algn="tl">
                  <a:srgbClr val="000000">
                    <a:alpha val="43137"/>
                  </a:srgbClr>
                </a:outerShdw>
              </a:effectLst>
              <a:latin typeface="宋体" pitchFamily="2" charset="-122"/>
              <a:ea typeface="宋体" pitchFamily="2" charset="-122"/>
            </a:endParaRPr>
          </a:p>
        </p:txBody>
      </p:sp>
      <p:sp>
        <p:nvSpPr>
          <p:cNvPr id="56" name="椭圆 55"/>
          <p:cNvSpPr/>
          <p:nvPr/>
        </p:nvSpPr>
        <p:spPr bwMode="auto">
          <a:xfrm>
            <a:off x="3928793" y="5837677"/>
            <a:ext cx="325274" cy="305737"/>
          </a:xfrm>
          <a:prstGeom prst="ellipse">
            <a:avLst/>
          </a:prstGeom>
          <a:solidFill>
            <a:schemeClr val="accent6">
              <a:lumMod val="75000"/>
            </a:schemeClr>
          </a:solidFill>
          <a:ln w="9525" cap="flat" cmpd="sng" algn="ctr">
            <a:no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smtClean="0">
              <a:ln>
                <a:noFill/>
              </a:ln>
              <a:solidFill>
                <a:schemeClr val="accent3">
                  <a:lumMod val="50000"/>
                </a:schemeClr>
              </a:solidFill>
              <a:effectLst>
                <a:outerShdw blurRad="38100" dist="38100" dir="2700000" algn="tl">
                  <a:srgbClr val="000000">
                    <a:alpha val="43137"/>
                  </a:srgbClr>
                </a:outerShdw>
              </a:effectLst>
              <a:latin typeface="宋体" pitchFamily="2" charset="-122"/>
              <a:ea typeface="宋体" pitchFamily="2" charset="-122"/>
            </a:endParaRPr>
          </a:p>
        </p:txBody>
      </p:sp>
      <p:sp>
        <p:nvSpPr>
          <p:cNvPr id="57" name="椭圆 56"/>
          <p:cNvSpPr/>
          <p:nvPr/>
        </p:nvSpPr>
        <p:spPr bwMode="auto">
          <a:xfrm>
            <a:off x="4955293" y="5846642"/>
            <a:ext cx="325274" cy="305737"/>
          </a:xfrm>
          <a:prstGeom prst="ellipse">
            <a:avLst/>
          </a:prstGeom>
          <a:solidFill>
            <a:schemeClr val="accent6">
              <a:lumMod val="75000"/>
            </a:schemeClr>
          </a:solidFill>
          <a:ln w="9525" cap="flat" cmpd="sng" algn="ctr">
            <a:no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smtClean="0">
              <a:ln>
                <a:noFill/>
              </a:ln>
              <a:solidFill>
                <a:schemeClr val="accent3">
                  <a:lumMod val="50000"/>
                </a:schemeClr>
              </a:solidFill>
              <a:effectLst>
                <a:outerShdw blurRad="38100" dist="38100" dir="2700000" algn="tl">
                  <a:srgbClr val="000000">
                    <a:alpha val="43137"/>
                  </a:srgbClr>
                </a:outerShdw>
              </a:effectLst>
              <a:latin typeface="宋体" pitchFamily="2" charset="-122"/>
              <a:ea typeface="宋体" pitchFamily="2" charset="-122"/>
            </a:endParaRPr>
          </a:p>
        </p:txBody>
      </p:sp>
      <p:sp>
        <p:nvSpPr>
          <p:cNvPr id="58" name="椭圆 57"/>
          <p:cNvSpPr/>
          <p:nvPr/>
        </p:nvSpPr>
        <p:spPr bwMode="auto">
          <a:xfrm>
            <a:off x="7162105" y="5829217"/>
            <a:ext cx="325274" cy="305737"/>
          </a:xfrm>
          <a:prstGeom prst="ellipse">
            <a:avLst/>
          </a:prstGeom>
          <a:solidFill>
            <a:schemeClr val="accent6">
              <a:lumMod val="75000"/>
            </a:schemeClr>
          </a:solidFill>
          <a:ln w="9525" cap="flat" cmpd="sng" algn="ctr">
            <a:no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smtClean="0">
              <a:ln>
                <a:noFill/>
              </a:ln>
              <a:solidFill>
                <a:schemeClr val="accent3">
                  <a:lumMod val="50000"/>
                </a:schemeClr>
              </a:solidFill>
              <a:effectLst>
                <a:outerShdw blurRad="38100" dist="38100" dir="2700000" algn="tl">
                  <a:srgbClr val="000000">
                    <a:alpha val="43137"/>
                  </a:srgbClr>
                </a:outerShdw>
              </a:effectLst>
              <a:latin typeface="宋体" pitchFamily="2" charset="-122"/>
              <a:ea typeface="宋体" pitchFamily="2" charset="-122"/>
            </a:endParaRPr>
          </a:p>
        </p:txBody>
      </p:sp>
      <p:sp>
        <p:nvSpPr>
          <p:cNvPr id="60" name="文本框 59">
            <a:extLst>
              <a:ext uri="{FF2B5EF4-FFF2-40B4-BE49-F238E27FC236}">
                <a16:creationId xmlns:a16="http://schemas.microsoft.com/office/drawing/2014/main" id="{F668EA82-99F5-474D-B0C3-319F631A0CB5}"/>
              </a:ext>
            </a:extLst>
          </p:cNvPr>
          <p:cNvSpPr txBox="1"/>
          <p:nvPr/>
        </p:nvSpPr>
        <p:spPr>
          <a:xfrm>
            <a:off x="1774866" y="6143414"/>
            <a:ext cx="4958402" cy="584775"/>
          </a:xfrm>
          <a:prstGeom prst="rect">
            <a:avLst/>
          </a:prstGeom>
          <a:solidFill>
            <a:srgbClr val="99CCFF"/>
          </a:solidFill>
        </p:spPr>
        <p:txBody>
          <a:bodyPr wrap="square" rtlCol="0">
            <a:spAutoFit/>
          </a:bodyPr>
          <a:lstStyle/>
          <a:p>
            <a:pPr algn="ctr"/>
            <a:r>
              <a:rPr lang="zh-CN" altLang="en-US" dirty="0" smtClean="0">
                <a:solidFill>
                  <a:schemeClr val="bg2"/>
                </a:solidFill>
                <a:latin typeface="Times New Roman" panose="02020603050405020304" pitchFamily="18" charset="0"/>
                <a:cs typeface="Times New Roman" panose="02020603050405020304" pitchFamily="18" charset="0"/>
              </a:rPr>
              <a:t>缺页</a:t>
            </a:r>
            <a:r>
              <a:rPr lang="zh-CN" altLang="en-US" dirty="0">
                <a:solidFill>
                  <a:schemeClr val="bg2"/>
                </a:solidFill>
                <a:latin typeface="Times New Roman" panose="02020603050405020304" pitchFamily="18" charset="0"/>
                <a:cs typeface="Times New Roman" panose="02020603050405020304" pitchFamily="18" charset="0"/>
              </a:rPr>
              <a:t>次数</a:t>
            </a:r>
            <a:r>
              <a:rPr lang="zh-CN" altLang="en-US" dirty="0" smtClean="0">
                <a:solidFill>
                  <a:schemeClr val="bg2"/>
                </a:solidFill>
                <a:latin typeface="Times New Roman" panose="02020603050405020304" pitchFamily="18" charset="0"/>
                <a:cs typeface="Times New Roman" panose="02020603050405020304" pitchFamily="18" charset="0"/>
              </a:rPr>
              <a:t>：</a:t>
            </a:r>
            <a:r>
              <a:rPr lang="en-US" altLang="zh-CN" dirty="0" smtClean="0">
                <a:solidFill>
                  <a:schemeClr val="bg2"/>
                </a:solidFill>
                <a:latin typeface="Times New Roman" panose="02020603050405020304" pitchFamily="18" charset="0"/>
                <a:cs typeface="Times New Roman" panose="02020603050405020304" pitchFamily="18" charset="0"/>
              </a:rPr>
              <a:t>9</a:t>
            </a:r>
            <a:r>
              <a:rPr lang="zh-CN" altLang="en-US" dirty="0" smtClean="0">
                <a:solidFill>
                  <a:schemeClr val="bg2"/>
                </a:solidFill>
                <a:latin typeface="Times New Roman" panose="02020603050405020304" pitchFamily="18" charset="0"/>
                <a:cs typeface="Times New Roman" panose="02020603050405020304" pitchFamily="18" charset="0"/>
              </a:rPr>
              <a:t>次</a:t>
            </a:r>
            <a:endParaRPr lang="zh-CN" altLang="en-US" dirty="0">
              <a:solidFill>
                <a:schemeClr val="bg2"/>
              </a:solidFill>
              <a:latin typeface="Times New Roman" panose="02020603050405020304" pitchFamily="18" charset="0"/>
              <a:cs typeface="Times New Roman" panose="02020603050405020304" pitchFamily="18" charset="0"/>
            </a:endParaRPr>
          </a:p>
        </p:txBody>
      </p:sp>
      <p:sp>
        <p:nvSpPr>
          <p:cNvPr id="61" name="AutoShape 7">
            <a:hlinkClick r:id="rId2" action="ppaction://hlinksldjump" highlightClick="1"/>
            <a:extLst>
              <a:ext uri="{FF2B5EF4-FFF2-40B4-BE49-F238E27FC236}">
                <a16:creationId xmlns:a16="http://schemas.microsoft.com/office/drawing/2014/main" id="{C6EA639A-5EE7-4D1D-AA75-4B9CAB274E9D}"/>
              </a:ext>
            </a:extLst>
          </p:cNvPr>
          <p:cNvSpPr>
            <a:spLocks noChangeArrowheads="1"/>
          </p:cNvSpPr>
          <p:nvPr/>
        </p:nvSpPr>
        <p:spPr bwMode="auto">
          <a:xfrm>
            <a:off x="8763000" y="6477000"/>
            <a:ext cx="381000" cy="381000"/>
          </a:xfrm>
          <a:prstGeom prst="actionButtonHome">
            <a:avLst/>
          </a:prstGeom>
          <a:solidFill>
            <a:schemeClr val="tx1">
              <a:lumMod val="85000"/>
            </a:schemeClr>
          </a:solidFill>
          <a:ln w="12700" cap="sq">
            <a:noFill/>
            <a:miter lim="800000"/>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59" name="椭圆 58"/>
          <p:cNvSpPr/>
          <p:nvPr/>
        </p:nvSpPr>
        <p:spPr bwMode="auto">
          <a:xfrm>
            <a:off x="4899992" y="1620000"/>
            <a:ext cx="288000" cy="360000"/>
          </a:xfrm>
          <a:prstGeom prst="ellipse">
            <a:avLst/>
          </a:prstGeom>
          <a:noFill/>
          <a:ln w="57150" cap="flat" cmpd="sng" algn="ctr">
            <a:solidFill>
              <a:srgbClr val="FF0000"/>
            </a:solid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smtClean="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sp>
        <p:nvSpPr>
          <p:cNvPr id="63" name="椭圆 62"/>
          <p:cNvSpPr/>
          <p:nvPr/>
        </p:nvSpPr>
        <p:spPr bwMode="auto">
          <a:xfrm>
            <a:off x="706216" y="4983664"/>
            <a:ext cx="288000" cy="360000"/>
          </a:xfrm>
          <a:prstGeom prst="ellipse">
            <a:avLst/>
          </a:prstGeom>
          <a:noFill/>
          <a:ln w="57150" cap="flat" cmpd="sng" algn="ctr">
            <a:solidFill>
              <a:srgbClr val="FF0000"/>
            </a:solid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smtClean="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sp>
        <p:nvSpPr>
          <p:cNvPr id="65" name="椭圆 64"/>
          <p:cNvSpPr/>
          <p:nvPr/>
        </p:nvSpPr>
        <p:spPr bwMode="auto">
          <a:xfrm>
            <a:off x="3834260" y="4214449"/>
            <a:ext cx="288000" cy="360000"/>
          </a:xfrm>
          <a:prstGeom prst="ellipse">
            <a:avLst/>
          </a:prstGeom>
          <a:noFill/>
          <a:ln w="57150" cap="flat" cmpd="sng" algn="ctr">
            <a:solidFill>
              <a:srgbClr val="FF0000"/>
            </a:solid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smtClean="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sp>
        <p:nvSpPr>
          <p:cNvPr id="66" name="椭圆 65"/>
          <p:cNvSpPr/>
          <p:nvPr/>
        </p:nvSpPr>
        <p:spPr bwMode="auto">
          <a:xfrm>
            <a:off x="2817080" y="5400549"/>
            <a:ext cx="288000" cy="360000"/>
          </a:xfrm>
          <a:prstGeom prst="ellipse">
            <a:avLst/>
          </a:prstGeom>
          <a:noFill/>
          <a:ln w="57150" cap="flat" cmpd="sng" algn="ctr">
            <a:solidFill>
              <a:srgbClr val="FF0000"/>
            </a:solid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smtClean="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sp>
        <p:nvSpPr>
          <p:cNvPr id="67" name="椭圆 66"/>
          <p:cNvSpPr/>
          <p:nvPr/>
        </p:nvSpPr>
        <p:spPr bwMode="auto">
          <a:xfrm>
            <a:off x="5926147" y="4983664"/>
            <a:ext cx="288000" cy="360000"/>
          </a:xfrm>
          <a:prstGeom prst="ellipse">
            <a:avLst/>
          </a:prstGeom>
          <a:noFill/>
          <a:ln w="57150" cap="flat" cmpd="sng" algn="ctr">
            <a:solidFill>
              <a:srgbClr val="FF0000"/>
            </a:solidFill>
            <a:prstDash val="solid"/>
            <a:round/>
            <a:headEnd type="none" w="med" len="med"/>
            <a:tailEnd type="none" w="med" len="med"/>
          </a:ln>
          <a:effectLst/>
        </p:spPr>
        <p:txBody>
          <a:bodyPr vert="horz" wrap="square" lIns="92075" tIns="46038" rIns="92075" bIns="46038" numCol="1" rtlCol="0" anchor="t" anchorCtr="0" compatLnSpc="1">
            <a:prstTxWarp prst="textNoShape">
              <a:avLst/>
            </a:prstTxWarp>
          </a:bodyPr>
          <a:lstStyle/>
          <a:p>
            <a: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pPr>
            <a:endParaRPr kumimoji="1" lang="zh-CN" altLang="en-US" sz="3200" b="1" i="0" u="none" strike="noStrike" cap="none" normalizeH="0" baseline="0" smtClean="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spTree>
    <p:extLst>
      <p:ext uri="{BB962C8B-B14F-4D97-AF65-F5344CB8AC3E}">
        <p14:creationId xmlns:p14="http://schemas.microsoft.com/office/powerpoint/2010/main" val="1897259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1000"/>
                                        <p:tgtEl>
                                          <p:spTgt spid="28"/>
                                        </p:tgtEl>
                                      </p:cBhvr>
                                    </p:animEffect>
                                    <p:anim calcmode="lin" valueType="num">
                                      <p:cBhvr>
                                        <p:cTn id="13" dur="1000" fill="hold"/>
                                        <p:tgtEl>
                                          <p:spTgt spid="28"/>
                                        </p:tgtEl>
                                        <p:attrNameLst>
                                          <p:attrName>ppt_x</p:attrName>
                                        </p:attrNameLst>
                                      </p:cBhvr>
                                      <p:tavLst>
                                        <p:tav tm="0">
                                          <p:val>
                                            <p:strVal val="#ppt_x"/>
                                          </p:val>
                                        </p:tav>
                                        <p:tav tm="100000">
                                          <p:val>
                                            <p:strVal val="#ppt_x"/>
                                          </p:val>
                                        </p:tav>
                                      </p:tavLst>
                                    </p:anim>
                                    <p:anim calcmode="lin" valueType="num">
                                      <p:cBhvr>
                                        <p:cTn id="14"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1" presetClass="entr" presetSubtype="1" fill="hold" grpId="0" nodeType="clickEffect">
                                  <p:stCondLst>
                                    <p:cond delay="0"/>
                                  </p:stCondLst>
                                  <p:childTnLst>
                                    <p:set>
                                      <p:cBhvr>
                                        <p:cTn id="18" dur="1" fill="hold">
                                          <p:stCondLst>
                                            <p:cond delay="0"/>
                                          </p:stCondLst>
                                        </p:cTn>
                                        <p:tgtEl>
                                          <p:spTgt spid="50"/>
                                        </p:tgtEl>
                                        <p:attrNameLst>
                                          <p:attrName>style.visibility</p:attrName>
                                        </p:attrNameLst>
                                      </p:cBhvr>
                                      <p:to>
                                        <p:strVal val="visible"/>
                                      </p:to>
                                    </p:set>
                                    <p:animEffect transition="in" filter="wheel(1)">
                                      <p:cBhvr>
                                        <p:cTn id="19" dur="2000"/>
                                        <p:tgtEl>
                                          <p:spTgt spid="5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fade">
                                      <p:cBhvr>
                                        <p:cTn id="24" dur="500"/>
                                        <p:tgtEl>
                                          <p:spTgt spid="25"/>
                                        </p:tgtEl>
                                      </p:cBhvr>
                                    </p:animEffect>
                                  </p:childTnLst>
                                </p:cTn>
                              </p:par>
                              <p:par>
                                <p:cTn id="25" presetID="42" presetClass="entr" presetSubtype="0" fill="hold" nodeType="with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1000"/>
                                        <p:tgtEl>
                                          <p:spTgt spid="26"/>
                                        </p:tgtEl>
                                      </p:cBhvr>
                                    </p:animEffect>
                                    <p:anim calcmode="lin" valueType="num">
                                      <p:cBhvr>
                                        <p:cTn id="28" dur="1000" fill="hold"/>
                                        <p:tgtEl>
                                          <p:spTgt spid="26"/>
                                        </p:tgtEl>
                                        <p:attrNameLst>
                                          <p:attrName>ppt_x</p:attrName>
                                        </p:attrNameLst>
                                      </p:cBhvr>
                                      <p:tavLst>
                                        <p:tav tm="0">
                                          <p:val>
                                            <p:strVal val="#ppt_x"/>
                                          </p:val>
                                        </p:tav>
                                        <p:tav tm="100000">
                                          <p:val>
                                            <p:strVal val="#ppt_x"/>
                                          </p:val>
                                        </p:tav>
                                      </p:tavLst>
                                    </p:anim>
                                    <p:anim calcmode="lin" valueType="num">
                                      <p:cBhvr>
                                        <p:cTn id="29"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1" presetClass="entr" presetSubtype="1" fill="hold" grpId="0" nodeType="clickEffect">
                                  <p:stCondLst>
                                    <p:cond delay="0"/>
                                  </p:stCondLst>
                                  <p:childTnLst>
                                    <p:set>
                                      <p:cBhvr>
                                        <p:cTn id="33" dur="1" fill="hold">
                                          <p:stCondLst>
                                            <p:cond delay="0"/>
                                          </p:stCondLst>
                                        </p:cTn>
                                        <p:tgtEl>
                                          <p:spTgt spid="51"/>
                                        </p:tgtEl>
                                        <p:attrNameLst>
                                          <p:attrName>style.visibility</p:attrName>
                                        </p:attrNameLst>
                                      </p:cBhvr>
                                      <p:to>
                                        <p:strVal val="visible"/>
                                      </p:to>
                                    </p:set>
                                    <p:animEffect transition="in" filter="wheel(1)">
                                      <p:cBhvr>
                                        <p:cTn id="34" dur="2000"/>
                                        <p:tgtEl>
                                          <p:spTgt spid="5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childTnLst>
                                </p:cTn>
                              </p:par>
                              <p:par>
                                <p:cTn id="40" presetID="42" presetClass="entr" presetSubtype="0" fill="hold"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1000"/>
                                        <p:tgtEl>
                                          <p:spTgt spid="20"/>
                                        </p:tgtEl>
                                      </p:cBhvr>
                                    </p:animEffect>
                                    <p:anim calcmode="lin" valueType="num">
                                      <p:cBhvr>
                                        <p:cTn id="43" dur="1000" fill="hold"/>
                                        <p:tgtEl>
                                          <p:spTgt spid="20"/>
                                        </p:tgtEl>
                                        <p:attrNameLst>
                                          <p:attrName>ppt_x</p:attrName>
                                        </p:attrNameLst>
                                      </p:cBhvr>
                                      <p:tavLst>
                                        <p:tav tm="0">
                                          <p:val>
                                            <p:strVal val="#ppt_x"/>
                                          </p:val>
                                        </p:tav>
                                        <p:tav tm="100000">
                                          <p:val>
                                            <p:strVal val="#ppt_x"/>
                                          </p:val>
                                        </p:tav>
                                      </p:tavLst>
                                    </p:anim>
                                    <p:anim calcmode="lin" valueType="num">
                                      <p:cBhvr>
                                        <p:cTn id="44"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1" presetClass="entr" presetSubtype="1" fill="hold" grpId="0" nodeType="clickEffect">
                                  <p:stCondLst>
                                    <p:cond delay="0"/>
                                  </p:stCondLst>
                                  <p:childTnLst>
                                    <p:set>
                                      <p:cBhvr>
                                        <p:cTn id="48" dur="1" fill="hold">
                                          <p:stCondLst>
                                            <p:cond delay="0"/>
                                          </p:stCondLst>
                                        </p:cTn>
                                        <p:tgtEl>
                                          <p:spTgt spid="52"/>
                                        </p:tgtEl>
                                        <p:attrNameLst>
                                          <p:attrName>style.visibility</p:attrName>
                                        </p:attrNameLst>
                                      </p:cBhvr>
                                      <p:to>
                                        <p:strVal val="visible"/>
                                      </p:to>
                                    </p:set>
                                    <p:animEffect transition="in" filter="wheel(1)">
                                      <p:cBhvr>
                                        <p:cTn id="49" dur="2000"/>
                                        <p:tgtEl>
                                          <p:spTgt spid="52"/>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500"/>
                                        <p:tgtEl>
                                          <p:spTgt spid="21"/>
                                        </p:tgtEl>
                                      </p:cBhvr>
                                    </p:animEffect>
                                  </p:childTnLst>
                                </p:cTn>
                              </p:par>
                              <p:par>
                                <p:cTn id="55" presetID="42" presetClass="entr" presetSubtype="0" fill="hold"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1000"/>
                                        <p:tgtEl>
                                          <p:spTgt spid="22"/>
                                        </p:tgtEl>
                                      </p:cBhvr>
                                    </p:animEffect>
                                    <p:anim calcmode="lin" valueType="num">
                                      <p:cBhvr>
                                        <p:cTn id="58" dur="1000" fill="hold"/>
                                        <p:tgtEl>
                                          <p:spTgt spid="22"/>
                                        </p:tgtEl>
                                        <p:attrNameLst>
                                          <p:attrName>ppt_x</p:attrName>
                                        </p:attrNameLst>
                                      </p:cBhvr>
                                      <p:tavLst>
                                        <p:tav tm="0">
                                          <p:val>
                                            <p:strVal val="#ppt_x"/>
                                          </p:val>
                                        </p:tav>
                                        <p:tav tm="100000">
                                          <p:val>
                                            <p:strVal val="#ppt_x"/>
                                          </p:val>
                                        </p:tav>
                                      </p:tavLst>
                                    </p:anim>
                                    <p:anim calcmode="lin" valueType="num">
                                      <p:cBhvr>
                                        <p:cTn id="5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500"/>
                                        <p:tgtEl>
                                          <p:spTgt spid="23"/>
                                        </p:tgtEl>
                                      </p:cBhvr>
                                    </p:animEffect>
                                  </p:childTnLst>
                                </p:cTn>
                              </p:par>
                              <p:par>
                                <p:cTn id="65" presetID="42" presetClass="entr" presetSubtype="0" fill="hold"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1000"/>
                                        <p:tgtEl>
                                          <p:spTgt spid="24"/>
                                        </p:tgtEl>
                                      </p:cBhvr>
                                    </p:animEffect>
                                    <p:anim calcmode="lin" valueType="num">
                                      <p:cBhvr>
                                        <p:cTn id="68" dur="1000" fill="hold"/>
                                        <p:tgtEl>
                                          <p:spTgt spid="24"/>
                                        </p:tgtEl>
                                        <p:attrNameLst>
                                          <p:attrName>ppt_x</p:attrName>
                                        </p:attrNameLst>
                                      </p:cBhvr>
                                      <p:tavLst>
                                        <p:tav tm="0">
                                          <p:val>
                                            <p:strVal val="#ppt_x"/>
                                          </p:val>
                                        </p:tav>
                                        <p:tav tm="100000">
                                          <p:val>
                                            <p:strVal val="#ppt_x"/>
                                          </p:val>
                                        </p:tav>
                                      </p:tavLst>
                                    </p:anim>
                                    <p:anim calcmode="lin" valueType="num">
                                      <p:cBhvr>
                                        <p:cTn id="69"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21" presetClass="entr" presetSubtype="1" fill="hold" grpId="0" nodeType="clickEffect">
                                  <p:stCondLst>
                                    <p:cond delay="0"/>
                                  </p:stCondLst>
                                  <p:childTnLst>
                                    <p:set>
                                      <p:cBhvr>
                                        <p:cTn id="73" dur="1" fill="hold">
                                          <p:stCondLst>
                                            <p:cond delay="0"/>
                                          </p:stCondLst>
                                        </p:cTn>
                                        <p:tgtEl>
                                          <p:spTgt spid="53"/>
                                        </p:tgtEl>
                                        <p:attrNameLst>
                                          <p:attrName>style.visibility</p:attrName>
                                        </p:attrNameLst>
                                      </p:cBhvr>
                                      <p:to>
                                        <p:strVal val="visible"/>
                                      </p:to>
                                    </p:set>
                                    <p:animEffect transition="in" filter="wheel(1)">
                                      <p:cBhvr>
                                        <p:cTn id="74" dur="2000"/>
                                        <p:tgtEl>
                                          <p:spTgt spid="53"/>
                                        </p:tgtEl>
                                      </p:cBhvr>
                                    </p:animEffec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59"/>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29"/>
                                        </p:tgtEl>
                                        <p:attrNameLst>
                                          <p:attrName>style.visibility</p:attrName>
                                        </p:attrNameLst>
                                      </p:cBhvr>
                                      <p:to>
                                        <p:strVal val="visible"/>
                                      </p:to>
                                    </p:set>
                                    <p:animEffect transition="in" filter="fade">
                                      <p:cBhvr>
                                        <p:cTn id="83" dur="500"/>
                                        <p:tgtEl>
                                          <p:spTgt spid="29"/>
                                        </p:tgtEl>
                                      </p:cBhvr>
                                    </p:animEffect>
                                  </p:childTnLst>
                                </p:cTn>
                              </p:par>
                            </p:childTnLst>
                          </p:cTn>
                        </p:par>
                      </p:childTnLst>
                    </p:cTn>
                  </p:par>
                  <p:par>
                    <p:cTn id="84" fill="hold">
                      <p:stCondLst>
                        <p:cond delay="indefinite"/>
                      </p:stCondLst>
                      <p:childTnLst>
                        <p:par>
                          <p:cTn id="85" fill="hold">
                            <p:stCondLst>
                              <p:cond delay="0"/>
                            </p:stCondLst>
                            <p:childTnLst>
                              <p:par>
                                <p:cTn id="86" presetID="42" presetClass="entr" presetSubtype="0" fill="hold" nodeType="clickEffect">
                                  <p:stCondLst>
                                    <p:cond delay="0"/>
                                  </p:stCondLst>
                                  <p:childTnLst>
                                    <p:set>
                                      <p:cBhvr>
                                        <p:cTn id="87" dur="1" fill="hold">
                                          <p:stCondLst>
                                            <p:cond delay="0"/>
                                          </p:stCondLst>
                                        </p:cTn>
                                        <p:tgtEl>
                                          <p:spTgt spid="30"/>
                                        </p:tgtEl>
                                        <p:attrNameLst>
                                          <p:attrName>style.visibility</p:attrName>
                                        </p:attrNameLst>
                                      </p:cBhvr>
                                      <p:to>
                                        <p:strVal val="visible"/>
                                      </p:to>
                                    </p:set>
                                    <p:animEffect transition="in" filter="fade">
                                      <p:cBhvr>
                                        <p:cTn id="88" dur="1000"/>
                                        <p:tgtEl>
                                          <p:spTgt spid="30"/>
                                        </p:tgtEl>
                                      </p:cBhvr>
                                    </p:animEffect>
                                    <p:anim calcmode="lin" valueType="num">
                                      <p:cBhvr>
                                        <p:cTn id="89" dur="1000" fill="hold"/>
                                        <p:tgtEl>
                                          <p:spTgt spid="30"/>
                                        </p:tgtEl>
                                        <p:attrNameLst>
                                          <p:attrName>ppt_x</p:attrName>
                                        </p:attrNameLst>
                                      </p:cBhvr>
                                      <p:tavLst>
                                        <p:tav tm="0">
                                          <p:val>
                                            <p:strVal val="#ppt_x"/>
                                          </p:val>
                                        </p:tav>
                                        <p:tav tm="100000">
                                          <p:val>
                                            <p:strVal val="#ppt_x"/>
                                          </p:val>
                                        </p:tav>
                                      </p:tavLst>
                                    </p:anim>
                                    <p:anim calcmode="lin" valueType="num">
                                      <p:cBhvr>
                                        <p:cTn id="90"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21" presetClass="entr" presetSubtype="1" fill="hold" grpId="0" nodeType="clickEffect">
                                  <p:stCondLst>
                                    <p:cond delay="0"/>
                                  </p:stCondLst>
                                  <p:childTnLst>
                                    <p:set>
                                      <p:cBhvr>
                                        <p:cTn id="94" dur="1" fill="hold">
                                          <p:stCondLst>
                                            <p:cond delay="0"/>
                                          </p:stCondLst>
                                        </p:cTn>
                                        <p:tgtEl>
                                          <p:spTgt spid="54"/>
                                        </p:tgtEl>
                                        <p:attrNameLst>
                                          <p:attrName>style.visibility</p:attrName>
                                        </p:attrNameLst>
                                      </p:cBhvr>
                                      <p:to>
                                        <p:strVal val="visible"/>
                                      </p:to>
                                    </p:set>
                                    <p:animEffect transition="in" filter="wheel(1)">
                                      <p:cBhvr>
                                        <p:cTn id="95" dur="2000"/>
                                        <p:tgtEl>
                                          <p:spTgt spid="54"/>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nodeType="clickEffect">
                                  <p:stCondLst>
                                    <p:cond delay="0"/>
                                  </p:stCondLst>
                                  <p:childTnLst>
                                    <p:set>
                                      <p:cBhvr>
                                        <p:cTn id="99" dur="1" fill="hold">
                                          <p:stCondLst>
                                            <p:cond delay="0"/>
                                          </p:stCondLst>
                                        </p:cTn>
                                        <p:tgtEl>
                                          <p:spTgt spid="34"/>
                                        </p:tgtEl>
                                        <p:attrNameLst>
                                          <p:attrName>style.visibility</p:attrName>
                                        </p:attrNameLst>
                                      </p:cBhvr>
                                      <p:to>
                                        <p:strVal val="visible"/>
                                      </p:to>
                                    </p:set>
                                    <p:animEffect transition="in" filter="fade">
                                      <p:cBhvr>
                                        <p:cTn id="100" dur="500"/>
                                        <p:tgtEl>
                                          <p:spTgt spid="34"/>
                                        </p:tgtEl>
                                      </p:cBhvr>
                                    </p:animEffect>
                                  </p:childTnLst>
                                </p:cTn>
                              </p:par>
                              <p:par>
                                <p:cTn id="101" presetID="42" presetClass="entr" presetSubtype="0" fill="hold" nodeType="withEffect">
                                  <p:stCondLst>
                                    <p:cond delay="0"/>
                                  </p:stCondLst>
                                  <p:childTnLst>
                                    <p:set>
                                      <p:cBhvr>
                                        <p:cTn id="102" dur="1" fill="hold">
                                          <p:stCondLst>
                                            <p:cond delay="0"/>
                                          </p:stCondLst>
                                        </p:cTn>
                                        <p:tgtEl>
                                          <p:spTgt spid="35"/>
                                        </p:tgtEl>
                                        <p:attrNameLst>
                                          <p:attrName>style.visibility</p:attrName>
                                        </p:attrNameLst>
                                      </p:cBhvr>
                                      <p:to>
                                        <p:strVal val="visible"/>
                                      </p:to>
                                    </p:set>
                                    <p:animEffect transition="in" filter="fade">
                                      <p:cBhvr>
                                        <p:cTn id="103" dur="1000"/>
                                        <p:tgtEl>
                                          <p:spTgt spid="35"/>
                                        </p:tgtEl>
                                      </p:cBhvr>
                                    </p:animEffect>
                                    <p:anim calcmode="lin" valueType="num">
                                      <p:cBhvr>
                                        <p:cTn id="104" dur="1000" fill="hold"/>
                                        <p:tgtEl>
                                          <p:spTgt spid="35"/>
                                        </p:tgtEl>
                                        <p:attrNameLst>
                                          <p:attrName>ppt_x</p:attrName>
                                        </p:attrNameLst>
                                      </p:cBhvr>
                                      <p:tavLst>
                                        <p:tav tm="0">
                                          <p:val>
                                            <p:strVal val="#ppt_x"/>
                                          </p:val>
                                        </p:tav>
                                        <p:tav tm="100000">
                                          <p:val>
                                            <p:strVal val="#ppt_x"/>
                                          </p:val>
                                        </p:tav>
                                      </p:tavLst>
                                    </p:anim>
                                    <p:anim calcmode="lin" valueType="num">
                                      <p:cBhvr>
                                        <p:cTn id="105"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106" fill="hold">
                      <p:stCondLst>
                        <p:cond delay="indefinite"/>
                      </p:stCondLst>
                      <p:childTnLst>
                        <p:par>
                          <p:cTn id="107" fill="hold">
                            <p:stCondLst>
                              <p:cond delay="0"/>
                            </p:stCondLst>
                            <p:childTnLst>
                              <p:par>
                                <p:cTn id="108" presetID="10" presetClass="entr" presetSubtype="0" fill="hold" nodeType="clickEffect">
                                  <p:stCondLst>
                                    <p:cond delay="0"/>
                                  </p:stCondLst>
                                  <p:childTnLst>
                                    <p:set>
                                      <p:cBhvr>
                                        <p:cTn id="109" dur="1" fill="hold">
                                          <p:stCondLst>
                                            <p:cond delay="0"/>
                                          </p:stCondLst>
                                        </p:cTn>
                                        <p:tgtEl>
                                          <p:spTgt spid="36"/>
                                        </p:tgtEl>
                                        <p:attrNameLst>
                                          <p:attrName>style.visibility</p:attrName>
                                        </p:attrNameLst>
                                      </p:cBhvr>
                                      <p:to>
                                        <p:strVal val="visible"/>
                                      </p:to>
                                    </p:set>
                                    <p:animEffect transition="in" filter="fade">
                                      <p:cBhvr>
                                        <p:cTn id="110" dur="500"/>
                                        <p:tgtEl>
                                          <p:spTgt spid="36"/>
                                        </p:tgtEl>
                                      </p:cBhvr>
                                    </p:animEffect>
                                  </p:childTnLst>
                                </p:cTn>
                              </p:par>
                              <p:par>
                                <p:cTn id="111" presetID="42" presetClass="entr" presetSubtype="0" fill="hold" nodeType="withEffect">
                                  <p:stCondLst>
                                    <p:cond delay="0"/>
                                  </p:stCondLst>
                                  <p:childTnLst>
                                    <p:set>
                                      <p:cBhvr>
                                        <p:cTn id="112" dur="1" fill="hold">
                                          <p:stCondLst>
                                            <p:cond delay="0"/>
                                          </p:stCondLst>
                                        </p:cTn>
                                        <p:tgtEl>
                                          <p:spTgt spid="37"/>
                                        </p:tgtEl>
                                        <p:attrNameLst>
                                          <p:attrName>style.visibility</p:attrName>
                                        </p:attrNameLst>
                                      </p:cBhvr>
                                      <p:to>
                                        <p:strVal val="visible"/>
                                      </p:to>
                                    </p:set>
                                    <p:animEffect transition="in" filter="fade">
                                      <p:cBhvr>
                                        <p:cTn id="113" dur="1000"/>
                                        <p:tgtEl>
                                          <p:spTgt spid="37"/>
                                        </p:tgtEl>
                                      </p:cBhvr>
                                    </p:animEffect>
                                    <p:anim calcmode="lin" valueType="num">
                                      <p:cBhvr>
                                        <p:cTn id="114" dur="1000" fill="hold"/>
                                        <p:tgtEl>
                                          <p:spTgt spid="37"/>
                                        </p:tgtEl>
                                        <p:attrNameLst>
                                          <p:attrName>ppt_x</p:attrName>
                                        </p:attrNameLst>
                                      </p:cBhvr>
                                      <p:tavLst>
                                        <p:tav tm="0">
                                          <p:val>
                                            <p:strVal val="#ppt_x"/>
                                          </p:val>
                                        </p:tav>
                                        <p:tav tm="100000">
                                          <p:val>
                                            <p:strVal val="#ppt_x"/>
                                          </p:val>
                                        </p:tav>
                                      </p:tavLst>
                                    </p:anim>
                                    <p:anim calcmode="lin" valueType="num">
                                      <p:cBhvr>
                                        <p:cTn id="115"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grpId="0" nodeType="clickEffect">
                                  <p:stCondLst>
                                    <p:cond delay="0"/>
                                  </p:stCondLst>
                                  <p:childTnLst>
                                    <p:set>
                                      <p:cBhvr>
                                        <p:cTn id="119" dur="1" fill="hold">
                                          <p:stCondLst>
                                            <p:cond delay="0"/>
                                          </p:stCondLst>
                                        </p:cTn>
                                        <p:tgtEl>
                                          <p:spTgt spid="63"/>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10" presetClass="entr" presetSubtype="0" fill="hold" nodeType="clickEffect">
                                  <p:stCondLst>
                                    <p:cond delay="0"/>
                                  </p:stCondLst>
                                  <p:childTnLst>
                                    <p:set>
                                      <p:cBhvr>
                                        <p:cTn id="123" dur="1" fill="hold">
                                          <p:stCondLst>
                                            <p:cond delay="0"/>
                                          </p:stCondLst>
                                        </p:cTn>
                                        <p:tgtEl>
                                          <p:spTgt spid="38"/>
                                        </p:tgtEl>
                                        <p:attrNameLst>
                                          <p:attrName>style.visibility</p:attrName>
                                        </p:attrNameLst>
                                      </p:cBhvr>
                                      <p:to>
                                        <p:strVal val="visible"/>
                                      </p:to>
                                    </p:set>
                                    <p:animEffect transition="in" filter="fade">
                                      <p:cBhvr>
                                        <p:cTn id="124" dur="500"/>
                                        <p:tgtEl>
                                          <p:spTgt spid="38"/>
                                        </p:tgtEl>
                                      </p:cBhvr>
                                    </p:animEffect>
                                  </p:childTnLst>
                                </p:cTn>
                              </p:par>
                            </p:childTnLst>
                          </p:cTn>
                        </p:par>
                      </p:childTnLst>
                    </p:cTn>
                  </p:par>
                  <p:par>
                    <p:cTn id="125" fill="hold">
                      <p:stCondLst>
                        <p:cond delay="indefinite"/>
                      </p:stCondLst>
                      <p:childTnLst>
                        <p:par>
                          <p:cTn id="126" fill="hold">
                            <p:stCondLst>
                              <p:cond delay="0"/>
                            </p:stCondLst>
                            <p:childTnLst>
                              <p:par>
                                <p:cTn id="127" presetID="42" presetClass="entr" presetSubtype="0" fill="hold" nodeType="clickEffect">
                                  <p:stCondLst>
                                    <p:cond delay="0"/>
                                  </p:stCondLst>
                                  <p:childTnLst>
                                    <p:set>
                                      <p:cBhvr>
                                        <p:cTn id="128" dur="1" fill="hold">
                                          <p:stCondLst>
                                            <p:cond delay="0"/>
                                          </p:stCondLst>
                                        </p:cTn>
                                        <p:tgtEl>
                                          <p:spTgt spid="39"/>
                                        </p:tgtEl>
                                        <p:attrNameLst>
                                          <p:attrName>style.visibility</p:attrName>
                                        </p:attrNameLst>
                                      </p:cBhvr>
                                      <p:to>
                                        <p:strVal val="visible"/>
                                      </p:to>
                                    </p:set>
                                    <p:animEffect transition="in" filter="fade">
                                      <p:cBhvr>
                                        <p:cTn id="129" dur="1000"/>
                                        <p:tgtEl>
                                          <p:spTgt spid="39"/>
                                        </p:tgtEl>
                                      </p:cBhvr>
                                    </p:animEffect>
                                    <p:anim calcmode="lin" valueType="num">
                                      <p:cBhvr>
                                        <p:cTn id="130" dur="1000" fill="hold"/>
                                        <p:tgtEl>
                                          <p:spTgt spid="39"/>
                                        </p:tgtEl>
                                        <p:attrNameLst>
                                          <p:attrName>ppt_x</p:attrName>
                                        </p:attrNameLst>
                                      </p:cBhvr>
                                      <p:tavLst>
                                        <p:tav tm="0">
                                          <p:val>
                                            <p:strVal val="#ppt_x"/>
                                          </p:val>
                                        </p:tav>
                                        <p:tav tm="100000">
                                          <p:val>
                                            <p:strVal val="#ppt_x"/>
                                          </p:val>
                                        </p:tav>
                                      </p:tavLst>
                                    </p:anim>
                                    <p:anim calcmode="lin" valueType="num">
                                      <p:cBhvr>
                                        <p:cTn id="131"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132" fill="hold">
                      <p:stCondLst>
                        <p:cond delay="indefinite"/>
                      </p:stCondLst>
                      <p:childTnLst>
                        <p:par>
                          <p:cTn id="133" fill="hold">
                            <p:stCondLst>
                              <p:cond delay="0"/>
                            </p:stCondLst>
                            <p:childTnLst>
                              <p:par>
                                <p:cTn id="134" presetID="21" presetClass="entr" presetSubtype="1" fill="hold" grpId="0" nodeType="clickEffect">
                                  <p:stCondLst>
                                    <p:cond delay="0"/>
                                  </p:stCondLst>
                                  <p:childTnLst>
                                    <p:set>
                                      <p:cBhvr>
                                        <p:cTn id="135" dur="1" fill="hold">
                                          <p:stCondLst>
                                            <p:cond delay="0"/>
                                          </p:stCondLst>
                                        </p:cTn>
                                        <p:tgtEl>
                                          <p:spTgt spid="55"/>
                                        </p:tgtEl>
                                        <p:attrNameLst>
                                          <p:attrName>style.visibility</p:attrName>
                                        </p:attrNameLst>
                                      </p:cBhvr>
                                      <p:to>
                                        <p:strVal val="visible"/>
                                      </p:to>
                                    </p:set>
                                    <p:animEffect transition="in" filter="wheel(1)">
                                      <p:cBhvr>
                                        <p:cTn id="136" dur="2000"/>
                                        <p:tgtEl>
                                          <p:spTgt spid="55"/>
                                        </p:tgtEl>
                                      </p:cBhvr>
                                    </p:animEffect>
                                  </p:childTnLst>
                                </p:cTn>
                              </p:par>
                            </p:childTnLst>
                          </p:cTn>
                        </p:par>
                      </p:childTnLst>
                    </p:cTn>
                  </p:par>
                  <p:par>
                    <p:cTn id="137" fill="hold">
                      <p:stCondLst>
                        <p:cond delay="indefinite"/>
                      </p:stCondLst>
                      <p:childTnLst>
                        <p:par>
                          <p:cTn id="138" fill="hold">
                            <p:stCondLst>
                              <p:cond delay="0"/>
                            </p:stCondLst>
                            <p:childTnLst>
                              <p:par>
                                <p:cTn id="139" presetID="10" presetClass="entr" presetSubtype="0" fill="hold" nodeType="clickEffect">
                                  <p:stCondLst>
                                    <p:cond delay="0"/>
                                  </p:stCondLst>
                                  <p:childTnLst>
                                    <p:set>
                                      <p:cBhvr>
                                        <p:cTn id="140" dur="1" fill="hold">
                                          <p:stCondLst>
                                            <p:cond delay="0"/>
                                          </p:stCondLst>
                                        </p:cTn>
                                        <p:tgtEl>
                                          <p:spTgt spid="40"/>
                                        </p:tgtEl>
                                        <p:attrNameLst>
                                          <p:attrName>style.visibility</p:attrName>
                                        </p:attrNameLst>
                                      </p:cBhvr>
                                      <p:to>
                                        <p:strVal val="visible"/>
                                      </p:to>
                                    </p:set>
                                    <p:animEffect transition="in" filter="fade">
                                      <p:cBhvr>
                                        <p:cTn id="141" dur="500"/>
                                        <p:tgtEl>
                                          <p:spTgt spid="40"/>
                                        </p:tgtEl>
                                      </p:cBhvr>
                                    </p:animEffect>
                                  </p:childTnLst>
                                </p:cTn>
                              </p:par>
                              <p:par>
                                <p:cTn id="142" presetID="42" presetClass="entr" presetSubtype="0" fill="hold" nodeType="withEffect">
                                  <p:stCondLst>
                                    <p:cond delay="0"/>
                                  </p:stCondLst>
                                  <p:childTnLst>
                                    <p:set>
                                      <p:cBhvr>
                                        <p:cTn id="143" dur="1" fill="hold">
                                          <p:stCondLst>
                                            <p:cond delay="0"/>
                                          </p:stCondLst>
                                        </p:cTn>
                                        <p:tgtEl>
                                          <p:spTgt spid="41"/>
                                        </p:tgtEl>
                                        <p:attrNameLst>
                                          <p:attrName>style.visibility</p:attrName>
                                        </p:attrNameLst>
                                      </p:cBhvr>
                                      <p:to>
                                        <p:strVal val="visible"/>
                                      </p:to>
                                    </p:set>
                                    <p:animEffect transition="in" filter="fade">
                                      <p:cBhvr>
                                        <p:cTn id="144" dur="1000"/>
                                        <p:tgtEl>
                                          <p:spTgt spid="41"/>
                                        </p:tgtEl>
                                      </p:cBhvr>
                                    </p:animEffect>
                                    <p:anim calcmode="lin" valueType="num">
                                      <p:cBhvr>
                                        <p:cTn id="145" dur="1000" fill="hold"/>
                                        <p:tgtEl>
                                          <p:spTgt spid="41"/>
                                        </p:tgtEl>
                                        <p:attrNameLst>
                                          <p:attrName>ppt_x</p:attrName>
                                        </p:attrNameLst>
                                      </p:cBhvr>
                                      <p:tavLst>
                                        <p:tav tm="0">
                                          <p:val>
                                            <p:strVal val="#ppt_x"/>
                                          </p:val>
                                        </p:tav>
                                        <p:tav tm="100000">
                                          <p:val>
                                            <p:strVal val="#ppt_x"/>
                                          </p:val>
                                        </p:tav>
                                      </p:tavLst>
                                    </p:anim>
                                    <p:anim calcmode="lin" valueType="num">
                                      <p:cBhvr>
                                        <p:cTn id="146"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66"/>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0" presetClass="entr" presetSubtype="0" fill="hold" nodeType="clickEffect">
                                  <p:stCondLst>
                                    <p:cond delay="0"/>
                                  </p:stCondLst>
                                  <p:childTnLst>
                                    <p:set>
                                      <p:cBhvr>
                                        <p:cTn id="154" dur="1" fill="hold">
                                          <p:stCondLst>
                                            <p:cond delay="0"/>
                                          </p:stCondLst>
                                        </p:cTn>
                                        <p:tgtEl>
                                          <p:spTgt spid="42"/>
                                        </p:tgtEl>
                                        <p:attrNameLst>
                                          <p:attrName>style.visibility</p:attrName>
                                        </p:attrNameLst>
                                      </p:cBhvr>
                                      <p:to>
                                        <p:strVal val="visible"/>
                                      </p:to>
                                    </p:set>
                                    <p:animEffect transition="in" filter="fade">
                                      <p:cBhvr>
                                        <p:cTn id="155" dur="500"/>
                                        <p:tgtEl>
                                          <p:spTgt spid="42"/>
                                        </p:tgtEl>
                                      </p:cBhvr>
                                    </p:animEffect>
                                  </p:childTnLst>
                                </p:cTn>
                              </p:par>
                            </p:childTnLst>
                          </p:cTn>
                        </p:par>
                      </p:childTnLst>
                    </p:cTn>
                  </p:par>
                  <p:par>
                    <p:cTn id="156" fill="hold">
                      <p:stCondLst>
                        <p:cond delay="indefinite"/>
                      </p:stCondLst>
                      <p:childTnLst>
                        <p:par>
                          <p:cTn id="157" fill="hold">
                            <p:stCondLst>
                              <p:cond delay="0"/>
                            </p:stCondLst>
                            <p:childTnLst>
                              <p:par>
                                <p:cTn id="158" presetID="42" presetClass="entr" presetSubtype="0" fill="hold" nodeType="clickEffect">
                                  <p:stCondLst>
                                    <p:cond delay="0"/>
                                  </p:stCondLst>
                                  <p:childTnLst>
                                    <p:set>
                                      <p:cBhvr>
                                        <p:cTn id="159" dur="1" fill="hold">
                                          <p:stCondLst>
                                            <p:cond delay="0"/>
                                          </p:stCondLst>
                                        </p:cTn>
                                        <p:tgtEl>
                                          <p:spTgt spid="43"/>
                                        </p:tgtEl>
                                        <p:attrNameLst>
                                          <p:attrName>style.visibility</p:attrName>
                                        </p:attrNameLst>
                                      </p:cBhvr>
                                      <p:to>
                                        <p:strVal val="visible"/>
                                      </p:to>
                                    </p:set>
                                    <p:animEffect transition="in" filter="fade">
                                      <p:cBhvr>
                                        <p:cTn id="160" dur="1000"/>
                                        <p:tgtEl>
                                          <p:spTgt spid="43"/>
                                        </p:tgtEl>
                                      </p:cBhvr>
                                    </p:animEffect>
                                    <p:anim calcmode="lin" valueType="num">
                                      <p:cBhvr>
                                        <p:cTn id="161" dur="1000" fill="hold"/>
                                        <p:tgtEl>
                                          <p:spTgt spid="43"/>
                                        </p:tgtEl>
                                        <p:attrNameLst>
                                          <p:attrName>ppt_x</p:attrName>
                                        </p:attrNameLst>
                                      </p:cBhvr>
                                      <p:tavLst>
                                        <p:tav tm="0">
                                          <p:val>
                                            <p:strVal val="#ppt_x"/>
                                          </p:val>
                                        </p:tav>
                                        <p:tav tm="100000">
                                          <p:val>
                                            <p:strVal val="#ppt_x"/>
                                          </p:val>
                                        </p:tav>
                                      </p:tavLst>
                                    </p:anim>
                                    <p:anim calcmode="lin" valueType="num">
                                      <p:cBhvr>
                                        <p:cTn id="162"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163" fill="hold">
                      <p:stCondLst>
                        <p:cond delay="indefinite"/>
                      </p:stCondLst>
                      <p:childTnLst>
                        <p:par>
                          <p:cTn id="164" fill="hold">
                            <p:stCondLst>
                              <p:cond delay="0"/>
                            </p:stCondLst>
                            <p:childTnLst>
                              <p:par>
                                <p:cTn id="165" presetID="21" presetClass="entr" presetSubtype="1" fill="hold" grpId="0" nodeType="clickEffect">
                                  <p:stCondLst>
                                    <p:cond delay="0"/>
                                  </p:stCondLst>
                                  <p:childTnLst>
                                    <p:set>
                                      <p:cBhvr>
                                        <p:cTn id="166" dur="1" fill="hold">
                                          <p:stCondLst>
                                            <p:cond delay="0"/>
                                          </p:stCondLst>
                                        </p:cTn>
                                        <p:tgtEl>
                                          <p:spTgt spid="56"/>
                                        </p:tgtEl>
                                        <p:attrNameLst>
                                          <p:attrName>style.visibility</p:attrName>
                                        </p:attrNameLst>
                                      </p:cBhvr>
                                      <p:to>
                                        <p:strVal val="visible"/>
                                      </p:to>
                                    </p:set>
                                    <p:animEffect transition="in" filter="wheel(1)">
                                      <p:cBhvr>
                                        <p:cTn id="167" dur="2000"/>
                                        <p:tgtEl>
                                          <p:spTgt spid="56"/>
                                        </p:tgtEl>
                                      </p:cBhvr>
                                    </p:animEffect>
                                  </p:childTnLst>
                                </p:cTn>
                              </p:par>
                            </p:childTnLst>
                          </p:cTn>
                        </p:par>
                      </p:childTnLst>
                    </p:cTn>
                  </p:par>
                  <p:par>
                    <p:cTn id="168" fill="hold">
                      <p:stCondLst>
                        <p:cond delay="indefinite"/>
                      </p:stCondLst>
                      <p:childTnLst>
                        <p:par>
                          <p:cTn id="169" fill="hold">
                            <p:stCondLst>
                              <p:cond delay="0"/>
                            </p:stCondLst>
                            <p:childTnLst>
                              <p:par>
                                <p:cTn id="170" presetID="1" presetClass="entr" presetSubtype="0" fill="hold" grpId="0" nodeType="clickEffect">
                                  <p:stCondLst>
                                    <p:cond delay="0"/>
                                  </p:stCondLst>
                                  <p:childTnLst>
                                    <p:set>
                                      <p:cBhvr>
                                        <p:cTn id="171" dur="1" fill="hold">
                                          <p:stCondLst>
                                            <p:cond delay="0"/>
                                          </p:stCondLst>
                                        </p:cTn>
                                        <p:tgtEl>
                                          <p:spTgt spid="65"/>
                                        </p:tgtEl>
                                        <p:attrNameLst>
                                          <p:attrName>style.visibility</p:attrName>
                                        </p:attrNameLst>
                                      </p:cBhvr>
                                      <p:to>
                                        <p:strVal val="visible"/>
                                      </p:to>
                                    </p:set>
                                  </p:childTnLst>
                                </p:cTn>
                              </p:par>
                            </p:childTnLst>
                          </p:cTn>
                        </p:par>
                      </p:childTnLst>
                    </p:cTn>
                  </p:par>
                  <p:par>
                    <p:cTn id="172" fill="hold">
                      <p:stCondLst>
                        <p:cond delay="indefinite"/>
                      </p:stCondLst>
                      <p:childTnLst>
                        <p:par>
                          <p:cTn id="173" fill="hold">
                            <p:stCondLst>
                              <p:cond delay="0"/>
                            </p:stCondLst>
                            <p:childTnLst>
                              <p:par>
                                <p:cTn id="174" presetID="10" presetClass="entr" presetSubtype="0" fill="hold" nodeType="clickEffect">
                                  <p:stCondLst>
                                    <p:cond delay="0"/>
                                  </p:stCondLst>
                                  <p:childTnLst>
                                    <p:set>
                                      <p:cBhvr>
                                        <p:cTn id="175" dur="1" fill="hold">
                                          <p:stCondLst>
                                            <p:cond delay="0"/>
                                          </p:stCondLst>
                                        </p:cTn>
                                        <p:tgtEl>
                                          <p:spTgt spid="44"/>
                                        </p:tgtEl>
                                        <p:attrNameLst>
                                          <p:attrName>style.visibility</p:attrName>
                                        </p:attrNameLst>
                                      </p:cBhvr>
                                      <p:to>
                                        <p:strVal val="visible"/>
                                      </p:to>
                                    </p:set>
                                    <p:animEffect transition="in" filter="fade">
                                      <p:cBhvr>
                                        <p:cTn id="176" dur="500"/>
                                        <p:tgtEl>
                                          <p:spTgt spid="44"/>
                                        </p:tgtEl>
                                      </p:cBhvr>
                                    </p:animEffect>
                                  </p:childTnLst>
                                </p:cTn>
                              </p:par>
                            </p:childTnLst>
                          </p:cTn>
                        </p:par>
                      </p:childTnLst>
                    </p:cTn>
                  </p:par>
                  <p:par>
                    <p:cTn id="177" fill="hold">
                      <p:stCondLst>
                        <p:cond delay="indefinite"/>
                      </p:stCondLst>
                      <p:childTnLst>
                        <p:par>
                          <p:cTn id="178" fill="hold">
                            <p:stCondLst>
                              <p:cond delay="0"/>
                            </p:stCondLst>
                            <p:childTnLst>
                              <p:par>
                                <p:cTn id="179" presetID="42" presetClass="entr" presetSubtype="0" fill="hold" nodeType="clickEffect">
                                  <p:stCondLst>
                                    <p:cond delay="0"/>
                                  </p:stCondLst>
                                  <p:childTnLst>
                                    <p:set>
                                      <p:cBhvr>
                                        <p:cTn id="180" dur="1" fill="hold">
                                          <p:stCondLst>
                                            <p:cond delay="0"/>
                                          </p:stCondLst>
                                        </p:cTn>
                                        <p:tgtEl>
                                          <p:spTgt spid="45"/>
                                        </p:tgtEl>
                                        <p:attrNameLst>
                                          <p:attrName>style.visibility</p:attrName>
                                        </p:attrNameLst>
                                      </p:cBhvr>
                                      <p:to>
                                        <p:strVal val="visible"/>
                                      </p:to>
                                    </p:set>
                                    <p:animEffect transition="in" filter="fade">
                                      <p:cBhvr>
                                        <p:cTn id="181" dur="1000"/>
                                        <p:tgtEl>
                                          <p:spTgt spid="45"/>
                                        </p:tgtEl>
                                      </p:cBhvr>
                                    </p:animEffect>
                                    <p:anim calcmode="lin" valueType="num">
                                      <p:cBhvr>
                                        <p:cTn id="182" dur="1000" fill="hold"/>
                                        <p:tgtEl>
                                          <p:spTgt spid="45"/>
                                        </p:tgtEl>
                                        <p:attrNameLst>
                                          <p:attrName>ppt_x</p:attrName>
                                        </p:attrNameLst>
                                      </p:cBhvr>
                                      <p:tavLst>
                                        <p:tav tm="0">
                                          <p:val>
                                            <p:strVal val="#ppt_x"/>
                                          </p:val>
                                        </p:tav>
                                        <p:tav tm="100000">
                                          <p:val>
                                            <p:strVal val="#ppt_x"/>
                                          </p:val>
                                        </p:tav>
                                      </p:tavLst>
                                    </p:anim>
                                    <p:anim calcmode="lin" valueType="num">
                                      <p:cBhvr>
                                        <p:cTn id="183"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par>
                    <p:cTn id="184" fill="hold">
                      <p:stCondLst>
                        <p:cond delay="indefinite"/>
                      </p:stCondLst>
                      <p:childTnLst>
                        <p:par>
                          <p:cTn id="185" fill="hold">
                            <p:stCondLst>
                              <p:cond delay="0"/>
                            </p:stCondLst>
                            <p:childTnLst>
                              <p:par>
                                <p:cTn id="186" presetID="21" presetClass="entr" presetSubtype="1" fill="hold" grpId="0" nodeType="clickEffect">
                                  <p:stCondLst>
                                    <p:cond delay="0"/>
                                  </p:stCondLst>
                                  <p:childTnLst>
                                    <p:set>
                                      <p:cBhvr>
                                        <p:cTn id="187" dur="1" fill="hold">
                                          <p:stCondLst>
                                            <p:cond delay="0"/>
                                          </p:stCondLst>
                                        </p:cTn>
                                        <p:tgtEl>
                                          <p:spTgt spid="57"/>
                                        </p:tgtEl>
                                        <p:attrNameLst>
                                          <p:attrName>style.visibility</p:attrName>
                                        </p:attrNameLst>
                                      </p:cBhvr>
                                      <p:to>
                                        <p:strVal val="visible"/>
                                      </p:to>
                                    </p:set>
                                    <p:animEffect transition="in" filter="wheel(1)">
                                      <p:cBhvr>
                                        <p:cTn id="188" dur="2000"/>
                                        <p:tgtEl>
                                          <p:spTgt spid="57"/>
                                        </p:tgtEl>
                                      </p:cBhvr>
                                    </p:animEffect>
                                  </p:childTnLst>
                                </p:cTn>
                              </p:par>
                            </p:childTnLst>
                          </p:cTn>
                        </p:par>
                      </p:childTnLst>
                    </p:cTn>
                  </p:par>
                  <p:par>
                    <p:cTn id="189" fill="hold">
                      <p:stCondLst>
                        <p:cond delay="indefinite"/>
                      </p:stCondLst>
                      <p:childTnLst>
                        <p:par>
                          <p:cTn id="190" fill="hold">
                            <p:stCondLst>
                              <p:cond delay="0"/>
                            </p:stCondLst>
                            <p:childTnLst>
                              <p:par>
                                <p:cTn id="191" presetID="10" presetClass="entr" presetSubtype="0" fill="hold" nodeType="clickEffect">
                                  <p:stCondLst>
                                    <p:cond delay="0"/>
                                  </p:stCondLst>
                                  <p:childTnLst>
                                    <p:set>
                                      <p:cBhvr>
                                        <p:cTn id="192" dur="1" fill="hold">
                                          <p:stCondLst>
                                            <p:cond delay="0"/>
                                          </p:stCondLst>
                                        </p:cTn>
                                        <p:tgtEl>
                                          <p:spTgt spid="46"/>
                                        </p:tgtEl>
                                        <p:attrNameLst>
                                          <p:attrName>style.visibility</p:attrName>
                                        </p:attrNameLst>
                                      </p:cBhvr>
                                      <p:to>
                                        <p:strVal val="visible"/>
                                      </p:to>
                                    </p:set>
                                    <p:animEffect transition="in" filter="fade">
                                      <p:cBhvr>
                                        <p:cTn id="193" dur="500"/>
                                        <p:tgtEl>
                                          <p:spTgt spid="46"/>
                                        </p:tgtEl>
                                      </p:cBhvr>
                                    </p:animEffect>
                                  </p:childTnLst>
                                </p:cTn>
                              </p:par>
                              <p:par>
                                <p:cTn id="194" presetID="42" presetClass="entr" presetSubtype="0" fill="hold" nodeType="withEffect">
                                  <p:stCondLst>
                                    <p:cond delay="0"/>
                                  </p:stCondLst>
                                  <p:childTnLst>
                                    <p:set>
                                      <p:cBhvr>
                                        <p:cTn id="195" dur="1" fill="hold">
                                          <p:stCondLst>
                                            <p:cond delay="0"/>
                                          </p:stCondLst>
                                        </p:cTn>
                                        <p:tgtEl>
                                          <p:spTgt spid="47"/>
                                        </p:tgtEl>
                                        <p:attrNameLst>
                                          <p:attrName>style.visibility</p:attrName>
                                        </p:attrNameLst>
                                      </p:cBhvr>
                                      <p:to>
                                        <p:strVal val="visible"/>
                                      </p:to>
                                    </p:set>
                                    <p:animEffect transition="in" filter="fade">
                                      <p:cBhvr>
                                        <p:cTn id="196" dur="1000"/>
                                        <p:tgtEl>
                                          <p:spTgt spid="47"/>
                                        </p:tgtEl>
                                      </p:cBhvr>
                                    </p:animEffect>
                                    <p:anim calcmode="lin" valueType="num">
                                      <p:cBhvr>
                                        <p:cTn id="197" dur="1000" fill="hold"/>
                                        <p:tgtEl>
                                          <p:spTgt spid="47"/>
                                        </p:tgtEl>
                                        <p:attrNameLst>
                                          <p:attrName>ppt_x</p:attrName>
                                        </p:attrNameLst>
                                      </p:cBhvr>
                                      <p:tavLst>
                                        <p:tav tm="0">
                                          <p:val>
                                            <p:strVal val="#ppt_x"/>
                                          </p:val>
                                        </p:tav>
                                        <p:tav tm="100000">
                                          <p:val>
                                            <p:strVal val="#ppt_x"/>
                                          </p:val>
                                        </p:tav>
                                      </p:tavLst>
                                    </p:anim>
                                    <p:anim calcmode="lin" valueType="num">
                                      <p:cBhvr>
                                        <p:cTn id="198"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grpId="0" nodeType="clickEffect">
                                  <p:stCondLst>
                                    <p:cond delay="0"/>
                                  </p:stCondLst>
                                  <p:childTnLst>
                                    <p:set>
                                      <p:cBhvr>
                                        <p:cTn id="202" dur="1" fill="hold">
                                          <p:stCondLst>
                                            <p:cond delay="0"/>
                                          </p:stCondLst>
                                        </p:cTn>
                                        <p:tgtEl>
                                          <p:spTgt spid="67"/>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0" presetClass="entr" presetSubtype="0" fill="hold" nodeType="clickEffect">
                                  <p:stCondLst>
                                    <p:cond delay="0"/>
                                  </p:stCondLst>
                                  <p:childTnLst>
                                    <p:set>
                                      <p:cBhvr>
                                        <p:cTn id="206" dur="1" fill="hold">
                                          <p:stCondLst>
                                            <p:cond delay="0"/>
                                          </p:stCondLst>
                                        </p:cTn>
                                        <p:tgtEl>
                                          <p:spTgt spid="48"/>
                                        </p:tgtEl>
                                        <p:attrNameLst>
                                          <p:attrName>style.visibility</p:attrName>
                                        </p:attrNameLst>
                                      </p:cBhvr>
                                      <p:to>
                                        <p:strVal val="visible"/>
                                      </p:to>
                                    </p:set>
                                    <p:animEffect transition="in" filter="fade">
                                      <p:cBhvr>
                                        <p:cTn id="207" dur="500"/>
                                        <p:tgtEl>
                                          <p:spTgt spid="48"/>
                                        </p:tgtEl>
                                      </p:cBhvr>
                                    </p:animEffect>
                                  </p:childTnLst>
                                </p:cTn>
                              </p:par>
                            </p:childTnLst>
                          </p:cTn>
                        </p:par>
                      </p:childTnLst>
                    </p:cTn>
                  </p:par>
                  <p:par>
                    <p:cTn id="208" fill="hold">
                      <p:stCondLst>
                        <p:cond delay="indefinite"/>
                      </p:stCondLst>
                      <p:childTnLst>
                        <p:par>
                          <p:cTn id="209" fill="hold">
                            <p:stCondLst>
                              <p:cond delay="0"/>
                            </p:stCondLst>
                            <p:childTnLst>
                              <p:par>
                                <p:cTn id="210" presetID="42" presetClass="entr" presetSubtype="0" fill="hold" nodeType="clickEffect">
                                  <p:stCondLst>
                                    <p:cond delay="0"/>
                                  </p:stCondLst>
                                  <p:childTnLst>
                                    <p:set>
                                      <p:cBhvr>
                                        <p:cTn id="211" dur="1" fill="hold">
                                          <p:stCondLst>
                                            <p:cond delay="0"/>
                                          </p:stCondLst>
                                        </p:cTn>
                                        <p:tgtEl>
                                          <p:spTgt spid="49"/>
                                        </p:tgtEl>
                                        <p:attrNameLst>
                                          <p:attrName>style.visibility</p:attrName>
                                        </p:attrNameLst>
                                      </p:cBhvr>
                                      <p:to>
                                        <p:strVal val="visible"/>
                                      </p:to>
                                    </p:set>
                                    <p:animEffect transition="in" filter="fade">
                                      <p:cBhvr>
                                        <p:cTn id="212" dur="1000"/>
                                        <p:tgtEl>
                                          <p:spTgt spid="49"/>
                                        </p:tgtEl>
                                      </p:cBhvr>
                                    </p:animEffect>
                                    <p:anim calcmode="lin" valueType="num">
                                      <p:cBhvr>
                                        <p:cTn id="213" dur="1000" fill="hold"/>
                                        <p:tgtEl>
                                          <p:spTgt spid="49"/>
                                        </p:tgtEl>
                                        <p:attrNameLst>
                                          <p:attrName>ppt_x</p:attrName>
                                        </p:attrNameLst>
                                      </p:cBhvr>
                                      <p:tavLst>
                                        <p:tav tm="0">
                                          <p:val>
                                            <p:strVal val="#ppt_x"/>
                                          </p:val>
                                        </p:tav>
                                        <p:tav tm="100000">
                                          <p:val>
                                            <p:strVal val="#ppt_x"/>
                                          </p:val>
                                        </p:tav>
                                      </p:tavLst>
                                    </p:anim>
                                    <p:anim calcmode="lin" valueType="num">
                                      <p:cBhvr>
                                        <p:cTn id="214" dur="1000" fill="hold"/>
                                        <p:tgtEl>
                                          <p:spTgt spid="49"/>
                                        </p:tgtEl>
                                        <p:attrNameLst>
                                          <p:attrName>ppt_y</p:attrName>
                                        </p:attrNameLst>
                                      </p:cBhvr>
                                      <p:tavLst>
                                        <p:tav tm="0">
                                          <p:val>
                                            <p:strVal val="#ppt_y+.1"/>
                                          </p:val>
                                        </p:tav>
                                        <p:tav tm="100000">
                                          <p:val>
                                            <p:strVal val="#ppt_y"/>
                                          </p:val>
                                        </p:tav>
                                      </p:tavLst>
                                    </p:anim>
                                  </p:childTnLst>
                                </p:cTn>
                              </p:par>
                            </p:childTnLst>
                          </p:cTn>
                        </p:par>
                      </p:childTnLst>
                    </p:cTn>
                  </p:par>
                  <p:par>
                    <p:cTn id="215" fill="hold">
                      <p:stCondLst>
                        <p:cond delay="indefinite"/>
                      </p:stCondLst>
                      <p:childTnLst>
                        <p:par>
                          <p:cTn id="216" fill="hold">
                            <p:stCondLst>
                              <p:cond delay="0"/>
                            </p:stCondLst>
                            <p:childTnLst>
                              <p:par>
                                <p:cTn id="217" presetID="21" presetClass="entr" presetSubtype="1" fill="hold" grpId="0" nodeType="clickEffect">
                                  <p:stCondLst>
                                    <p:cond delay="0"/>
                                  </p:stCondLst>
                                  <p:childTnLst>
                                    <p:set>
                                      <p:cBhvr>
                                        <p:cTn id="218" dur="1" fill="hold">
                                          <p:stCondLst>
                                            <p:cond delay="0"/>
                                          </p:stCondLst>
                                        </p:cTn>
                                        <p:tgtEl>
                                          <p:spTgt spid="58"/>
                                        </p:tgtEl>
                                        <p:attrNameLst>
                                          <p:attrName>style.visibility</p:attrName>
                                        </p:attrNameLst>
                                      </p:cBhvr>
                                      <p:to>
                                        <p:strVal val="visible"/>
                                      </p:to>
                                    </p:set>
                                    <p:animEffect transition="in" filter="wheel(1)">
                                      <p:cBhvr>
                                        <p:cTn id="219" dur="2000"/>
                                        <p:tgtEl>
                                          <p:spTgt spid="58"/>
                                        </p:tgtEl>
                                      </p:cBhvr>
                                    </p:animEffect>
                                  </p:childTnLst>
                                </p:cTn>
                              </p:par>
                            </p:childTnLst>
                          </p:cTn>
                        </p:par>
                      </p:childTnLst>
                    </p:cTn>
                  </p:par>
                  <p:par>
                    <p:cTn id="220" fill="hold">
                      <p:stCondLst>
                        <p:cond delay="indefinite"/>
                      </p:stCondLst>
                      <p:childTnLst>
                        <p:par>
                          <p:cTn id="221" fill="hold">
                            <p:stCondLst>
                              <p:cond delay="0"/>
                            </p:stCondLst>
                            <p:childTnLst>
                              <p:par>
                                <p:cTn id="222" presetID="42" presetClass="entr" presetSubtype="0" fill="hold" grpId="0" nodeType="clickEffect">
                                  <p:stCondLst>
                                    <p:cond delay="0"/>
                                  </p:stCondLst>
                                  <p:childTnLst>
                                    <p:set>
                                      <p:cBhvr>
                                        <p:cTn id="223" dur="1" fill="hold">
                                          <p:stCondLst>
                                            <p:cond delay="0"/>
                                          </p:stCondLst>
                                        </p:cTn>
                                        <p:tgtEl>
                                          <p:spTgt spid="60"/>
                                        </p:tgtEl>
                                        <p:attrNameLst>
                                          <p:attrName>style.visibility</p:attrName>
                                        </p:attrNameLst>
                                      </p:cBhvr>
                                      <p:to>
                                        <p:strVal val="visible"/>
                                      </p:to>
                                    </p:set>
                                    <p:animEffect transition="in" filter="fade">
                                      <p:cBhvr>
                                        <p:cTn id="224" dur="1000"/>
                                        <p:tgtEl>
                                          <p:spTgt spid="60"/>
                                        </p:tgtEl>
                                      </p:cBhvr>
                                    </p:animEffect>
                                    <p:anim calcmode="lin" valueType="num">
                                      <p:cBhvr>
                                        <p:cTn id="225" dur="1000" fill="hold"/>
                                        <p:tgtEl>
                                          <p:spTgt spid="60"/>
                                        </p:tgtEl>
                                        <p:attrNameLst>
                                          <p:attrName>ppt_x</p:attrName>
                                        </p:attrNameLst>
                                      </p:cBhvr>
                                      <p:tavLst>
                                        <p:tav tm="0">
                                          <p:val>
                                            <p:strVal val="#ppt_x"/>
                                          </p:val>
                                        </p:tav>
                                        <p:tav tm="100000">
                                          <p:val>
                                            <p:strVal val="#ppt_x"/>
                                          </p:val>
                                        </p:tav>
                                      </p:tavLst>
                                    </p:anim>
                                    <p:anim calcmode="lin" valueType="num">
                                      <p:cBhvr>
                                        <p:cTn id="226" dur="1000" fill="hold"/>
                                        <p:tgtEl>
                                          <p:spTgt spid="60"/>
                                        </p:tgtEl>
                                        <p:attrNameLst>
                                          <p:attrName>ppt_y</p:attrName>
                                        </p:attrNameLst>
                                      </p:cBhvr>
                                      <p:tavLst>
                                        <p:tav tm="0">
                                          <p:val>
                                            <p:strVal val="#ppt_y+.1"/>
                                          </p:val>
                                        </p:tav>
                                        <p:tav tm="100000">
                                          <p:val>
                                            <p:strVal val="#ppt_y"/>
                                          </p:val>
                                        </p:tav>
                                      </p:tavLst>
                                    </p:anim>
                                  </p:childTnLst>
                                </p:cTn>
                              </p:par>
                            </p:childTnLst>
                          </p:cTn>
                        </p:par>
                        <p:par>
                          <p:cTn id="227" fill="hold">
                            <p:stCondLst>
                              <p:cond delay="1000"/>
                            </p:stCondLst>
                            <p:childTnLst>
                              <p:par>
                                <p:cTn id="228" presetID="2" presetClass="entr" presetSubtype="8" fill="hold" grpId="0" nodeType="afterEffect">
                                  <p:stCondLst>
                                    <p:cond delay="0"/>
                                  </p:stCondLst>
                                  <p:childTnLst>
                                    <p:set>
                                      <p:cBhvr>
                                        <p:cTn id="229" dur="1" fill="hold">
                                          <p:stCondLst>
                                            <p:cond delay="0"/>
                                          </p:stCondLst>
                                        </p:cTn>
                                        <p:tgtEl>
                                          <p:spTgt spid="61"/>
                                        </p:tgtEl>
                                        <p:attrNameLst>
                                          <p:attrName>style.visibility</p:attrName>
                                        </p:attrNameLst>
                                      </p:cBhvr>
                                      <p:to>
                                        <p:strVal val="visible"/>
                                      </p:to>
                                    </p:set>
                                    <p:anim calcmode="lin" valueType="num">
                                      <p:cBhvr additive="base">
                                        <p:cTn id="230" dur="500" fill="hold"/>
                                        <p:tgtEl>
                                          <p:spTgt spid="61"/>
                                        </p:tgtEl>
                                        <p:attrNameLst>
                                          <p:attrName>ppt_x</p:attrName>
                                        </p:attrNameLst>
                                      </p:cBhvr>
                                      <p:tavLst>
                                        <p:tav tm="0">
                                          <p:val>
                                            <p:strVal val="0-#ppt_w/2"/>
                                          </p:val>
                                        </p:tav>
                                        <p:tav tm="100000">
                                          <p:val>
                                            <p:strVal val="#ppt_x"/>
                                          </p:val>
                                        </p:tav>
                                      </p:tavLst>
                                    </p:anim>
                                    <p:anim calcmode="lin" valueType="num">
                                      <p:cBhvr additive="base">
                                        <p:cTn id="231" dur="500" fill="hold"/>
                                        <p:tgtEl>
                                          <p:spTgt spid="6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1" grpId="0" animBg="1"/>
      <p:bldP spid="52" grpId="0" animBg="1"/>
      <p:bldP spid="53" grpId="0" animBg="1"/>
      <p:bldP spid="54" grpId="0" animBg="1"/>
      <p:bldP spid="55" grpId="0" animBg="1"/>
      <p:bldP spid="56" grpId="0" animBg="1"/>
      <p:bldP spid="57" grpId="0" animBg="1"/>
      <p:bldP spid="58" grpId="0" animBg="1"/>
      <p:bldP spid="60" grpId="0" animBg="1"/>
      <p:bldP spid="61" grpId="0" animBg="1"/>
      <p:bldP spid="59" grpId="0" animBg="1"/>
      <p:bldP spid="63" grpId="0" animBg="1"/>
      <p:bldP spid="65" grpId="0" animBg="1"/>
      <p:bldP spid="66" grpId="0" animBg="1"/>
      <p:bldP spid="6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hlinkClick r:id="" action="ppaction://noaction"/>
            <a:extLst>
              <a:ext uri="{FF2B5EF4-FFF2-40B4-BE49-F238E27FC236}">
                <a16:creationId xmlns:a16="http://schemas.microsoft.com/office/drawing/2014/main" id="{3FA4DD31-AA20-4D9C-B8E8-8A76EC5BDA3D}"/>
              </a:ext>
            </a:extLst>
          </p:cNvPr>
          <p:cNvSpPr/>
          <p:nvPr/>
        </p:nvSpPr>
        <p:spPr>
          <a:xfrm>
            <a:off x="1475656" y="0"/>
            <a:ext cx="6353906" cy="835613"/>
          </a:xfrm>
          <a:prstGeom prst="rect">
            <a:avLst/>
          </a:prstGeom>
        </p:spPr>
        <p:txBody>
          <a:bodyPr wrap="square">
            <a:spAutoFit/>
          </a:bodyPr>
          <a:lstStyle/>
          <a:p>
            <a:pPr marL="457200" indent="-457200">
              <a:lnSpc>
                <a:spcPct val="120000"/>
              </a:lnSpc>
              <a:spcBef>
                <a:spcPts val="600"/>
              </a:spcBef>
              <a:buClr>
                <a:schemeClr val="folHlink"/>
              </a:buClr>
              <a:buSzPct val="75000"/>
              <a:defRPr/>
            </a:pPr>
            <a:r>
              <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rPr>
              <a:t>8.5  </a:t>
            </a:r>
            <a:r>
              <a:rPr lang="zh-CN" altLang="en-US" sz="4400" dirty="0">
                <a:solidFill>
                  <a:srgbClr val="C00000"/>
                </a:solidFill>
                <a:effectLst>
                  <a:outerShdw blurRad="38100" dist="38100" dir="2700000" algn="tl">
                    <a:srgbClr val="000000"/>
                  </a:outerShdw>
                </a:effectLst>
                <a:latin typeface="Times New Roman" pitchFamily="18" charset="0"/>
                <a:ea typeface="楷体_GB2312" pitchFamily="49" charset="-122"/>
              </a:rPr>
              <a:t>请求页式的设计问题</a:t>
            </a:r>
            <a:endPar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8" name="Text Box 3">
            <a:extLst>
              <a:ext uri="{FF2B5EF4-FFF2-40B4-BE49-F238E27FC236}">
                <a16:creationId xmlns:a16="http://schemas.microsoft.com/office/drawing/2014/main" id="{10649001-6C30-4632-853A-8D28042542CE}"/>
              </a:ext>
            </a:extLst>
          </p:cNvPr>
          <p:cNvSpPr txBox="1">
            <a:spLocks noChangeArrowheads="1"/>
          </p:cNvSpPr>
          <p:nvPr/>
        </p:nvSpPr>
        <p:spPr bwMode="auto">
          <a:xfrm>
            <a:off x="2987824" y="2634027"/>
            <a:ext cx="385921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lvl="1" eaLnBrk="1" hangingPunct="1">
              <a:spcBef>
                <a:spcPct val="0"/>
              </a:spcBef>
              <a:buClrTx/>
              <a:buSzTx/>
              <a:buFontTx/>
              <a:buNone/>
              <a:defRPr/>
            </a:pPr>
            <a:r>
              <a:rPr lang="zh-CN" altLang="en-US" sz="4000" dirty="0">
                <a:solidFill>
                  <a:srgbClr val="B2622C"/>
                </a:solidFill>
                <a:effectLst>
                  <a:outerShdw blurRad="38100" dist="38100" dir="2700000" algn="tl">
                    <a:srgbClr val="000000"/>
                  </a:outerShdw>
                </a:effectLst>
                <a:latin typeface="+mj-lt"/>
                <a:ea typeface="楷体_GB2312" pitchFamily="49" charset="-122"/>
                <a:cs typeface="+mj-cs"/>
              </a:rPr>
              <a:t>工作集和驻留集</a:t>
            </a:r>
          </a:p>
        </p:txBody>
      </p:sp>
      <p:sp>
        <p:nvSpPr>
          <p:cNvPr id="10" name="矩形 9">
            <a:extLst>
              <a:ext uri="{FF2B5EF4-FFF2-40B4-BE49-F238E27FC236}">
                <a16:creationId xmlns:a16="http://schemas.microsoft.com/office/drawing/2014/main" id="{8F20D249-4D93-436A-80BF-BDDB6822DE9F}"/>
              </a:ext>
            </a:extLst>
          </p:cNvPr>
          <p:cNvSpPr/>
          <p:nvPr/>
        </p:nvSpPr>
        <p:spPr>
          <a:xfrm>
            <a:off x="2987824" y="3514330"/>
            <a:ext cx="2988064" cy="769441"/>
          </a:xfrm>
          <a:prstGeom prst="rect">
            <a:avLst/>
          </a:prstGeom>
        </p:spPr>
        <p:txBody>
          <a:bodyPr wrap="square">
            <a:spAutoFit/>
          </a:bodyPr>
          <a:lstStyle/>
          <a:p>
            <a:pPr marL="342900" lvl="1" indent="-342900" eaLnBrk="1" hangingPunct="1">
              <a:lnSpc>
                <a:spcPct val="110000"/>
              </a:lnSpc>
              <a:buClr>
                <a:schemeClr val="tx2"/>
              </a:buClr>
              <a:buSzPct val="75000"/>
              <a:tabLst>
                <a:tab pos="622300" algn="l"/>
              </a:tabLst>
              <a:defRPr/>
            </a:pPr>
            <a:r>
              <a:rPr lang="zh-CN" altLang="en-US" sz="4000" dirty="0">
                <a:solidFill>
                  <a:srgbClr val="B2622C"/>
                </a:solidFill>
                <a:effectLst>
                  <a:outerShdw blurRad="38100" dist="38100" dir="2700000" algn="tl">
                    <a:srgbClr val="000000"/>
                  </a:outerShdw>
                </a:effectLst>
                <a:latin typeface="+mj-lt"/>
                <a:ea typeface="楷体_GB2312" pitchFamily="49" charset="-122"/>
                <a:cs typeface="+mj-cs"/>
              </a:rPr>
              <a:t>缺页率</a:t>
            </a:r>
          </a:p>
        </p:txBody>
      </p:sp>
      <p:sp>
        <p:nvSpPr>
          <p:cNvPr id="13" name="Text Box 3">
            <a:extLst>
              <a:ext uri="{FF2B5EF4-FFF2-40B4-BE49-F238E27FC236}">
                <a16:creationId xmlns:a16="http://schemas.microsoft.com/office/drawing/2014/main" id="{11F55CE4-54EC-42F5-B071-26E3B792AC82}"/>
              </a:ext>
            </a:extLst>
          </p:cNvPr>
          <p:cNvSpPr txBox="1">
            <a:spLocks noChangeArrowheads="1"/>
          </p:cNvSpPr>
          <p:nvPr/>
        </p:nvSpPr>
        <p:spPr bwMode="auto">
          <a:xfrm>
            <a:off x="2987824" y="1772816"/>
            <a:ext cx="385921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lvl="1" eaLnBrk="1" hangingPunct="1">
              <a:spcBef>
                <a:spcPct val="0"/>
              </a:spcBef>
              <a:buClrTx/>
              <a:buSzTx/>
              <a:buFontTx/>
              <a:buNone/>
              <a:defRPr/>
            </a:pPr>
            <a:r>
              <a:rPr lang="zh-CN" altLang="en-US" sz="4000" dirty="0">
                <a:solidFill>
                  <a:srgbClr val="B2622C"/>
                </a:solidFill>
                <a:effectLst>
                  <a:outerShdw blurRad="38100" dist="38100" dir="2700000" algn="tl">
                    <a:srgbClr val="000000"/>
                  </a:outerShdw>
                </a:effectLst>
                <a:latin typeface="+mj-lt"/>
                <a:ea typeface="楷体_GB2312" pitchFamily="49" charset="-122"/>
                <a:cs typeface="+mj-cs"/>
              </a:rPr>
              <a:t>抖 动</a:t>
            </a:r>
          </a:p>
        </p:txBody>
      </p:sp>
      <p:sp>
        <p:nvSpPr>
          <p:cNvPr id="7" name="日期占位符 1">
            <a:extLst>
              <a:ext uri="{FF2B5EF4-FFF2-40B4-BE49-F238E27FC236}">
                <a16:creationId xmlns:a16="http://schemas.microsoft.com/office/drawing/2014/main" id="{A3D73B32-9CCC-4CD3-A2AE-5F466CAA8231}"/>
              </a:ext>
            </a:extLst>
          </p:cNvPr>
          <p:cNvSpPr txBox="1">
            <a:spLocks/>
          </p:cNvSpPr>
          <p:nvPr/>
        </p:nvSpPr>
        <p:spPr bwMode="auto">
          <a:xfrm>
            <a:off x="0" y="6400800"/>
            <a:ext cx="3779912"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defPPr>
              <a:defRPr lang="zh-CN"/>
            </a:defPPr>
            <a:lvl1pPr algn="l" rtl="0" eaLnBrk="0" fontAlgn="base" hangingPunct="0">
              <a:lnSpc>
                <a:spcPct val="100000"/>
              </a:lnSpc>
              <a:spcBef>
                <a:spcPct val="0"/>
              </a:spcBef>
              <a:spcAft>
                <a:spcPct val="0"/>
              </a:spcAft>
              <a:buClrTx/>
              <a:buSzTx/>
              <a:buFontTx/>
              <a:buNone/>
              <a:defRPr kumimoji="1" sz="1400" b="0" kern="1200">
                <a:solidFill>
                  <a:schemeClr val="tx1"/>
                </a:solidFill>
                <a:effectLst/>
                <a:latin typeface="+mn-lt"/>
                <a:ea typeface="宋体" panose="02010600030101010101" pitchFamily="2" charset="-122"/>
                <a:cs typeface="+mn-cs"/>
              </a:defRPr>
            </a:lvl1pPr>
            <a:lvl2pPr marL="4572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9pPr>
          </a:lstStyle>
          <a:p>
            <a:pPr eaLnBrk="1" hangingPunct="1">
              <a:defRPr/>
            </a:pPr>
            <a:r>
              <a:rPr lang="zh-CN" altLang="en-US" sz="1800" b="1" dirty="0" smtClean="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大连海事大学  计算机系  史一民</a:t>
            </a:r>
            <a:endParaRPr lang="en-US" altLang="zh-CN" sz="1800" b="1" dirty="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87278830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448A42D9-0CD1-4F5B-9E4D-E1B1B81E0B16}"/>
              </a:ext>
            </a:extLst>
          </p:cNvPr>
          <p:cNvSpPr txBox="1">
            <a:spLocks noChangeArrowheads="1"/>
          </p:cNvSpPr>
          <p:nvPr/>
        </p:nvSpPr>
        <p:spPr>
          <a:xfrm>
            <a:off x="315077" y="1004711"/>
            <a:ext cx="8367464" cy="1175706"/>
          </a:xfrm>
          <a:prstGeom prst="rect">
            <a:avLst/>
          </a:prstGeom>
          <a:solidFill>
            <a:srgbClr val="3BE15B"/>
          </a:solidFill>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algn="ctr" eaLnBrk="1" hangingPunct="1">
              <a:defRPr/>
            </a:pPr>
            <a:r>
              <a:rPr lang="zh-CN" altLang="en-US" sz="3600" dirty="0">
                <a:solidFill>
                  <a:schemeClr val="bg2"/>
                </a:solidFill>
                <a:effectLst>
                  <a:outerShdw blurRad="38100" dist="38100" dir="2700000" algn="tl">
                    <a:srgbClr val="000000">
                      <a:alpha val="43137"/>
                    </a:srgbClr>
                  </a:outerShdw>
                </a:effectLst>
                <a:latin typeface="宋体" panose="02010600030101010101" pitchFamily="2" charset="-122"/>
                <a:ea typeface="楷体" panose="02010609060101010101" pitchFamily="49" charset="-122"/>
                <a:cs typeface="+mn-cs"/>
              </a:rPr>
              <a:t>高度的页面调度活动</a:t>
            </a:r>
            <a:endParaRPr lang="en-US" altLang="zh-CN" sz="3600" dirty="0">
              <a:solidFill>
                <a:schemeClr val="bg2"/>
              </a:solidFill>
              <a:effectLst>
                <a:outerShdw blurRad="38100" dist="38100" dir="2700000" algn="tl">
                  <a:srgbClr val="000000">
                    <a:alpha val="43137"/>
                  </a:srgbClr>
                </a:outerShdw>
              </a:effectLst>
              <a:latin typeface="宋体" panose="02010600030101010101" pitchFamily="2" charset="-122"/>
              <a:ea typeface="楷体" panose="02010609060101010101" pitchFamily="49" charset="-122"/>
              <a:cs typeface="+mn-cs"/>
            </a:endParaRPr>
          </a:p>
          <a:p>
            <a:pPr algn="ctr" eaLnBrk="1" hangingPunct="1">
              <a:defRPr/>
            </a:pPr>
            <a:r>
              <a:rPr lang="zh-CN" altLang="en-US" sz="3600" dirty="0">
                <a:solidFill>
                  <a:schemeClr val="bg2"/>
                </a:solidFill>
                <a:effectLst>
                  <a:outerShdw blurRad="38100" dist="38100" dir="2700000" algn="tl">
                    <a:srgbClr val="000000">
                      <a:alpha val="43137"/>
                    </a:srgbClr>
                  </a:outerShdw>
                </a:effectLst>
                <a:latin typeface="宋体" panose="02010600030101010101" pitchFamily="2" charset="-122"/>
                <a:ea typeface="楷体" panose="02010609060101010101" pitchFamily="49" charset="-122"/>
                <a:cs typeface="+mn-cs"/>
              </a:rPr>
              <a:t>进程的调页时间大于它的执行时间</a:t>
            </a:r>
          </a:p>
        </p:txBody>
      </p:sp>
      <p:sp>
        <p:nvSpPr>
          <p:cNvPr id="6" name="Rectangle 14">
            <a:extLst>
              <a:ext uri="{FF2B5EF4-FFF2-40B4-BE49-F238E27FC236}">
                <a16:creationId xmlns:a16="http://schemas.microsoft.com/office/drawing/2014/main" id="{AEF2AF0E-E3EE-4831-8283-156D3A6992C7}"/>
              </a:ext>
            </a:extLst>
          </p:cNvPr>
          <p:cNvSpPr>
            <a:spLocks noChangeArrowheads="1"/>
          </p:cNvSpPr>
          <p:nvPr/>
        </p:nvSpPr>
        <p:spPr bwMode="auto">
          <a:xfrm>
            <a:off x="1844824" y="107969"/>
            <a:ext cx="5454352" cy="707886"/>
          </a:xfrm>
          <a:prstGeom prst="rect">
            <a:avLst/>
          </a:prstGeom>
          <a:solidFill>
            <a:srgbClr val="3BE15B"/>
          </a:solidFill>
          <a:ln w="12700" cap="sq">
            <a:noFill/>
            <a:miter lim="800000"/>
            <a:headEnd type="none" w="sm" len="sm"/>
            <a:tailEnd type="none" w="sm" len="sm"/>
          </a:ln>
        </p:spPr>
        <p:txBody>
          <a:bodyPr wrap="square">
            <a:spAutoFit/>
          </a:bodyPr>
          <a:lstStyle/>
          <a:p>
            <a:pPr algn="ctr" eaLnBrk="1" hangingPunct="1">
              <a:defRPr/>
            </a:pPr>
            <a:r>
              <a:rPr lang="zh-CN" altLang="en-US" sz="4000" dirty="0">
                <a:solidFill>
                  <a:schemeClr val="bg2"/>
                </a:solidFill>
                <a:effectLst>
                  <a:outerShdw blurRad="38100" dist="38100" dir="2700000" algn="tl">
                    <a:srgbClr val="000000"/>
                  </a:outerShdw>
                </a:effectLst>
                <a:ea typeface="楷体_GB2312" pitchFamily="49" charset="-122"/>
              </a:rPr>
              <a:t>抖动</a:t>
            </a:r>
            <a:r>
              <a:rPr lang="en-US" altLang="zh-CN" sz="4000" dirty="0">
                <a:solidFill>
                  <a:schemeClr val="bg2"/>
                </a:solidFill>
                <a:effectLst>
                  <a:outerShdw blurRad="38100" dist="38100" dir="2700000" algn="tl">
                    <a:srgbClr val="000000"/>
                  </a:outerShdw>
                </a:effectLst>
                <a:ea typeface="楷体_GB2312" pitchFamily="49" charset="-122"/>
              </a:rPr>
              <a:t>(</a:t>
            </a:r>
            <a:r>
              <a:rPr lang="en-US" altLang="zh-CN" dirty="0">
                <a:solidFill>
                  <a:schemeClr val="bg2"/>
                </a:solidFill>
                <a:effectLst>
                  <a:outerShdw blurRad="38100" dist="38100" dir="2700000" algn="tl">
                    <a:srgbClr val="000000"/>
                  </a:outerShdw>
                </a:effectLst>
                <a:latin typeface="+mn-lt"/>
                <a:ea typeface="楷体_GB2312" pitchFamily="49" charset="-122"/>
              </a:rPr>
              <a:t>thrashing, </a:t>
            </a:r>
            <a:r>
              <a:rPr lang="zh-CN" altLang="en-US" sz="4000" dirty="0">
                <a:solidFill>
                  <a:schemeClr val="bg2"/>
                </a:solidFill>
                <a:effectLst>
                  <a:outerShdw blurRad="38100" dist="38100" dir="2700000" algn="tl">
                    <a:srgbClr val="000000"/>
                  </a:outerShdw>
                </a:effectLst>
                <a:ea typeface="楷体_GB2312" pitchFamily="49" charset="-122"/>
              </a:rPr>
              <a:t>颠簸</a:t>
            </a:r>
            <a:r>
              <a:rPr lang="en-US" altLang="zh-CN" sz="4000" dirty="0">
                <a:solidFill>
                  <a:schemeClr val="bg2"/>
                </a:solidFill>
                <a:effectLst>
                  <a:outerShdw blurRad="38100" dist="38100" dir="2700000" algn="tl">
                    <a:srgbClr val="000000"/>
                  </a:outerShdw>
                </a:effectLst>
                <a:ea typeface="楷体_GB2312" pitchFamily="49" charset="-122"/>
              </a:rPr>
              <a:t>)</a:t>
            </a:r>
            <a:endParaRPr lang="zh-CN" altLang="en-US" sz="3600" dirty="0">
              <a:solidFill>
                <a:schemeClr val="bg2"/>
              </a:solidFill>
            </a:endParaRPr>
          </a:p>
        </p:txBody>
      </p:sp>
      <p:sp>
        <p:nvSpPr>
          <p:cNvPr id="7" name="文本框 6">
            <a:extLst>
              <a:ext uri="{FF2B5EF4-FFF2-40B4-BE49-F238E27FC236}">
                <a16:creationId xmlns:a16="http://schemas.microsoft.com/office/drawing/2014/main" id="{3A8482EC-F130-4E9A-A573-CFC7B5226570}"/>
              </a:ext>
            </a:extLst>
          </p:cNvPr>
          <p:cNvSpPr txBox="1"/>
          <p:nvPr/>
        </p:nvSpPr>
        <p:spPr>
          <a:xfrm>
            <a:off x="467544" y="2369273"/>
            <a:ext cx="8367464" cy="1766637"/>
          </a:xfrm>
          <a:prstGeom prst="rect">
            <a:avLst/>
          </a:prstGeom>
          <a:noFill/>
        </p:spPr>
        <p:txBody>
          <a:bodyPr wrap="square" rtlCol="0">
            <a:spAutoFit/>
          </a:bodyPr>
          <a:lstStyle/>
          <a:p>
            <a:pPr eaLnBrk="1" hangingPunct="1">
              <a:spcBef>
                <a:spcPct val="20000"/>
              </a:spcBef>
              <a:buClr>
                <a:srgbClr val="FFABFF"/>
              </a:buClr>
              <a:buSzPct val="90000"/>
              <a:defRPr/>
            </a:pPr>
            <a:r>
              <a:rPr lang="zh-CN" altLang="en-US" dirty="0">
                <a:solidFill>
                  <a:schemeClr val="bg2"/>
                </a:solidFill>
                <a:effectLst>
                  <a:outerShdw blurRad="38100" dist="38100" dir="2700000" algn="tl">
                    <a:srgbClr val="000000">
                      <a:alpha val="43137"/>
                    </a:srgbClr>
                  </a:outerShdw>
                </a:effectLst>
                <a:ea typeface="楷体" panose="02010609060101010101" pitchFamily="49" charset="-122"/>
              </a:rPr>
              <a:t>刚被调出内存的页又要马上被调回内存，</a:t>
            </a:r>
            <a:endParaRPr lang="en-US" altLang="zh-CN" dirty="0">
              <a:solidFill>
                <a:schemeClr val="bg2"/>
              </a:solidFill>
              <a:effectLst>
                <a:outerShdw blurRad="38100" dist="38100" dir="2700000" algn="tl">
                  <a:srgbClr val="000000">
                    <a:alpha val="43137"/>
                  </a:srgbClr>
                </a:outerShdw>
              </a:effectLst>
              <a:ea typeface="楷体" panose="02010609060101010101" pitchFamily="49" charset="-122"/>
            </a:endParaRPr>
          </a:p>
          <a:p>
            <a:pPr eaLnBrk="1" hangingPunct="1">
              <a:spcBef>
                <a:spcPct val="20000"/>
              </a:spcBef>
              <a:buClr>
                <a:srgbClr val="FFABFF"/>
              </a:buClr>
              <a:buSzPct val="90000"/>
              <a:defRPr/>
            </a:pPr>
            <a:r>
              <a:rPr lang="zh-CN" altLang="en-US" dirty="0">
                <a:solidFill>
                  <a:schemeClr val="bg2"/>
                </a:solidFill>
                <a:effectLst>
                  <a:outerShdw blurRad="38100" dist="38100" dir="2700000" algn="tl">
                    <a:srgbClr val="000000">
                      <a:alpha val="43137"/>
                    </a:srgbClr>
                  </a:outerShdw>
                </a:effectLst>
                <a:ea typeface="楷体" panose="02010609060101010101" pitchFamily="49" charset="-122"/>
              </a:rPr>
              <a:t>调回内存不久又马上被调出内存。</a:t>
            </a:r>
            <a:endParaRPr lang="en-US" altLang="zh-CN" dirty="0">
              <a:solidFill>
                <a:schemeClr val="bg2"/>
              </a:solidFill>
              <a:effectLst>
                <a:outerShdw blurRad="38100" dist="38100" dir="2700000" algn="tl">
                  <a:srgbClr val="000000">
                    <a:alpha val="43137"/>
                  </a:srgbClr>
                </a:outerShdw>
              </a:effectLst>
              <a:ea typeface="楷体" panose="02010609060101010101" pitchFamily="49" charset="-122"/>
            </a:endParaRPr>
          </a:p>
          <a:p>
            <a:pPr eaLnBrk="1" hangingPunct="1">
              <a:spcBef>
                <a:spcPct val="20000"/>
              </a:spcBef>
              <a:buClr>
                <a:srgbClr val="FFABFF"/>
              </a:buClr>
              <a:buSzPct val="90000"/>
              <a:defRPr/>
            </a:pPr>
            <a:r>
              <a:rPr lang="zh-CN" altLang="zh-CN" dirty="0">
                <a:solidFill>
                  <a:schemeClr val="bg2"/>
                </a:solidFill>
                <a:effectLst>
                  <a:outerShdw blurRad="38100" dist="38100" dir="2700000" algn="tl">
                    <a:srgbClr val="000000">
                      <a:alpha val="43137"/>
                    </a:srgbClr>
                  </a:outerShdw>
                </a:effectLst>
                <a:ea typeface="楷体" panose="02010609060101010101" pitchFamily="49" charset="-122"/>
                <a:sym typeface="Symbol" panose="05050102010706020507" pitchFamily="18" charset="2"/>
              </a:rPr>
              <a:t>CPU利用率急剧下降</a:t>
            </a:r>
            <a:endParaRPr lang="en-US" altLang="zh-CN" dirty="0">
              <a:solidFill>
                <a:schemeClr val="bg2"/>
              </a:solidFill>
              <a:effectLst>
                <a:outerShdw blurRad="38100" dist="38100" dir="2700000" algn="tl">
                  <a:srgbClr val="000000">
                    <a:alpha val="43137"/>
                  </a:srgbClr>
                </a:outerShdw>
              </a:effectLst>
              <a:ea typeface="楷体" panose="02010609060101010101" pitchFamily="49" charset="-122"/>
            </a:endParaRPr>
          </a:p>
        </p:txBody>
      </p:sp>
      <p:sp>
        <p:nvSpPr>
          <p:cNvPr id="8" name="Rectangle 36">
            <a:extLst>
              <a:ext uri="{FF2B5EF4-FFF2-40B4-BE49-F238E27FC236}">
                <a16:creationId xmlns:a16="http://schemas.microsoft.com/office/drawing/2014/main" id="{116BDDB3-BEAC-407E-B1EE-B8228A7BC4DA}"/>
              </a:ext>
            </a:extLst>
          </p:cNvPr>
          <p:cNvSpPr>
            <a:spLocks noChangeArrowheads="1"/>
          </p:cNvSpPr>
          <p:nvPr/>
        </p:nvSpPr>
        <p:spPr bwMode="auto">
          <a:xfrm>
            <a:off x="441581" y="4317126"/>
            <a:ext cx="3600400" cy="5847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lvl="1" indent="-457200">
              <a:spcBef>
                <a:spcPct val="0"/>
              </a:spcBef>
            </a:pPr>
            <a:r>
              <a:rPr lang="zh-CN" altLang="en-US" dirty="0">
                <a:solidFill>
                  <a:schemeClr val="bg2"/>
                </a:solidFill>
                <a:effectLst>
                  <a:outerShdw blurRad="38100" dist="38100" dir="2700000" algn="tl">
                    <a:srgbClr val="000000">
                      <a:alpha val="43137"/>
                    </a:srgbClr>
                  </a:outerShdw>
                </a:effectLst>
                <a:ea typeface="楷体" panose="02010609060101010101" pitchFamily="49" charset="-122"/>
              </a:rPr>
              <a:t>防止的根本手段？</a:t>
            </a:r>
            <a:endParaRPr lang="zh-CN" altLang="zh-CN" dirty="0">
              <a:solidFill>
                <a:schemeClr val="bg2"/>
              </a:solidFill>
              <a:effectLst>
                <a:outerShdw blurRad="38100" dist="38100" dir="2700000" algn="tl">
                  <a:srgbClr val="000000">
                    <a:alpha val="43137"/>
                  </a:srgbClr>
                </a:outerShdw>
              </a:effectLst>
              <a:ea typeface="楷体" panose="02010609060101010101" pitchFamily="49" charset="-122"/>
              <a:sym typeface="Symbol" panose="05050102010706020507" pitchFamily="18" charset="2"/>
            </a:endParaRPr>
          </a:p>
        </p:txBody>
      </p:sp>
      <p:sp>
        <p:nvSpPr>
          <p:cNvPr id="9" name="Rectangle 36">
            <a:extLst>
              <a:ext uri="{FF2B5EF4-FFF2-40B4-BE49-F238E27FC236}">
                <a16:creationId xmlns:a16="http://schemas.microsoft.com/office/drawing/2014/main" id="{C45148F7-9A2A-43B3-976C-7D8058CC0A98}"/>
              </a:ext>
            </a:extLst>
          </p:cNvPr>
          <p:cNvSpPr>
            <a:spLocks noChangeArrowheads="1"/>
          </p:cNvSpPr>
          <p:nvPr/>
        </p:nvSpPr>
        <p:spPr bwMode="auto">
          <a:xfrm>
            <a:off x="3912501" y="4317740"/>
            <a:ext cx="4896544" cy="5847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lvl="1" indent="-457200">
              <a:spcBef>
                <a:spcPct val="0"/>
              </a:spcBef>
            </a:pPr>
            <a:r>
              <a:rPr lang="zh-CN" altLang="en-US" dirty="0">
                <a:solidFill>
                  <a:schemeClr val="bg2"/>
                </a:solidFill>
                <a:effectLst>
                  <a:outerShdw blurRad="38100" dist="38100" dir="2700000" algn="tl">
                    <a:srgbClr val="000000">
                      <a:alpha val="43137"/>
                    </a:srgbClr>
                  </a:outerShdw>
                </a:effectLst>
                <a:ea typeface="楷体" panose="02010609060101010101" pitchFamily="49" charset="-122"/>
              </a:rPr>
              <a:t>给进程分配足够多的</a:t>
            </a:r>
            <a:r>
              <a:rPr lang="zh-CN" altLang="en-US" dirty="0">
                <a:solidFill>
                  <a:schemeClr val="bg2"/>
                </a:solidFill>
                <a:effectLst>
                  <a:outerShdw blurRad="38100" dist="38100" dir="2700000" algn="tl">
                    <a:srgbClr val="000000">
                      <a:alpha val="43137"/>
                    </a:srgbClr>
                  </a:outerShdw>
                </a:effectLst>
                <a:ea typeface="楷体" panose="02010609060101010101" pitchFamily="49" charset="-122"/>
                <a:sym typeface="Symbol" panose="05050102010706020507" pitchFamily="18" charset="2"/>
              </a:rPr>
              <a:t>帧</a:t>
            </a:r>
            <a:endParaRPr lang="zh-CN" altLang="zh-CN" dirty="0">
              <a:solidFill>
                <a:schemeClr val="bg2"/>
              </a:solidFill>
              <a:effectLst>
                <a:outerShdw blurRad="38100" dist="38100" dir="2700000" algn="tl">
                  <a:srgbClr val="000000">
                    <a:alpha val="43137"/>
                  </a:srgbClr>
                </a:outerShdw>
              </a:effectLst>
              <a:ea typeface="楷体" panose="02010609060101010101" pitchFamily="49" charset="-122"/>
              <a:sym typeface="Symbol" panose="05050102010706020507" pitchFamily="18" charset="2"/>
            </a:endParaRPr>
          </a:p>
        </p:txBody>
      </p:sp>
      <p:sp>
        <p:nvSpPr>
          <p:cNvPr id="10" name="AutoShape 44">
            <a:extLst>
              <a:ext uri="{FF2B5EF4-FFF2-40B4-BE49-F238E27FC236}">
                <a16:creationId xmlns:a16="http://schemas.microsoft.com/office/drawing/2014/main" id="{1296C22A-FEE6-4ACF-AAF7-0E8ACFCCC919}"/>
              </a:ext>
            </a:extLst>
          </p:cNvPr>
          <p:cNvSpPr>
            <a:spLocks noChangeArrowheads="1"/>
          </p:cNvSpPr>
          <p:nvPr/>
        </p:nvSpPr>
        <p:spPr bwMode="auto">
          <a:xfrm rot="10800000">
            <a:off x="2743200" y="5410200"/>
            <a:ext cx="3657600" cy="990600"/>
          </a:xfrm>
          <a:prstGeom prst="wedgeRoundRectCallout">
            <a:avLst>
              <a:gd name="adj1" fmla="val 32375"/>
              <a:gd name="adj2" fmla="val 75801"/>
              <a:gd name="adj3" fmla="val 16667"/>
            </a:avLst>
          </a:prstGeom>
          <a:solidFill>
            <a:srgbClr val="CDD5FB"/>
          </a:solidFill>
          <a:ln w="9525">
            <a:solidFill>
              <a:schemeClr val="tx1"/>
            </a:solidFill>
            <a:miter lim="800000"/>
            <a:headEnd/>
            <a:tailEnd/>
          </a:ln>
          <a:effectLst/>
          <a:extLst/>
        </p:spPr>
        <p:txBody>
          <a:bodyPr rot="10800000"/>
          <a:lstStyle/>
          <a:p>
            <a:pPr algn="ctr">
              <a:spcBef>
                <a:spcPct val="0"/>
              </a:spcBef>
            </a:pPr>
            <a:r>
              <a:rPr lang="zh-CN" altLang="en-US" sz="2400" b="1" dirty="0">
                <a:solidFill>
                  <a:schemeClr val="bg2"/>
                </a:solidFill>
                <a:sym typeface="Symbol" panose="05050102010706020507" pitchFamily="18" charset="2"/>
              </a:rPr>
              <a:t>怎么确定进程需要多少帧才能不颠簸</a:t>
            </a:r>
            <a:r>
              <a:rPr lang="en-US" altLang="zh-CN" sz="2400" b="1" dirty="0">
                <a:solidFill>
                  <a:schemeClr val="bg2"/>
                </a:solidFill>
                <a:sym typeface="Symbol" panose="05050102010706020507" pitchFamily="18" charset="2"/>
              </a:rPr>
              <a:t>?</a:t>
            </a:r>
          </a:p>
        </p:txBody>
      </p:sp>
      <p:sp>
        <p:nvSpPr>
          <p:cNvPr id="11"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238015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dissolve">
                                      <p:cBhvr>
                                        <p:cTn id="26" dur="500"/>
                                        <p:tgtEl>
                                          <p:spTgt spid="10"/>
                                        </p:tgtEl>
                                      </p:cBhvr>
                                    </p:animEffect>
                                  </p:childTnLst>
                                </p:cTn>
                              </p:par>
                            </p:childTnLst>
                          </p:cTn>
                        </p:par>
                        <p:par>
                          <p:cTn id="27" fill="hold">
                            <p:stCondLst>
                              <p:cond delay="500"/>
                            </p:stCondLst>
                            <p:childTnLst>
                              <p:par>
                                <p:cTn id="28" presetID="2" presetClass="entr" presetSubtype="6" fill="hold" grpId="0" nodeType="afterEffect">
                                  <p:stCondLst>
                                    <p:cond delay="0"/>
                                  </p:stCondLst>
                                  <p:childTnLst>
                                    <p:set>
                                      <p:cBhvr>
                                        <p:cTn id="29" dur="1" fill="hold">
                                          <p:stCondLst>
                                            <p:cond delay="0"/>
                                          </p:stCondLst>
                                        </p:cTn>
                                        <p:tgtEl>
                                          <p:spTgt spid="11"/>
                                        </p:tgtEl>
                                        <p:attrNameLst>
                                          <p:attrName>style.visibility</p:attrName>
                                        </p:attrNameLst>
                                      </p:cBhvr>
                                      <p:to>
                                        <p:strVal val="visible"/>
                                      </p:to>
                                    </p:set>
                                    <p:anim calcmode="lin" valueType="num">
                                      <p:cBhvr additive="base">
                                        <p:cTn id="30" dur="500" fill="hold"/>
                                        <p:tgtEl>
                                          <p:spTgt spid="11"/>
                                        </p:tgtEl>
                                        <p:attrNameLst>
                                          <p:attrName>ppt_x</p:attrName>
                                        </p:attrNameLst>
                                      </p:cBhvr>
                                      <p:tavLst>
                                        <p:tav tm="0">
                                          <p:val>
                                            <p:strVal val="1+#ppt_w/2"/>
                                          </p:val>
                                        </p:tav>
                                        <p:tav tm="100000">
                                          <p:val>
                                            <p:strVal val="#ppt_x"/>
                                          </p:val>
                                        </p:tav>
                                      </p:tavLst>
                                    </p:anim>
                                    <p:anim calcmode="lin" valueType="num">
                                      <p:cBhvr additive="base">
                                        <p:cTn id="31"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animBg="1"/>
      <p:bldP spid="11"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3176FA0E-9627-458D-B541-444AC6EC5A10}"/>
              </a:ext>
            </a:extLst>
          </p:cNvPr>
          <p:cNvSpPr txBox="1">
            <a:spLocks noChangeArrowheads="1"/>
          </p:cNvSpPr>
          <p:nvPr/>
        </p:nvSpPr>
        <p:spPr>
          <a:xfrm>
            <a:off x="304800" y="88108"/>
            <a:ext cx="8229600" cy="676275"/>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marL="0" lvl="1" indent="-285750" algn="ctr" eaLnBrk="1" hangingPunct="1">
              <a:defRPr/>
            </a:pPr>
            <a:r>
              <a:rPr lang="zh-CN" altLang="zh-CN" sz="4000" dirty="0">
                <a:solidFill>
                  <a:srgbClr val="B2622C"/>
                </a:solidFill>
                <a:effectLst>
                  <a:outerShdw blurRad="38100" dist="38100" dir="2700000" algn="tl">
                    <a:srgbClr val="000000"/>
                  </a:outerShdw>
                </a:effectLst>
                <a:latin typeface="+mj-lt"/>
                <a:ea typeface="楷体_GB2312" pitchFamily="49" charset="-122"/>
                <a:cs typeface="+mj-cs"/>
                <a:sym typeface="Symbol" panose="05050102010706020507" pitchFamily="18" charset="2"/>
              </a:rPr>
              <a:t>工作集</a:t>
            </a:r>
            <a:r>
              <a:rPr lang="zh-CN" altLang="en-US" sz="4000" dirty="0">
                <a:solidFill>
                  <a:srgbClr val="B2622C"/>
                </a:solidFill>
                <a:effectLst>
                  <a:outerShdw blurRad="38100" dist="38100" dir="2700000" algn="tl">
                    <a:srgbClr val="000000"/>
                  </a:outerShdw>
                </a:effectLst>
                <a:latin typeface="+mj-lt"/>
                <a:ea typeface="楷体_GB2312" pitchFamily="49" charset="-122"/>
                <a:cs typeface="+mj-cs"/>
                <a:sym typeface="Symbol" panose="05050102010706020507" pitchFamily="18" charset="2"/>
              </a:rPr>
              <a:t>模型</a:t>
            </a:r>
            <a:endParaRPr lang="zh-CN" altLang="zh-CN" sz="4000" dirty="0">
              <a:solidFill>
                <a:srgbClr val="B2622C"/>
              </a:solidFill>
              <a:effectLst>
                <a:outerShdw blurRad="38100" dist="38100" dir="2700000" algn="tl">
                  <a:srgbClr val="000000"/>
                </a:outerShdw>
              </a:effectLst>
              <a:latin typeface="+mj-lt"/>
              <a:ea typeface="楷体_GB2312" pitchFamily="49" charset="-122"/>
              <a:cs typeface="+mj-cs"/>
              <a:sym typeface="Symbol" panose="05050102010706020507" pitchFamily="18" charset="2"/>
            </a:endParaRPr>
          </a:p>
        </p:txBody>
      </p:sp>
      <p:sp>
        <p:nvSpPr>
          <p:cNvPr id="7" name="Rectangle 27">
            <a:extLst>
              <a:ext uri="{FF2B5EF4-FFF2-40B4-BE49-F238E27FC236}">
                <a16:creationId xmlns:a16="http://schemas.microsoft.com/office/drawing/2014/main" id="{5BE9CDA8-C977-4136-B566-46DA6FF531E7}"/>
              </a:ext>
            </a:extLst>
          </p:cNvPr>
          <p:cNvSpPr>
            <a:spLocks noChangeArrowheads="1"/>
          </p:cNvSpPr>
          <p:nvPr/>
        </p:nvSpPr>
        <p:spPr bwMode="auto">
          <a:xfrm>
            <a:off x="2432844" y="764383"/>
            <a:ext cx="4152900" cy="5909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lvl="2" algn="ctr" defTabSz="355600">
              <a:lnSpc>
                <a:spcPct val="90000"/>
              </a:lnSpc>
              <a:buClr>
                <a:schemeClr val="bg1"/>
              </a:buClr>
              <a:buSzPct val="80000"/>
              <a:tabLst>
                <a:tab pos="3851275" algn="l"/>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基于局部性假设</a:t>
            </a:r>
            <a:endParaRPr lang="en-US" altLang="zh-CN" sz="3600" dirty="0">
              <a:solidFill>
                <a:schemeClr val="bg1"/>
              </a:solidFill>
              <a:effectLst>
                <a:outerShdw blurRad="38100" dist="38100" dir="2700000" algn="tl">
                  <a:srgbClr val="000000"/>
                </a:outerShdw>
              </a:effectLst>
              <a:latin typeface="+mj-lt"/>
              <a:ea typeface="楷体" panose="02010609060101010101" pitchFamily="49" charset="-122"/>
            </a:endParaRPr>
          </a:p>
        </p:txBody>
      </p:sp>
      <p:sp>
        <p:nvSpPr>
          <p:cNvPr id="20" name="Rectangle 62">
            <a:extLst>
              <a:ext uri="{FF2B5EF4-FFF2-40B4-BE49-F238E27FC236}">
                <a16:creationId xmlns:a16="http://schemas.microsoft.com/office/drawing/2014/main" id="{B9113F74-2E50-4285-AE99-AB44E298F008}"/>
              </a:ext>
            </a:extLst>
          </p:cNvPr>
          <p:cNvSpPr>
            <a:spLocks noChangeArrowheads="1"/>
          </p:cNvSpPr>
          <p:nvPr/>
        </p:nvSpPr>
        <p:spPr bwMode="auto">
          <a:xfrm>
            <a:off x="409767" y="4624463"/>
            <a:ext cx="8568940" cy="142192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55600" lvl="2" indent="-355600" defTabSz="355600">
              <a:lnSpc>
                <a:spcPct val="90000"/>
              </a:lnSpc>
              <a:buClr>
                <a:schemeClr val="bg2"/>
              </a:buClr>
              <a:buSzPct val="70000"/>
              <a:buFont typeface="Wingdings" panose="05000000000000000000" pitchFamily="2" charset="2"/>
              <a:buChar char="n"/>
              <a:tabLst>
                <a:tab pos="3851275" algn="l"/>
              </a:tabLst>
              <a:defRPr/>
            </a:pP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分配的帧空间能覆盖整个局部就不会出现太多的缺页</a:t>
            </a:r>
            <a:r>
              <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a:t>
            </a:r>
          </a:p>
          <a:p>
            <a:pPr marL="355600" lvl="2" indent="-355600" defTabSz="355600">
              <a:lnSpc>
                <a:spcPct val="90000"/>
              </a:lnSpc>
              <a:buClr>
                <a:schemeClr val="bg2"/>
              </a:buClr>
              <a:buSzPct val="70000"/>
              <a:buFont typeface="Wingdings" panose="05000000000000000000" pitchFamily="2" charset="2"/>
              <a:buChar char="n"/>
              <a:tabLst>
                <a:tab pos="3851275" algn="l"/>
              </a:tabLst>
              <a:defRPr/>
            </a:pP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用来计算一个局部的宽度</a:t>
            </a:r>
            <a:r>
              <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a:t>
            </a: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帧数</a:t>
            </a:r>
            <a:r>
              <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rPr>
              <a:t>)</a:t>
            </a:r>
          </a:p>
        </p:txBody>
      </p:sp>
      <p:sp>
        <p:nvSpPr>
          <p:cNvPr id="25" name="AutoShape 130">
            <a:extLst>
              <a:ext uri="{FF2B5EF4-FFF2-40B4-BE49-F238E27FC236}">
                <a16:creationId xmlns:a16="http://schemas.microsoft.com/office/drawing/2014/main" id="{F76A45BA-CCEB-4226-AD31-13D27E0E9971}"/>
              </a:ext>
            </a:extLst>
          </p:cNvPr>
          <p:cNvSpPr>
            <a:spLocks noChangeArrowheads="1"/>
          </p:cNvSpPr>
          <p:nvPr/>
        </p:nvSpPr>
        <p:spPr bwMode="auto">
          <a:xfrm rot="10800000">
            <a:off x="4649469" y="1292490"/>
            <a:ext cx="2239711" cy="579540"/>
          </a:xfrm>
          <a:prstGeom prst="wedgeRoundRectCallout">
            <a:avLst>
              <a:gd name="adj1" fmla="val 85526"/>
              <a:gd name="adj2" fmla="val -81932"/>
              <a:gd name="adj3" fmla="val 16667"/>
            </a:avLst>
          </a:prstGeom>
          <a:solidFill>
            <a:srgbClr val="99CCFF"/>
          </a:solidFill>
          <a:ln w="9525">
            <a:solidFill>
              <a:schemeClr val="tx1"/>
            </a:solidFill>
            <a:miter lim="800000"/>
            <a:headEnd/>
            <a:tailEnd/>
          </a:ln>
          <a:effectLst/>
        </p:spPr>
        <p:txBody>
          <a:bodyPr rot="10800000"/>
          <a:lstStyle/>
          <a:p>
            <a:pPr algn="ctr"/>
            <a:r>
              <a:rPr lang="zh-CN" altLang="en-US" sz="2800" dirty="0">
                <a:solidFill>
                  <a:schemeClr val="bg2"/>
                </a:solidFill>
                <a:sym typeface="Symbol" panose="05050102010706020507" pitchFamily="18" charset="2"/>
              </a:rPr>
              <a:t>局部性现象</a:t>
            </a:r>
            <a:endParaRPr lang="en-US" altLang="zh-CN" sz="2800" b="1" dirty="0">
              <a:solidFill>
                <a:schemeClr val="bg2"/>
              </a:solidFill>
              <a:latin typeface="+mn-lt"/>
              <a:sym typeface="Symbol" panose="05050102010706020507" pitchFamily="18" charset="2"/>
            </a:endParaRPr>
          </a:p>
        </p:txBody>
      </p:sp>
      <p:sp>
        <p:nvSpPr>
          <p:cNvPr id="19"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1" name="文本框 20">
            <a:extLst>
              <a:ext uri="{FF2B5EF4-FFF2-40B4-BE49-F238E27FC236}">
                <a16:creationId xmlns:a16="http://schemas.microsoft.com/office/drawing/2014/main" id="{FAD3DC9A-E345-407A-A538-C761D5C2AE6B}"/>
              </a:ext>
            </a:extLst>
          </p:cNvPr>
          <p:cNvSpPr txBox="1"/>
          <p:nvPr/>
        </p:nvSpPr>
        <p:spPr>
          <a:xfrm>
            <a:off x="568029" y="6318028"/>
            <a:ext cx="8001000" cy="400110"/>
          </a:xfrm>
          <a:prstGeom prst="rect">
            <a:avLst/>
          </a:prstGeom>
          <a:noFill/>
        </p:spPr>
        <p:txBody>
          <a:bodyPr wrap="square" rtlCol="0">
            <a:spAutoFit/>
          </a:bodyPr>
          <a:lstStyle/>
          <a:p>
            <a:pPr algn="ctr"/>
            <a:r>
              <a:rPr lang="zh-CN" altLang="en-US" sz="2000" dirty="0" smtClean="0">
                <a:solidFill>
                  <a:schemeClr val="bg2"/>
                </a:solidFill>
                <a:latin typeface="+mn-ea"/>
                <a:ea typeface="+mn-ea"/>
              </a:rPr>
              <a:t>李治</a:t>
            </a:r>
            <a:r>
              <a:rPr lang="zh-CN" altLang="en-US" sz="2000" dirty="0">
                <a:solidFill>
                  <a:schemeClr val="bg2"/>
                </a:solidFill>
                <a:latin typeface="+mn-ea"/>
                <a:ea typeface="+mn-ea"/>
              </a:rPr>
              <a:t>军 操作系统课件 哈尔滨工业大学</a:t>
            </a:r>
          </a:p>
        </p:txBody>
      </p:sp>
      <p:grpSp>
        <p:nvGrpSpPr>
          <p:cNvPr id="18" name="Group 168">
            <a:extLst>
              <a:ext uri="{FF2B5EF4-FFF2-40B4-BE49-F238E27FC236}">
                <a16:creationId xmlns:a16="http://schemas.microsoft.com/office/drawing/2014/main" id="{C34B2396-173A-4A41-A061-20B063990CF1}"/>
              </a:ext>
            </a:extLst>
          </p:cNvPr>
          <p:cNvGrpSpPr>
            <a:grpSpLocks/>
          </p:cNvGrpSpPr>
          <p:nvPr/>
        </p:nvGrpSpPr>
        <p:grpSpPr bwMode="auto">
          <a:xfrm>
            <a:off x="1208087" y="1538487"/>
            <a:ext cx="6423025" cy="2835275"/>
            <a:chOff x="362" y="2304"/>
            <a:chExt cx="4046" cy="1786"/>
          </a:xfrm>
        </p:grpSpPr>
        <p:sp>
          <p:nvSpPr>
            <p:cNvPr id="22" name="Freeform 137">
              <a:extLst>
                <a:ext uri="{FF2B5EF4-FFF2-40B4-BE49-F238E27FC236}">
                  <a16:creationId xmlns:a16="http://schemas.microsoft.com/office/drawing/2014/main" id="{40432B9B-CF75-45E6-B1D0-CD044B29C3CF}"/>
                </a:ext>
              </a:extLst>
            </p:cNvPr>
            <p:cNvSpPr>
              <a:spLocks/>
            </p:cNvSpPr>
            <p:nvPr/>
          </p:nvSpPr>
          <p:spPr bwMode="auto">
            <a:xfrm>
              <a:off x="803" y="2448"/>
              <a:ext cx="3277" cy="684"/>
            </a:xfrm>
            <a:custGeom>
              <a:avLst/>
              <a:gdLst>
                <a:gd name="T0" fmla="*/ 13 w 4321"/>
                <a:gd name="T1" fmla="*/ 1207 h 1207"/>
                <a:gd name="T2" fmla="*/ 1 w 4321"/>
                <a:gd name="T3" fmla="*/ 1171 h 1207"/>
                <a:gd name="T4" fmla="*/ 73 w 4321"/>
                <a:gd name="T5" fmla="*/ 991 h 1207"/>
                <a:gd name="T6" fmla="*/ 169 w 4321"/>
                <a:gd name="T7" fmla="*/ 667 h 1207"/>
                <a:gd name="T8" fmla="*/ 253 w 4321"/>
                <a:gd name="T9" fmla="*/ 391 h 1207"/>
                <a:gd name="T10" fmla="*/ 301 w 4321"/>
                <a:gd name="T11" fmla="*/ 151 h 1207"/>
                <a:gd name="T12" fmla="*/ 325 w 4321"/>
                <a:gd name="T13" fmla="*/ 115 h 1207"/>
                <a:gd name="T14" fmla="*/ 349 w 4321"/>
                <a:gd name="T15" fmla="*/ 43 h 1207"/>
                <a:gd name="T16" fmla="*/ 373 w 4321"/>
                <a:gd name="T17" fmla="*/ 235 h 1207"/>
                <a:gd name="T18" fmla="*/ 421 w 4321"/>
                <a:gd name="T19" fmla="*/ 499 h 1207"/>
                <a:gd name="T20" fmla="*/ 481 w 4321"/>
                <a:gd name="T21" fmla="*/ 1099 h 1207"/>
                <a:gd name="T22" fmla="*/ 517 w 4321"/>
                <a:gd name="T23" fmla="*/ 1111 h 1207"/>
                <a:gd name="T24" fmla="*/ 589 w 4321"/>
                <a:gd name="T25" fmla="*/ 1123 h 1207"/>
                <a:gd name="T26" fmla="*/ 697 w 4321"/>
                <a:gd name="T27" fmla="*/ 1135 h 1207"/>
                <a:gd name="T28" fmla="*/ 829 w 4321"/>
                <a:gd name="T29" fmla="*/ 1171 h 1207"/>
                <a:gd name="T30" fmla="*/ 913 w 4321"/>
                <a:gd name="T31" fmla="*/ 1171 h 1207"/>
                <a:gd name="T32" fmla="*/ 949 w 4321"/>
                <a:gd name="T33" fmla="*/ 1159 h 1207"/>
                <a:gd name="T34" fmla="*/ 1189 w 4321"/>
                <a:gd name="T35" fmla="*/ 1111 h 1207"/>
                <a:gd name="T36" fmla="*/ 1417 w 4321"/>
                <a:gd name="T37" fmla="*/ 1099 h 1207"/>
                <a:gd name="T38" fmla="*/ 1525 w 4321"/>
                <a:gd name="T39" fmla="*/ 931 h 1207"/>
                <a:gd name="T40" fmla="*/ 1561 w 4321"/>
                <a:gd name="T41" fmla="*/ 571 h 1207"/>
                <a:gd name="T42" fmla="*/ 1621 w 4321"/>
                <a:gd name="T43" fmla="*/ 91 h 1207"/>
                <a:gd name="T44" fmla="*/ 1657 w 4321"/>
                <a:gd name="T45" fmla="*/ 235 h 1207"/>
                <a:gd name="T46" fmla="*/ 1669 w 4321"/>
                <a:gd name="T47" fmla="*/ 271 h 1207"/>
                <a:gd name="T48" fmla="*/ 1705 w 4321"/>
                <a:gd name="T49" fmla="*/ 283 h 1207"/>
                <a:gd name="T50" fmla="*/ 1777 w 4321"/>
                <a:gd name="T51" fmla="*/ 247 h 1207"/>
                <a:gd name="T52" fmla="*/ 1789 w 4321"/>
                <a:gd name="T53" fmla="*/ 307 h 1207"/>
                <a:gd name="T54" fmla="*/ 1801 w 4321"/>
                <a:gd name="T55" fmla="*/ 403 h 1207"/>
                <a:gd name="T56" fmla="*/ 1861 w 4321"/>
                <a:gd name="T57" fmla="*/ 415 h 1207"/>
                <a:gd name="T58" fmla="*/ 1849 w 4321"/>
                <a:gd name="T59" fmla="*/ 547 h 1207"/>
                <a:gd name="T60" fmla="*/ 1837 w 4321"/>
                <a:gd name="T61" fmla="*/ 583 h 1207"/>
                <a:gd name="T62" fmla="*/ 1825 w 4321"/>
                <a:gd name="T63" fmla="*/ 619 h 1207"/>
                <a:gd name="T64" fmla="*/ 1849 w 4321"/>
                <a:gd name="T65" fmla="*/ 715 h 1207"/>
                <a:gd name="T66" fmla="*/ 1861 w 4321"/>
                <a:gd name="T67" fmla="*/ 751 h 1207"/>
                <a:gd name="T68" fmla="*/ 1885 w 4321"/>
                <a:gd name="T69" fmla="*/ 847 h 1207"/>
                <a:gd name="T70" fmla="*/ 1957 w 4321"/>
                <a:gd name="T71" fmla="*/ 1075 h 1207"/>
                <a:gd name="T72" fmla="*/ 2029 w 4321"/>
                <a:gd name="T73" fmla="*/ 1159 h 1207"/>
                <a:gd name="T74" fmla="*/ 2257 w 4321"/>
                <a:gd name="T75" fmla="*/ 1123 h 1207"/>
                <a:gd name="T76" fmla="*/ 2473 w 4321"/>
                <a:gd name="T77" fmla="*/ 1159 h 1207"/>
                <a:gd name="T78" fmla="*/ 2545 w 4321"/>
                <a:gd name="T79" fmla="*/ 1183 h 1207"/>
                <a:gd name="T80" fmla="*/ 2581 w 4321"/>
                <a:gd name="T81" fmla="*/ 1195 h 1207"/>
                <a:gd name="T82" fmla="*/ 2905 w 4321"/>
                <a:gd name="T83" fmla="*/ 1135 h 1207"/>
                <a:gd name="T84" fmla="*/ 3121 w 4321"/>
                <a:gd name="T85" fmla="*/ 1147 h 1207"/>
                <a:gd name="T86" fmla="*/ 3133 w 4321"/>
                <a:gd name="T87" fmla="*/ 931 h 1207"/>
                <a:gd name="T88" fmla="*/ 3169 w 4321"/>
                <a:gd name="T89" fmla="*/ 451 h 1207"/>
                <a:gd name="T90" fmla="*/ 3205 w 4321"/>
                <a:gd name="T91" fmla="*/ 259 h 1207"/>
                <a:gd name="T92" fmla="*/ 3229 w 4321"/>
                <a:gd name="T93" fmla="*/ 187 h 1207"/>
                <a:gd name="T94" fmla="*/ 3241 w 4321"/>
                <a:gd name="T95" fmla="*/ 19 h 1207"/>
                <a:gd name="T96" fmla="*/ 3277 w 4321"/>
                <a:gd name="T97" fmla="*/ 451 h 1207"/>
                <a:gd name="T98" fmla="*/ 3301 w 4321"/>
                <a:gd name="T99" fmla="*/ 967 h 1207"/>
                <a:gd name="T100" fmla="*/ 3361 w 4321"/>
                <a:gd name="T101" fmla="*/ 1135 h 1207"/>
                <a:gd name="T102" fmla="*/ 3481 w 4321"/>
                <a:gd name="T103" fmla="*/ 1135 h 1207"/>
                <a:gd name="T104" fmla="*/ 3565 w 4321"/>
                <a:gd name="T105" fmla="*/ 1123 h 1207"/>
                <a:gd name="T106" fmla="*/ 3625 w 4321"/>
                <a:gd name="T107" fmla="*/ 1111 h 1207"/>
                <a:gd name="T108" fmla="*/ 3697 w 4321"/>
                <a:gd name="T109" fmla="*/ 1087 h 1207"/>
                <a:gd name="T110" fmla="*/ 3985 w 4321"/>
                <a:gd name="T111" fmla="*/ 1075 h 1207"/>
                <a:gd name="T112" fmla="*/ 4129 w 4321"/>
                <a:gd name="T113" fmla="*/ 1111 h 1207"/>
                <a:gd name="T114" fmla="*/ 4177 w 4321"/>
                <a:gd name="T115" fmla="*/ 1183 h 1207"/>
                <a:gd name="T116" fmla="*/ 4225 w 4321"/>
                <a:gd name="T117" fmla="*/ 1171 h 1207"/>
                <a:gd name="T118" fmla="*/ 4321 w 4321"/>
                <a:gd name="T119" fmla="*/ 1147 h 1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321" h="1207">
                  <a:moveTo>
                    <a:pt x="13" y="1207"/>
                  </a:moveTo>
                  <a:cubicBezTo>
                    <a:pt x="9" y="1195"/>
                    <a:pt x="0" y="1184"/>
                    <a:pt x="1" y="1171"/>
                  </a:cubicBezTo>
                  <a:cubicBezTo>
                    <a:pt x="7" y="1120"/>
                    <a:pt x="43" y="1037"/>
                    <a:pt x="73" y="991"/>
                  </a:cubicBezTo>
                  <a:cubicBezTo>
                    <a:pt x="95" y="881"/>
                    <a:pt x="134" y="773"/>
                    <a:pt x="169" y="667"/>
                  </a:cubicBezTo>
                  <a:cubicBezTo>
                    <a:pt x="199" y="576"/>
                    <a:pt x="223" y="482"/>
                    <a:pt x="253" y="391"/>
                  </a:cubicBezTo>
                  <a:cubicBezTo>
                    <a:pt x="278" y="315"/>
                    <a:pt x="269" y="226"/>
                    <a:pt x="301" y="151"/>
                  </a:cubicBezTo>
                  <a:cubicBezTo>
                    <a:pt x="307" y="138"/>
                    <a:pt x="319" y="128"/>
                    <a:pt x="325" y="115"/>
                  </a:cubicBezTo>
                  <a:cubicBezTo>
                    <a:pt x="335" y="92"/>
                    <a:pt x="349" y="43"/>
                    <a:pt x="349" y="43"/>
                  </a:cubicBezTo>
                  <a:cubicBezTo>
                    <a:pt x="379" y="163"/>
                    <a:pt x="341" y="0"/>
                    <a:pt x="373" y="235"/>
                  </a:cubicBezTo>
                  <a:cubicBezTo>
                    <a:pt x="385" y="324"/>
                    <a:pt x="412" y="409"/>
                    <a:pt x="421" y="499"/>
                  </a:cubicBezTo>
                  <a:cubicBezTo>
                    <a:pt x="442" y="700"/>
                    <a:pt x="465" y="897"/>
                    <a:pt x="481" y="1099"/>
                  </a:cubicBezTo>
                  <a:cubicBezTo>
                    <a:pt x="482" y="1112"/>
                    <a:pt x="505" y="1108"/>
                    <a:pt x="517" y="1111"/>
                  </a:cubicBezTo>
                  <a:cubicBezTo>
                    <a:pt x="541" y="1116"/>
                    <a:pt x="565" y="1120"/>
                    <a:pt x="589" y="1123"/>
                  </a:cubicBezTo>
                  <a:cubicBezTo>
                    <a:pt x="625" y="1128"/>
                    <a:pt x="661" y="1131"/>
                    <a:pt x="697" y="1135"/>
                  </a:cubicBezTo>
                  <a:cubicBezTo>
                    <a:pt x="740" y="1149"/>
                    <a:pt x="829" y="1171"/>
                    <a:pt x="829" y="1171"/>
                  </a:cubicBezTo>
                  <a:cubicBezTo>
                    <a:pt x="979" y="1133"/>
                    <a:pt x="792" y="1171"/>
                    <a:pt x="913" y="1171"/>
                  </a:cubicBezTo>
                  <a:cubicBezTo>
                    <a:pt x="926" y="1171"/>
                    <a:pt x="937" y="1162"/>
                    <a:pt x="949" y="1159"/>
                  </a:cubicBezTo>
                  <a:cubicBezTo>
                    <a:pt x="1024" y="1142"/>
                    <a:pt x="1113" y="1118"/>
                    <a:pt x="1189" y="1111"/>
                  </a:cubicBezTo>
                  <a:cubicBezTo>
                    <a:pt x="1265" y="1104"/>
                    <a:pt x="1341" y="1103"/>
                    <a:pt x="1417" y="1099"/>
                  </a:cubicBezTo>
                  <a:cubicBezTo>
                    <a:pt x="1520" y="1133"/>
                    <a:pt x="1516" y="1007"/>
                    <a:pt x="1525" y="931"/>
                  </a:cubicBezTo>
                  <a:cubicBezTo>
                    <a:pt x="1525" y="931"/>
                    <a:pt x="1555" y="631"/>
                    <a:pt x="1561" y="571"/>
                  </a:cubicBezTo>
                  <a:cubicBezTo>
                    <a:pt x="1577" y="410"/>
                    <a:pt x="1609" y="254"/>
                    <a:pt x="1621" y="91"/>
                  </a:cubicBezTo>
                  <a:cubicBezTo>
                    <a:pt x="1631" y="140"/>
                    <a:pt x="1643" y="187"/>
                    <a:pt x="1657" y="235"/>
                  </a:cubicBezTo>
                  <a:cubicBezTo>
                    <a:pt x="1660" y="247"/>
                    <a:pt x="1660" y="262"/>
                    <a:pt x="1669" y="271"/>
                  </a:cubicBezTo>
                  <a:cubicBezTo>
                    <a:pt x="1678" y="280"/>
                    <a:pt x="1693" y="279"/>
                    <a:pt x="1705" y="283"/>
                  </a:cubicBezTo>
                  <a:cubicBezTo>
                    <a:pt x="1761" y="199"/>
                    <a:pt x="1737" y="187"/>
                    <a:pt x="1777" y="247"/>
                  </a:cubicBezTo>
                  <a:cubicBezTo>
                    <a:pt x="1781" y="267"/>
                    <a:pt x="1786" y="287"/>
                    <a:pt x="1789" y="307"/>
                  </a:cubicBezTo>
                  <a:cubicBezTo>
                    <a:pt x="1794" y="339"/>
                    <a:pt x="1783" y="376"/>
                    <a:pt x="1801" y="403"/>
                  </a:cubicBezTo>
                  <a:cubicBezTo>
                    <a:pt x="1812" y="420"/>
                    <a:pt x="1841" y="411"/>
                    <a:pt x="1861" y="415"/>
                  </a:cubicBezTo>
                  <a:cubicBezTo>
                    <a:pt x="1878" y="500"/>
                    <a:pt x="1879" y="456"/>
                    <a:pt x="1849" y="547"/>
                  </a:cubicBezTo>
                  <a:cubicBezTo>
                    <a:pt x="1845" y="559"/>
                    <a:pt x="1841" y="571"/>
                    <a:pt x="1837" y="583"/>
                  </a:cubicBezTo>
                  <a:cubicBezTo>
                    <a:pt x="1833" y="595"/>
                    <a:pt x="1825" y="619"/>
                    <a:pt x="1825" y="619"/>
                  </a:cubicBezTo>
                  <a:cubicBezTo>
                    <a:pt x="1833" y="651"/>
                    <a:pt x="1839" y="684"/>
                    <a:pt x="1849" y="715"/>
                  </a:cubicBezTo>
                  <a:cubicBezTo>
                    <a:pt x="1853" y="727"/>
                    <a:pt x="1858" y="739"/>
                    <a:pt x="1861" y="751"/>
                  </a:cubicBezTo>
                  <a:cubicBezTo>
                    <a:pt x="1870" y="783"/>
                    <a:pt x="1885" y="847"/>
                    <a:pt x="1885" y="847"/>
                  </a:cubicBezTo>
                  <a:cubicBezTo>
                    <a:pt x="1896" y="989"/>
                    <a:pt x="1877" y="995"/>
                    <a:pt x="1957" y="1075"/>
                  </a:cubicBezTo>
                  <a:cubicBezTo>
                    <a:pt x="1974" y="1127"/>
                    <a:pt x="1975" y="1141"/>
                    <a:pt x="2029" y="1159"/>
                  </a:cubicBezTo>
                  <a:cubicBezTo>
                    <a:pt x="2106" y="1149"/>
                    <a:pt x="2181" y="1136"/>
                    <a:pt x="2257" y="1123"/>
                  </a:cubicBezTo>
                  <a:cubicBezTo>
                    <a:pt x="2329" y="1135"/>
                    <a:pt x="2403" y="1138"/>
                    <a:pt x="2473" y="1159"/>
                  </a:cubicBezTo>
                  <a:cubicBezTo>
                    <a:pt x="2497" y="1166"/>
                    <a:pt x="2521" y="1175"/>
                    <a:pt x="2545" y="1183"/>
                  </a:cubicBezTo>
                  <a:cubicBezTo>
                    <a:pt x="2557" y="1187"/>
                    <a:pt x="2581" y="1195"/>
                    <a:pt x="2581" y="1195"/>
                  </a:cubicBezTo>
                  <a:cubicBezTo>
                    <a:pt x="2693" y="1158"/>
                    <a:pt x="2785" y="1144"/>
                    <a:pt x="2905" y="1135"/>
                  </a:cubicBezTo>
                  <a:cubicBezTo>
                    <a:pt x="3012" y="1153"/>
                    <a:pt x="3000" y="1160"/>
                    <a:pt x="3121" y="1147"/>
                  </a:cubicBezTo>
                  <a:cubicBezTo>
                    <a:pt x="3145" y="1053"/>
                    <a:pt x="3144" y="1051"/>
                    <a:pt x="3133" y="931"/>
                  </a:cubicBezTo>
                  <a:cubicBezTo>
                    <a:pt x="3142" y="771"/>
                    <a:pt x="3148" y="610"/>
                    <a:pt x="3169" y="451"/>
                  </a:cubicBezTo>
                  <a:cubicBezTo>
                    <a:pt x="3177" y="388"/>
                    <a:pt x="3190" y="320"/>
                    <a:pt x="3205" y="259"/>
                  </a:cubicBezTo>
                  <a:cubicBezTo>
                    <a:pt x="3211" y="234"/>
                    <a:pt x="3229" y="187"/>
                    <a:pt x="3229" y="187"/>
                  </a:cubicBezTo>
                  <a:cubicBezTo>
                    <a:pt x="3237" y="129"/>
                    <a:pt x="3259" y="74"/>
                    <a:pt x="3241" y="19"/>
                  </a:cubicBezTo>
                  <a:cubicBezTo>
                    <a:pt x="3248" y="175"/>
                    <a:pt x="3258" y="302"/>
                    <a:pt x="3277" y="451"/>
                  </a:cubicBezTo>
                  <a:cubicBezTo>
                    <a:pt x="3286" y="733"/>
                    <a:pt x="3279" y="758"/>
                    <a:pt x="3301" y="967"/>
                  </a:cubicBezTo>
                  <a:cubicBezTo>
                    <a:pt x="3309" y="1040"/>
                    <a:pt x="3300" y="1094"/>
                    <a:pt x="3361" y="1135"/>
                  </a:cubicBezTo>
                  <a:cubicBezTo>
                    <a:pt x="3472" y="1107"/>
                    <a:pt x="3334" y="1135"/>
                    <a:pt x="3481" y="1135"/>
                  </a:cubicBezTo>
                  <a:cubicBezTo>
                    <a:pt x="3509" y="1135"/>
                    <a:pt x="3537" y="1128"/>
                    <a:pt x="3565" y="1123"/>
                  </a:cubicBezTo>
                  <a:cubicBezTo>
                    <a:pt x="3585" y="1120"/>
                    <a:pt x="3605" y="1116"/>
                    <a:pt x="3625" y="1111"/>
                  </a:cubicBezTo>
                  <a:cubicBezTo>
                    <a:pt x="3649" y="1104"/>
                    <a:pt x="3697" y="1087"/>
                    <a:pt x="3697" y="1087"/>
                  </a:cubicBezTo>
                  <a:cubicBezTo>
                    <a:pt x="3790" y="1110"/>
                    <a:pt x="3985" y="1075"/>
                    <a:pt x="3985" y="1075"/>
                  </a:cubicBezTo>
                  <a:cubicBezTo>
                    <a:pt x="4031" y="1080"/>
                    <a:pt x="4093" y="1070"/>
                    <a:pt x="4129" y="1111"/>
                  </a:cubicBezTo>
                  <a:cubicBezTo>
                    <a:pt x="4148" y="1133"/>
                    <a:pt x="4177" y="1183"/>
                    <a:pt x="4177" y="1183"/>
                  </a:cubicBezTo>
                  <a:cubicBezTo>
                    <a:pt x="4193" y="1179"/>
                    <a:pt x="4210" y="1177"/>
                    <a:pt x="4225" y="1171"/>
                  </a:cubicBezTo>
                  <a:cubicBezTo>
                    <a:pt x="4266" y="1154"/>
                    <a:pt x="4276" y="1124"/>
                    <a:pt x="4321" y="1147"/>
                  </a:cubicBezTo>
                </a:path>
              </a:pathLst>
            </a:custGeom>
            <a:solidFill>
              <a:srgbClr val="66FF66"/>
            </a:solidFill>
            <a:ln w="38100" cap="flat" cmpd="sng">
              <a:solidFill>
                <a:srgbClr val="0F0C19"/>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3" name="Rectangle 138">
              <a:extLst>
                <a:ext uri="{FF2B5EF4-FFF2-40B4-BE49-F238E27FC236}">
                  <a16:creationId xmlns:a16="http://schemas.microsoft.com/office/drawing/2014/main" id="{60B5EE6F-6B04-49A4-953A-E52B68119AED}"/>
                </a:ext>
              </a:extLst>
            </p:cNvPr>
            <p:cNvSpPr>
              <a:spLocks noChangeArrowheads="1"/>
            </p:cNvSpPr>
            <p:nvPr/>
          </p:nvSpPr>
          <p:spPr bwMode="auto">
            <a:xfrm>
              <a:off x="1200" y="3024"/>
              <a:ext cx="672" cy="96"/>
            </a:xfrm>
            <a:prstGeom prst="rect">
              <a:avLst/>
            </a:prstGeom>
            <a:solidFill>
              <a:srgbClr val="CC00CC"/>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4" name="Rectangle 139">
              <a:extLst>
                <a:ext uri="{FF2B5EF4-FFF2-40B4-BE49-F238E27FC236}">
                  <a16:creationId xmlns:a16="http://schemas.microsoft.com/office/drawing/2014/main" id="{679EC32F-CF27-4F2F-9597-2948F2F8898A}"/>
                </a:ext>
              </a:extLst>
            </p:cNvPr>
            <p:cNvSpPr>
              <a:spLocks noChangeArrowheads="1"/>
            </p:cNvSpPr>
            <p:nvPr/>
          </p:nvSpPr>
          <p:spPr bwMode="auto">
            <a:xfrm>
              <a:off x="2304" y="3024"/>
              <a:ext cx="864" cy="96"/>
            </a:xfrm>
            <a:prstGeom prst="rect">
              <a:avLst/>
            </a:prstGeom>
            <a:solidFill>
              <a:srgbClr val="CC00CC"/>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6" name="Rectangle 140">
              <a:extLst>
                <a:ext uri="{FF2B5EF4-FFF2-40B4-BE49-F238E27FC236}">
                  <a16:creationId xmlns:a16="http://schemas.microsoft.com/office/drawing/2014/main" id="{D3EFCA40-E565-4260-9C60-92B0C4E1F022}"/>
                </a:ext>
              </a:extLst>
            </p:cNvPr>
            <p:cNvSpPr>
              <a:spLocks noChangeArrowheads="1"/>
            </p:cNvSpPr>
            <p:nvPr/>
          </p:nvSpPr>
          <p:spPr bwMode="auto">
            <a:xfrm>
              <a:off x="3360" y="3024"/>
              <a:ext cx="720" cy="96"/>
            </a:xfrm>
            <a:prstGeom prst="rect">
              <a:avLst/>
            </a:prstGeom>
            <a:solidFill>
              <a:srgbClr val="CC00CC"/>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7" name="Rectangle 141">
              <a:extLst>
                <a:ext uri="{FF2B5EF4-FFF2-40B4-BE49-F238E27FC236}">
                  <a16:creationId xmlns:a16="http://schemas.microsoft.com/office/drawing/2014/main" id="{0C2708BC-BE32-40DA-BFD7-1B77C8C83028}"/>
                </a:ext>
              </a:extLst>
            </p:cNvPr>
            <p:cNvSpPr>
              <a:spLocks noChangeArrowheads="1"/>
            </p:cNvSpPr>
            <p:nvPr/>
          </p:nvSpPr>
          <p:spPr bwMode="auto">
            <a:xfrm>
              <a:off x="672" y="3024"/>
              <a:ext cx="192" cy="96"/>
            </a:xfrm>
            <a:prstGeom prst="rect">
              <a:avLst/>
            </a:prstGeom>
            <a:solidFill>
              <a:srgbClr val="CC00CC"/>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8" name="Rectangle 142">
              <a:extLst>
                <a:ext uri="{FF2B5EF4-FFF2-40B4-BE49-F238E27FC236}">
                  <a16:creationId xmlns:a16="http://schemas.microsoft.com/office/drawing/2014/main" id="{B8219BB1-0B3B-4489-B107-09D5DD1DCEE7}"/>
                </a:ext>
              </a:extLst>
            </p:cNvPr>
            <p:cNvSpPr>
              <a:spLocks noChangeArrowheads="1"/>
            </p:cNvSpPr>
            <p:nvPr/>
          </p:nvSpPr>
          <p:spPr bwMode="auto">
            <a:xfrm>
              <a:off x="624" y="3408"/>
              <a:ext cx="912" cy="432"/>
            </a:xfrm>
            <a:prstGeom prst="rect">
              <a:avLst/>
            </a:prstGeom>
            <a:solidFill>
              <a:schemeClr val="bg1"/>
            </a:solidFill>
            <a:ln w="28575">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9" name="Rectangle 143">
              <a:extLst>
                <a:ext uri="{FF2B5EF4-FFF2-40B4-BE49-F238E27FC236}">
                  <a16:creationId xmlns:a16="http://schemas.microsoft.com/office/drawing/2014/main" id="{72CB650E-4D9E-4013-B611-046324A9849A}"/>
                </a:ext>
              </a:extLst>
            </p:cNvPr>
            <p:cNvSpPr>
              <a:spLocks noChangeArrowheads="1"/>
            </p:cNvSpPr>
            <p:nvPr/>
          </p:nvSpPr>
          <p:spPr bwMode="auto">
            <a:xfrm>
              <a:off x="672" y="3456"/>
              <a:ext cx="384" cy="144"/>
            </a:xfrm>
            <a:prstGeom prst="rect">
              <a:avLst/>
            </a:prstGeom>
            <a:solidFill>
              <a:srgbClr val="66FF66"/>
            </a:solidFill>
            <a:ln w="28575">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0" name="Rectangle 144">
              <a:extLst>
                <a:ext uri="{FF2B5EF4-FFF2-40B4-BE49-F238E27FC236}">
                  <a16:creationId xmlns:a16="http://schemas.microsoft.com/office/drawing/2014/main" id="{8F7BFB1C-58B6-4106-B47F-ECAFDB535875}"/>
                </a:ext>
              </a:extLst>
            </p:cNvPr>
            <p:cNvSpPr>
              <a:spLocks noChangeArrowheads="1"/>
            </p:cNvSpPr>
            <p:nvPr/>
          </p:nvSpPr>
          <p:spPr bwMode="auto">
            <a:xfrm>
              <a:off x="1152" y="3456"/>
              <a:ext cx="384" cy="144"/>
            </a:xfrm>
            <a:prstGeom prst="rect">
              <a:avLst/>
            </a:prstGeom>
            <a:solidFill>
              <a:srgbClr val="66FF66"/>
            </a:solidFill>
            <a:ln w="28575">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1" name="Rectangle 145">
              <a:extLst>
                <a:ext uri="{FF2B5EF4-FFF2-40B4-BE49-F238E27FC236}">
                  <a16:creationId xmlns:a16="http://schemas.microsoft.com/office/drawing/2014/main" id="{60157543-C1E6-461F-BCBE-BEE28B904684}"/>
                </a:ext>
              </a:extLst>
            </p:cNvPr>
            <p:cNvSpPr>
              <a:spLocks noChangeArrowheads="1"/>
            </p:cNvSpPr>
            <p:nvPr/>
          </p:nvSpPr>
          <p:spPr bwMode="auto">
            <a:xfrm>
              <a:off x="1104" y="3648"/>
              <a:ext cx="384" cy="144"/>
            </a:xfrm>
            <a:prstGeom prst="rect">
              <a:avLst/>
            </a:prstGeom>
            <a:solidFill>
              <a:srgbClr val="66FF66"/>
            </a:solidFill>
            <a:ln w="28575">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2" name="Line 146">
              <a:extLst>
                <a:ext uri="{FF2B5EF4-FFF2-40B4-BE49-F238E27FC236}">
                  <a16:creationId xmlns:a16="http://schemas.microsoft.com/office/drawing/2014/main" id="{A684D2C3-7D4B-4205-B1DC-F940C2FC49E3}"/>
                </a:ext>
              </a:extLst>
            </p:cNvPr>
            <p:cNvSpPr>
              <a:spLocks noChangeShapeType="1"/>
            </p:cNvSpPr>
            <p:nvPr/>
          </p:nvSpPr>
          <p:spPr bwMode="auto">
            <a:xfrm flipH="1">
              <a:off x="864" y="3120"/>
              <a:ext cx="144" cy="336"/>
            </a:xfrm>
            <a:prstGeom prst="line">
              <a:avLst/>
            </a:prstGeom>
            <a:noFill/>
            <a:ln w="38100">
              <a:solidFill>
                <a:srgbClr val="66FF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3" name="Line 147">
              <a:extLst>
                <a:ext uri="{FF2B5EF4-FFF2-40B4-BE49-F238E27FC236}">
                  <a16:creationId xmlns:a16="http://schemas.microsoft.com/office/drawing/2014/main" id="{D6D6D3BF-D411-4E45-ABB7-D240DC8173B8}"/>
                </a:ext>
              </a:extLst>
            </p:cNvPr>
            <p:cNvSpPr>
              <a:spLocks noChangeShapeType="1"/>
            </p:cNvSpPr>
            <p:nvPr/>
          </p:nvSpPr>
          <p:spPr bwMode="auto">
            <a:xfrm flipH="1">
              <a:off x="1440" y="3120"/>
              <a:ext cx="624" cy="336"/>
            </a:xfrm>
            <a:prstGeom prst="line">
              <a:avLst/>
            </a:prstGeom>
            <a:noFill/>
            <a:ln w="38100">
              <a:solidFill>
                <a:srgbClr val="66FF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4" name="Line 148">
              <a:extLst>
                <a:ext uri="{FF2B5EF4-FFF2-40B4-BE49-F238E27FC236}">
                  <a16:creationId xmlns:a16="http://schemas.microsoft.com/office/drawing/2014/main" id="{0141B422-9B9C-4183-AC3E-417147F3DFF2}"/>
                </a:ext>
              </a:extLst>
            </p:cNvPr>
            <p:cNvSpPr>
              <a:spLocks noChangeShapeType="1"/>
            </p:cNvSpPr>
            <p:nvPr/>
          </p:nvSpPr>
          <p:spPr bwMode="auto">
            <a:xfrm flipH="1">
              <a:off x="1488" y="3072"/>
              <a:ext cx="1776" cy="624"/>
            </a:xfrm>
            <a:prstGeom prst="line">
              <a:avLst/>
            </a:prstGeom>
            <a:noFill/>
            <a:ln w="38100">
              <a:solidFill>
                <a:srgbClr val="66FF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5" name="Line 149">
              <a:extLst>
                <a:ext uri="{FF2B5EF4-FFF2-40B4-BE49-F238E27FC236}">
                  <a16:creationId xmlns:a16="http://schemas.microsoft.com/office/drawing/2014/main" id="{98FCF46B-4AEC-4C6D-82A6-F7FA3991F991}"/>
                </a:ext>
              </a:extLst>
            </p:cNvPr>
            <p:cNvSpPr>
              <a:spLocks noChangeShapeType="1"/>
            </p:cNvSpPr>
            <p:nvPr/>
          </p:nvSpPr>
          <p:spPr bwMode="auto">
            <a:xfrm>
              <a:off x="1632" y="3120"/>
              <a:ext cx="1392" cy="480"/>
            </a:xfrm>
            <a:prstGeom prst="line">
              <a:avLst/>
            </a:prstGeom>
            <a:noFill/>
            <a:ln w="38100">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6" name="Line 150">
              <a:extLst>
                <a:ext uri="{FF2B5EF4-FFF2-40B4-BE49-F238E27FC236}">
                  <a16:creationId xmlns:a16="http://schemas.microsoft.com/office/drawing/2014/main" id="{FA8606F6-78CB-4AFC-B0C7-5407D0B6A676}"/>
                </a:ext>
              </a:extLst>
            </p:cNvPr>
            <p:cNvSpPr>
              <a:spLocks noChangeShapeType="1"/>
            </p:cNvSpPr>
            <p:nvPr/>
          </p:nvSpPr>
          <p:spPr bwMode="auto">
            <a:xfrm>
              <a:off x="2784" y="3120"/>
              <a:ext cx="336" cy="576"/>
            </a:xfrm>
            <a:prstGeom prst="line">
              <a:avLst/>
            </a:prstGeom>
            <a:noFill/>
            <a:ln w="38100">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7" name="Line 151">
              <a:extLst>
                <a:ext uri="{FF2B5EF4-FFF2-40B4-BE49-F238E27FC236}">
                  <a16:creationId xmlns:a16="http://schemas.microsoft.com/office/drawing/2014/main" id="{5822EFCB-FABA-4999-B167-912C46B52B46}"/>
                </a:ext>
              </a:extLst>
            </p:cNvPr>
            <p:cNvSpPr>
              <a:spLocks noChangeShapeType="1"/>
            </p:cNvSpPr>
            <p:nvPr/>
          </p:nvSpPr>
          <p:spPr bwMode="auto">
            <a:xfrm flipH="1">
              <a:off x="3168" y="3120"/>
              <a:ext cx="432" cy="720"/>
            </a:xfrm>
            <a:prstGeom prst="line">
              <a:avLst/>
            </a:prstGeom>
            <a:noFill/>
            <a:ln w="38100">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nvGrpSpPr>
            <p:cNvPr id="38" name="Group 153">
              <a:extLst>
                <a:ext uri="{FF2B5EF4-FFF2-40B4-BE49-F238E27FC236}">
                  <a16:creationId xmlns:a16="http://schemas.microsoft.com/office/drawing/2014/main" id="{24C84EE4-660C-4ABB-98DD-8CDF5BDB07CB}"/>
                </a:ext>
              </a:extLst>
            </p:cNvPr>
            <p:cNvGrpSpPr>
              <a:grpSpLocks/>
            </p:cNvGrpSpPr>
            <p:nvPr/>
          </p:nvGrpSpPr>
          <p:grpSpPr bwMode="auto">
            <a:xfrm>
              <a:off x="2558" y="3456"/>
              <a:ext cx="994" cy="528"/>
              <a:chOff x="4032" y="3504"/>
              <a:chExt cx="1200" cy="672"/>
            </a:xfrm>
          </p:grpSpPr>
          <p:sp>
            <p:nvSpPr>
              <p:cNvPr id="47" name="Oval 154">
                <a:extLst>
                  <a:ext uri="{FF2B5EF4-FFF2-40B4-BE49-F238E27FC236}">
                    <a16:creationId xmlns:a16="http://schemas.microsoft.com/office/drawing/2014/main" id="{3F97AF04-8727-4C15-9D24-198B97B11927}"/>
                  </a:ext>
                </a:extLst>
              </p:cNvPr>
              <p:cNvSpPr>
                <a:spLocks noChangeArrowheads="1"/>
              </p:cNvSpPr>
              <p:nvPr/>
            </p:nvSpPr>
            <p:spPr bwMode="auto">
              <a:xfrm>
                <a:off x="4032" y="3504"/>
                <a:ext cx="1200" cy="144"/>
              </a:xfrm>
              <a:prstGeom prst="ellipse">
                <a:avLst/>
              </a:prstGeom>
              <a:solidFill>
                <a:srgbClr val="FFFFFF"/>
              </a:solidFill>
              <a:ln w="38100">
                <a:solidFill>
                  <a:srgbClr val="0F0C1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8" name="Oval 155">
                <a:extLst>
                  <a:ext uri="{FF2B5EF4-FFF2-40B4-BE49-F238E27FC236}">
                    <a16:creationId xmlns:a16="http://schemas.microsoft.com/office/drawing/2014/main" id="{160517B9-398E-4331-BB3D-FD54FBCDF6EE}"/>
                  </a:ext>
                </a:extLst>
              </p:cNvPr>
              <p:cNvSpPr>
                <a:spLocks noChangeArrowheads="1"/>
              </p:cNvSpPr>
              <p:nvPr/>
            </p:nvSpPr>
            <p:spPr bwMode="auto">
              <a:xfrm>
                <a:off x="4032" y="4032"/>
                <a:ext cx="1200" cy="144"/>
              </a:xfrm>
              <a:prstGeom prst="ellipse">
                <a:avLst/>
              </a:prstGeom>
              <a:solidFill>
                <a:srgbClr val="FFFFFF"/>
              </a:solidFill>
              <a:ln w="38100">
                <a:solidFill>
                  <a:srgbClr val="0F0C1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9" name="Line 156">
                <a:extLst>
                  <a:ext uri="{FF2B5EF4-FFF2-40B4-BE49-F238E27FC236}">
                    <a16:creationId xmlns:a16="http://schemas.microsoft.com/office/drawing/2014/main" id="{09CDA386-5528-4DF2-B66F-15530F869620}"/>
                  </a:ext>
                </a:extLst>
              </p:cNvPr>
              <p:cNvSpPr>
                <a:spLocks noChangeShapeType="1"/>
              </p:cNvSpPr>
              <p:nvPr/>
            </p:nvSpPr>
            <p:spPr bwMode="auto">
              <a:xfrm>
                <a:off x="4032" y="3600"/>
                <a:ext cx="0" cy="528"/>
              </a:xfrm>
              <a:prstGeom prst="line">
                <a:avLst/>
              </a:prstGeom>
              <a:noFill/>
              <a:ln w="38100">
                <a:solidFill>
                  <a:srgbClr val="0F0C1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0" name="Line 157">
                <a:extLst>
                  <a:ext uri="{FF2B5EF4-FFF2-40B4-BE49-F238E27FC236}">
                    <a16:creationId xmlns:a16="http://schemas.microsoft.com/office/drawing/2014/main" id="{45791AF2-DF76-4875-9A7B-25E65ED2DDFC}"/>
                  </a:ext>
                </a:extLst>
              </p:cNvPr>
              <p:cNvSpPr>
                <a:spLocks noChangeShapeType="1"/>
              </p:cNvSpPr>
              <p:nvPr/>
            </p:nvSpPr>
            <p:spPr bwMode="auto">
              <a:xfrm>
                <a:off x="5232" y="3600"/>
                <a:ext cx="0" cy="528"/>
              </a:xfrm>
              <a:prstGeom prst="line">
                <a:avLst/>
              </a:prstGeom>
              <a:noFill/>
              <a:ln w="38100">
                <a:solidFill>
                  <a:srgbClr val="0F0C1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39" name="Rectangle 158">
              <a:extLst>
                <a:ext uri="{FF2B5EF4-FFF2-40B4-BE49-F238E27FC236}">
                  <a16:creationId xmlns:a16="http://schemas.microsoft.com/office/drawing/2014/main" id="{A3ED971E-56E8-4E11-934A-1A5B9E8FEF43}"/>
                </a:ext>
              </a:extLst>
            </p:cNvPr>
            <p:cNvSpPr>
              <a:spLocks noChangeArrowheads="1"/>
            </p:cNvSpPr>
            <p:nvPr/>
          </p:nvSpPr>
          <p:spPr bwMode="auto">
            <a:xfrm>
              <a:off x="2677" y="3720"/>
              <a:ext cx="756" cy="38"/>
            </a:xfrm>
            <a:prstGeom prst="rect">
              <a:avLst/>
            </a:prstGeom>
            <a:solidFill>
              <a:srgbClr val="990099"/>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 name="Rectangle 159">
              <a:extLst>
                <a:ext uri="{FF2B5EF4-FFF2-40B4-BE49-F238E27FC236}">
                  <a16:creationId xmlns:a16="http://schemas.microsoft.com/office/drawing/2014/main" id="{CC2EA74C-DBBA-4207-B4D2-29145D1D23D1}"/>
                </a:ext>
              </a:extLst>
            </p:cNvPr>
            <p:cNvSpPr>
              <a:spLocks noChangeArrowheads="1"/>
            </p:cNvSpPr>
            <p:nvPr/>
          </p:nvSpPr>
          <p:spPr bwMode="auto">
            <a:xfrm>
              <a:off x="2677" y="3796"/>
              <a:ext cx="756" cy="37"/>
            </a:xfrm>
            <a:prstGeom prst="rect">
              <a:avLst/>
            </a:prstGeom>
            <a:solidFill>
              <a:srgbClr val="990099"/>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1" name="Rectangle 160">
              <a:extLst>
                <a:ext uri="{FF2B5EF4-FFF2-40B4-BE49-F238E27FC236}">
                  <a16:creationId xmlns:a16="http://schemas.microsoft.com/office/drawing/2014/main" id="{A430476C-9760-44AC-8346-2A2C33EB4182}"/>
                </a:ext>
              </a:extLst>
            </p:cNvPr>
            <p:cNvSpPr>
              <a:spLocks noChangeArrowheads="1"/>
            </p:cNvSpPr>
            <p:nvPr/>
          </p:nvSpPr>
          <p:spPr bwMode="auto">
            <a:xfrm>
              <a:off x="2677" y="3607"/>
              <a:ext cx="756" cy="38"/>
            </a:xfrm>
            <a:prstGeom prst="rect">
              <a:avLst/>
            </a:prstGeom>
            <a:solidFill>
              <a:srgbClr val="990099"/>
            </a:solidFill>
            <a:ln w="38100">
              <a:solidFill>
                <a:srgbClr val="0F0C1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2" name="Line 162">
              <a:extLst>
                <a:ext uri="{FF2B5EF4-FFF2-40B4-BE49-F238E27FC236}">
                  <a16:creationId xmlns:a16="http://schemas.microsoft.com/office/drawing/2014/main" id="{AD7B2C8B-1C3E-4A69-800E-F92DE28E39AF}"/>
                </a:ext>
              </a:extLst>
            </p:cNvPr>
            <p:cNvSpPr>
              <a:spLocks noChangeShapeType="1"/>
            </p:cNvSpPr>
            <p:nvPr/>
          </p:nvSpPr>
          <p:spPr bwMode="auto">
            <a:xfrm>
              <a:off x="672" y="3120"/>
              <a:ext cx="3696" cy="0"/>
            </a:xfrm>
            <a:prstGeom prst="line">
              <a:avLst/>
            </a:prstGeom>
            <a:noFill/>
            <a:ln w="38100">
              <a:solidFill>
                <a:srgbClr val="0F0C1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3" name="Line 163">
              <a:extLst>
                <a:ext uri="{FF2B5EF4-FFF2-40B4-BE49-F238E27FC236}">
                  <a16:creationId xmlns:a16="http://schemas.microsoft.com/office/drawing/2014/main" id="{801367E4-7A81-4BC3-9212-63C96FFAFC6B}"/>
                </a:ext>
              </a:extLst>
            </p:cNvPr>
            <p:cNvSpPr>
              <a:spLocks noChangeShapeType="1"/>
            </p:cNvSpPr>
            <p:nvPr/>
          </p:nvSpPr>
          <p:spPr bwMode="auto">
            <a:xfrm flipV="1">
              <a:off x="672" y="2352"/>
              <a:ext cx="0" cy="720"/>
            </a:xfrm>
            <a:prstGeom prst="line">
              <a:avLst/>
            </a:prstGeom>
            <a:noFill/>
            <a:ln w="38100">
              <a:solidFill>
                <a:srgbClr val="0F0C1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4" name="Text Box 165">
              <a:extLst>
                <a:ext uri="{FF2B5EF4-FFF2-40B4-BE49-F238E27FC236}">
                  <a16:creationId xmlns:a16="http://schemas.microsoft.com/office/drawing/2014/main" id="{5E68F31A-44CE-4C24-AE5D-04A7C4DA42B6}"/>
                </a:ext>
              </a:extLst>
            </p:cNvPr>
            <p:cNvSpPr txBox="1">
              <a:spLocks noChangeArrowheads="1"/>
            </p:cNvSpPr>
            <p:nvPr/>
          </p:nvSpPr>
          <p:spPr bwMode="auto">
            <a:xfrm>
              <a:off x="3648" y="3120"/>
              <a:ext cx="760"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F0C1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0"/>
                </a:spcBef>
              </a:pPr>
              <a:r>
                <a:rPr lang="zh-CN" altLang="en-US" sz="2000" b="1">
                  <a:solidFill>
                    <a:srgbClr val="0F0C19"/>
                  </a:solidFill>
                  <a:latin typeface="Comic Sans MS" panose="030F0702030302020204" pitchFamily="66" charset="0"/>
                </a:rPr>
                <a:t>内存地址</a:t>
              </a:r>
              <a:endParaRPr lang="zh-CN" altLang="en-US" sz="2000" b="1">
                <a:solidFill>
                  <a:schemeClr val="bg2"/>
                </a:solidFill>
                <a:latin typeface="Comic Sans MS" panose="030F0702030302020204" pitchFamily="66" charset="0"/>
              </a:endParaRPr>
            </a:p>
          </p:txBody>
        </p:sp>
        <p:sp>
          <p:nvSpPr>
            <p:cNvPr id="45" name="Text Box 166">
              <a:extLst>
                <a:ext uri="{FF2B5EF4-FFF2-40B4-BE49-F238E27FC236}">
                  <a16:creationId xmlns:a16="http://schemas.microsoft.com/office/drawing/2014/main" id="{661A567F-FE91-4D8A-B843-D40815177DF6}"/>
                </a:ext>
              </a:extLst>
            </p:cNvPr>
            <p:cNvSpPr txBox="1">
              <a:spLocks noChangeArrowheads="1"/>
            </p:cNvSpPr>
            <p:nvPr/>
          </p:nvSpPr>
          <p:spPr bwMode="auto">
            <a:xfrm>
              <a:off x="362" y="2304"/>
              <a:ext cx="310" cy="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p>
              <a:r>
                <a:rPr lang="zh-CN" altLang="en-US" sz="2000" b="1" dirty="0">
                  <a:solidFill>
                    <a:schemeClr val="bg2"/>
                  </a:solidFill>
                </a:rPr>
                <a:t>访问频率</a:t>
              </a:r>
            </a:p>
          </p:txBody>
        </p:sp>
        <p:sp>
          <p:nvSpPr>
            <p:cNvPr id="46" name="Text Box 167">
              <a:extLst>
                <a:ext uri="{FF2B5EF4-FFF2-40B4-BE49-F238E27FC236}">
                  <a16:creationId xmlns:a16="http://schemas.microsoft.com/office/drawing/2014/main" id="{35B45AA5-7863-410B-B4EF-CED1B47D8001}"/>
                </a:ext>
              </a:extLst>
            </p:cNvPr>
            <p:cNvSpPr txBox="1">
              <a:spLocks noChangeArrowheads="1"/>
            </p:cNvSpPr>
            <p:nvPr/>
          </p:nvSpPr>
          <p:spPr bwMode="auto">
            <a:xfrm>
              <a:off x="672" y="3840"/>
              <a:ext cx="760"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F0C1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0"/>
                </a:spcBef>
              </a:pPr>
              <a:r>
                <a:rPr lang="zh-CN" altLang="en-US" sz="2000" b="1" dirty="0">
                  <a:solidFill>
                    <a:schemeClr val="bg2"/>
                  </a:solidFill>
                  <a:latin typeface="Comic Sans MS" panose="030F0702030302020204" pitchFamily="66" charset="0"/>
                </a:rPr>
                <a:t>物理内存</a:t>
              </a:r>
            </a:p>
          </p:txBody>
        </p:sp>
      </p:grpSp>
      <p:sp>
        <p:nvSpPr>
          <p:cNvPr id="52" name="文本框 51"/>
          <p:cNvSpPr txBox="1"/>
          <p:nvPr/>
        </p:nvSpPr>
        <p:spPr>
          <a:xfrm>
            <a:off x="5264922" y="4142234"/>
            <a:ext cx="931862" cy="400110"/>
          </a:xfrm>
          <a:prstGeom prst="rect">
            <a:avLst/>
          </a:prstGeom>
          <a:noFill/>
        </p:spPr>
        <p:txBody>
          <a:bodyPr wrap="square" rtlCol="0">
            <a:spAutoFit/>
          </a:bodyPr>
          <a:lstStyle/>
          <a:p>
            <a:r>
              <a:rPr lang="zh-CN" altLang="en-US" sz="2000" dirty="0" smtClean="0">
                <a:solidFill>
                  <a:schemeClr val="bg2"/>
                </a:solidFill>
              </a:rPr>
              <a:t>外存</a:t>
            </a:r>
            <a:endParaRPr lang="zh-CN" altLang="en-US" sz="2000" dirty="0">
              <a:solidFill>
                <a:schemeClr val="bg2"/>
              </a:solidFill>
            </a:endParaRPr>
          </a:p>
        </p:txBody>
      </p:sp>
    </p:spTree>
    <p:extLst>
      <p:ext uri="{BB962C8B-B14F-4D97-AF65-F5344CB8AC3E}">
        <p14:creationId xmlns:p14="http://schemas.microsoft.com/office/powerpoint/2010/main" val="1450642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1+#ppt_w/2"/>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4A86DFE-3041-41EB-85C9-183A561FD894}"/>
              </a:ext>
            </a:extLst>
          </p:cNvPr>
          <p:cNvSpPr/>
          <p:nvPr/>
        </p:nvSpPr>
        <p:spPr>
          <a:xfrm>
            <a:off x="2480556" y="2908904"/>
            <a:ext cx="5000087" cy="646331"/>
          </a:xfrm>
          <a:prstGeom prst="rect">
            <a:avLst/>
          </a:prstGeom>
        </p:spPr>
        <p:txBody>
          <a:bodyPr wrap="none">
            <a:spAutoFit/>
          </a:bodyPr>
          <a:lstStyle/>
          <a:p>
            <a:r>
              <a:rPr lang="zh-CN" altLang="en-US" dirty="0">
                <a:solidFill>
                  <a:schemeClr val="bg2"/>
                </a:solidFill>
                <a:sym typeface="Symbol" panose="05050102010706020507" pitchFamily="18" charset="2"/>
              </a:rPr>
              <a:t>例：</a:t>
            </a:r>
            <a:r>
              <a:rPr lang="en-US" altLang="zh-CN" sz="3600" dirty="0">
                <a:solidFill>
                  <a:srgbClr val="9D483D"/>
                </a:solidFill>
                <a:sym typeface="Symbol" panose="05050102010706020507" pitchFamily="18" charset="2"/>
              </a:rPr>
              <a:t></a:t>
            </a:r>
            <a:r>
              <a:rPr lang="zh-CN" altLang="en-US" dirty="0">
                <a:solidFill>
                  <a:schemeClr val="bg2"/>
                </a:solidFill>
                <a:sym typeface="Symbol" panose="05050102010706020507" pitchFamily="18" charset="2"/>
              </a:rPr>
              <a:t>定义为</a:t>
            </a:r>
            <a:r>
              <a:rPr lang="en-US" altLang="zh-CN" dirty="0">
                <a:solidFill>
                  <a:schemeClr val="bg2"/>
                </a:solidFill>
                <a:sym typeface="Symbol" panose="05050102010706020507" pitchFamily="18" charset="2"/>
              </a:rPr>
              <a:t>10</a:t>
            </a:r>
            <a:r>
              <a:rPr lang="zh-CN" altLang="en-US" dirty="0">
                <a:solidFill>
                  <a:schemeClr val="bg2"/>
                </a:solidFill>
                <a:sym typeface="Symbol" panose="05050102010706020507" pitchFamily="18" charset="2"/>
              </a:rPr>
              <a:t>个页引用数</a:t>
            </a:r>
            <a:endParaRPr lang="zh-CN" altLang="en-US" dirty="0">
              <a:solidFill>
                <a:schemeClr val="bg2"/>
              </a:solidFill>
            </a:endParaRPr>
          </a:p>
        </p:txBody>
      </p:sp>
      <p:pic>
        <p:nvPicPr>
          <p:cNvPr id="11" name="Picture 21">
            <a:extLst>
              <a:ext uri="{FF2B5EF4-FFF2-40B4-BE49-F238E27FC236}">
                <a16:creationId xmlns:a16="http://schemas.microsoft.com/office/drawing/2014/main" id="{2C89584E-4927-4F26-8086-895241AC82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3699589"/>
            <a:ext cx="7627938" cy="1962150"/>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70">
            <a:extLst>
              <a:ext uri="{FF2B5EF4-FFF2-40B4-BE49-F238E27FC236}">
                <a16:creationId xmlns:a16="http://schemas.microsoft.com/office/drawing/2014/main" id="{83E1FC30-F721-4DFA-909F-1BD2C1722412}"/>
              </a:ext>
            </a:extLst>
          </p:cNvPr>
          <p:cNvSpPr>
            <a:spLocks noChangeArrowheads="1"/>
          </p:cNvSpPr>
          <p:nvPr/>
        </p:nvSpPr>
        <p:spPr bwMode="auto">
          <a:xfrm>
            <a:off x="2798366" y="6020791"/>
            <a:ext cx="3242468" cy="400110"/>
          </a:xfrm>
          <a:prstGeom prst="rect">
            <a:avLst/>
          </a:prstGeom>
          <a:noFill/>
          <a:ln w="12700" cap="sq">
            <a:no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lang="zh-CN" altLang="en-US" sz="2000" dirty="0">
                <a:solidFill>
                  <a:schemeClr val="bg2"/>
                </a:solidFill>
                <a:latin typeface="宋体" panose="02010600030101010101" pitchFamily="2" charset="-122"/>
              </a:rPr>
              <a:t>图</a:t>
            </a:r>
            <a:r>
              <a:rPr lang="en-US" altLang="zh-CN" sz="2000" dirty="0">
                <a:solidFill>
                  <a:schemeClr val="bg2"/>
                </a:solidFill>
                <a:latin typeface="宋体" panose="02010600030101010101" pitchFamily="2" charset="-122"/>
              </a:rPr>
              <a:t>8-20 </a:t>
            </a:r>
            <a:r>
              <a:rPr lang="zh-CN" altLang="en-US" sz="2000" dirty="0">
                <a:solidFill>
                  <a:schemeClr val="bg2"/>
                </a:solidFill>
                <a:latin typeface="宋体" panose="02010600030101010101" pitchFamily="2" charset="-122"/>
              </a:rPr>
              <a:t>工作集模型</a:t>
            </a:r>
          </a:p>
        </p:txBody>
      </p:sp>
      <p:sp>
        <p:nvSpPr>
          <p:cNvPr id="14" name="Oval 22">
            <a:extLst>
              <a:ext uri="{FF2B5EF4-FFF2-40B4-BE49-F238E27FC236}">
                <a16:creationId xmlns:a16="http://schemas.microsoft.com/office/drawing/2014/main" id="{1769256C-0201-44A1-B434-7F6E96BD570A}"/>
              </a:ext>
            </a:extLst>
          </p:cNvPr>
          <p:cNvSpPr>
            <a:spLocks noChangeArrowheads="1"/>
          </p:cNvSpPr>
          <p:nvPr/>
        </p:nvSpPr>
        <p:spPr bwMode="auto">
          <a:xfrm>
            <a:off x="1440000" y="3600000"/>
            <a:ext cx="2376000" cy="546100"/>
          </a:xfrm>
          <a:prstGeom prst="ellipse">
            <a:avLst/>
          </a:prstGeom>
          <a:noFill/>
          <a:ln w="28575" algn="ctr">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p>
        </p:txBody>
      </p:sp>
      <p:sp>
        <p:nvSpPr>
          <p:cNvPr id="15" name="Rectangle 14">
            <a:extLst>
              <a:ext uri="{FF2B5EF4-FFF2-40B4-BE49-F238E27FC236}">
                <a16:creationId xmlns:a16="http://schemas.microsoft.com/office/drawing/2014/main" id="{FD24A348-FA5F-4EB1-BC0F-079A72A7D1A7}"/>
              </a:ext>
            </a:extLst>
          </p:cNvPr>
          <p:cNvSpPr>
            <a:spLocks noChangeArrowheads="1"/>
          </p:cNvSpPr>
          <p:nvPr/>
        </p:nvSpPr>
        <p:spPr bwMode="auto">
          <a:xfrm>
            <a:off x="1740275" y="927534"/>
            <a:ext cx="6090587" cy="1200329"/>
          </a:xfrm>
          <a:prstGeom prst="rect">
            <a:avLst/>
          </a:prstGeom>
          <a:solidFill>
            <a:srgbClr val="3BE15B"/>
          </a:solidFill>
          <a:ln w="12700" cap="sq">
            <a:noFill/>
            <a:miter lim="800000"/>
            <a:headEnd type="none" w="sm" len="sm"/>
            <a:tailEnd type="none" w="sm" len="sm"/>
          </a:ln>
        </p:spPr>
        <p:txBody>
          <a:bodyPr wrap="square">
            <a:spAutoFit/>
          </a:bodyPr>
          <a:lstStyle/>
          <a:p>
            <a:pPr algn="ctr" eaLnBrk="1" hangingPunct="1">
              <a:defRPr/>
            </a:pPr>
            <a:r>
              <a:rPr lang="zh-CN" altLang="en-US" sz="3600" dirty="0">
                <a:solidFill>
                  <a:schemeClr val="bg2"/>
                </a:solidFill>
                <a:effectLst>
                  <a:outerShdw blurRad="38100" dist="38100" dir="2700000" algn="tl">
                    <a:srgbClr val="000000"/>
                  </a:outerShdw>
                </a:effectLst>
                <a:ea typeface="楷体_GB2312" pitchFamily="49" charset="-122"/>
                <a:sym typeface="Symbol" panose="05050102010706020507" pitchFamily="18" charset="2"/>
              </a:rPr>
              <a:t>工作集（</a:t>
            </a:r>
            <a:r>
              <a:rPr lang="en-US" altLang="zh-CN" dirty="0">
                <a:solidFill>
                  <a:schemeClr val="bg2"/>
                </a:solidFill>
                <a:effectLst>
                  <a:outerShdw blurRad="38100" dist="38100" dir="2700000" algn="tl">
                    <a:srgbClr val="000000"/>
                  </a:outerShdw>
                </a:effectLst>
                <a:latin typeface="+mn-lt"/>
                <a:ea typeface="楷体_GB2312" pitchFamily="49" charset="-122"/>
                <a:sym typeface="Symbol" panose="05050102010706020507" pitchFamily="18" charset="2"/>
              </a:rPr>
              <a:t>Working-Set</a:t>
            </a:r>
            <a:r>
              <a:rPr lang="zh-CN" altLang="en-US" sz="3600" dirty="0">
                <a:solidFill>
                  <a:schemeClr val="bg2"/>
                </a:solidFill>
                <a:effectLst>
                  <a:outerShdw blurRad="38100" dist="38100" dir="2700000" algn="tl">
                    <a:srgbClr val="000000"/>
                  </a:outerShdw>
                </a:effectLst>
                <a:ea typeface="楷体_GB2312" pitchFamily="49" charset="-122"/>
                <a:sym typeface="Symbol" panose="05050102010706020507" pitchFamily="18" charset="2"/>
              </a:rPr>
              <a:t>）</a:t>
            </a:r>
            <a:endParaRPr lang="en-US" altLang="zh-CN" sz="3600" dirty="0">
              <a:solidFill>
                <a:schemeClr val="bg2"/>
              </a:solidFill>
              <a:effectLst>
                <a:outerShdw blurRad="38100" dist="38100" dir="2700000" algn="tl">
                  <a:srgbClr val="000000"/>
                </a:outerShdw>
              </a:effectLst>
              <a:ea typeface="楷体_GB2312" pitchFamily="49" charset="-122"/>
              <a:sym typeface="Symbol" panose="05050102010706020507" pitchFamily="18" charset="2"/>
            </a:endParaRPr>
          </a:p>
          <a:p>
            <a:pPr algn="ctr" eaLnBrk="1" hangingPunct="1">
              <a:defRPr/>
            </a:pPr>
            <a:r>
              <a:rPr lang="zh-CN" altLang="en-US" sz="3600" dirty="0">
                <a:solidFill>
                  <a:schemeClr val="bg2"/>
                </a:solidFill>
                <a:effectLst>
                  <a:outerShdw blurRad="38100" dist="38100" dir="2700000" algn="tl">
                    <a:srgbClr val="000000">
                      <a:alpha val="43137"/>
                    </a:srgbClr>
                  </a:outerShdw>
                </a:effectLst>
                <a:latin typeface="+mn-ea"/>
                <a:ea typeface="+mn-ea"/>
                <a:sym typeface="Symbol" panose="05050102010706020507" pitchFamily="18" charset="2"/>
              </a:rPr>
              <a:t>最近</a:t>
            </a:r>
            <a:r>
              <a:rPr lang="zh-CN" altLang="en-US" sz="3600" dirty="0">
                <a:solidFill>
                  <a:srgbClr val="9D483D"/>
                </a:solidFill>
                <a:effectLst>
                  <a:outerShdw blurRad="38100" dist="38100" dir="2700000" algn="tl">
                    <a:srgbClr val="000000">
                      <a:alpha val="43137"/>
                    </a:srgbClr>
                  </a:outerShdw>
                </a:effectLst>
                <a:latin typeface="+mn-ea"/>
                <a:ea typeface="+mn-ea"/>
                <a:sym typeface="Symbol" panose="05050102010706020507" pitchFamily="18" charset="2"/>
              </a:rPr>
              <a:t></a:t>
            </a:r>
            <a:r>
              <a:rPr lang="zh-CN" altLang="en-US" sz="3600" dirty="0">
                <a:solidFill>
                  <a:schemeClr val="bg2"/>
                </a:solidFill>
                <a:effectLst>
                  <a:outerShdw blurRad="38100" dist="38100" dir="2700000" algn="tl">
                    <a:srgbClr val="000000">
                      <a:alpha val="43137"/>
                    </a:srgbClr>
                  </a:outerShdw>
                </a:effectLst>
                <a:latin typeface="+mn-ea"/>
                <a:ea typeface="+mn-ea"/>
                <a:sym typeface="Symbol" panose="05050102010706020507" pitchFamily="18" charset="2"/>
              </a:rPr>
              <a:t>个页引用的页集合</a:t>
            </a:r>
            <a:endParaRPr lang="zh-CN" altLang="en-US" sz="3600" dirty="0">
              <a:solidFill>
                <a:schemeClr val="bg2"/>
              </a:solidFill>
              <a:latin typeface="+mn-ea"/>
              <a:ea typeface="+mn-ea"/>
            </a:endParaRPr>
          </a:p>
        </p:txBody>
      </p:sp>
      <p:sp>
        <p:nvSpPr>
          <p:cNvPr id="10" name="AutoShape 132">
            <a:extLst>
              <a:ext uri="{FF2B5EF4-FFF2-40B4-BE49-F238E27FC236}">
                <a16:creationId xmlns:a16="http://schemas.microsoft.com/office/drawing/2014/main" id="{19605D8B-FB82-4AC4-AC56-0BCEA52FB6E5}"/>
              </a:ext>
            </a:extLst>
          </p:cNvPr>
          <p:cNvSpPr>
            <a:spLocks noChangeArrowheads="1"/>
          </p:cNvSpPr>
          <p:nvPr/>
        </p:nvSpPr>
        <p:spPr bwMode="auto">
          <a:xfrm rot="10800000">
            <a:off x="494110" y="2301091"/>
            <a:ext cx="2304256" cy="635248"/>
          </a:xfrm>
          <a:prstGeom prst="wedgeRoundRectCallout">
            <a:avLst>
              <a:gd name="adj1" fmla="val -77216"/>
              <a:gd name="adj2" fmla="val 102253"/>
              <a:gd name="adj3" fmla="val 16667"/>
            </a:avLst>
          </a:prstGeom>
          <a:solidFill>
            <a:schemeClr val="tx1">
              <a:lumMod val="85000"/>
            </a:schemeClr>
          </a:solidFill>
          <a:ln w="9525">
            <a:solidFill>
              <a:schemeClr val="tx1"/>
            </a:solidFill>
            <a:miter lim="800000"/>
            <a:headEnd/>
            <a:tailEnd/>
          </a:ln>
          <a:effectLst/>
        </p:spPr>
        <p:txBody>
          <a:bodyPr rot="10800000"/>
          <a:lstStyle/>
          <a:p>
            <a:pPr algn="ctr"/>
            <a:r>
              <a:rPr lang="zh-CN" altLang="en-US" sz="2800" dirty="0">
                <a:solidFill>
                  <a:schemeClr val="bg2"/>
                </a:solidFill>
                <a:latin typeface="+mn-lt"/>
                <a:sym typeface="Symbol" panose="05050102010706020507" pitchFamily="18" charset="2"/>
              </a:rPr>
              <a:t>工作集窗口</a:t>
            </a:r>
            <a:endParaRPr lang="en-US" altLang="zh-CN" sz="2800" dirty="0">
              <a:solidFill>
                <a:schemeClr val="bg2"/>
              </a:solidFill>
              <a:latin typeface="+mn-lt"/>
              <a:sym typeface="Symbol" panose="05050102010706020507" pitchFamily="18" charset="2"/>
            </a:endParaRPr>
          </a:p>
        </p:txBody>
      </p:sp>
      <p:sp>
        <p:nvSpPr>
          <p:cNvPr id="16" name="Rectangle 2">
            <a:extLst>
              <a:ext uri="{FF2B5EF4-FFF2-40B4-BE49-F238E27FC236}">
                <a16:creationId xmlns:a16="http://schemas.microsoft.com/office/drawing/2014/main" id="{D07FFDDD-4D64-4DE2-AA86-59557F6B12E2}"/>
              </a:ext>
            </a:extLst>
          </p:cNvPr>
          <p:cNvSpPr txBox="1">
            <a:spLocks noChangeArrowheads="1"/>
          </p:cNvSpPr>
          <p:nvPr/>
        </p:nvSpPr>
        <p:spPr>
          <a:xfrm>
            <a:off x="304800" y="88108"/>
            <a:ext cx="8229600" cy="676275"/>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marL="342900" lvl="1" indent="-342900" algn="ctr" eaLnBrk="1" hangingPunct="1">
              <a:lnSpc>
                <a:spcPct val="110000"/>
              </a:lnSpc>
              <a:buClr>
                <a:schemeClr val="tx2"/>
              </a:buClr>
              <a:buSzPct val="75000"/>
              <a:defRPr/>
            </a:pPr>
            <a:r>
              <a:rPr lang="zh-CN"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sym typeface="Symbol" panose="05050102010706020507" pitchFamily="18" charset="2"/>
              </a:rPr>
              <a:t>工作集</a:t>
            </a: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sym typeface="Symbol" panose="05050102010706020507" pitchFamily="18" charset="2"/>
              </a:rPr>
              <a:t>定义</a:t>
            </a:r>
            <a:endParaRPr lang="zh-CN"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sym typeface="Symbol" panose="05050102010706020507" pitchFamily="18" charset="2"/>
            </a:endParaRPr>
          </a:p>
        </p:txBody>
      </p:sp>
      <p:sp>
        <p:nvSpPr>
          <p:cNvPr id="13"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17" name="Oval 22">
            <a:extLst>
              <a:ext uri="{FF2B5EF4-FFF2-40B4-BE49-F238E27FC236}">
                <a16:creationId xmlns:a16="http://schemas.microsoft.com/office/drawing/2014/main" id="{1769256C-0201-44A1-B434-7F6E96BD570A}"/>
              </a:ext>
            </a:extLst>
          </p:cNvPr>
          <p:cNvSpPr>
            <a:spLocks noChangeArrowheads="1"/>
          </p:cNvSpPr>
          <p:nvPr/>
        </p:nvSpPr>
        <p:spPr bwMode="auto">
          <a:xfrm>
            <a:off x="5148000" y="3616948"/>
            <a:ext cx="2376000" cy="546100"/>
          </a:xfrm>
          <a:prstGeom prst="ellipse">
            <a:avLst/>
          </a:prstGeom>
          <a:noFill/>
          <a:ln w="28575" algn="ctr">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dirty="0"/>
          </a:p>
        </p:txBody>
      </p:sp>
    </p:spTree>
    <p:extLst>
      <p:ext uri="{BB962C8B-B14F-4D97-AF65-F5344CB8AC3E}">
        <p14:creationId xmlns:p14="http://schemas.microsoft.com/office/powerpoint/2010/main" val="224416189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dissolv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childTnLst>
                          </p:cTn>
                        </p:par>
                        <p:par>
                          <p:cTn id="28" fill="hold">
                            <p:stCondLst>
                              <p:cond delay="500"/>
                            </p:stCondLst>
                            <p:childTnLst>
                              <p:par>
                                <p:cTn id="29" presetID="2" presetClass="entr" presetSubtype="6"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1+#ppt_w/2"/>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animBg="1"/>
      <p:bldP spid="10" grpId="0" animBg="1"/>
      <p:bldP spid="13" grpId="0" animBg="1"/>
      <p:bldP spid="1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灯片编号占位符 1">
            <a:extLst>
              <a:ext uri="{FF2B5EF4-FFF2-40B4-BE49-F238E27FC236}">
                <a16:creationId xmlns:a16="http://schemas.microsoft.com/office/drawing/2014/main" id="{0DB954D3-4353-4C80-BB92-200C6B4E0C36}"/>
              </a:ext>
            </a:extLst>
          </p:cNvPr>
          <p:cNvSpPr txBox="1">
            <a:spLocks/>
          </p:cNvSpPr>
          <p:nvPr/>
        </p:nvSpPr>
        <p:spPr bwMode="auto">
          <a:xfrm>
            <a:off x="7240588" y="3619500"/>
            <a:ext cx="19383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b"/>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ClrTx/>
              <a:buSzTx/>
              <a:buFontTx/>
              <a:buNone/>
            </a:pPr>
            <a:fld id="{672523BD-80BF-4280-9C0C-170B338AD28B}" type="slidenum">
              <a:rPr kumimoji="0" lang="en-US" altLang="zh-CN" sz="1400" b="0"/>
              <a:pPr algn="r" eaLnBrk="1" hangingPunct="1">
                <a:spcBef>
                  <a:spcPct val="0"/>
                </a:spcBef>
                <a:buClrTx/>
                <a:buSzTx/>
                <a:buFontTx/>
                <a:buNone/>
              </a:pPr>
              <a:t>30</a:t>
            </a:fld>
            <a:endParaRPr kumimoji="0" lang="en-US" altLang="zh-CN" sz="1400" b="0"/>
          </a:p>
        </p:txBody>
      </p:sp>
      <p:sp>
        <p:nvSpPr>
          <p:cNvPr id="67588" name="文本框 3">
            <a:extLst>
              <a:ext uri="{FF2B5EF4-FFF2-40B4-BE49-F238E27FC236}">
                <a16:creationId xmlns:a16="http://schemas.microsoft.com/office/drawing/2014/main" id="{7631093F-68E5-4FE3-A53F-6FC69E14E27E}"/>
              </a:ext>
            </a:extLst>
          </p:cNvPr>
          <p:cNvSpPr txBox="1">
            <a:spLocks noChangeArrowheads="1"/>
          </p:cNvSpPr>
          <p:nvPr/>
        </p:nvSpPr>
        <p:spPr bwMode="auto">
          <a:xfrm>
            <a:off x="1081" y="50574"/>
            <a:ext cx="9177844" cy="58477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endParaRPr lang="zh-CN" altLang="en-US" dirty="0">
              <a:solidFill>
                <a:schemeClr val="bg2"/>
              </a:solidFill>
            </a:endParaRPr>
          </a:p>
        </p:txBody>
      </p:sp>
      <p:sp>
        <p:nvSpPr>
          <p:cNvPr id="11" name="文本框 10">
            <a:extLst>
              <a:ext uri="{FF2B5EF4-FFF2-40B4-BE49-F238E27FC236}">
                <a16:creationId xmlns:a16="http://schemas.microsoft.com/office/drawing/2014/main" id="{69707A88-57FD-43C9-B1E5-6424CF6BCA8F}"/>
              </a:ext>
            </a:extLst>
          </p:cNvPr>
          <p:cNvSpPr txBox="1">
            <a:spLocks noChangeArrowheads="1"/>
          </p:cNvSpPr>
          <p:nvPr/>
        </p:nvSpPr>
        <p:spPr bwMode="auto">
          <a:xfrm>
            <a:off x="168130" y="4602843"/>
            <a:ext cx="8496300"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lang="zh-CN" altLang="en-US" dirty="0">
                <a:solidFill>
                  <a:schemeClr val="bg2"/>
                </a:solidFill>
              </a:rPr>
              <a:t>工作集</a:t>
            </a:r>
            <a:r>
              <a:rPr lang="en-US" altLang="zh-CN" dirty="0">
                <a:solidFill>
                  <a:schemeClr val="bg2"/>
                </a:solidFill>
              </a:rPr>
              <a:t>w(</a:t>
            </a:r>
            <a:r>
              <a:rPr lang="en-US" altLang="zh-CN" dirty="0" err="1">
                <a:solidFill>
                  <a:schemeClr val="bg2"/>
                </a:solidFill>
              </a:rPr>
              <a:t>k,t</a:t>
            </a:r>
            <a:r>
              <a:rPr lang="en-US" altLang="zh-CN" dirty="0">
                <a:solidFill>
                  <a:schemeClr val="bg2"/>
                </a:solidFill>
              </a:rPr>
              <a:t>):  </a:t>
            </a:r>
            <a:r>
              <a:rPr lang="zh-CN" altLang="en-US" dirty="0">
                <a:solidFill>
                  <a:schemeClr val="bg2"/>
                </a:solidFill>
              </a:rPr>
              <a:t>在任一时刻</a:t>
            </a:r>
            <a:r>
              <a:rPr lang="en-US" altLang="zh-CN" dirty="0">
                <a:solidFill>
                  <a:schemeClr val="bg2"/>
                </a:solidFill>
              </a:rPr>
              <a:t>t, </a:t>
            </a:r>
            <a:r>
              <a:rPr lang="zh-CN" altLang="en-US" dirty="0">
                <a:solidFill>
                  <a:schemeClr val="bg2"/>
                </a:solidFill>
              </a:rPr>
              <a:t>都存在一个集合，它包含所有最近</a:t>
            </a:r>
            <a:r>
              <a:rPr lang="en-US" altLang="zh-CN" dirty="0">
                <a:solidFill>
                  <a:schemeClr val="bg2"/>
                </a:solidFill>
              </a:rPr>
              <a:t>K</a:t>
            </a:r>
            <a:r>
              <a:rPr lang="zh-CN" altLang="en-US" dirty="0">
                <a:solidFill>
                  <a:schemeClr val="bg2"/>
                </a:solidFill>
              </a:rPr>
              <a:t>次（窗口大小为</a:t>
            </a:r>
            <a:r>
              <a:rPr lang="en-US" altLang="zh-CN" dirty="0">
                <a:solidFill>
                  <a:schemeClr val="bg2"/>
                </a:solidFill>
              </a:rPr>
              <a:t>6</a:t>
            </a:r>
            <a:r>
              <a:rPr lang="zh-CN" altLang="en-US" dirty="0">
                <a:solidFill>
                  <a:schemeClr val="bg2"/>
                </a:solidFill>
              </a:rPr>
              <a:t>）所访问过的页。</a:t>
            </a:r>
          </a:p>
        </p:txBody>
      </p:sp>
      <p:sp>
        <p:nvSpPr>
          <p:cNvPr id="10" name="Rectangle 5">
            <a:extLst>
              <a:ext uri="{FF2B5EF4-FFF2-40B4-BE49-F238E27FC236}">
                <a16:creationId xmlns:a16="http://schemas.microsoft.com/office/drawing/2014/main" id="{19B1979E-88F0-4747-9902-5817E9E1B9A0}"/>
              </a:ext>
            </a:extLst>
          </p:cNvPr>
          <p:cNvSpPr>
            <a:spLocks noChangeArrowheads="1"/>
          </p:cNvSpPr>
          <p:nvPr/>
        </p:nvSpPr>
        <p:spPr bwMode="auto">
          <a:xfrm>
            <a:off x="-8828" y="8395"/>
            <a:ext cx="9141461" cy="3420605"/>
          </a:xfrm>
          <a:prstGeom prst="rect">
            <a:avLst/>
          </a:prstGeom>
          <a:solidFill>
            <a:srgbClr val="C9C9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lang="en-US" altLang="zh-CN" sz="2800" dirty="0">
                <a:solidFill>
                  <a:schemeClr val="bg2"/>
                </a:solidFill>
              </a:rPr>
              <a:t>[</a:t>
            </a:r>
            <a:r>
              <a:rPr lang="zh-CN" altLang="en-US" sz="2800" dirty="0">
                <a:solidFill>
                  <a:schemeClr val="bg2"/>
                </a:solidFill>
              </a:rPr>
              <a:t>例</a:t>
            </a:r>
            <a:r>
              <a:rPr lang="en-US" altLang="zh-CN" sz="2800" dirty="0">
                <a:solidFill>
                  <a:schemeClr val="bg2"/>
                </a:solidFill>
              </a:rPr>
              <a:t>3]</a:t>
            </a:r>
            <a:r>
              <a:rPr lang="zh-CN" altLang="en-US" sz="2800" dirty="0">
                <a:solidFill>
                  <a:schemeClr val="bg2"/>
                </a:solidFill>
              </a:rPr>
              <a:t>某进程访问页面的序列如下所示：</a:t>
            </a:r>
            <a:endParaRPr lang="en-US" altLang="zh-CN" sz="2800" dirty="0">
              <a:solidFill>
                <a:schemeClr val="bg2"/>
              </a:solidFill>
            </a:endParaRPr>
          </a:p>
          <a:p>
            <a:pPr>
              <a:spcBef>
                <a:spcPct val="0"/>
              </a:spcBef>
              <a:buClrTx/>
              <a:buSzTx/>
              <a:buFontTx/>
              <a:buNone/>
            </a:pPr>
            <a:r>
              <a:rPr lang="en-US" altLang="zh-CN" sz="2800" dirty="0">
                <a:solidFill>
                  <a:schemeClr val="bg2"/>
                </a:solidFill>
              </a:rPr>
              <a:t>…,1, 3, 4, 5, 6, 0, 3, 2, 3, 2    0, 4, 0, 3, 2, 9, 2, 1,…</a:t>
            </a:r>
          </a:p>
          <a:p>
            <a:pPr>
              <a:spcBef>
                <a:spcPct val="0"/>
              </a:spcBef>
              <a:buClrTx/>
              <a:buSzTx/>
              <a:buFontTx/>
              <a:buNone/>
            </a:pPr>
            <a:endParaRPr lang="en-US" altLang="zh-CN" sz="2800" dirty="0">
              <a:solidFill>
                <a:schemeClr val="bg2"/>
              </a:solidFill>
            </a:endParaRPr>
          </a:p>
          <a:p>
            <a:pPr>
              <a:buNone/>
              <a:defRPr/>
            </a:pPr>
            <a:endParaRPr lang="en-US" altLang="zh-CN" sz="2800" dirty="0">
              <a:solidFill>
                <a:schemeClr val="bg2"/>
              </a:solidFill>
            </a:endParaRPr>
          </a:p>
          <a:p>
            <a:pPr>
              <a:buNone/>
              <a:defRPr/>
            </a:pPr>
            <a:r>
              <a:rPr lang="zh-CN" altLang="en-US" sz="2800" dirty="0">
                <a:solidFill>
                  <a:schemeClr val="bg2"/>
                </a:solidFill>
              </a:rPr>
              <a:t>工作集的窗口大小为 </a:t>
            </a:r>
            <a:r>
              <a:rPr lang="en-US" altLang="zh-CN" sz="2800" dirty="0">
                <a:solidFill>
                  <a:schemeClr val="bg2"/>
                </a:solidFill>
              </a:rPr>
              <a:t>6</a:t>
            </a:r>
            <a:r>
              <a:rPr lang="zh-CN" altLang="en-US" sz="2800" dirty="0">
                <a:solidFill>
                  <a:schemeClr val="bg2"/>
                </a:solidFill>
              </a:rPr>
              <a:t>，则 </a:t>
            </a:r>
            <a:r>
              <a:rPr lang="en-US" altLang="zh-CN" sz="2800" dirty="0">
                <a:solidFill>
                  <a:schemeClr val="bg2"/>
                </a:solidFill>
              </a:rPr>
              <a:t>t</a:t>
            </a:r>
            <a:r>
              <a:rPr lang="zh-CN" altLang="en-US" sz="2800" dirty="0">
                <a:solidFill>
                  <a:schemeClr val="bg2"/>
                </a:solidFill>
              </a:rPr>
              <a:t> </a:t>
            </a:r>
            <a:r>
              <a:rPr lang="en-US" altLang="zh-CN" sz="2800" dirty="0">
                <a:solidFill>
                  <a:schemeClr val="bg2"/>
                </a:solidFill>
              </a:rPr>
              <a:t> </a:t>
            </a:r>
            <a:r>
              <a:rPr lang="zh-CN" altLang="en-US" sz="2800" dirty="0">
                <a:solidFill>
                  <a:schemeClr val="bg2"/>
                </a:solidFill>
              </a:rPr>
              <a:t>时刻工作集为（ ）。</a:t>
            </a:r>
            <a:endParaRPr lang="en-US" altLang="zh-CN" sz="2800" dirty="0">
              <a:solidFill>
                <a:schemeClr val="bg2"/>
              </a:solidFill>
            </a:endParaRPr>
          </a:p>
          <a:p>
            <a:pPr>
              <a:buNone/>
              <a:defRPr/>
            </a:pPr>
            <a:r>
              <a:rPr lang="en-US" altLang="zh-CN" sz="2800" dirty="0">
                <a:solidFill>
                  <a:schemeClr val="bg2"/>
                </a:solidFill>
              </a:rPr>
              <a:t>A. {6</a:t>
            </a:r>
            <a:r>
              <a:rPr lang="zh-CN" altLang="en-US" sz="2800" dirty="0">
                <a:solidFill>
                  <a:schemeClr val="bg2"/>
                </a:solidFill>
              </a:rPr>
              <a:t>，</a:t>
            </a:r>
            <a:r>
              <a:rPr lang="en-US" altLang="zh-CN" sz="2800" dirty="0">
                <a:solidFill>
                  <a:schemeClr val="bg2"/>
                </a:solidFill>
              </a:rPr>
              <a:t>0</a:t>
            </a:r>
            <a:r>
              <a:rPr lang="zh-CN" altLang="en-US" sz="2800" dirty="0">
                <a:solidFill>
                  <a:schemeClr val="bg2"/>
                </a:solidFill>
              </a:rPr>
              <a:t>，</a:t>
            </a:r>
            <a:r>
              <a:rPr lang="en-US" altLang="zh-CN" sz="2800" dirty="0">
                <a:solidFill>
                  <a:schemeClr val="bg2"/>
                </a:solidFill>
              </a:rPr>
              <a:t>3</a:t>
            </a:r>
            <a:r>
              <a:rPr lang="zh-CN" altLang="en-US" sz="2800" dirty="0">
                <a:solidFill>
                  <a:schemeClr val="bg2"/>
                </a:solidFill>
              </a:rPr>
              <a:t>，</a:t>
            </a:r>
            <a:r>
              <a:rPr lang="en-US" altLang="zh-CN" sz="2800" dirty="0">
                <a:solidFill>
                  <a:schemeClr val="bg2"/>
                </a:solidFill>
              </a:rPr>
              <a:t>2}                   B. {2</a:t>
            </a:r>
            <a:r>
              <a:rPr lang="zh-CN" altLang="en-US" sz="2800" dirty="0">
                <a:solidFill>
                  <a:schemeClr val="bg2"/>
                </a:solidFill>
              </a:rPr>
              <a:t>，</a:t>
            </a:r>
            <a:r>
              <a:rPr lang="en-US" altLang="zh-CN" sz="2800" dirty="0">
                <a:solidFill>
                  <a:schemeClr val="bg2"/>
                </a:solidFill>
              </a:rPr>
              <a:t>3</a:t>
            </a:r>
            <a:r>
              <a:rPr lang="zh-CN" altLang="en-US" sz="2800" dirty="0">
                <a:solidFill>
                  <a:schemeClr val="bg2"/>
                </a:solidFill>
              </a:rPr>
              <a:t>，</a:t>
            </a:r>
            <a:r>
              <a:rPr lang="en-US" altLang="zh-CN" sz="2800" dirty="0">
                <a:solidFill>
                  <a:schemeClr val="bg2"/>
                </a:solidFill>
              </a:rPr>
              <a:t>0</a:t>
            </a:r>
            <a:r>
              <a:rPr lang="zh-CN" altLang="en-US" sz="2800" dirty="0">
                <a:solidFill>
                  <a:schemeClr val="bg2"/>
                </a:solidFill>
              </a:rPr>
              <a:t>，</a:t>
            </a:r>
            <a:r>
              <a:rPr lang="en-US" altLang="zh-CN" sz="2800" dirty="0">
                <a:solidFill>
                  <a:schemeClr val="bg2"/>
                </a:solidFill>
              </a:rPr>
              <a:t>4} </a:t>
            </a:r>
          </a:p>
          <a:p>
            <a:pPr>
              <a:buNone/>
              <a:defRPr/>
            </a:pPr>
            <a:r>
              <a:rPr lang="en-US" altLang="zh-CN" sz="2800" dirty="0">
                <a:solidFill>
                  <a:schemeClr val="bg2"/>
                </a:solidFill>
              </a:rPr>
              <a:t>C. {0</a:t>
            </a:r>
            <a:r>
              <a:rPr lang="zh-CN" altLang="en-US" sz="2800" dirty="0">
                <a:solidFill>
                  <a:schemeClr val="bg2"/>
                </a:solidFill>
              </a:rPr>
              <a:t>，</a:t>
            </a:r>
            <a:r>
              <a:rPr lang="en-US" altLang="zh-CN" sz="2800" dirty="0">
                <a:solidFill>
                  <a:schemeClr val="bg2"/>
                </a:solidFill>
              </a:rPr>
              <a:t>4</a:t>
            </a:r>
            <a:r>
              <a:rPr lang="zh-CN" altLang="en-US" sz="2800" dirty="0">
                <a:solidFill>
                  <a:schemeClr val="bg2"/>
                </a:solidFill>
              </a:rPr>
              <a:t>，</a:t>
            </a:r>
            <a:r>
              <a:rPr lang="en-US" altLang="zh-CN" sz="2800" dirty="0">
                <a:solidFill>
                  <a:schemeClr val="bg2"/>
                </a:solidFill>
              </a:rPr>
              <a:t>3</a:t>
            </a:r>
            <a:r>
              <a:rPr lang="zh-CN" altLang="en-US" sz="2800" dirty="0">
                <a:solidFill>
                  <a:schemeClr val="bg2"/>
                </a:solidFill>
              </a:rPr>
              <a:t>，</a:t>
            </a:r>
            <a:r>
              <a:rPr lang="en-US" altLang="zh-CN" sz="2800" dirty="0">
                <a:solidFill>
                  <a:schemeClr val="bg2"/>
                </a:solidFill>
              </a:rPr>
              <a:t>2,9}                 D. {4</a:t>
            </a:r>
            <a:r>
              <a:rPr lang="zh-CN" altLang="en-US" sz="2800" dirty="0">
                <a:solidFill>
                  <a:schemeClr val="bg2"/>
                </a:solidFill>
              </a:rPr>
              <a:t>，</a:t>
            </a:r>
            <a:r>
              <a:rPr lang="en-US" altLang="zh-CN" sz="2800" dirty="0">
                <a:solidFill>
                  <a:schemeClr val="bg2"/>
                </a:solidFill>
              </a:rPr>
              <a:t>5</a:t>
            </a:r>
            <a:r>
              <a:rPr lang="zh-CN" altLang="en-US" sz="2800" dirty="0">
                <a:solidFill>
                  <a:schemeClr val="bg2"/>
                </a:solidFill>
              </a:rPr>
              <a:t>，</a:t>
            </a:r>
            <a:r>
              <a:rPr lang="en-US" altLang="zh-CN" sz="2800" dirty="0">
                <a:solidFill>
                  <a:schemeClr val="bg2"/>
                </a:solidFill>
              </a:rPr>
              <a:t>6</a:t>
            </a:r>
            <a:r>
              <a:rPr lang="zh-CN" altLang="en-US" sz="2800" dirty="0">
                <a:solidFill>
                  <a:schemeClr val="bg2"/>
                </a:solidFill>
              </a:rPr>
              <a:t>，</a:t>
            </a:r>
            <a:r>
              <a:rPr lang="en-US" altLang="zh-CN" sz="2800" dirty="0">
                <a:solidFill>
                  <a:schemeClr val="bg2"/>
                </a:solidFill>
              </a:rPr>
              <a:t>0</a:t>
            </a:r>
            <a:r>
              <a:rPr lang="zh-CN" altLang="en-US" sz="2800" dirty="0">
                <a:solidFill>
                  <a:schemeClr val="bg2"/>
                </a:solidFill>
              </a:rPr>
              <a:t>，</a:t>
            </a:r>
            <a:r>
              <a:rPr lang="en-US" altLang="zh-CN" sz="2800" dirty="0">
                <a:solidFill>
                  <a:schemeClr val="bg2"/>
                </a:solidFill>
              </a:rPr>
              <a:t>3</a:t>
            </a:r>
            <a:r>
              <a:rPr lang="zh-CN" altLang="en-US" sz="2800" dirty="0">
                <a:solidFill>
                  <a:schemeClr val="bg2"/>
                </a:solidFill>
              </a:rPr>
              <a:t>，</a:t>
            </a:r>
            <a:r>
              <a:rPr lang="en-US" altLang="zh-CN" sz="2800" dirty="0">
                <a:solidFill>
                  <a:schemeClr val="bg2"/>
                </a:solidFill>
              </a:rPr>
              <a:t>2}</a:t>
            </a:r>
            <a:endParaRPr lang="zh-CN" altLang="en-US" sz="2800" dirty="0">
              <a:solidFill>
                <a:schemeClr val="bg2"/>
              </a:solidFill>
            </a:endParaRPr>
          </a:p>
        </p:txBody>
      </p:sp>
      <p:cxnSp>
        <p:nvCxnSpPr>
          <p:cNvPr id="67589" name="直接箭头连接符 4">
            <a:extLst>
              <a:ext uri="{FF2B5EF4-FFF2-40B4-BE49-F238E27FC236}">
                <a16:creationId xmlns:a16="http://schemas.microsoft.com/office/drawing/2014/main" id="{4EB0E3CC-C884-4E67-8A86-631B58E4887F}"/>
              </a:ext>
            </a:extLst>
          </p:cNvPr>
          <p:cNvCxnSpPr>
            <a:cxnSpLocks noChangeShapeType="1"/>
          </p:cNvCxnSpPr>
          <p:nvPr/>
        </p:nvCxnSpPr>
        <p:spPr bwMode="auto">
          <a:xfrm>
            <a:off x="47372" y="965200"/>
            <a:ext cx="9085262" cy="0"/>
          </a:xfrm>
          <a:prstGeom prst="straightConnector1">
            <a:avLst/>
          </a:prstGeom>
          <a:noFill/>
          <a:ln w="57150" cap="sq" algn="ctr">
            <a:solidFill>
              <a:schemeClr val="bg2"/>
            </a:solidFill>
            <a:round/>
            <a:headEnd type="none" w="sm" len="sm"/>
            <a:tailEnd type="triangle" w="med" len="med"/>
          </a:ln>
          <a:extLst>
            <a:ext uri="{909E8E84-426E-40DD-AFC4-6F175D3DCCD1}">
              <a14:hiddenFill xmlns:a14="http://schemas.microsoft.com/office/drawing/2010/main">
                <a:noFill/>
              </a14:hiddenFill>
            </a:ext>
          </a:extLst>
        </p:spPr>
      </p:cxnSp>
      <p:sp>
        <p:nvSpPr>
          <p:cNvPr id="67590" name="文本框 5">
            <a:extLst>
              <a:ext uri="{FF2B5EF4-FFF2-40B4-BE49-F238E27FC236}">
                <a16:creationId xmlns:a16="http://schemas.microsoft.com/office/drawing/2014/main" id="{50787CD5-39B9-4B95-9C0A-009FEC32C079}"/>
              </a:ext>
            </a:extLst>
          </p:cNvPr>
          <p:cNvSpPr txBox="1">
            <a:spLocks noChangeArrowheads="1"/>
          </p:cNvSpPr>
          <p:nvPr/>
        </p:nvSpPr>
        <p:spPr bwMode="auto">
          <a:xfrm>
            <a:off x="8008162" y="1006528"/>
            <a:ext cx="1100137"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lang="zh-CN" altLang="en-US" sz="2800" dirty="0">
                <a:solidFill>
                  <a:schemeClr val="bg2"/>
                </a:solidFill>
              </a:rPr>
              <a:t>时间</a:t>
            </a:r>
          </a:p>
        </p:txBody>
      </p:sp>
      <p:cxnSp>
        <p:nvCxnSpPr>
          <p:cNvPr id="67591" name="直接箭头连接符 6">
            <a:extLst>
              <a:ext uri="{FF2B5EF4-FFF2-40B4-BE49-F238E27FC236}">
                <a16:creationId xmlns:a16="http://schemas.microsoft.com/office/drawing/2014/main" id="{47D4AB38-CE2B-406B-918C-2E22A96A1C73}"/>
              </a:ext>
            </a:extLst>
          </p:cNvPr>
          <p:cNvCxnSpPr>
            <a:cxnSpLocks noChangeShapeType="1"/>
          </p:cNvCxnSpPr>
          <p:nvPr/>
        </p:nvCxnSpPr>
        <p:spPr bwMode="auto">
          <a:xfrm>
            <a:off x="4139952" y="820052"/>
            <a:ext cx="0" cy="788988"/>
          </a:xfrm>
          <a:prstGeom prst="straightConnector1">
            <a:avLst/>
          </a:prstGeom>
          <a:noFill/>
          <a:ln w="57150" cap="sq" algn="ctr">
            <a:solidFill>
              <a:srgbClr val="FF0000"/>
            </a:solidFill>
            <a:round/>
            <a:headEnd type="triangle" w="med" len="med"/>
            <a:tailEnd/>
          </a:ln>
          <a:extLst>
            <a:ext uri="{909E8E84-426E-40DD-AFC4-6F175D3DCCD1}">
              <a14:hiddenFill xmlns:a14="http://schemas.microsoft.com/office/drawing/2010/main">
                <a:noFill/>
              </a14:hiddenFill>
            </a:ext>
          </a:extLst>
        </p:spPr>
      </p:cxnSp>
      <p:sp>
        <p:nvSpPr>
          <p:cNvPr id="2" name="矩形 1">
            <a:extLst>
              <a:ext uri="{FF2B5EF4-FFF2-40B4-BE49-F238E27FC236}">
                <a16:creationId xmlns:a16="http://schemas.microsoft.com/office/drawing/2014/main" id="{B2648498-94CD-4C73-AEAB-29640B16D780}"/>
              </a:ext>
            </a:extLst>
          </p:cNvPr>
          <p:cNvSpPr/>
          <p:nvPr/>
        </p:nvSpPr>
        <p:spPr>
          <a:xfrm>
            <a:off x="4245264" y="1161492"/>
            <a:ext cx="320922" cy="584775"/>
          </a:xfrm>
          <a:prstGeom prst="rect">
            <a:avLst/>
          </a:prstGeom>
        </p:spPr>
        <p:txBody>
          <a:bodyPr wrap="none">
            <a:spAutoFit/>
          </a:bodyPr>
          <a:lstStyle/>
          <a:p>
            <a:r>
              <a:rPr lang="en-US" altLang="zh-CN" dirty="0">
                <a:solidFill>
                  <a:srgbClr val="FF0000"/>
                </a:solidFill>
                <a:latin typeface="+mn-lt"/>
              </a:rPr>
              <a:t>t</a:t>
            </a:r>
            <a:endParaRPr lang="zh-CN" altLang="en-US" dirty="0">
              <a:solidFill>
                <a:srgbClr val="FF0000"/>
              </a:solidFill>
              <a:latin typeface="+mn-lt"/>
            </a:endParaRPr>
          </a:p>
        </p:txBody>
      </p:sp>
      <p:sp>
        <p:nvSpPr>
          <p:cNvPr id="12" name="矩形 11">
            <a:extLst>
              <a:ext uri="{FF2B5EF4-FFF2-40B4-BE49-F238E27FC236}">
                <a16:creationId xmlns:a16="http://schemas.microsoft.com/office/drawing/2014/main" id="{F8D50696-55DC-4832-9F11-989BEFCCB583}"/>
              </a:ext>
            </a:extLst>
          </p:cNvPr>
          <p:cNvSpPr/>
          <p:nvPr/>
        </p:nvSpPr>
        <p:spPr>
          <a:xfrm>
            <a:off x="3562279" y="3820598"/>
            <a:ext cx="534385" cy="584775"/>
          </a:xfrm>
          <a:prstGeom prst="rect">
            <a:avLst/>
          </a:prstGeom>
          <a:solidFill>
            <a:srgbClr val="00B050"/>
          </a:solidFill>
        </p:spPr>
        <p:txBody>
          <a:bodyPr wrap="square">
            <a:spAutoFit/>
          </a:bodyPr>
          <a:lstStyle/>
          <a:p>
            <a:pPr algn="ctr"/>
            <a:r>
              <a:rPr lang="en-US" altLang="zh-CN" dirty="0">
                <a:solidFill>
                  <a:schemeClr val="bg2"/>
                </a:solidFill>
                <a:latin typeface="+mn-lt"/>
              </a:rPr>
              <a:t>A</a:t>
            </a:r>
          </a:p>
        </p:txBody>
      </p:sp>
      <p:sp>
        <p:nvSpPr>
          <p:cNvPr id="13"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7371731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1000"/>
                                        <p:tgtEl>
                                          <p:spTgt spid="12"/>
                                        </p:tgtEl>
                                      </p:cBhvr>
                                    </p:animEffect>
                                    <p:anim calcmode="lin" valueType="num">
                                      <p:cBhvr>
                                        <p:cTn id="15" dur="1000" fill="hold"/>
                                        <p:tgtEl>
                                          <p:spTgt spid="12"/>
                                        </p:tgtEl>
                                        <p:attrNameLst>
                                          <p:attrName>ppt_x</p:attrName>
                                        </p:attrNameLst>
                                      </p:cBhvr>
                                      <p:tavLst>
                                        <p:tav tm="0">
                                          <p:val>
                                            <p:strVal val="#ppt_x"/>
                                          </p:val>
                                        </p:tav>
                                        <p:tav tm="100000">
                                          <p:val>
                                            <p:strVal val="#ppt_x"/>
                                          </p:val>
                                        </p:tav>
                                      </p:tavLst>
                                    </p:anim>
                                    <p:anim calcmode="lin" valueType="num">
                                      <p:cBhvr>
                                        <p:cTn id="16" dur="1000" fill="hold"/>
                                        <p:tgtEl>
                                          <p:spTgt spid="12"/>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2" presetClass="entr" presetSubtype="6" fill="hold" grpId="0" nodeType="afterEffect">
                                  <p:stCondLst>
                                    <p:cond delay="0"/>
                                  </p:stCondLst>
                                  <p:childTnLst>
                                    <p:set>
                                      <p:cBhvr>
                                        <p:cTn id="19" dur="1" fill="hold">
                                          <p:stCondLst>
                                            <p:cond delay="0"/>
                                          </p:stCondLst>
                                        </p:cTn>
                                        <p:tgtEl>
                                          <p:spTgt spid="13"/>
                                        </p:tgtEl>
                                        <p:attrNameLst>
                                          <p:attrName>style.visibility</p:attrName>
                                        </p:attrNameLst>
                                      </p:cBhvr>
                                      <p:to>
                                        <p:strVal val="visible"/>
                                      </p:to>
                                    </p:set>
                                    <p:anim calcmode="lin" valueType="num">
                                      <p:cBhvr additive="base">
                                        <p:cTn id="20" dur="500" fill="hold"/>
                                        <p:tgtEl>
                                          <p:spTgt spid="13"/>
                                        </p:tgtEl>
                                        <p:attrNameLst>
                                          <p:attrName>ppt_x</p:attrName>
                                        </p:attrNameLst>
                                      </p:cBhvr>
                                      <p:tavLst>
                                        <p:tav tm="0">
                                          <p:val>
                                            <p:strVal val="1+#ppt_w/2"/>
                                          </p:val>
                                        </p:tav>
                                        <p:tav tm="100000">
                                          <p:val>
                                            <p:strVal val="#ppt_x"/>
                                          </p:val>
                                        </p:tav>
                                      </p:tavLst>
                                    </p:anim>
                                    <p:anim calcmode="lin" valueType="num">
                                      <p:cBhvr additive="base">
                                        <p:cTn id="21"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animBg="1"/>
      <p:bldP spid="1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BDD5715E-1A5B-4BE0-AB23-EB1A309C26FD}"/>
              </a:ext>
            </a:extLst>
          </p:cNvPr>
          <p:cNvSpPr txBox="1">
            <a:spLocks noChangeArrowheads="1"/>
          </p:cNvSpPr>
          <p:nvPr/>
        </p:nvSpPr>
        <p:spPr>
          <a:xfrm>
            <a:off x="304800" y="88108"/>
            <a:ext cx="8229600" cy="676275"/>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marL="342900" lvl="1" indent="-342900" algn="ctr" eaLnBrk="1" hangingPunct="1">
              <a:lnSpc>
                <a:spcPct val="110000"/>
              </a:lnSpc>
              <a:buClr>
                <a:schemeClr val="tx2"/>
              </a:buClr>
              <a:buSzPct val="75000"/>
              <a:defRPr/>
            </a:pPr>
            <a:r>
              <a:rPr lang="zh-CN"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sym typeface="Symbol" panose="05050102010706020507" pitchFamily="18" charset="2"/>
              </a:rPr>
              <a:t>工作集</a:t>
            </a: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sym typeface="Symbol" panose="05050102010706020507" pitchFamily="18" charset="2"/>
              </a:rPr>
              <a:t>使用和计算</a:t>
            </a:r>
            <a:endParaRPr lang="zh-CN"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sym typeface="Symbol" panose="05050102010706020507" pitchFamily="18" charset="2"/>
            </a:endParaRPr>
          </a:p>
        </p:txBody>
      </p:sp>
      <p:sp>
        <p:nvSpPr>
          <p:cNvPr id="7" name="Rectangle 17">
            <a:extLst>
              <a:ext uri="{FF2B5EF4-FFF2-40B4-BE49-F238E27FC236}">
                <a16:creationId xmlns:a16="http://schemas.microsoft.com/office/drawing/2014/main" id="{0353BF22-7841-489C-B8B3-5111725824CA}"/>
              </a:ext>
            </a:extLst>
          </p:cNvPr>
          <p:cNvSpPr>
            <a:spLocks noChangeArrowheads="1"/>
          </p:cNvSpPr>
          <p:nvPr/>
        </p:nvSpPr>
        <p:spPr bwMode="auto">
          <a:xfrm>
            <a:off x="0" y="774500"/>
            <a:ext cx="9324528" cy="197592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55600" lvl="2" indent="-355600" defTabSz="355600">
              <a:lnSpc>
                <a:spcPct val="90000"/>
              </a:lnSpc>
              <a:buClr>
                <a:schemeClr val="bg1"/>
              </a:buClr>
              <a:buSzPct val="80000"/>
              <a:buFont typeface="Wingdings" panose="05000000000000000000" pitchFamily="2" charset="2"/>
              <a:buChar char="n"/>
              <a:tabLst>
                <a:tab pos="3851275" algn="l"/>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sym typeface="Symbol" panose="05050102010706020507" pitchFamily="18" charset="2"/>
              </a:rPr>
              <a:t>工作集的精度取决于</a:t>
            </a:r>
            <a:r>
              <a:rPr lang="en-US" altLang="zh-CN" sz="3600" dirty="0">
                <a:solidFill>
                  <a:schemeClr val="bg1"/>
                </a:solidFill>
                <a:effectLst>
                  <a:outerShdw blurRad="38100" dist="38100" dir="2700000" algn="tl">
                    <a:srgbClr val="000000"/>
                  </a:outerShdw>
                </a:effectLst>
                <a:latin typeface="+mj-lt"/>
                <a:ea typeface="楷体" panose="02010609060101010101" pitchFamily="49" charset="-122"/>
                <a:sym typeface="Symbol" panose="05050102010706020507" pitchFamily="18" charset="2"/>
              </a:rPr>
              <a:t></a:t>
            </a: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sym typeface="Symbol" panose="05050102010706020507" pitchFamily="18" charset="2"/>
              </a:rPr>
              <a:t>的大小</a:t>
            </a:r>
            <a:endParaRPr lang="en-US" altLang="zh-CN" sz="3600" dirty="0">
              <a:solidFill>
                <a:schemeClr val="bg1"/>
              </a:solidFill>
              <a:effectLst>
                <a:outerShdw blurRad="38100" dist="38100" dir="2700000" algn="tl">
                  <a:srgbClr val="000000"/>
                </a:outerShdw>
              </a:effectLst>
              <a:latin typeface="+mj-lt"/>
              <a:ea typeface="楷体" panose="02010609060101010101" pitchFamily="49" charset="-122"/>
              <a:sym typeface="Symbol" panose="05050102010706020507" pitchFamily="18" charset="2"/>
            </a:endParaRPr>
          </a:p>
          <a:p>
            <a:pPr marL="812800" lvl="3" indent="-355600" defTabSz="355600">
              <a:lnSpc>
                <a:spcPct val="90000"/>
              </a:lnSpc>
              <a:buClr>
                <a:schemeClr val="bg2"/>
              </a:buClr>
              <a:buSzPct val="70000"/>
              <a:buFont typeface="Wingdings" panose="05000000000000000000" pitchFamily="2" charset="2"/>
              <a:buChar char="n"/>
              <a:tabLst>
                <a:tab pos="3851275" algn="l"/>
              </a:tabLst>
              <a:defRPr/>
            </a:pPr>
            <a:r>
              <a:rPr lang="en-US" altLang="zh-CN" dirty="0">
                <a:solidFill>
                  <a:schemeClr val="bg1"/>
                </a:solidFill>
                <a:effectLst>
                  <a:outerShdw blurRad="38100" dist="38100" dir="2700000" algn="tl">
                    <a:srgbClr val="000000"/>
                  </a:outerShdw>
                </a:effectLst>
                <a:ea typeface="楷体" panose="02010609060101010101" pitchFamily="49" charset="-122"/>
                <a:sym typeface="Symbol" panose="05050102010706020507" pitchFamily="18" charset="2"/>
              </a:rPr>
              <a:t></a:t>
            </a: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sym typeface="Symbol" panose="05050102010706020507" pitchFamily="18" charset="2"/>
              </a:rPr>
              <a:t>太小不能包含整个局部；</a:t>
            </a:r>
            <a:endPar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sym typeface="Symbol" panose="05050102010706020507" pitchFamily="18" charset="2"/>
            </a:endParaRPr>
          </a:p>
          <a:p>
            <a:pPr marL="812800" lvl="3" indent="-355600" defTabSz="355600">
              <a:lnSpc>
                <a:spcPct val="90000"/>
              </a:lnSpc>
              <a:buClr>
                <a:schemeClr val="bg2"/>
              </a:buClr>
              <a:buSzPct val="70000"/>
              <a:buFont typeface="Wingdings" panose="05000000000000000000" pitchFamily="2" charset="2"/>
              <a:buChar char="n"/>
              <a:tabLst>
                <a:tab pos="3851275" algn="l"/>
              </a:tabLst>
              <a:defRPr/>
            </a:pPr>
            <a:r>
              <a:rPr lang="en-US" altLang="zh-CN" dirty="0">
                <a:solidFill>
                  <a:schemeClr val="bg1"/>
                </a:solidFill>
                <a:effectLst>
                  <a:outerShdw blurRad="38100" dist="38100" dir="2700000" algn="tl">
                    <a:srgbClr val="000000"/>
                  </a:outerShdw>
                </a:effectLst>
                <a:ea typeface="楷体" panose="02010609060101010101" pitchFamily="49" charset="-122"/>
                <a:sym typeface="Symbol" panose="05050102010706020507" pitchFamily="18" charset="2"/>
              </a:rPr>
              <a:t></a:t>
            </a: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sym typeface="Symbol" panose="05050102010706020507" pitchFamily="18" charset="2"/>
              </a:rPr>
              <a:t>太大包含多个局部；无穷大：进程所需的所有页集合。 </a:t>
            </a:r>
          </a:p>
        </p:txBody>
      </p:sp>
      <p:sp>
        <p:nvSpPr>
          <p:cNvPr id="8" name="Rectangle 17">
            <a:extLst>
              <a:ext uri="{FF2B5EF4-FFF2-40B4-BE49-F238E27FC236}">
                <a16:creationId xmlns:a16="http://schemas.microsoft.com/office/drawing/2014/main" id="{F6ADDB6B-2542-447B-99E8-A3745114E64D}"/>
              </a:ext>
            </a:extLst>
          </p:cNvPr>
          <p:cNvSpPr>
            <a:spLocks noChangeArrowheads="1"/>
          </p:cNvSpPr>
          <p:nvPr/>
        </p:nvSpPr>
        <p:spPr bwMode="auto">
          <a:xfrm>
            <a:off x="0" y="2633947"/>
            <a:ext cx="9324528" cy="236372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55600" lvl="2" indent="-355600" defTabSz="355600">
              <a:lnSpc>
                <a:spcPct val="90000"/>
              </a:lnSpc>
              <a:buClr>
                <a:schemeClr val="bg1"/>
              </a:buClr>
              <a:buSzPct val="80000"/>
              <a:buFont typeface="Wingdings" panose="05000000000000000000" pitchFamily="2" charset="2"/>
              <a:buChar char="n"/>
              <a:tabLst>
                <a:tab pos="3851275" algn="l"/>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sym typeface="Symbol" panose="05050102010706020507" pitchFamily="18" charset="2"/>
              </a:rPr>
              <a:t>工作集的使用</a:t>
            </a:r>
            <a:endParaRPr lang="en-US" altLang="zh-CN" sz="3600" dirty="0">
              <a:solidFill>
                <a:schemeClr val="bg1"/>
              </a:solidFill>
              <a:effectLst>
                <a:outerShdw blurRad="38100" dist="38100" dir="2700000" algn="tl">
                  <a:srgbClr val="000000"/>
                </a:outerShdw>
              </a:effectLst>
              <a:latin typeface="+mj-lt"/>
              <a:ea typeface="楷体" panose="02010609060101010101" pitchFamily="49" charset="-122"/>
              <a:sym typeface="Symbol" panose="05050102010706020507" pitchFamily="18" charset="2"/>
            </a:endParaRPr>
          </a:p>
          <a:p>
            <a:pPr marL="812800" lvl="3" indent="-355600" defTabSz="355600">
              <a:lnSpc>
                <a:spcPct val="90000"/>
              </a:lnSpc>
              <a:buClr>
                <a:schemeClr val="bg2"/>
              </a:buClr>
              <a:buSzPct val="70000"/>
              <a:buFont typeface="Wingdings" panose="05000000000000000000" pitchFamily="2" charset="2"/>
              <a:buChar char="n"/>
              <a:tabLst>
                <a:tab pos="3851275" algn="l"/>
              </a:tabLst>
              <a:defRPr/>
            </a:pP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sym typeface="Symbol" panose="05050102010706020507" pitchFamily="18" charset="2"/>
              </a:rPr>
              <a:t>监视进程的</a:t>
            </a:r>
            <a:r>
              <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sym typeface="Symbol" panose="05050102010706020507" pitchFamily="18" charset="2"/>
              </a:rPr>
              <a:t>WS</a:t>
            </a: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sym typeface="Symbol" panose="05050102010706020507" pitchFamily="18" charset="2"/>
              </a:rPr>
              <a:t>，为它分配大于</a:t>
            </a:r>
            <a:r>
              <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sym typeface="Symbol" panose="05050102010706020507" pitchFamily="18" charset="2"/>
              </a:rPr>
              <a:t>WS</a:t>
            </a: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sym typeface="Symbol" panose="05050102010706020507" pitchFamily="18" charset="2"/>
              </a:rPr>
              <a:t>的帧数。</a:t>
            </a:r>
            <a:endPar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sym typeface="Symbol" panose="05050102010706020507" pitchFamily="18" charset="2"/>
            </a:endParaRPr>
          </a:p>
          <a:p>
            <a:pPr marL="812800" lvl="3" indent="-355600" defTabSz="355600">
              <a:lnSpc>
                <a:spcPct val="90000"/>
              </a:lnSpc>
              <a:buClr>
                <a:schemeClr val="bg2"/>
              </a:buClr>
              <a:buSzPct val="70000"/>
              <a:buFont typeface="Wingdings" panose="05000000000000000000" pitchFamily="2" charset="2"/>
              <a:buChar char="n"/>
              <a:tabLst>
                <a:tab pos="3851275" algn="l"/>
              </a:tabLst>
              <a:defRPr/>
            </a:pP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sym typeface="Symbol" panose="05050102010706020507" pitchFamily="18" charset="2"/>
              </a:rPr>
              <a:t>如果有足够的额外帧，启动另一进程；</a:t>
            </a:r>
            <a:endPar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sym typeface="Symbol" panose="05050102010706020507" pitchFamily="18" charset="2"/>
            </a:endParaRPr>
          </a:p>
          <a:p>
            <a:pPr marL="812800" lvl="3" indent="-355600" defTabSz="355600">
              <a:lnSpc>
                <a:spcPct val="90000"/>
              </a:lnSpc>
              <a:buClr>
                <a:schemeClr val="bg2"/>
              </a:buClr>
              <a:buSzPct val="70000"/>
              <a:buFont typeface="Wingdings" panose="05000000000000000000" pitchFamily="2" charset="2"/>
              <a:buChar char="n"/>
              <a:tabLst>
                <a:tab pos="3851275" algn="l"/>
              </a:tabLst>
              <a:defRPr/>
            </a:pPr>
            <a:r>
              <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sym typeface="Symbol" panose="05050102010706020507" pitchFamily="18" charset="2"/>
              </a:rPr>
              <a:t>WS</a:t>
            </a: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sym typeface="Symbol" panose="05050102010706020507" pitchFamily="18" charset="2"/>
              </a:rPr>
              <a:t>大小总和超过可用帧总数，选择一个进程换出。</a:t>
            </a:r>
            <a:endPar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sym typeface="Symbol" panose="05050102010706020507" pitchFamily="18" charset="2"/>
            </a:endParaRPr>
          </a:p>
        </p:txBody>
      </p:sp>
      <p:sp>
        <p:nvSpPr>
          <p:cNvPr id="10" name="Rectangle 17">
            <a:extLst>
              <a:ext uri="{FF2B5EF4-FFF2-40B4-BE49-F238E27FC236}">
                <a16:creationId xmlns:a16="http://schemas.microsoft.com/office/drawing/2014/main" id="{1C670F67-01F3-4BB8-80D6-547E447A3547}"/>
              </a:ext>
            </a:extLst>
          </p:cNvPr>
          <p:cNvSpPr>
            <a:spLocks noChangeArrowheads="1"/>
          </p:cNvSpPr>
          <p:nvPr/>
        </p:nvSpPr>
        <p:spPr bwMode="auto">
          <a:xfrm>
            <a:off x="0" y="4881191"/>
            <a:ext cx="8798498" cy="147732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55600" lvl="2" indent="-355600" defTabSz="355600">
              <a:lnSpc>
                <a:spcPct val="90000"/>
              </a:lnSpc>
              <a:buClr>
                <a:schemeClr val="bg1"/>
              </a:buClr>
              <a:buSzPct val="80000"/>
              <a:buFont typeface="Wingdings" panose="05000000000000000000" pitchFamily="2" charset="2"/>
              <a:buChar char="n"/>
              <a:tabLst>
                <a:tab pos="3851275" algn="l"/>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sym typeface="Symbol" panose="05050102010706020507" pitchFamily="18" charset="2"/>
              </a:rPr>
              <a:t>工作集的计算</a:t>
            </a:r>
            <a:endParaRPr lang="en-US" altLang="zh-CN" sz="3600" dirty="0">
              <a:solidFill>
                <a:schemeClr val="bg1"/>
              </a:solidFill>
              <a:effectLst>
                <a:outerShdw blurRad="38100" dist="38100" dir="2700000" algn="tl">
                  <a:srgbClr val="000000"/>
                </a:outerShdw>
              </a:effectLst>
              <a:latin typeface="+mj-lt"/>
              <a:ea typeface="楷体" panose="02010609060101010101" pitchFamily="49" charset="-122"/>
              <a:sym typeface="Symbol" panose="05050102010706020507" pitchFamily="18" charset="2"/>
            </a:endParaRPr>
          </a:p>
          <a:p>
            <a:pPr marL="812800" lvl="3" indent="-355600" defTabSz="355600">
              <a:lnSpc>
                <a:spcPct val="90000"/>
              </a:lnSpc>
              <a:buClr>
                <a:schemeClr val="bg2"/>
              </a:buClr>
              <a:buSzPct val="70000"/>
              <a:buFont typeface="Wingdings" panose="05000000000000000000" pitchFamily="2" charset="2"/>
              <a:buChar char="n"/>
              <a:tabLst>
                <a:tab pos="3851275" algn="l"/>
              </a:tabLst>
              <a:defRPr/>
            </a:pP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sym typeface="Symbol" panose="05050102010706020507" pitchFamily="18" charset="2"/>
              </a:rPr>
              <a:t>每次内存引用都重新计算，低效</a:t>
            </a:r>
            <a:endPar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sym typeface="Symbol" panose="05050102010706020507" pitchFamily="18" charset="2"/>
            </a:endParaRPr>
          </a:p>
          <a:p>
            <a:pPr marL="812800" lvl="3" indent="-355600" defTabSz="355600">
              <a:lnSpc>
                <a:spcPct val="90000"/>
              </a:lnSpc>
              <a:buClr>
                <a:schemeClr val="bg2"/>
              </a:buClr>
              <a:buSzPct val="70000"/>
              <a:buFont typeface="Wingdings" panose="05000000000000000000" pitchFamily="2" charset="2"/>
              <a:buChar char="n"/>
              <a:tabLst>
                <a:tab pos="3851275" algn="l"/>
              </a:tabLst>
              <a:defRPr/>
            </a:pPr>
            <a:r>
              <a:rPr lang="zh-CN" altLang="en-US"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sym typeface="Symbol" panose="05050102010706020507" pitchFamily="18" charset="2"/>
              </a:rPr>
              <a:t>通过定期时钟中断和引用位得到近似模型</a:t>
            </a:r>
            <a:endParaRPr lang="en-US" altLang="zh-CN" dirty="0">
              <a:solidFill>
                <a:schemeClr val="bg2"/>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sym typeface="Symbol" panose="05050102010706020507" pitchFamily="18" charset="2"/>
            </a:endParaRPr>
          </a:p>
        </p:txBody>
      </p:sp>
      <p:sp>
        <p:nvSpPr>
          <p:cNvPr id="9"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760621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1000"/>
                                        <p:tgtEl>
                                          <p:spTgt spid="7">
                                            <p:txEl>
                                              <p:pRg st="1" end="1"/>
                                            </p:txEl>
                                          </p:spTgt>
                                        </p:tgtEl>
                                      </p:cBhvr>
                                    </p:animEffect>
                                    <p:anim calcmode="lin" valueType="num">
                                      <p:cBhvr>
                                        <p:cTn id="13"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1000"/>
                                        <p:tgtEl>
                                          <p:spTgt spid="7">
                                            <p:txEl>
                                              <p:pRg st="2" end="2"/>
                                            </p:txEl>
                                          </p:spTgt>
                                        </p:tgtEl>
                                      </p:cBhvr>
                                    </p:animEffect>
                                    <p:anim calcmode="lin" valueType="num">
                                      <p:cBhvr>
                                        <p:cTn id="18"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8">
                                            <p:txEl>
                                              <p:pRg st="0" end="0"/>
                                            </p:txEl>
                                          </p:spTgt>
                                        </p:tgtEl>
                                        <p:attrNameLst>
                                          <p:attrName>style.visibility</p:attrName>
                                        </p:attrNameLst>
                                      </p:cBhvr>
                                      <p:to>
                                        <p:strVal val="visible"/>
                                      </p:to>
                                    </p:set>
                                    <p:animEffect transition="in" filter="fade">
                                      <p:cBhvr>
                                        <p:cTn id="24" dur="500"/>
                                        <p:tgtEl>
                                          <p:spTgt spid="8">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8">
                                            <p:txEl>
                                              <p:pRg st="1" end="1"/>
                                            </p:txEl>
                                          </p:spTgt>
                                        </p:tgtEl>
                                        <p:attrNameLst>
                                          <p:attrName>style.visibility</p:attrName>
                                        </p:attrNameLst>
                                      </p:cBhvr>
                                      <p:to>
                                        <p:strVal val="visible"/>
                                      </p:to>
                                    </p:set>
                                    <p:animEffect transition="in" filter="fade">
                                      <p:cBhvr>
                                        <p:cTn id="29" dur="1000"/>
                                        <p:tgtEl>
                                          <p:spTgt spid="8">
                                            <p:txEl>
                                              <p:pRg st="1" end="1"/>
                                            </p:txEl>
                                          </p:spTgt>
                                        </p:tgtEl>
                                      </p:cBhvr>
                                    </p:animEffect>
                                    <p:anim calcmode="lin" valueType="num">
                                      <p:cBhvr>
                                        <p:cTn id="30"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31" dur="1000" fill="hold"/>
                                        <p:tgtEl>
                                          <p:spTgt spid="8">
                                            <p:txEl>
                                              <p:pRg st="1" end="1"/>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8">
                                            <p:txEl>
                                              <p:pRg st="2" end="2"/>
                                            </p:txEl>
                                          </p:spTgt>
                                        </p:tgtEl>
                                        <p:attrNameLst>
                                          <p:attrName>style.visibility</p:attrName>
                                        </p:attrNameLst>
                                      </p:cBhvr>
                                      <p:to>
                                        <p:strVal val="visible"/>
                                      </p:to>
                                    </p:set>
                                    <p:animEffect transition="in" filter="fade">
                                      <p:cBhvr>
                                        <p:cTn id="34" dur="1000"/>
                                        <p:tgtEl>
                                          <p:spTgt spid="8">
                                            <p:txEl>
                                              <p:pRg st="2" end="2"/>
                                            </p:txEl>
                                          </p:spTgt>
                                        </p:tgtEl>
                                      </p:cBhvr>
                                    </p:animEffect>
                                    <p:anim calcmode="lin" valueType="num">
                                      <p:cBhvr>
                                        <p:cTn id="35"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36" dur="1000" fill="hold"/>
                                        <p:tgtEl>
                                          <p:spTgt spid="8">
                                            <p:txEl>
                                              <p:pRg st="2" end="2"/>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8">
                                            <p:txEl>
                                              <p:pRg st="3" end="3"/>
                                            </p:txEl>
                                          </p:spTgt>
                                        </p:tgtEl>
                                        <p:attrNameLst>
                                          <p:attrName>style.visibility</p:attrName>
                                        </p:attrNameLst>
                                      </p:cBhvr>
                                      <p:to>
                                        <p:strVal val="visible"/>
                                      </p:to>
                                    </p:set>
                                    <p:animEffect transition="in" filter="fade">
                                      <p:cBhvr>
                                        <p:cTn id="39" dur="1000"/>
                                        <p:tgtEl>
                                          <p:spTgt spid="8">
                                            <p:txEl>
                                              <p:pRg st="3" end="3"/>
                                            </p:txEl>
                                          </p:spTgt>
                                        </p:tgtEl>
                                      </p:cBhvr>
                                    </p:animEffect>
                                    <p:anim calcmode="lin" valueType="num">
                                      <p:cBhvr>
                                        <p:cTn id="40"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41"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0">
                                            <p:txEl>
                                              <p:pRg st="0" end="0"/>
                                            </p:txEl>
                                          </p:spTgt>
                                        </p:tgtEl>
                                        <p:attrNameLst>
                                          <p:attrName>style.visibility</p:attrName>
                                        </p:attrNameLst>
                                      </p:cBhvr>
                                      <p:to>
                                        <p:strVal val="visible"/>
                                      </p:to>
                                    </p:set>
                                    <p:animEffect transition="in" filter="fade">
                                      <p:cBhvr>
                                        <p:cTn id="46" dur="500"/>
                                        <p:tgtEl>
                                          <p:spTgt spid="10">
                                            <p:txEl>
                                              <p:pRg st="0" end="0"/>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nodeType="clickEffect">
                                  <p:stCondLst>
                                    <p:cond delay="0"/>
                                  </p:stCondLst>
                                  <p:childTnLst>
                                    <p:set>
                                      <p:cBhvr>
                                        <p:cTn id="50" dur="1" fill="hold">
                                          <p:stCondLst>
                                            <p:cond delay="0"/>
                                          </p:stCondLst>
                                        </p:cTn>
                                        <p:tgtEl>
                                          <p:spTgt spid="10">
                                            <p:txEl>
                                              <p:pRg st="1" end="1"/>
                                            </p:txEl>
                                          </p:spTgt>
                                        </p:tgtEl>
                                        <p:attrNameLst>
                                          <p:attrName>style.visibility</p:attrName>
                                        </p:attrNameLst>
                                      </p:cBhvr>
                                      <p:to>
                                        <p:strVal val="visible"/>
                                      </p:to>
                                    </p:set>
                                    <p:animEffect transition="in" filter="fade">
                                      <p:cBhvr>
                                        <p:cTn id="51" dur="1000"/>
                                        <p:tgtEl>
                                          <p:spTgt spid="10">
                                            <p:txEl>
                                              <p:pRg st="1" end="1"/>
                                            </p:txEl>
                                          </p:spTgt>
                                        </p:tgtEl>
                                      </p:cBhvr>
                                    </p:animEffect>
                                    <p:anim calcmode="lin" valueType="num">
                                      <p:cBhvr>
                                        <p:cTn id="52"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53" dur="1000" fill="hold"/>
                                        <p:tgtEl>
                                          <p:spTgt spid="10">
                                            <p:txEl>
                                              <p:pRg st="1" end="1"/>
                                            </p:txEl>
                                          </p:spTgt>
                                        </p:tgtEl>
                                        <p:attrNameLst>
                                          <p:attrName>ppt_y</p:attrName>
                                        </p:attrNameLst>
                                      </p:cBhvr>
                                      <p:tavLst>
                                        <p:tav tm="0">
                                          <p:val>
                                            <p:strVal val="#ppt_y+.1"/>
                                          </p:val>
                                        </p:tav>
                                        <p:tav tm="100000">
                                          <p:val>
                                            <p:strVal val="#ppt_y"/>
                                          </p:val>
                                        </p:tav>
                                      </p:tavLst>
                                    </p:anim>
                                  </p:childTnLst>
                                </p:cTn>
                              </p:par>
                              <p:par>
                                <p:cTn id="54" presetID="42" presetClass="entr" presetSubtype="0" fill="hold" nodeType="withEffect">
                                  <p:stCondLst>
                                    <p:cond delay="0"/>
                                  </p:stCondLst>
                                  <p:childTnLst>
                                    <p:set>
                                      <p:cBhvr>
                                        <p:cTn id="55" dur="1" fill="hold">
                                          <p:stCondLst>
                                            <p:cond delay="0"/>
                                          </p:stCondLst>
                                        </p:cTn>
                                        <p:tgtEl>
                                          <p:spTgt spid="10">
                                            <p:txEl>
                                              <p:pRg st="2" end="2"/>
                                            </p:txEl>
                                          </p:spTgt>
                                        </p:tgtEl>
                                        <p:attrNameLst>
                                          <p:attrName>style.visibility</p:attrName>
                                        </p:attrNameLst>
                                      </p:cBhvr>
                                      <p:to>
                                        <p:strVal val="visible"/>
                                      </p:to>
                                    </p:set>
                                    <p:animEffect transition="in" filter="fade">
                                      <p:cBhvr>
                                        <p:cTn id="56" dur="1000"/>
                                        <p:tgtEl>
                                          <p:spTgt spid="10">
                                            <p:txEl>
                                              <p:pRg st="2" end="2"/>
                                            </p:txEl>
                                          </p:spTgt>
                                        </p:tgtEl>
                                      </p:cBhvr>
                                    </p:animEffect>
                                    <p:anim calcmode="lin" valueType="num">
                                      <p:cBhvr>
                                        <p:cTn id="57"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par>
                          <p:cTn id="59" fill="hold">
                            <p:stCondLst>
                              <p:cond delay="1000"/>
                            </p:stCondLst>
                            <p:childTnLst>
                              <p:par>
                                <p:cTn id="60" presetID="2" presetClass="entr" presetSubtype="6" fill="hold" grpId="0" nodeType="afterEffect">
                                  <p:stCondLst>
                                    <p:cond delay="0"/>
                                  </p:stCondLst>
                                  <p:childTnLst>
                                    <p:set>
                                      <p:cBhvr>
                                        <p:cTn id="61" dur="1" fill="hold">
                                          <p:stCondLst>
                                            <p:cond delay="0"/>
                                          </p:stCondLst>
                                        </p:cTn>
                                        <p:tgtEl>
                                          <p:spTgt spid="9"/>
                                        </p:tgtEl>
                                        <p:attrNameLst>
                                          <p:attrName>style.visibility</p:attrName>
                                        </p:attrNameLst>
                                      </p:cBhvr>
                                      <p:to>
                                        <p:strVal val="visible"/>
                                      </p:to>
                                    </p:set>
                                    <p:anim calcmode="lin" valueType="num">
                                      <p:cBhvr additive="base">
                                        <p:cTn id="62" dur="500" fill="hold"/>
                                        <p:tgtEl>
                                          <p:spTgt spid="9"/>
                                        </p:tgtEl>
                                        <p:attrNameLst>
                                          <p:attrName>ppt_x</p:attrName>
                                        </p:attrNameLst>
                                      </p:cBhvr>
                                      <p:tavLst>
                                        <p:tav tm="0">
                                          <p:val>
                                            <p:strVal val="1+#ppt_w/2"/>
                                          </p:val>
                                        </p:tav>
                                        <p:tav tm="100000">
                                          <p:val>
                                            <p:strVal val="#ppt_x"/>
                                          </p:val>
                                        </p:tav>
                                      </p:tavLst>
                                    </p:anim>
                                    <p:anim calcmode="lin" valueType="num">
                                      <p:cBhvr additive="base">
                                        <p:cTn id="6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AB1234DE-0E4B-4964-999C-DF497B75C76C}"/>
              </a:ext>
            </a:extLst>
          </p:cNvPr>
          <p:cNvSpPr>
            <a:spLocks noChangeArrowheads="1"/>
          </p:cNvSpPr>
          <p:nvPr/>
        </p:nvSpPr>
        <p:spPr bwMode="auto">
          <a:xfrm>
            <a:off x="0" y="928688"/>
            <a:ext cx="9144000" cy="584200"/>
          </a:xfrm>
          <a:prstGeom prst="rect">
            <a:avLst/>
          </a:prstGeom>
          <a:solidFill>
            <a:srgbClr val="99CCFF"/>
          </a:solidFill>
          <a:ln>
            <a:noFill/>
          </a:ln>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dirty="0">
                <a:solidFill>
                  <a:schemeClr val="bg2"/>
                </a:solidFill>
                <a:effectLst>
                  <a:outerShdw blurRad="38100" dist="38100" dir="2700000" algn="tl">
                    <a:srgbClr val="000000">
                      <a:alpha val="43137"/>
                    </a:srgbClr>
                  </a:outerShdw>
                </a:effectLst>
              </a:rPr>
              <a:t>在当前时刻，进程实际驻留在内存中的页集合。</a:t>
            </a:r>
          </a:p>
        </p:txBody>
      </p:sp>
      <p:sp>
        <p:nvSpPr>
          <p:cNvPr id="5" name="Rectangle 3">
            <a:extLst>
              <a:ext uri="{FF2B5EF4-FFF2-40B4-BE49-F238E27FC236}">
                <a16:creationId xmlns:a16="http://schemas.microsoft.com/office/drawing/2014/main" id="{5E18761D-281C-490D-92E9-4AA4955F2D2D}"/>
              </a:ext>
            </a:extLst>
          </p:cNvPr>
          <p:cNvSpPr>
            <a:spLocks noChangeArrowheads="1"/>
          </p:cNvSpPr>
          <p:nvPr/>
        </p:nvSpPr>
        <p:spPr bwMode="auto">
          <a:xfrm>
            <a:off x="0" y="1785938"/>
            <a:ext cx="9072563" cy="3637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8925" indent="-288925">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55600" lvl="2" indent="-355600" defTabSz="355600">
              <a:lnSpc>
                <a:spcPct val="90000"/>
              </a:lnSpc>
              <a:spcBef>
                <a:spcPct val="0"/>
              </a:spcBef>
              <a:buClr>
                <a:schemeClr val="bg2"/>
              </a:buClr>
              <a:buSzPct val="70000"/>
              <a:buFont typeface="Wingdings" panose="05000000000000000000" pitchFamily="2" charset="2"/>
              <a:buChar char="n"/>
              <a:tabLst>
                <a:tab pos="3851275" algn="l"/>
              </a:tabLst>
              <a:defRPr/>
            </a:pPr>
            <a:r>
              <a:rPr lang="zh-CN" altLang="en-US" sz="3200" dirty="0">
                <a:solidFill>
                  <a:schemeClr val="bg2"/>
                </a:solidFill>
                <a:ea typeface="楷体" panose="02010609060101010101" pitchFamily="49" charset="-122"/>
              </a:rPr>
              <a:t>工作集是进程在运行过程中固有的性质；</a:t>
            </a:r>
            <a:endParaRPr lang="en-US" altLang="zh-CN" sz="3200" dirty="0">
              <a:solidFill>
                <a:schemeClr val="bg2"/>
              </a:solidFill>
              <a:ea typeface="楷体" panose="02010609060101010101" pitchFamily="49" charset="-122"/>
            </a:endParaRPr>
          </a:p>
          <a:p>
            <a:pPr marL="355600" lvl="2" indent="-355600" defTabSz="355600">
              <a:lnSpc>
                <a:spcPct val="90000"/>
              </a:lnSpc>
              <a:spcBef>
                <a:spcPct val="0"/>
              </a:spcBef>
              <a:buClr>
                <a:schemeClr val="bg2"/>
              </a:buClr>
              <a:buSzPct val="70000"/>
              <a:buFont typeface="Wingdings" panose="05000000000000000000" pitchFamily="2" charset="2"/>
              <a:buChar char="n"/>
              <a:tabLst>
                <a:tab pos="3851275" algn="l"/>
              </a:tabLst>
              <a:defRPr/>
            </a:pPr>
            <a:r>
              <a:rPr lang="zh-CN" altLang="en-US" sz="3200" dirty="0">
                <a:solidFill>
                  <a:schemeClr val="bg2"/>
                </a:solidFill>
                <a:ea typeface="楷体" panose="02010609060101010101" pitchFamily="49" charset="-122"/>
              </a:rPr>
              <a:t>驻留集取决于分配给进程的物理页面数、页面置换算法；</a:t>
            </a:r>
          </a:p>
          <a:p>
            <a:pPr marL="355600" lvl="2" indent="-355600" defTabSz="355600">
              <a:lnSpc>
                <a:spcPct val="90000"/>
              </a:lnSpc>
              <a:spcBef>
                <a:spcPct val="0"/>
              </a:spcBef>
              <a:buClr>
                <a:schemeClr val="bg2"/>
              </a:buClr>
              <a:buSzPct val="70000"/>
              <a:buFont typeface="Wingdings" panose="05000000000000000000" pitchFamily="2" charset="2"/>
              <a:buChar char="n"/>
              <a:tabLst>
                <a:tab pos="3851275" algn="l"/>
              </a:tabLst>
              <a:defRPr/>
            </a:pPr>
            <a:r>
              <a:rPr lang="zh-CN" altLang="en-US" sz="3200" dirty="0">
                <a:solidFill>
                  <a:schemeClr val="bg2"/>
                </a:solidFill>
                <a:ea typeface="楷体" panose="02010609060101010101" pitchFamily="49" charset="-122"/>
              </a:rPr>
              <a:t>如果一个进程的整个工作集都在内存当中，即驻留集 </a:t>
            </a:r>
            <a:r>
              <a:rPr lang="zh-CN" altLang="en-US" sz="3200" dirty="0">
                <a:solidFill>
                  <a:schemeClr val="bg2"/>
                </a:solidFill>
                <a:ea typeface="楷体" panose="02010609060101010101" pitchFamily="49" charset="-122"/>
                <a:sym typeface="Symbol" panose="05050102010706020507" pitchFamily="18" charset="2"/>
              </a:rPr>
              <a:t> 工作集，进程将很顺利地运行，不会造成太多的缺页中断；</a:t>
            </a:r>
            <a:endParaRPr lang="zh-CN" altLang="en-US" sz="3200" dirty="0">
              <a:solidFill>
                <a:schemeClr val="bg2"/>
              </a:solidFill>
              <a:ea typeface="楷体" panose="02010609060101010101" pitchFamily="49" charset="-122"/>
            </a:endParaRPr>
          </a:p>
          <a:p>
            <a:pPr marL="355600" lvl="2" indent="-355600" defTabSz="355600">
              <a:lnSpc>
                <a:spcPct val="90000"/>
              </a:lnSpc>
              <a:spcBef>
                <a:spcPct val="0"/>
              </a:spcBef>
              <a:buClr>
                <a:schemeClr val="bg2"/>
              </a:buClr>
              <a:buSzPct val="70000"/>
              <a:buFont typeface="Wingdings" panose="05000000000000000000" pitchFamily="2" charset="2"/>
              <a:buChar char="n"/>
              <a:tabLst>
                <a:tab pos="3851275" algn="l"/>
              </a:tabLst>
              <a:defRPr/>
            </a:pPr>
            <a:r>
              <a:rPr lang="zh-CN" altLang="en-US" sz="3200" dirty="0">
                <a:solidFill>
                  <a:schemeClr val="bg2"/>
                </a:solidFill>
                <a:ea typeface="楷体" panose="02010609060101010101" pitchFamily="49" charset="-122"/>
              </a:rPr>
              <a:t>当驻留集的大小达到某个数目后，再给它分配更多的物理页面，缺页率也不会明显下降。</a:t>
            </a:r>
          </a:p>
        </p:txBody>
      </p:sp>
      <p:sp>
        <p:nvSpPr>
          <p:cNvPr id="6" name="Rectangle 14">
            <a:extLst>
              <a:ext uri="{FF2B5EF4-FFF2-40B4-BE49-F238E27FC236}">
                <a16:creationId xmlns:a16="http://schemas.microsoft.com/office/drawing/2014/main" id="{1A8F3E98-08BB-4BC8-A3EC-AA56046560F0}"/>
              </a:ext>
            </a:extLst>
          </p:cNvPr>
          <p:cNvSpPr>
            <a:spLocks noChangeArrowheads="1"/>
          </p:cNvSpPr>
          <p:nvPr/>
        </p:nvSpPr>
        <p:spPr bwMode="auto">
          <a:xfrm>
            <a:off x="2571750" y="0"/>
            <a:ext cx="3929063" cy="708025"/>
          </a:xfrm>
          <a:prstGeom prst="rect">
            <a:avLst/>
          </a:prstGeom>
          <a:solidFill>
            <a:srgbClr val="3BE15B"/>
          </a:solidFill>
          <a:ln w="12700" cap="sq">
            <a:noFill/>
            <a:miter lim="800000"/>
            <a:headEnd type="none" w="sm" len="sm"/>
            <a:tailEnd type="none" w="sm" len="sm"/>
          </a:ln>
        </p:spPr>
        <p:txBody>
          <a:bodyPr>
            <a:spAutoFit/>
          </a:bodyPr>
          <a:lstStyle/>
          <a:p>
            <a:pPr algn="ctr" eaLnBrk="1" hangingPunct="1">
              <a:defRPr/>
            </a:pPr>
            <a:r>
              <a:rPr lang="zh-CN" altLang="en-US" sz="4000" dirty="0">
                <a:solidFill>
                  <a:schemeClr val="bg2"/>
                </a:solidFill>
                <a:effectLst>
                  <a:outerShdw blurRad="38100" dist="38100" dir="2700000" algn="tl">
                    <a:srgbClr val="000000"/>
                  </a:outerShdw>
                </a:effectLst>
                <a:latin typeface="楷体_GB2312" pitchFamily="49" charset="-122"/>
                <a:ea typeface="楷体_GB2312" pitchFamily="49" charset="-122"/>
              </a:rPr>
              <a:t>驻  留  集</a:t>
            </a:r>
          </a:p>
        </p:txBody>
      </p:sp>
      <p:sp>
        <p:nvSpPr>
          <p:cNvPr id="8"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8381806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blinds(horizontal)">
                                      <p:cBhvr>
                                        <p:cTn id="12" dur="500"/>
                                        <p:tgtEl>
                                          <p:spTgt spid="5">
                                            <p:txEl>
                                              <p:pRg st="0" end="0"/>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blinds(horizontal)">
                                      <p:cBhvr>
                                        <p:cTn id="15" dur="500"/>
                                        <p:tgtEl>
                                          <p:spTgt spid="5">
                                            <p:txEl>
                                              <p:pRg st="1" end="1"/>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5">
                                            <p:txEl>
                                              <p:pRg st="2" end="2"/>
                                            </p:txEl>
                                          </p:spTgt>
                                        </p:tgtEl>
                                        <p:attrNameLst>
                                          <p:attrName>style.visibility</p:attrName>
                                        </p:attrNameLst>
                                      </p:cBhvr>
                                      <p:to>
                                        <p:strVal val="visible"/>
                                      </p:to>
                                    </p:set>
                                    <p:animEffect transition="in" filter="blinds(horizontal)">
                                      <p:cBhvr>
                                        <p:cTn id="20" dur="500"/>
                                        <p:tgtEl>
                                          <p:spTgt spid="5">
                                            <p:txEl>
                                              <p:pRg st="2" end="2"/>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Effect transition="in" filter="blinds(horizontal)">
                                      <p:cBhvr>
                                        <p:cTn id="25" dur="500"/>
                                        <p:tgtEl>
                                          <p:spTgt spid="5">
                                            <p:txEl>
                                              <p:pRg st="3" end="3"/>
                                            </p:txEl>
                                          </p:spTgt>
                                        </p:tgtEl>
                                      </p:cBhvr>
                                    </p:animEffect>
                                  </p:childTnLst>
                                </p:cTn>
                              </p:par>
                            </p:childTnLst>
                          </p:cTn>
                        </p:par>
                        <p:par>
                          <p:cTn id="26" fill="hold">
                            <p:stCondLst>
                              <p:cond delay="500"/>
                            </p:stCondLst>
                            <p:childTnLst>
                              <p:par>
                                <p:cTn id="27" presetID="2" presetClass="entr" presetSubtype="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ppt_x</p:attrName>
                                        </p:attrNameLst>
                                      </p:cBhvr>
                                      <p:tavLst>
                                        <p:tav tm="0">
                                          <p:val>
                                            <p:strVal val="1+#ppt_w/2"/>
                                          </p:val>
                                        </p:tav>
                                        <p:tav tm="100000">
                                          <p:val>
                                            <p:strVal val="#ppt_x"/>
                                          </p:val>
                                        </p:tav>
                                      </p:tavLst>
                                    </p:anim>
                                    <p:anim calcmode="lin" valueType="num">
                                      <p:cBhvr additive="base">
                                        <p:cTn id="3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3908A4F0-448B-4790-8F1A-6696B85D87B8}"/>
              </a:ext>
            </a:extLst>
          </p:cNvPr>
          <p:cNvGraphicFramePr>
            <a:graphicFrameLocks noGrp="1"/>
          </p:cNvGraphicFramePr>
          <p:nvPr>
            <p:extLst>
              <p:ext uri="{D42A27DB-BD31-4B8C-83A1-F6EECF244321}">
                <p14:modId xmlns:p14="http://schemas.microsoft.com/office/powerpoint/2010/main" val="2585053315"/>
              </p:ext>
            </p:extLst>
          </p:nvPr>
        </p:nvGraphicFramePr>
        <p:xfrm>
          <a:off x="251520" y="1052736"/>
          <a:ext cx="8677742" cy="4862052"/>
        </p:xfrm>
        <a:graphic>
          <a:graphicData uri="http://schemas.openxmlformats.org/drawingml/2006/table">
            <a:tbl>
              <a:tblPr firstRow="1" bandRow="1">
                <a:tableStyleId>{5C22544A-7EE6-4342-B048-85BDC9FD1C3A}</a:tableStyleId>
              </a:tblPr>
              <a:tblGrid>
                <a:gridCol w="2016224">
                  <a:extLst>
                    <a:ext uri="{9D8B030D-6E8A-4147-A177-3AD203B41FA5}">
                      <a16:colId xmlns:a16="http://schemas.microsoft.com/office/drawing/2014/main" val="3061459937"/>
                    </a:ext>
                  </a:extLst>
                </a:gridCol>
                <a:gridCol w="3384376">
                  <a:extLst>
                    <a:ext uri="{9D8B030D-6E8A-4147-A177-3AD203B41FA5}">
                      <a16:colId xmlns:a16="http://schemas.microsoft.com/office/drawing/2014/main" val="154130534"/>
                    </a:ext>
                  </a:extLst>
                </a:gridCol>
                <a:gridCol w="3277142">
                  <a:extLst>
                    <a:ext uri="{9D8B030D-6E8A-4147-A177-3AD203B41FA5}">
                      <a16:colId xmlns:a16="http://schemas.microsoft.com/office/drawing/2014/main" val="3181508579"/>
                    </a:ext>
                  </a:extLst>
                </a:gridCol>
              </a:tblGrid>
              <a:tr h="1224136">
                <a:tc>
                  <a:txBody>
                    <a:bodyPr/>
                    <a:lstStyle/>
                    <a:p>
                      <a:r>
                        <a:rPr lang="zh-CN" altLang="en-US" sz="2800" b="1" kern="1200" dirty="0">
                          <a:solidFill>
                            <a:sysClr val="windowText" lastClr="000000"/>
                          </a:solidFill>
                          <a:latin typeface="+mn-lt"/>
                          <a:ea typeface="+mn-ea"/>
                          <a:cs typeface="+mn-cs"/>
                        </a:rPr>
                        <a:t>驻留</a:t>
                      </a:r>
                      <a:r>
                        <a:rPr lang="zh-CN" altLang="en-US" sz="2800" dirty="0">
                          <a:solidFill>
                            <a:sysClr val="windowText" lastClr="000000"/>
                          </a:solidFill>
                        </a:rPr>
                        <a:t>集</a:t>
                      </a:r>
                    </a:p>
                  </a:txBody>
                  <a:tcPr anchor="b">
                    <a:lnL w="38100"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solidFill>
                      <a:schemeClr val="tx1">
                        <a:lumMod val="85000"/>
                      </a:schemeClr>
                    </a:solidFill>
                  </a:tcPr>
                </a:tc>
                <a:tc>
                  <a:txBody>
                    <a:bodyPr/>
                    <a:lstStyle/>
                    <a:p>
                      <a:pPr algn="ctr"/>
                      <a:r>
                        <a:rPr lang="zh-CN" altLang="en-US" sz="3200" dirty="0">
                          <a:solidFill>
                            <a:sysClr val="windowText" lastClr="000000"/>
                          </a:solidFill>
                        </a:rPr>
                        <a:t>局部置换</a:t>
                      </a:r>
                    </a:p>
                  </a:txBody>
                  <a:tcPr anchor="ct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solidFill>
                      <a:schemeClr val="tx1">
                        <a:lumMod val="85000"/>
                      </a:schemeClr>
                    </a:solidFill>
                  </a:tcPr>
                </a:tc>
                <a:tc>
                  <a:txBody>
                    <a:bodyPr/>
                    <a:lstStyle/>
                    <a:p>
                      <a:pPr algn="ctr"/>
                      <a:r>
                        <a:rPr lang="zh-CN" altLang="en-US" sz="3200" dirty="0">
                          <a:solidFill>
                            <a:sysClr val="windowText" lastClr="000000"/>
                          </a:solidFill>
                        </a:rPr>
                        <a:t>全局置换</a:t>
                      </a:r>
                    </a:p>
                  </a:txBody>
                  <a:tcPr anchor="ctr">
                    <a:lnL w="28575"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solidFill>
                      <a:schemeClr val="tx1">
                        <a:lumMod val="85000"/>
                      </a:schemeClr>
                    </a:solidFill>
                  </a:tcPr>
                </a:tc>
                <a:extLst>
                  <a:ext uri="{0D108BD9-81ED-4DB2-BD59-A6C34878D82A}">
                    <a16:rowId xmlns:a16="http://schemas.microsoft.com/office/drawing/2014/main" val="2934558122"/>
                  </a:ext>
                </a:extLst>
              </a:tr>
              <a:tr h="1475767">
                <a:tc>
                  <a:txBody>
                    <a:bodyPr/>
                    <a:lstStyle/>
                    <a:p>
                      <a:r>
                        <a:rPr lang="zh-CN" altLang="en-US" sz="3200" b="1" dirty="0" smtClean="0">
                          <a:solidFill>
                            <a:schemeClr val="bg2"/>
                          </a:solidFill>
                        </a:rPr>
                        <a:t>  固   </a:t>
                      </a:r>
                      <a:r>
                        <a:rPr lang="zh-CN" altLang="en-US" sz="3200" b="1" dirty="0">
                          <a:solidFill>
                            <a:schemeClr val="bg2"/>
                          </a:solidFill>
                        </a:rPr>
                        <a:t>定</a:t>
                      </a:r>
                    </a:p>
                  </a:txBody>
                  <a:tcPr anchor="ctr">
                    <a:lnL w="38100"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tcPr>
                </a:tc>
                <a:tc>
                  <a:txBody>
                    <a:bodyPr/>
                    <a:lstStyle/>
                    <a:p>
                      <a:pPr marL="174625" indent="-174625">
                        <a:buFont typeface="Arial" panose="020B0604020202020204" pitchFamily="34" charset="0"/>
                        <a:buChar char="•"/>
                      </a:pPr>
                      <a:r>
                        <a:rPr lang="zh-CN" altLang="en-US" sz="2400" b="1" dirty="0">
                          <a:solidFill>
                            <a:sysClr val="windowText" lastClr="000000"/>
                          </a:solidFill>
                        </a:rPr>
                        <a:t>分配给一个进程的</a:t>
                      </a:r>
                      <a:r>
                        <a:rPr lang="zh-CN" altLang="en-US" sz="2400" b="1" dirty="0">
                          <a:solidFill>
                            <a:srgbClr val="9D483D"/>
                          </a:solidFill>
                        </a:rPr>
                        <a:t>页框数固定</a:t>
                      </a:r>
                      <a:endParaRPr lang="en-US" altLang="zh-CN" sz="2400" b="1" dirty="0">
                        <a:solidFill>
                          <a:srgbClr val="9D483D"/>
                        </a:solidFill>
                      </a:endParaRPr>
                    </a:p>
                    <a:p>
                      <a:pPr marL="174625" indent="-174625">
                        <a:buFont typeface="Arial" panose="020B0604020202020204" pitchFamily="34" charset="0"/>
                        <a:buChar char="•"/>
                      </a:pPr>
                      <a:r>
                        <a:rPr lang="zh-CN" altLang="en-US" sz="2400" b="1" dirty="0">
                          <a:solidFill>
                            <a:sysClr val="windowText" lastClr="000000"/>
                          </a:solidFill>
                        </a:rPr>
                        <a:t>从分配给进程的页框中选择被置换的页</a:t>
                      </a:r>
                    </a:p>
                  </a:txBody>
                  <a:tcP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tcPr>
                </a:tc>
                <a:tc>
                  <a:txBody>
                    <a:bodyPr/>
                    <a:lstStyle/>
                    <a:p>
                      <a:endParaRPr lang="zh-CN" altLang="en-US" sz="2400" b="1" kern="1200" dirty="0">
                        <a:solidFill>
                          <a:sysClr val="windowText" lastClr="000000"/>
                        </a:solidFill>
                        <a:latin typeface="+mn-lt"/>
                        <a:ea typeface="+mn-ea"/>
                        <a:cs typeface="+mn-cs"/>
                      </a:endParaRPr>
                    </a:p>
                  </a:txBody>
                  <a:tcPr>
                    <a:lnL w="28575"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196504164"/>
                  </a:ext>
                </a:extLst>
              </a:tr>
              <a:tr h="2083436">
                <a:tc>
                  <a:txBody>
                    <a:bodyPr/>
                    <a:lstStyle/>
                    <a:p>
                      <a:r>
                        <a:rPr lang="zh-CN" altLang="en-US" sz="3200" b="1" dirty="0" smtClean="0">
                          <a:solidFill>
                            <a:sysClr val="windowText" lastClr="000000"/>
                          </a:solidFill>
                        </a:rPr>
                        <a:t>  可   </a:t>
                      </a:r>
                      <a:r>
                        <a:rPr lang="zh-CN" altLang="en-US" sz="3200" b="1" dirty="0">
                          <a:solidFill>
                            <a:sysClr val="windowText" lastClr="000000"/>
                          </a:solidFill>
                        </a:rPr>
                        <a:t>变</a:t>
                      </a:r>
                    </a:p>
                  </a:txBody>
                  <a:tcPr anchor="ctr">
                    <a:lnL w="38100"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rgbClr val="99CCFF"/>
                    </a:solidFill>
                  </a:tcPr>
                </a:tc>
                <a:tc>
                  <a:txBody>
                    <a:bodyPr/>
                    <a:lstStyle/>
                    <a:p>
                      <a:pPr marL="174625" indent="-174625">
                        <a:buFont typeface="Arial" panose="020B0604020202020204" pitchFamily="34" charset="0"/>
                        <a:buChar char="•"/>
                      </a:pPr>
                      <a:r>
                        <a:rPr lang="zh-CN" altLang="en-US" sz="2400" b="1" dirty="0">
                          <a:solidFill>
                            <a:sysClr val="windowText" lastClr="000000"/>
                          </a:solidFill>
                        </a:rPr>
                        <a:t>分配给一个进程的</a:t>
                      </a:r>
                      <a:r>
                        <a:rPr lang="zh-CN" altLang="en-US" sz="2400" b="1" dirty="0">
                          <a:solidFill>
                            <a:srgbClr val="9D483D"/>
                          </a:solidFill>
                        </a:rPr>
                        <a:t>页框数</a:t>
                      </a:r>
                      <a:r>
                        <a:rPr lang="zh-CN" altLang="en-US" sz="2400" b="1" dirty="0" smtClean="0">
                          <a:solidFill>
                            <a:srgbClr val="9D483D"/>
                          </a:solidFill>
                        </a:rPr>
                        <a:t>变化</a:t>
                      </a:r>
                      <a:endParaRPr lang="en-US" altLang="zh-CN" sz="2400" b="1" dirty="0" smtClean="0">
                        <a:solidFill>
                          <a:sysClr val="windowText" lastClr="000000"/>
                        </a:solidFill>
                      </a:endParaRPr>
                    </a:p>
                    <a:p>
                      <a:pPr marL="174625" indent="-174625">
                        <a:buFont typeface="Arial" panose="020B0604020202020204" pitchFamily="34" charset="0"/>
                        <a:buChar char="•"/>
                      </a:pPr>
                      <a:r>
                        <a:rPr lang="zh-CN" altLang="en-US" sz="2400" b="1" dirty="0" smtClean="0">
                          <a:solidFill>
                            <a:sysClr val="windowText" lastClr="000000"/>
                          </a:solidFill>
                        </a:rPr>
                        <a:t>从分配给进程的页框中选择被置换的页</a:t>
                      </a:r>
                    </a:p>
                    <a:p>
                      <a:endParaRPr lang="zh-CN" altLang="en-US" dirty="0">
                        <a:solidFill>
                          <a:sysClr val="windowText" lastClr="000000"/>
                        </a:solidFill>
                      </a:endParaRPr>
                    </a:p>
                  </a:txBody>
                  <a:tcPr>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rgbClr val="99CCFF"/>
                    </a:solidFill>
                  </a:tcPr>
                </a:tc>
                <a:tc>
                  <a:txBody>
                    <a:bodyPr/>
                    <a:lstStyle/>
                    <a:p>
                      <a:pPr marL="174625" indent="-174625">
                        <a:buFont typeface="Arial" panose="020B0604020202020204" pitchFamily="34" charset="0"/>
                        <a:buChar char="•"/>
                      </a:pPr>
                      <a:r>
                        <a:rPr lang="zh-CN" altLang="en-US" sz="2400" b="1" dirty="0">
                          <a:solidFill>
                            <a:sysClr val="windowText" lastClr="000000"/>
                          </a:solidFill>
                        </a:rPr>
                        <a:t>从内存中所有可用页框中选择被置换的</a:t>
                      </a:r>
                      <a:r>
                        <a:rPr lang="zh-CN" altLang="en-US" sz="2400" b="1" dirty="0" smtClean="0">
                          <a:solidFill>
                            <a:sysClr val="windowText" lastClr="000000"/>
                          </a:solidFill>
                        </a:rPr>
                        <a:t>页</a:t>
                      </a:r>
                      <a:endParaRPr lang="en-US" altLang="zh-CN" sz="2400" b="1" dirty="0">
                        <a:solidFill>
                          <a:sysClr val="windowText" lastClr="000000"/>
                        </a:solidFill>
                      </a:endParaRPr>
                    </a:p>
                    <a:p>
                      <a:pPr marL="174625" indent="-174625">
                        <a:buFont typeface="Arial" panose="020B0604020202020204" pitchFamily="34" charset="0"/>
                        <a:buChar char="•"/>
                      </a:pPr>
                      <a:r>
                        <a:rPr lang="zh-CN" altLang="en-US" sz="2400" b="1" dirty="0">
                          <a:solidFill>
                            <a:sysClr val="windowText" lastClr="000000"/>
                          </a:solidFill>
                        </a:rPr>
                        <a:t>导致进程驻留集大小不断变化。</a:t>
                      </a:r>
                    </a:p>
                  </a:txBody>
                  <a:tcPr>
                    <a:lnL w="28575"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solidFill>
                      <a:srgbClr val="99CCFF"/>
                    </a:solidFill>
                  </a:tcPr>
                </a:tc>
                <a:extLst>
                  <a:ext uri="{0D108BD9-81ED-4DB2-BD59-A6C34878D82A}">
                    <a16:rowId xmlns:a16="http://schemas.microsoft.com/office/drawing/2014/main" val="1385091412"/>
                  </a:ext>
                </a:extLst>
              </a:tr>
            </a:tbl>
          </a:graphicData>
        </a:graphic>
      </p:graphicFrame>
      <p:graphicFrame>
        <p:nvGraphicFramePr>
          <p:cNvPr id="6" name="表格 5">
            <a:extLst>
              <a:ext uri="{FF2B5EF4-FFF2-40B4-BE49-F238E27FC236}">
                <a16:creationId xmlns:a16="http://schemas.microsoft.com/office/drawing/2014/main" id="{E2576C9D-B474-475D-9C9C-1414E4FDBFF0}"/>
              </a:ext>
            </a:extLst>
          </p:cNvPr>
          <p:cNvGraphicFramePr>
            <a:graphicFrameLocks noGrp="1"/>
          </p:cNvGraphicFramePr>
          <p:nvPr>
            <p:extLst>
              <p:ext uri="{D42A27DB-BD31-4B8C-83A1-F6EECF244321}">
                <p14:modId xmlns:p14="http://schemas.microsoft.com/office/powerpoint/2010/main" val="3691803231"/>
              </p:ext>
            </p:extLst>
          </p:nvPr>
        </p:nvGraphicFramePr>
        <p:xfrm>
          <a:off x="11332029" y="1338943"/>
          <a:ext cx="208280" cy="365760"/>
        </p:xfrm>
        <a:graphic>
          <a:graphicData uri="http://schemas.openxmlformats.org/drawingml/2006/table">
            <a:tbl>
              <a:tblPr/>
              <a:tblGrid>
                <a:gridCol w="208280">
                  <a:extLst>
                    <a:ext uri="{9D8B030D-6E8A-4147-A177-3AD203B41FA5}">
                      <a16:colId xmlns:a16="http://schemas.microsoft.com/office/drawing/2014/main" val="3847903312"/>
                    </a:ext>
                  </a:extLst>
                </a:gridCol>
              </a:tblGrid>
              <a:tr h="0">
                <a:tc>
                  <a:txBody>
                    <a:bodyPr/>
                    <a:lstStyle/>
                    <a:p>
                      <a:endParaRPr lang="zh-CN" altLang="en-US" dirty="0"/>
                    </a:p>
                  </a:txBody>
                  <a:tcP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tcPr>
                </a:tc>
                <a:extLst>
                  <a:ext uri="{0D108BD9-81ED-4DB2-BD59-A6C34878D82A}">
                    <a16:rowId xmlns:a16="http://schemas.microsoft.com/office/drawing/2014/main" val="2604827253"/>
                  </a:ext>
                </a:extLst>
              </a:tr>
            </a:tbl>
          </a:graphicData>
        </a:graphic>
      </p:graphicFrame>
      <p:cxnSp>
        <p:nvCxnSpPr>
          <p:cNvPr id="8" name="直接连接符 7">
            <a:extLst>
              <a:ext uri="{FF2B5EF4-FFF2-40B4-BE49-F238E27FC236}">
                <a16:creationId xmlns:a16="http://schemas.microsoft.com/office/drawing/2014/main" id="{15428FF8-278A-4BBC-9F52-52E373A5ECCC}"/>
              </a:ext>
            </a:extLst>
          </p:cNvPr>
          <p:cNvCxnSpPr>
            <a:cxnSpLocks/>
          </p:cNvCxnSpPr>
          <p:nvPr/>
        </p:nvCxnSpPr>
        <p:spPr bwMode="auto">
          <a:xfrm flipV="1">
            <a:off x="5652120" y="2276872"/>
            <a:ext cx="3251711" cy="1512168"/>
          </a:xfrm>
          <a:prstGeom prst="line">
            <a:avLst/>
          </a:prstGeom>
          <a:noFill/>
          <a:ln w="38100" cap="flat" cmpd="sng" algn="ctr">
            <a:solidFill>
              <a:schemeClr val="bg2"/>
            </a:solidFill>
            <a:prstDash val="solid"/>
            <a:round/>
            <a:headEnd type="none" w="med" len="med"/>
            <a:tailEnd type="none" w="med" len="med"/>
          </a:ln>
          <a:effectLst/>
        </p:spPr>
      </p:cxnSp>
      <p:sp>
        <p:nvSpPr>
          <p:cNvPr id="11" name="Text Box 3">
            <a:extLst>
              <a:ext uri="{FF2B5EF4-FFF2-40B4-BE49-F238E27FC236}">
                <a16:creationId xmlns:a16="http://schemas.microsoft.com/office/drawing/2014/main" id="{DC8AA7F4-1189-4242-97FE-6B370C4A4204}"/>
              </a:ext>
            </a:extLst>
          </p:cNvPr>
          <p:cNvSpPr txBox="1">
            <a:spLocks noChangeArrowheads="1"/>
          </p:cNvSpPr>
          <p:nvPr/>
        </p:nvSpPr>
        <p:spPr bwMode="auto">
          <a:xfrm>
            <a:off x="2642394" y="0"/>
            <a:ext cx="385921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lvl="1" algn="ctr" eaLnBrk="1" hangingPunct="1">
              <a:spcBef>
                <a:spcPct val="0"/>
              </a:spcBef>
              <a:buNone/>
              <a:defRPr/>
            </a:pPr>
            <a:r>
              <a:rPr lang="zh-CN" altLang="en-US" sz="4000" dirty="0">
                <a:solidFill>
                  <a:srgbClr val="B2622C"/>
                </a:solidFill>
                <a:effectLst>
                  <a:outerShdw blurRad="38100" dist="38100" dir="2700000" algn="tl">
                    <a:srgbClr val="000000"/>
                  </a:outerShdw>
                </a:effectLst>
                <a:latin typeface="+mj-lt"/>
                <a:ea typeface="楷体_GB2312" pitchFamily="49" charset="-122"/>
                <a:cs typeface="+mj-cs"/>
              </a:rPr>
              <a:t>驻留集管理</a:t>
            </a:r>
          </a:p>
        </p:txBody>
      </p:sp>
      <p:cxnSp>
        <p:nvCxnSpPr>
          <p:cNvPr id="14" name="直接连接符 13">
            <a:extLst>
              <a:ext uri="{FF2B5EF4-FFF2-40B4-BE49-F238E27FC236}">
                <a16:creationId xmlns:a16="http://schemas.microsoft.com/office/drawing/2014/main" id="{B84876C6-2125-4360-B310-19FE4AE04AFC}"/>
              </a:ext>
            </a:extLst>
          </p:cNvPr>
          <p:cNvCxnSpPr/>
          <p:nvPr/>
        </p:nvCxnSpPr>
        <p:spPr bwMode="auto">
          <a:xfrm>
            <a:off x="251520" y="1052736"/>
            <a:ext cx="2016224" cy="1224136"/>
          </a:xfrm>
          <a:prstGeom prst="line">
            <a:avLst/>
          </a:prstGeom>
          <a:noFill/>
          <a:ln w="28575" cap="flat" cmpd="sng" algn="ctr">
            <a:solidFill>
              <a:schemeClr val="bg2"/>
            </a:solidFill>
            <a:prstDash val="solid"/>
            <a:round/>
            <a:headEnd type="none" w="med" len="med"/>
            <a:tailEnd type="none" w="med" len="med"/>
          </a:ln>
          <a:effectLst/>
        </p:spPr>
      </p:cxnSp>
      <p:sp>
        <p:nvSpPr>
          <p:cNvPr id="9"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 name="文本框 1"/>
          <p:cNvSpPr txBox="1"/>
          <p:nvPr/>
        </p:nvSpPr>
        <p:spPr>
          <a:xfrm>
            <a:off x="755576" y="1077333"/>
            <a:ext cx="1728192" cy="523220"/>
          </a:xfrm>
          <a:prstGeom prst="rect">
            <a:avLst/>
          </a:prstGeom>
          <a:noFill/>
        </p:spPr>
        <p:txBody>
          <a:bodyPr wrap="square" rtlCol="0">
            <a:spAutoFit/>
          </a:bodyPr>
          <a:lstStyle/>
          <a:p>
            <a:pPr eaLnBrk="1" hangingPunct="1"/>
            <a:r>
              <a:rPr lang="zh-CN" altLang="en-US" sz="2800" dirty="0">
                <a:solidFill>
                  <a:sysClr val="windowText" lastClr="000000"/>
                </a:solidFill>
                <a:latin typeface="+mn-lt"/>
                <a:ea typeface="+mn-ea"/>
              </a:rPr>
              <a:t>置换策略</a:t>
            </a:r>
          </a:p>
        </p:txBody>
      </p:sp>
    </p:spTree>
    <p:extLst>
      <p:ext uri="{BB962C8B-B14F-4D97-AF65-F5344CB8AC3E}">
        <p14:creationId xmlns:p14="http://schemas.microsoft.com/office/powerpoint/2010/main" val="2667251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F36BBCF8-76AA-4D16-8550-FB98D1F83140}"/>
              </a:ext>
            </a:extLst>
          </p:cNvPr>
          <p:cNvSpPr/>
          <p:nvPr/>
        </p:nvSpPr>
        <p:spPr>
          <a:xfrm>
            <a:off x="3347864" y="3429000"/>
            <a:ext cx="534385" cy="584775"/>
          </a:xfrm>
          <a:prstGeom prst="rect">
            <a:avLst/>
          </a:prstGeom>
          <a:solidFill>
            <a:srgbClr val="00B050"/>
          </a:solidFill>
        </p:spPr>
        <p:txBody>
          <a:bodyPr wrap="square">
            <a:spAutoFit/>
          </a:bodyPr>
          <a:lstStyle/>
          <a:p>
            <a:pPr algn="ctr"/>
            <a:r>
              <a:rPr lang="en-US" altLang="zh-CN" dirty="0">
                <a:solidFill>
                  <a:schemeClr val="bg2"/>
                </a:solidFill>
              </a:rPr>
              <a:t>C</a:t>
            </a:r>
          </a:p>
        </p:txBody>
      </p:sp>
      <p:sp>
        <p:nvSpPr>
          <p:cNvPr id="4" name="Rectangle 5">
            <a:extLst>
              <a:ext uri="{FF2B5EF4-FFF2-40B4-BE49-F238E27FC236}">
                <a16:creationId xmlns:a16="http://schemas.microsoft.com/office/drawing/2014/main" id="{1D1460E3-8E9C-473B-A1F5-DAC7738304CB}"/>
              </a:ext>
            </a:extLst>
          </p:cNvPr>
          <p:cNvSpPr>
            <a:spLocks noChangeArrowheads="1"/>
          </p:cNvSpPr>
          <p:nvPr/>
        </p:nvSpPr>
        <p:spPr bwMode="auto">
          <a:xfrm>
            <a:off x="27045" y="10886"/>
            <a:ext cx="9109075" cy="1916832"/>
          </a:xfrm>
          <a:prstGeom prst="rect">
            <a:avLst/>
          </a:prstGeom>
          <a:solidFill>
            <a:srgbClr val="C9C9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lang="en-US" altLang="zh-CN" sz="2800" dirty="0">
                <a:solidFill>
                  <a:schemeClr val="bg2"/>
                </a:solidFill>
              </a:rPr>
              <a:t>[</a:t>
            </a:r>
            <a:r>
              <a:rPr lang="zh-CN" altLang="en-US" sz="2800" dirty="0">
                <a:solidFill>
                  <a:schemeClr val="bg2"/>
                </a:solidFill>
              </a:rPr>
              <a:t>例</a:t>
            </a:r>
            <a:r>
              <a:rPr lang="en-US" altLang="zh-CN" sz="2800" dirty="0">
                <a:solidFill>
                  <a:schemeClr val="bg2"/>
                </a:solidFill>
              </a:rPr>
              <a:t>4]</a:t>
            </a:r>
            <a:r>
              <a:rPr lang="zh-CN" altLang="en-US" sz="2800" dirty="0">
                <a:solidFill>
                  <a:schemeClr val="bg2"/>
                </a:solidFill>
              </a:rPr>
              <a:t>在请求分页系统中，页面分配策略与页面置换策略</a:t>
            </a:r>
            <a:r>
              <a:rPr lang="zh-CN" altLang="en-US" sz="2800" dirty="0">
                <a:solidFill>
                  <a:srgbClr val="C00000"/>
                </a:solidFill>
              </a:rPr>
              <a:t>不能</a:t>
            </a:r>
            <a:r>
              <a:rPr lang="zh-CN" altLang="en-US" sz="2800" dirty="0">
                <a:solidFill>
                  <a:schemeClr val="bg2"/>
                </a:solidFill>
              </a:rPr>
              <a:t>组合使用的是（  ）。</a:t>
            </a:r>
            <a:endParaRPr lang="en-US" altLang="zh-CN" sz="2800" dirty="0">
              <a:solidFill>
                <a:schemeClr val="bg2"/>
              </a:solidFill>
            </a:endParaRPr>
          </a:p>
          <a:p>
            <a:pPr marL="514350" indent="-514350">
              <a:spcBef>
                <a:spcPct val="0"/>
              </a:spcBef>
              <a:buClrTx/>
              <a:buSzTx/>
              <a:buFontTx/>
              <a:buAutoNum type="alphaUcPeriod"/>
            </a:pPr>
            <a:r>
              <a:rPr lang="zh-CN" altLang="en-US" sz="2800" dirty="0">
                <a:solidFill>
                  <a:schemeClr val="bg2"/>
                </a:solidFill>
              </a:rPr>
              <a:t>可变分配，全局置换</a:t>
            </a:r>
            <a:r>
              <a:rPr lang="en-US" altLang="zh-CN" sz="2800" dirty="0">
                <a:solidFill>
                  <a:schemeClr val="bg2"/>
                </a:solidFill>
              </a:rPr>
              <a:t>     B</a:t>
            </a:r>
            <a:r>
              <a:rPr lang="en-US" altLang="zh-CN" sz="2800" dirty="0" smtClean="0">
                <a:solidFill>
                  <a:schemeClr val="bg2"/>
                </a:solidFill>
              </a:rPr>
              <a:t>. </a:t>
            </a:r>
            <a:r>
              <a:rPr lang="zh-CN" altLang="en-US" sz="2800" dirty="0" smtClean="0">
                <a:solidFill>
                  <a:schemeClr val="bg2"/>
                </a:solidFill>
              </a:rPr>
              <a:t>可变</a:t>
            </a:r>
            <a:r>
              <a:rPr lang="zh-CN" altLang="en-US" sz="2800" dirty="0">
                <a:solidFill>
                  <a:schemeClr val="bg2"/>
                </a:solidFill>
              </a:rPr>
              <a:t>分配，局部置换</a:t>
            </a:r>
            <a:r>
              <a:rPr lang="en-US" altLang="zh-CN" sz="2800" dirty="0">
                <a:solidFill>
                  <a:schemeClr val="bg2"/>
                </a:solidFill>
              </a:rPr>
              <a:t> </a:t>
            </a:r>
          </a:p>
          <a:p>
            <a:pPr>
              <a:spcBef>
                <a:spcPct val="0"/>
              </a:spcBef>
              <a:buClrTx/>
              <a:buSzTx/>
              <a:buNone/>
            </a:pPr>
            <a:r>
              <a:rPr lang="en-US" altLang="zh-CN" sz="2800" dirty="0">
                <a:solidFill>
                  <a:schemeClr val="bg2"/>
                </a:solidFill>
              </a:rPr>
              <a:t>C. </a:t>
            </a:r>
            <a:r>
              <a:rPr lang="zh-CN" altLang="en-US" sz="2800" dirty="0">
                <a:solidFill>
                  <a:schemeClr val="bg2"/>
                </a:solidFill>
              </a:rPr>
              <a:t>固定分配，全局置换</a:t>
            </a:r>
            <a:r>
              <a:rPr lang="en-US" altLang="zh-CN" sz="2800" dirty="0">
                <a:solidFill>
                  <a:schemeClr val="bg2"/>
                </a:solidFill>
              </a:rPr>
              <a:t>      D. </a:t>
            </a:r>
            <a:r>
              <a:rPr lang="zh-CN" altLang="en-US" sz="2800" dirty="0">
                <a:solidFill>
                  <a:schemeClr val="bg2"/>
                </a:solidFill>
              </a:rPr>
              <a:t>固定分配，局部置换</a:t>
            </a:r>
            <a:r>
              <a:rPr lang="en-US" altLang="zh-CN" sz="2800" dirty="0">
                <a:solidFill>
                  <a:schemeClr val="bg2"/>
                </a:solidFill>
              </a:rPr>
              <a:t> </a:t>
            </a:r>
            <a:endParaRPr lang="zh-CN" altLang="en-US" sz="2800" dirty="0">
              <a:solidFill>
                <a:schemeClr val="bg2"/>
              </a:solidFill>
            </a:endParaRPr>
          </a:p>
          <a:p>
            <a:pPr>
              <a:buNone/>
            </a:pPr>
            <a:endParaRPr lang="zh-CN" altLang="en-US" sz="2800" dirty="0">
              <a:solidFill>
                <a:schemeClr val="bg2"/>
              </a:solidFill>
            </a:endParaRPr>
          </a:p>
        </p:txBody>
      </p:sp>
      <p:sp>
        <p:nvSpPr>
          <p:cNvPr id="5"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757154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6"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1+#ppt_w/2"/>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7F6F1EB8-C386-4F1C-9A8D-480BBCA47B3E}"/>
              </a:ext>
            </a:extLst>
          </p:cNvPr>
          <p:cNvSpPr txBox="1">
            <a:spLocks noChangeArrowheads="1"/>
          </p:cNvSpPr>
          <p:nvPr/>
        </p:nvSpPr>
        <p:spPr>
          <a:xfrm>
            <a:off x="265010" y="4597132"/>
            <a:ext cx="8363263" cy="1890712"/>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lnSpc>
                <a:spcPct val="150000"/>
              </a:lnSpc>
              <a:spcBef>
                <a:spcPts val="0"/>
              </a:spcBef>
              <a:buClr>
                <a:schemeClr val="bg1"/>
              </a:buClr>
              <a:buSzPct val="80000"/>
              <a:buFont typeface="Wingdings" panose="05000000000000000000" pitchFamily="2" charset="2"/>
              <a:buChar char="n"/>
              <a:tabLst>
                <a:tab pos="3851275" algn="l"/>
              </a:tabLst>
              <a:defRPr/>
            </a:pPr>
            <a:r>
              <a:rPr lang="zh-CN" altLang="en-US" sz="3600" dirty="0">
                <a:solidFill>
                  <a:schemeClr val="bg1"/>
                </a:solidFill>
                <a:latin typeface="+mj-lt"/>
                <a:ea typeface="楷体" panose="02010609060101010101" pitchFamily="49" charset="-122"/>
              </a:rPr>
              <a:t>设置可接受的</a:t>
            </a:r>
            <a:r>
              <a:rPr lang="en-US" altLang="zh-CN" sz="3600" dirty="0">
                <a:solidFill>
                  <a:schemeClr val="bg1"/>
                </a:solidFill>
                <a:latin typeface="+mj-lt"/>
                <a:ea typeface="楷体" panose="02010609060101010101" pitchFamily="49" charset="-122"/>
                <a:sym typeface="Symbol" panose="05050102010706020507" pitchFamily="18" charset="2"/>
              </a:rPr>
              <a:t>PFF</a:t>
            </a:r>
            <a:endParaRPr lang="zh-CN" altLang="en-US" sz="3600" dirty="0">
              <a:solidFill>
                <a:schemeClr val="bg1"/>
              </a:solidFill>
              <a:latin typeface="+mj-lt"/>
              <a:ea typeface="楷体" panose="02010609060101010101" pitchFamily="49" charset="-122"/>
            </a:endParaRPr>
          </a:p>
          <a:p>
            <a:pPr marL="812800" lvl="3" indent="-355600" defTabSz="355600">
              <a:spcBef>
                <a:spcPts val="0"/>
              </a:spcBef>
              <a:buClr>
                <a:schemeClr val="bg2"/>
              </a:buClr>
              <a:buSzPct val="70000"/>
              <a:buFont typeface="Wingdings" panose="05000000000000000000" pitchFamily="2" charset="2"/>
              <a:buChar char="n"/>
              <a:tabLst>
                <a:tab pos="3851275" algn="l"/>
              </a:tabLst>
              <a:defRPr/>
            </a:pPr>
            <a:r>
              <a:rPr lang="zh-CN" altLang="en-US" sz="3200" dirty="0">
                <a:solidFill>
                  <a:schemeClr val="bg2"/>
                </a:solidFill>
                <a:latin typeface="Times New Roman" panose="02020603050405020304" pitchFamily="18" charset="0"/>
                <a:ea typeface="楷体" panose="02010609060101010101" pitchFamily="49" charset="-122"/>
              </a:rPr>
              <a:t>如果缺页频率太低，回收一些进程的页框</a:t>
            </a:r>
          </a:p>
          <a:p>
            <a:pPr marL="812800" lvl="3" indent="-355600" defTabSz="355600">
              <a:spcBef>
                <a:spcPts val="0"/>
              </a:spcBef>
              <a:buClr>
                <a:schemeClr val="bg2"/>
              </a:buClr>
              <a:buSzPct val="70000"/>
              <a:buFont typeface="Wingdings" panose="05000000000000000000" pitchFamily="2" charset="2"/>
              <a:buChar char="n"/>
              <a:tabLst>
                <a:tab pos="3851275" algn="l"/>
              </a:tabLst>
              <a:defRPr/>
            </a:pPr>
            <a:r>
              <a:rPr lang="zh-CN" altLang="en-US" sz="3200" dirty="0">
                <a:solidFill>
                  <a:schemeClr val="bg2"/>
                </a:solidFill>
                <a:latin typeface="Times New Roman" panose="02020603050405020304" pitchFamily="18" charset="0"/>
                <a:ea typeface="楷体" panose="02010609060101010101" pitchFamily="49" charset="-122"/>
              </a:rPr>
              <a:t>如果缺页频率太高，分给进程一些页框</a:t>
            </a:r>
          </a:p>
        </p:txBody>
      </p:sp>
      <p:grpSp>
        <p:nvGrpSpPr>
          <p:cNvPr id="9" name="Group 15">
            <a:extLst>
              <a:ext uri="{FF2B5EF4-FFF2-40B4-BE49-F238E27FC236}">
                <a16:creationId xmlns:a16="http://schemas.microsoft.com/office/drawing/2014/main" id="{CD5D3EA8-BF35-45D7-B2B9-E1FA2D3B5B9E}"/>
              </a:ext>
            </a:extLst>
          </p:cNvPr>
          <p:cNvGrpSpPr>
            <a:grpSpLocks/>
          </p:cNvGrpSpPr>
          <p:nvPr/>
        </p:nvGrpSpPr>
        <p:grpSpPr bwMode="auto">
          <a:xfrm>
            <a:off x="2209800" y="2460625"/>
            <a:ext cx="4181475" cy="1787525"/>
            <a:chOff x="1392" y="1824"/>
            <a:chExt cx="2634" cy="1126"/>
          </a:xfrm>
        </p:grpSpPr>
        <p:sp>
          <p:nvSpPr>
            <p:cNvPr id="10" name="Line 16">
              <a:extLst>
                <a:ext uri="{FF2B5EF4-FFF2-40B4-BE49-F238E27FC236}">
                  <a16:creationId xmlns:a16="http://schemas.microsoft.com/office/drawing/2014/main" id="{D3E10E9B-AAC1-402E-93E0-75E717E6258E}"/>
                </a:ext>
              </a:extLst>
            </p:cNvPr>
            <p:cNvSpPr>
              <a:spLocks noChangeShapeType="1"/>
            </p:cNvSpPr>
            <p:nvPr/>
          </p:nvSpPr>
          <p:spPr bwMode="auto">
            <a:xfrm>
              <a:off x="1412" y="2688"/>
              <a:ext cx="2352" cy="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Line 17">
              <a:extLst>
                <a:ext uri="{FF2B5EF4-FFF2-40B4-BE49-F238E27FC236}">
                  <a16:creationId xmlns:a16="http://schemas.microsoft.com/office/drawing/2014/main" id="{76188A5D-EB0B-4259-BBDB-65A5689DA562}"/>
                </a:ext>
              </a:extLst>
            </p:cNvPr>
            <p:cNvSpPr>
              <a:spLocks noChangeShapeType="1"/>
            </p:cNvSpPr>
            <p:nvPr/>
          </p:nvSpPr>
          <p:spPr bwMode="auto">
            <a:xfrm flipV="1">
              <a:off x="1652" y="1824"/>
              <a:ext cx="0" cy="1056"/>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Text Box 18">
              <a:extLst>
                <a:ext uri="{FF2B5EF4-FFF2-40B4-BE49-F238E27FC236}">
                  <a16:creationId xmlns:a16="http://schemas.microsoft.com/office/drawing/2014/main" id="{0FDC8845-9334-40DB-A9B8-8D780FC49F73}"/>
                </a:ext>
              </a:extLst>
            </p:cNvPr>
            <p:cNvSpPr txBox="1">
              <a:spLocks noChangeArrowheads="1"/>
            </p:cNvSpPr>
            <p:nvPr/>
          </p:nvSpPr>
          <p:spPr bwMode="auto">
            <a:xfrm>
              <a:off x="3265" y="2756"/>
              <a:ext cx="761" cy="194"/>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r>
                <a:rPr lang="zh-CN" altLang="en-US" sz="2000" b="1" dirty="0">
                  <a:solidFill>
                    <a:schemeClr val="bg2"/>
                  </a:solidFill>
                </a:rPr>
                <a:t>分配帧数</a:t>
              </a:r>
            </a:p>
          </p:txBody>
        </p:sp>
        <p:sp>
          <p:nvSpPr>
            <p:cNvPr id="13" name="Text Box 19">
              <a:extLst>
                <a:ext uri="{FF2B5EF4-FFF2-40B4-BE49-F238E27FC236}">
                  <a16:creationId xmlns:a16="http://schemas.microsoft.com/office/drawing/2014/main" id="{CA42E1A3-B287-4288-8240-E10F048E37E0}"/>
                </a:ext>
              </a:extLst>
            </p:cNvPr>
            <p:cNvSpPr txBox="1">
              <a:spLocks noChangeArrowheads="1"/>
            </p:cNvSpPr>
            <p:nvPr/>
          </p:nvSpPr>
          <p:spPr bwMode="auto">
            <a:xfrm>
              <a:off x="1392" y="1824"/>
              <a:ext cx="308" cy="1104"/>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p>
              <a:r>
                <a:rPr lang="en-US" altLang="zh-CN" sz="2000" b="1" dirty="0">
                  <a:solidFill>
                    <a:schemeClr val="bg2"/>
                  </a:solidFill>
                </a:rPr>
                <a:t>PPF</a:t>
              </a:r>
            </a:p>
          </p:txBody>
        </p:sp>
        <p:sp>
          <p:nvSpPr>
            <p:cNvPr id="14" name="Freeform 20">
              <a:extLst>
                <a:ext uri="{FF2B5EF4-FFF2-40B4-BE49-F238E27FC236}">
                  <a16:creationId xmlns:a16="http://schemas.microsoft.com/office/drawing/2014/main" id="{2319F27B-741A-4208-A449-E173D344A45E}"/>
                </a:ext>
              </a:extLst>
            </p:cNvPr>
            <p:cNvSpPr>
              <a:spLocks/>
            </p:cNvSpPr>
            <p:nvPr/>
          </p:nvSpPr>
          <p:spPr bwMode="auto">
            <a:xfrm>
              <a:off x="1776" y="1824"/>
              <a:ext cx="1680" cy="768"/>
            </a:xfrm>
            <a:custGeom>
              <a:avLst/>
              <a:gdLst>
                <a:gd name="T0" fmla="*/ 0 w 1680"/>
                <a:gd name="T1" fmla="*/ 0 h 768"/>
                <a:gd name="T2" fmla="*/ 336 w 1680"/>
                <a:gd name="T3" fmla="*/ 432 h 768"/>
                <a:gd name="T4" fmla="*/ 816 w 1680"/>
                <a:gd name="T5" fmla="*/ 672 h 768"/>
                <a:gd name="T6" fmla="*/ 1680 w 1680"/>
                <a:gd name="T7" fmla="*/ 768 h 768"/>
              </a:gdLst>
              <a:ahLst/>
              <a:cxnLst>
                <a:cxn ang="0">
                  <a:pos x="T0" y="T1"/>
                </a:cxn>
                <a:cxn ang="0">
                  <a:pos x="T2" y="T3"/>
                </a:cxn>
                <a:cxn ang="0">
                  <a:pos x="T4" y="T5"/>
                </a:cxn>
                <a:cxn ang="0">
                  <a:pos x="T6" y="T7"/>
                </a:cxn>
              </a:cxnLst>
              <a:rect l="0" t="0" r="r" b="b"/>
              <a:pathLst>
                <a:path w="1680" h="768">
                  <a:moveTo>
                    <a:pt x="0" y="0"/>
                  </a:moveTo>
                  <a:cubicBezTo>
                    <a:pt x="100" y="160"/>
                    <a:pt x="200" y="320"/>
                    <a:pt x="336" y="432"/>
                  </a:cubicBezTo>
                  <a:cubicBezTo>
                    <a:pt x="472" y="544"/>
                    <a:pt x="592" y="616"/>
                    <a:pt x="816" y="672"/>
                  </a:cubicBezTo>
                  <a:cubicBezTo>
                    <a:pt x="1040" y="728"/>
                    <a:pt x="1360" y="748"/>
                    <a:pt x="1680" y="768"/>
                  </a:cubicBezTo>
                </a:path>
              </a:pathLst>
            </a:custGeom>
            <a:noFill/>
            <a:ln w="38100"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21">
              <a:extLst>
                <a:ext uri="{FF2B5EF4-FFF2-40B4-BE49-F238E27FC236}">
                  <a16:creationId xmlns:a16="http://schemas.microsoft.com/office/drawing/2014/main" id="{DFA70F29-E2B5-4DFE-AE45-12C7C815A3BF}"/>
                </a:ext>
              </a:extLst>
            </p:cNvPr>
            <p:cNvSpPr>
              <a:spLocks noChangeShapeType="1"/>
            </p:cNvSpPr>
            <p:nvPr/>
          </p:nvSpPr>
          <p:spPr bwMode="auto">
            <a:xfrm>
              <a:off x="1662" y="2112"/>
              <a:ext cx="1440" cy="0"/>
            </a:xfrm>
            <a:prstGeom prst="line">
              <a:avLst/>
            </a:prstGeom>
            <a:noFill/>
            <a:ln w="19050">
              <a:solidFill>
                <a:schemeClr val="bg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Text Box 23">
              <a:extLst>
                <a:ext uri="{FF2B5EF4-FFF2-40B4-BE49-F238E27FC236}">
                  <a16:creationId xmlns:a16="http://schemas.microsoft.com/office/drawing/2014/main" id="{AD539F95-C9B4-497C-BAD1-DB3E91539C59}"/>
                </a:ext>
              </a:extLst>
            </p:cNvPr>
            <p:cNvSpPr txBox="1">
              <a:spLocks noChangeArrowheads="1"/>
            </p:cNvSpPr>
            <p:nvPr/>
          </p:nvSpPr>
          <p:spPr bwMode="auto">
            <a:xfrm>
              <a:off x="3134" y="1912"/>
              <a:ext cx="579" cy="271"/>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r>
                <a:rPr lang="zh-CN" altLang="en-US" sz="2800" b="1" dirty="0">
                  <a:solidFill>
                    <a:schemeClr val="accent2">
                      <a:lumMod val="50000"/>
                    </a:schemeClr>
                  </a:solidFill>
                </a:rPr>
                <a:t>上限</a:t>
              </a:r>
            </a:p>
          </p:txBody>
        </p:sp>
        <p:sp>
          <p:nvSpPr>
            <p:cNvPr id="18" name="Text Box 24">
              <a:extLst>
                <a:ext uri="{FF2B5EF4-FFF2-40B4-BE49-F238E27FC236}">
                  <a16:creationId xmlns:a16="http://schemas.microsoft.com/office/drawing/2014/main" id="{FCA3B018-636E-4754-9C2D-E29528C81A57}"/>
                </a:ext>
              </a:extLst>
            </p:cNvPr>
            <p:cNvSpPr txBox="1">
              <a:spLocks noChangeArrowheads="1"/>
            </p:cNvSpPr>
            <p:nvPr/>
          </p:nvSpPr>
          <p:spPr bwMode="auto">
            <a:xfrm>
              <a:off x="3166" y="2249"/>
              <a:ext cx="579" cy="271"/>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r>
                <a:rPr lang="zh-CN" altLang="en-US" sz="2800" b="1" dirty="0">
                  <a:solidFill>
                    <a:schemeClr val="accent2">
                      <a:lumMod val="50000"/>
                    </a:schemeClr>
                  </a:solidFill>
                </a:rPr>
                <a:t>下限</a:t>
              </a:r>
            </a:p>
          </p:txBody>
        </p:sp>
        <p:sp>
          <p:nvSpPr>
            <p:cNvPr id="16" name="Line 22">
              <a:extLst>
                <a:ext uri="{FF2B5EF4-FFF2-40B4-BE49-F238E27FC236}">
                  <a16:creationId xmlns:a16="http://schemas.microsoft.com/office/drawing/2014/main" id="{2D46A952-062D-430C-BEB4-814D5B3D19DA}"/>
                </a:ext>
              </a:extLst>
            </p:cNvPr>
            <p:cNvSpPr>
              <a:spLocks noChangeShapeType="1"/>
            </p:cNvSpPr>
            <p:nvPr/>
          </p:nvSpPr>
          <p:spPr bwMode="auto">
            <a:xfrm>
              <a:off x="1659" y="2487"/>
              <a:ext cx="1440" cy="0"/>
            </a:xfrm>
            <a:prstGeom prst="line">
              <a:avLst/>
            </a:prstGeom>
            <a:noFill/>
            <a:ln w="19050">
              <a:solidFill>
                <a:schemeClr val="bg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9" name="矩形 18">
            <a:extLst>
              <a:ext uri="{FF2B5EF4-FFF2-40B4-BE49-F238E27FC236}">
                <a16:creationId xmlns:a16="http://schemas.microsoft.com/office/drawing/2014/main" id="{7ADBAB3E-C99A-4ABD-B70B-93E60425AD7F}"/>
              </a:ext>
            </a:extLst>
          </p:cNvPr>
          <p:cNvSpPr/>
          <p:nvPr/>
        </p:nvSpPr>
        <p:spPr>
          <a:xfrm>
            <a:off x="2813823" y="-10552"/>
            <a:ext cx="3265638" cy="715581"/>
          </a:xfrm>
          <a:prstGeom prst="rect">
            <a:avLst/>
          </a:prstGeom>
        </p:spPr>
        <p:txBody>
          <a:bodyPr wrap="none">
            <a:spAutoFit/>
          </a:bodyPr>
          <a:lstStyle/>
          <a:p>
            <a:pPr marL="0" lvl="1" indent="-285750" algn="ctr" eaLnBrk="1" hangingPunct="1">
              <a:lnSpc>
                <a:spcPct val="110000"/>
              </a:lnSpc>
              <a:buClr>
                <a:schemeClr val="tx2"/>
              </a:buClr>
              <a:buSzPct val="75000"/>
              <a:tabLst>
                <a:tab pos="622300" algn="l"/>
              </a:tabLst>
              <a:defRPr/>
            </a:pPr>
            <a:r>
              <a:rPr lang="zh-CN" altLang="en-US" sz="4000" dirty="0">
                <a:solidFill>
                  <a:srgbClr val="B2622C"/>
                </a:solidFill>
                <a:effectLst>
                  <a:outerShdw blurRad="38100" dist="38100" dir="2700000" algn="tl">
                    <a:srgbClr val="000000"/>
                  </a:outerShdw>
                </a:effectLst>
                <a:latin typeface="+mj-lt"/>
                <a:ea typeface="楷体_GB2312" pitchFamily="49" charset="-122"/>
                <a:cs typeface="+mj-cs"/>
                <a:sym typeface="Symbol" panose="05050102010706020507" pitchFamily="18" charset="2"/>
              </a:rPr>
              <a:t>缺页错误频率</a:t>
            </a:r>
            <a:endParaRPr lang="zh-CN" altLang="en-US" sz="4000" dirty="0">
              <a:solidFill>
                <a:srgbClr val="B2622C"/>
              </a:solidFill>
              <a:effectLst>
                <a:outerShdw blurRad="38100" dist="38100" dir="2700000" algn="tl">
                  <a:srgbClr val="000000"/>
                </a:outerShdw>
              </a:effectLst>
              <a:latin typeface="+mj-lt"/>
              <a:ea typeface="楷体_GB2312" pitchFamily="49" charset="-122"/>
              <a:cs typeface="+mj-cs"/>
            </a:endParaRPr>
          </a:p>
        </p:txBody>
      </p:sp>
      <p:sp>
        <p:nvSpPr>
          <p:cNvPr id="20" name="Rectangle 14">
            <a:extLst>
              <a:ext uri="{FF2B5EF4-FFF2-40B4-BE49-F238E27FC236}">
                <a16:creationId xmlns:a16="http://schemas.microsoft.com/office/drawing/2014/main" id="{7A504FFA-69D6-40E3-A400-E90F8738CF41}"/>
              </a:ext>
            </a:extLst>
          </p:cNvPr>
          <p:cNvSpPr>
            <a:spLocks noChangeArrowheads="1"/>
          </p:cNvSpPr>
          <p:nvPr/>
        </p:nvSpPr>
        <p:spPr bwMode="auto">
          <a:xfrm>
            <a:off x="265010" y="714075"/>
            <a:ext cx="8363263" cy="1200329"/>
          </a:xfrm>
          <a:prstGeom prst="rect">
            <a:avLst/>
          </a:prstGeom>
          <a:solidFill>
            <a:srgbClr val="3BE15B"/>
          </a:solidFill>
          <a:ln w="12700" cap="sq">
            <a:noFill/>
            <a:miter lim="800000"/>
            <a:headEnd type="none" w="sm" len="sm"/>
            <a:tailEnd type="none" w="sm" len="sm"/>
          </a:ln>
        </p:spPr>
        <p:txBody>
          <a:bodyPr wrap="square">
            <a:spAutoFit/>
          </a:bodyPr>
          <a:lstStyle/>
          <a:p>
            <a:pPr algn="ctr" eaLnBrk="1" hangingPunct="1">
              <a:defRPr/>
            </a:pPr>
            <a:r>
              <a:rPr lang="zh-CN" altLang="en-US" sz="3600" dirty="0">
                <a:solidFill>
                  <a:schemeClr val="bg2"/>
                </a:solidFill>
                <a:effectLst>
                  <a:outerShdw blurRad="38100" dist="38100" dir="2700000" algn="tl">
                    <a:srgbClr val="000000">
                      <a:alpha val="43137"/>
                    </a:srgbClr>
                  </a:outerShdw>
                </a:effectLst>
                <a:latin typeface="+mn-ea"/>
                <a:ea typeface="+mn-ea"/>
                <a:sym typeface="Symbol" panose="05050102010706020507" pitchFamily="18" charset="2"/>
              </a:rPr>
              <a:t>缺页错误频率</a:t>
            </a:r>
            <a:r>
              <a:rPr lang="en-US" altLang="zh-CN" sz="2800" dirty="0">
                <a:solidFill>
                  <a:schemeClr val="bg2"/>
                </a:solidFill>
                <a:effectLst>
                  <a:outerShdw blurRad="38100" dist="38100" dir="2700000" algn="tl">
                    <a:srgbClr val="000000">
                      <a:alpha val="43137"/>
                    </a:srgbClr>
                  </a:outerShdw>
                </a:effectLst>
                <a:latin typeface="+mn-lt"/>
                <a:ea typeface="+mn-ea"/>
                <a:sym typeface="Symbol" panose="05050102010706020507" pitchFamily="18" charset="2"/>
              </a:rPr>
              <a:t>(</a:t>
            </a:r>
            <a:r>
              <a:rPr lang="en-US" altLang="ja-JP" sz="2800" dirty="0">
                <a:solidFill>
                  <a:schemeClr val="bg2"/>
                </a:solidFill>
                <a:latin typeface="+mn-lt"/>
              </a:rPr>
              <a:t>Page-Fault Frequency </a:t>
            </a:r>
            <a:r>
              <a:rPr lang="en-US" altLang="zh-CN" sz="2800" dirty="0">
                <a:solidFill>
                  <a:schemeClr val="bg2"/>
                </a:solidFill>
                <a:effectLst>
                  <a:outerShdw blurRad="38100" dist="38100" dir="2700000" algn="tl">
                    <a:srgbClr val="000000">
                      <a:alpha val="43137"/>
                    </a:srgbClr>
                  </a:outerShdw>
                </a:effectLst>
                <a:latin typeface="+mn-lt"/>
                <a:ea typeface="+mn-ea"/>
                <a:sym typeface="Symbol" panose="05050102010706020507" pitchFamily="18" charset="2"/>
              </a:rPr>
              <a:t>PFF)</a:t>
            </a:r>
            <a:r>
              <a:rPr lang="en-US" altLang="zh-CN" sz="3600" dirty="0">
                <a:solidFill>
                  <a:schemeClr val="bg2"/>
                </a:solidFill>
                <a:effectLst>
                  <a:outerShdw blurRad="38100" dist="38100" dir="2700000" algn="tl">
                    <a:srgbClr val="000000">
                      <a:alpha val="43137"/>
                    </a:srgbClr>
                  </a:outerShdw>
                </a:effectLst>
                <a:latin typeface="+mn-ea"/>
                <a:ea typeface="+mn-ea"/>
                <a:sym typeface="Symbol" panose="05050102010706020507" pitchFamily="18" charset="2"/>
              </a:rPr>
              <a:t> = </a:t>
            </a:r>
          </a:p>
          <a:p>
            <a:pPr algn="ctr" eaLnBrk="1" hangingPunct="1">
              <a:defRPr/>
            </a:pPr>
            <a:r>
              <a:rPr lang="zh-CN" altLang="en-US" sz="3600" dirty="0">
                <a:solidFill>
                  <a:schemeClr val="bg2"/>
                </a:solidFill>
                <a:effectLst>
                  <a:outerShdw blurRad="38100" dist="38100" dir="2700000" algn="tl">
                    <a:srgbClr val="000000">
                      <a:alpha val="43137"/>
                    </a:srgbClr>
                  </a:outerShdw>
                </a:effectLst>
                <a:latin typeface="+mn-ea"/>
                <a:ea typeface="+mn-ea"/>
                <a:sym typeface="Symbol" panose="05050102010706020507" pitchFamily="18" charset="2"/>
              </a:rPr>
              <a:t>页错误</a:t>
            </a:r>
            <a:r>
              <a:rPr lang="en-US" altLang="zh-CN" sz="3600" dirty="0">
                <a:solidFill>
                  <a:schemeClr val="bg2"/>
                </a:solidFill>
                <a:effectLst>
                  <a:outerShdw blurRad="38100" dist="38100" dir="2700000" algn="tl">
                    <a:srgbClr val="000000">
                      <a:alpha val="43137"/>
                    </a:srgbClr>
                  </a:outerShdw>
                </a:effectLst>
                <a:latin typeface="+mn-ea"/>
                <a:ea typeface="+mn-ea"/>
              </a:rPr>
              <a:t>/</a:t>
            </a:r>
            <a:r>
              <a:rPr lang="zh-CN" altLang="en-US" sz="3600" dirty="0">
                <a:solidFill>
                  <a:schemeClr val="bg2"/>
                </a:solidFill>
                <a:effectLst>
                  <a:outerShdw blurRad="38100" dist="38100" dir="2700000" algn="tl">
                    <a:srgbClr val="000000">
                      <a:alpha val="43137"/>
                    </a:srgbClr>
                  </a:outerShdw>
                </a:effectLst>
                <a:latin typeface="+mn-ea"/>
                <a:ea typeface="+mn-ea"/>
              </a:rPr>
              <a:t>指令执行条数 </a:t>
            </a:r>
          </a:p>
        </p:txBody>
      </p:sp>
      <p:sp>
        <p:nvSpPr>
          <p:cNvPr id="21" name="AutoShape 130">
            <a:extLst>
              <a:ext uri="{FF2B5EF4-FFF2-40B4-BE49-F238E27FC236}">
                <a16:creationId xmlns:a16="http://schemas.microsoft.com/office/drawing/2014/main" id="{51F00A8E-C831-4563-920F-677DB3FCC03B}"/>
              </a:ext>
            </a:extLst>
          </p:cNvPr>
          <p:cNvSpPr>
            <a:spLocks noChangeArrowheads="1"/>
          </p:cNvSpPr>
          <p:nvPr/>
        </p:nvSpPr>
        <p:spPr bwMode="auto">
          <a:xfrm rot="10800000">
            <a:off x="5975350" y="2003674"/>
            <a:ext cx="1701948" cy="528092"/>
          </a:xfrm>
          <a:prstGeom prst="wedgeRoundRectCallout">
            <a:avLst>
              <a:gd name="adj1" fmla="val 82867"/>
              <a:gd name="adj2" fmla="val -105674"/>
              <a:gd name="adj3" fmla="val 16667"/>
            </a:avLst>
          </a:prstGeom>
          <a:solidFill>
            <a:srgbClr val="99CCFF"/>
          </a:solidFill>
          <a:ln w="9525">
            <a:solidFill>
              <a:schemeClr val="tx1"/>
            </a:solidFill>
            <a:miter lim="800000"/>
            <a:headEnd/>
            <a:tailEnd/>
          </a:ln>
          <a:effectLst/>
        </p:spPr>
        <p:txBody>
          <a:bodyPr rot="10800000" lIns="0" tIns="0" rIns="0" bIns="0"/>
          <a:lstStyle/>
          <a:p>
            <a:pPr algn="ctr"/>
            <a:r>
              <a:rPr lang="zh-CN" altLang="en-US" sz="2800" dirty="0">
                <a:solidFill>
                  <a:schemeClr val="bg2"/>
                </a:solidFill>
                <a:sym typeface="Symbol" panose="05050102010706020507" pitchFamily="18" charset="2"/>
              </a:rPr>
              <a:t>增加帧数 </a:t>
            </a:r>
            <a:endParaRPr lang="en-US" altLang="zh-CN" sz="2800" dirty="0">
              <a:solidFill>
                <a:schemeClr val="bg2"/>
              </a:solidFill>
              <a:sym typeface="Symbol" panose="05050102010706020507" pitchFamily="18" charset="2"/>
            </a:endParaRPr>
          </a:p>
        </p:txBody>
      </p:sp>
      <p:sp>
        <p:nvSpPr>
          <p:cNvPr id="22" name="AutoShape 130">
            <a:extLst>
              <a:ext uri="{FF2B5EF4-FFF2-40B4-BE49-F238E27FC236}">
                <a16:creationId xmlns:a16="http://schemas.microsoft.com/office/drawing/2014/main" id="{FECDE136-9A80-4771-8B48-77F1F7D29EB7}"/>
              </a:ext>
            </a:extLst>
          </p:cNvPr>
          <p:cNvSpPr>
            <a:spLocks noChangeArrowheads="1"/>
          </p:cNvSpPr>
          <p:nvPr/>
        </p:nvSpPr>
        <p:spPr bwMode="auto">
          <a:xfrm rot="10800000">
            <a:off x="6096000" y="3565526"/>
            <a:ext cx="1701948" cy="528091"/>
          </a:xfrm>
          <a:prstGeom prst="wedgeRoundRectCallout">
            <a:avLst>
              <a:gd name="adj1" fmla="val 81751"/>
              <a:gd name="adj2" fmla="val 107655"/>
              <a:gd name="adj3" fmla="val 16667"/>
            </a:avLst>
          </a:prstGeom>
          <a:solidFill>
            <a:srgbClr val="99CCFF"/>
          </a:solidFill>
          <a:ln w="9525">
            <a:solidFill>
              <a:schemeClr val="tx1"/>
            </a:solidFill>
            <a:miter lim="800000"/>
            <a:headEnd/>
            <a:tailEnd/>
          </a:ln>
          <a:effectLst/>
        </p:spPr>
        <p:txBody>
          <a:bodyPr rot="10800000" lIns="0" tIns="0" rIns="0" bIns="0"/>
          <a:lstStyle/>
          <a:p>
            <a:pPr algn="ctr"/>
            <a:r>
              <a:rPr lang="zh-CN" altLang="en-US" sz="2800" dirty="0">
                <a:solidFill>
                  <a:schemeClr val="bg2"/>
                </a:solidFill>
                <a:sym typeface="Symbol" panose="05050102010706020507" pitchFamily="18" charset="2"/>
              </a:rPr>
              <a:t>减少帧数 </a:t>
            </a:r>
            <a:endParaRPr lang="en-US" altLang="zh-CN" sz="2800" dirty="0">
              <a:solidFill>
                <a:schemeClr val="bg2"/>
              </a:solidFill>
              <a:sym typeface="Symbol" panose="05050102010706020507" pitchFamily="18" charset="2"/>
            </a:endParaRPr>
          </a:p>
        </p:txBody>
      </p:sp>
      <p:sp>
        <p:nvSpPr>
          <p:cNvPr id="23" name="Rectangle 70">
            <a:extLst>
              <a:ext uri="{FF2B5EF4-FFF2-40B4-BE49-F238E27FC236}">
                <a16:creationId xmlns:a16="http://schemas.microsoft.com/office/drawing/2014/main" id="{A18F52F2-7A35-43CF-93B8-DD91DA007599}"/>
              </a:ext>
            </a:extLst>
          </p:cNvPr>
          <p:cNvSpPr>
            <a:spLocks noChangeArrowheads="1"/>
          </p:cNvSpPr>
          <p:nvPr/>
        </p:nvSpPr>
        <p:spPr bwMode="auto">
          <a:xfrm>
            <a:off x="2278925" y="4181208"/>
            <a:ext cx="3986684" cy="400110"/>
          </a:xfrm>
          <a:prstGeom prst="rect">
            <a:avLst/>
          </a:prstGeom>
          <a:noFill/>
          <a:ln w="12700" cap="sq">
            <a:no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lang="zh-CN" altLang="en-US" sz="2000" dirty="0">
                <a:solidFill>
                  <a:schemeClr val="bg2"/>
                </a:solidFill>
                <a:latin typeface="宋体" panose="02010600030101010101" pitchFamily="2" charset="-122"/>
              </a:rPr>
              <a:t>图</a:t>
            </a:r>
            <a:r>
              <a:rPr lang="en-US" altLang="zh-CN" sz="2000" dirty="0">
                <a:solidFill>
                  <a:schemeClr val="bg2"/>
                </a:solidFill>
                <a:latin typeface="宋体" panose="02010600030101010101" pitchFamily="2" charset="-122"/>
              </a:rPr>
              <a:t>8-20 Page-fault frequency</a:t>
            </a:r>
            <a:endParaRPr lang="zh-CN" altLang="en-US" sz="2000" dirty="0">
              <a:solidFill>
                <a:schemeClr val="bg2"/>
              </a:solidFill>
              <a:latin typeface="宋体" panose="02010600030101010101" pitchFamily="2" charset="-122"/>
            </a:endParaRPr>
          </a:p>
        </p:txBody>
      </p:sp>
      <p:sp>
        <p:nvSpPr>
          <p:cNvPr id="24"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996418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500"/>
                                        <p:tgtEl>
                                          <p:spTgt spid="21"/>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500"/>
                                        <p:tgtEl>
                                          <p:spTgt spid="22"/>
                                        </p:tgtEl>
                                      </p:cBhvr>
                                    </p:animEffect>
                                  </p:childTnLst>
                                </p:cTn>
                              </p:par>
                            </p:childTnLst>
                          </p:cTn>
                        </p:par>
                        <p:par>
                          <p:cTn id="20" fill="hold">
                            <p:stCondLst>
                              <p:cond delay="500"/>
                            </p:stCondLst>
                            <p:childTnLst>
                              <p:par>
                                <p:cTn id="21" presetID="2" presetClass="entr" presetSubtype="6" fill="hold" grpId="0" nodeType="afterEffect">
                                  <p:stCondLst>
                                    <p:cond delay="0"/>
                                  </p:stCondLst>
                                  <p:childTnLst>
                                    <p:set>
                                      <p:cBhvr>
                                        <p:cTn id="22" dur="1" fill="hold">
                                          <p:stCondLst>
                                            <p:cond delay="0"/>
                                          </p:stCondLst>
                                        </p:cTn>
                                        <p:tgtEl>
                                          <p:spTgt spid="24"/>
                                        </p:tgtEl>
                                        <p:attrNameLst>
                                          <p:attrName>style.visibility</p:attrName>
                                        </p:attrNameLst>
                                      </p:cBhvr>
                                      <p:to>
                                        <p:strVal val="visible"/>
                                      </p:to>
                                    </p:set>
                                    <p:anim calcmode="lin" valueType="num">
                                      <p:cBhvr additive="base">
                                        <p:cTn id="23" dur="500" fill="hold"/>
                                        <p:tgtEl>
                                          <p:spTgt spid="24"/>
                                        </p:tgtEl>
                                        <p:attrNameLst>
                                          <p:attrName>ppt_x</p:attrName>
                                        </p:attrNameLst>
                                      </p:cBhvr>
                                      <p:tavLst>
                                        <p:tav tm="0">
                                          <p:val>
                                            <p:strVal val="1+#ppt_w/2"/>
                                          </p:val>
                                        </p:tav>
                                        <p:tav tm="100000">
                                          <p:val>
                                            <p:strVal val="#ppt_x"/>
                                          </p:val>
                                        </p:tav>
                                      </p:tavLst>
                                    </p:anim>
                                    <p:anim calcmode="lin" valueType="num">
                                      <p:cBhvr additive="base">
                                        <p:cTn id="24"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1" grpId="0" animBg="1"/>
      <p:bldP spid="22" grpId="0" animBg="1"/>
      <p:bldP spid="2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5791E96-1607-4436-A4EF-379B585D3199}"/>
              </a:ext>
            </a:extLst>
          </p:cNvPr>
          <p:cNvSpPr txBox="1">
            <a:spLocks/>
          </p:cNvSpPr>
          <p:nvPr/>
        </p:nvSpPr>
        <p:spPr>
          <a:xfrm>
            <a:off x="457200" y="52835"/>
            <a:ext cx="8229600" cy="772666"/>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marL="0" lvl="1" indent="-285750" algn="ctr" eaLnBrk="1" hangingPunct="1">
              <a:lnSpc>
                <a:spcPct val="110000"/>
              </a:lnSpc>
              <a:buClr>
                <a:schemeClr val="tx2"/>
              </a:buClr>
              <a:buSzPct val="75000"/>
              <a:tabLst>
                <a:tab pos="622300" algn="l"/>
              </a:tabLst>
              <a:defRPr/>
            </a:pPr>
            <a:r>
              <a:rPr lang="zh-CN" altLang="en-US" sz="4000" dirty="0">
                <a:solidFill>
                  <a:srgbClr val="B2622C"/>
                </a:solidFill>
                <a:effectLst>
                  <a:outerShdw blurRad="38100" dist="38100" dir="2700000" algn="tl">
                    <a:srgbClr val="000000"/>
                  </a:outerShdw>
                </a:effectLst>
                <a:latin typeface="+mj-lt"/>
                <a:ea typeface="楷体_GB2312" pitchFamily="49" charset="-122"/>
                <a:cs typeface="+mj-cs"/>
              </a:rPr>
              <a:t>工作集和缺页率</a:t>
            </a:r>
            <a:endParaRPr lang="en-US" altLang="en-US" sz="4000" dirty="0">
              <a:solidFill>
                <a:srgbClr val="B2622C"/>
              </a:solidFill>
              <a:effectLst>
                <a:outerShdw blurRad="38100" dist="38100" dir="2700000" algn="tl">
                  <a:srgbClr val="000000"/>
                </a:outerShdw>
              </a:effectLst>
              <a:latin typeface="+mj-lt"/>
              <a:ea typeface="楷体_GB2312" pitchFamily="49" charset="-122"/>
              <a:cs typeface="+mj-cs"/>
            </a:endParaRPr>
          </a:p>
        </p:txBody>
      </p:sp>
      <p:pic>
        <p:nvPicPr>
          <p:cNvPr id="5" name="Picture 4" descr="9">
            <a:extLst>
              <a:ext uri="{FF2B5EF4-FFF2-40B4-BE49-F238E27FC236}">
                <a16:creationId xmlns:a16="http://schemas.microsoft.com/office/drawing/2014/main" id="{95BB6EBB-B599-4FDD-A3D1-15A1D1FDE3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0843" y="955676"/>
            <a:ext cx="5802313" cy="264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3">
            <a:extLst>
              <a:ext uri="{FF2B5EF4-FFF2-40B4-BE49-F238E27FC236}">
                <a16:creationId xmlns:a16="http://schemas.microsoft.com/office/drawing/2014/main" id="{D3ED209C-1DF0-4ED3-BE45-994D698E7ABB}"/>
              </a:ext>
            </a:extLst>
          </p:cNvPr>
          <p:cNvSpPr txBox="1">
            <a:spLocks noChangeArrowheads="1"/>
          </p:cNvSpPr>
          <p:nvPr/>
        </p:nvSpPr>
        <p:spPr bwMode="auto">
          <a:xfrm>
            <a:off x="89755" y="3992861"/>
            <a:ext cx="9054245" cy="2244452"/>
          </a:xfrm>
          <a:prstGeom prst="rect">
            <a:avLst/>
          </a:prstGeom>
          <a:noFill/>
          <a:ln>
            <a:noFill/>
          </a:ln>
          <a:extLst>
            <a:ext uri="{FAA26D3D-D897-4be2-8F04-BA451C77F1D7}"/>
          </a:extLst>
        </p:spPr>
        <p:txBody>
          <a:bodyPr lIns="91435" tIns="45718" rIns="91435" bIns="45718"/>
          <a:lstStyle>
            <a:lvl1pPr marL="488950" indent="-488950" algn="l" rtl="0" eaLnBrk="0" fontAlgn="base" hangingPunct="0">
              <a:spcBef>
                <a:spcPct val="35000"/>
              </a:spcBef>
              <a:spcAft>
                <a:spcPct val="0"/>
              </a:spcAft>
              <a:buClr>
                <a:srgbClr val="993300"/>
              </a:buClr>
              <a:buSzPct val="90000"/>
              <a:buFont typeface="Monotype Sorts" charset="0"/>
              <a:buChar char="n"/>
              <a:defRPr kumimoji="1">
                <a:solidFill>
                  <a:schemeClr val="tx1"/>
                </a:solidFill>
                <a:latin typeface="+mn-lt"/>
                <a:ea typeface="ＭＳ Ｐゴシック" charset="-128"/>
                <a:cs typeface="ＭＳ Ｐゴシック" charset="-128"/>
              </a:defRPr>
            </a:lvl1pPr>
            <a:lvl2pPr marL="1060450" indent="-407988" algn="l" rtl="0" eaLnBrk="0" fontAlgn="base" hangingPunct="0">
              <a:spcBef>
                <a:spcPct val="35000"/>
              </a:spcBef>
              <a:spcAft>
                <a:spcPct val="0"/>
              </a:spcAft>
              <a:buClr>
                <a:srgbClr val="CC6600"/>
              </a:buClr>
              <a:buSzPct val="80000"/>
              <a:buFont typeface="Monotype Sorts" charset="0"/>
              <a:buChar char="l"/>
              <a:defRPr kumimoji="1">
                <a:solidFill>
                  <a:schemeClr val="tx1"/>
                </a:solidFill>
                <a:latin typeface="+mn-lt"/>
                <a:ea typeface="ＭＳ Ｐゴシック" charset="-128"/>
              </a:defRPr>
            </a:lvl2pPr>
            <a:lvl3pPr marL="1550988" indent="-325438" algn="l" rtl="0" eaLnBrk="0" fontAlgn="base" hangingPunct="0">
              <a:spcBef>
                <a:spcPct val="35000"/>
              </a:spcBef>
              <a:spcAft>
                <a:spcPct val="0"/>
              </a:spcAft>
              <a:buClr>
                <a:srgbClr val="009900"/>
              </a:buClr>
              <a:buSzPct val="75000"/>
              <a:buFont typeface="Webdings" charset="0"/>
              <a:buChar char="4"/>
              <a:defRPr kumimoji="1">
                <a:solidFill>
                  <a:schemeClr val="tx1"/>
                </a:solidFill>
                <a:latin typeface="+mn-lt"/>
                <a:ea typeface="ＭＳ Ｐゴシック" charset="-128"/>
              </a:defRPr>
            </a:lvl3pPr>
            <a:lvl4pPr marL="2039938" indent="-325438" algn="l" rtl="0" eaLnBrk="0" fontAlgn="base" hangingPunct="0">
              <a:spcBef>
                <a:spcPct val="35000"/>
              </a:spcBef>
              <a:spcAft>
                <a:spcPct val="0"/>
              </a:spcAft>
              <a:buClr>
                <a:schemeClr val="hlink"/>
              </a:buClr>
              <a:buSzPct val="75000"/>
              <a:buChar char="–"/>
              <a:defRPr kumimoji="1">
                <a:solidFill>
                  <a:schemeClr val="tx1"/>
                </a:solidFill>
                <a:latin typeface="+mn-lt"/>
                <a:ea typeface="ＭＳ Ｐゴシック" charset="-128"/>
              </a:defRPr>
            </a:lvl4pPr>
            <a:lvl5pPr marL="2530475" indent="-325438"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5pPr>
            <a:lvl6pPr marL="3183912" indent="-326555"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3837022" indent="-326555"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4490133" indent="-326555"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5143243" indent="-326555"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55600" lvl="2" indent="-355600" defTabSz="355600">
              <a:spcBef>
                <a:spcPts val="0"/>
              </a:spcBef>
              <a:buClrTx/>
              <a:buSzPct val="80000"/>
              <a:buFont typeface="Wingdings" panose="05000000000000000000" pitchFamily="2" charset="2"/>
              <a:buChar char="n"/>
              <a:tabLst>
                <a:tab pos="3851275" algn="l"/>
              </a:tabLst>
              <a:defRPr/>
            </a:pPr>
            <a:r>
              <a:rPr lang="zh-CN" altLang="en-US" sz="3600" dirty="0">
                <a:solidFill>
                  <a:schemeClr val="bg2"/>
                </a:solidFill>
                <a:effectLst>
                  <a:outerShdw blurRad="38100" dist="38100" dir="2700000" algn="tl">
                    <a:srgbClr val="000000"/>
                  </a:outerShdw>
                </a:effectLst>
                <a:latin typeface="+mj-lt"/>
                <a:ea typeface="楷体" panose="02010609060101010101" pitchFamily="49" charset="-122"/>
              </a:rPr>
              <a:t>新局部请求调页时，缺页率的峰值出现</a:t>
            </a:r>
            <a:endParaRPr lang="en-US" altLang="zh-CN" sz="3600" dirty="0">
              <a:solidFill>
                <a:schemeClr val="bg2"/>
              </a:solidFill>
              <a:effectLst>
                <a:outerShdw blurRad="38100" dist="38100" dir="2700000" algn="tl">
                  <a:srgbClr val="000000"/>
                </a:outerShdw>
              </a:effectLst>
              <a:latin typeface="+mj-lt"/>
              <a:ea typeface="楷体" panose="02010609060101010101" pitchFamily="49" charset="-122"/>
            </a:endParaRPr>
          </a:p>
          <a:p>
            <a:pPr marL="355600" lvl="2" indent="-355600" defTabSz="355600">
              <a:spcBef>
                <a:spcPts val="0"/>
              </a:spcBef>
              <a:buClrTx/>
              <a:buSzPct val="80000"/>
              <a:buFont typeface="Wingdings" panose="05000000000000000000" pitchFamily="2" charset="2"/>
              <a:buChar char="n"/>
              <a:tabLst>
                <a:tab pos="3851275" algn="l"/>
              </a:tabLst>
              <a:defRPr/>
            </a:pPr>
            <a:r>
              <a:rPr lang="zh-CN" altLang="en-US" sz="3600" dirty="0">
                <a:solidFill>
                  <a:schemeClr val="bg2"/>
                </a:solidFill>
                <a:effectLst>
                  <a:outerShdw blurRad="38100" dist="38100" dir="2700000" algn="tl">
                    <a:srgbClr val="000000"/>
                  </a:outerShdw>
                </a:effectLst>
                <a:latin typeface="+mj-lt"/>
                <a:ea typeface="楷体" panose="02010609060101010101" pitchFamily="49" charset="-122"/>
              </a:rPr>
              <a:t>新局部的工作集已在内存中，缺页率下降</a:t>
            </a:r>
            <a:endParaRPr lang="en-US" altLang="zh-CN" sz="3600" dirty="0">
              <a:solidFill>
                <a:schemeClr val="bg2"/>
              </a:solidFill>
              <a:effectLst>
                <a:outerShdw blurRad="38100" dist="38100" dir="2700000" algn="tl">
                  <a:srgbClr val="000000"/>
                </a:outerShdw>
              </a:effectLst>
              <a:latin typeface="+mj-lt"/>
              <a:ea typeface="楷体" panose="02010609060101010101" pitchFamily="49" charset="-122"/>
            </a:endParaRPr>
          </a:p>
          <a:p>
            <a:pPr marL="355600" lvl="2" indent="-355600" defTabSz="355600">
              <a:spcBef>
                <a:spcPts val="0"/>
              </a:spcBef>
              <a:buClrTx/>
              <a:buSzPct val="80000"/>
              <a:buFont typeface="Wingdings" panose="05000000000000000000" pitchFamily="2" charset="2"/>
              <a:buChar char="n"/>
              <a:tabLst>
                <a:tab pos="3851275" algn="l"/>
              </a:tabLst>
              <a:defRPr/>
            </a:pPr>
            <a:r>
              <a:rPr lang="zh-CN" altLang="en-US" sz="3600" dirty="0">
                <a:solidFill>
                  <a:schemeClr val="bg2"/>
                </a:solidFill>
                <a:effectLst>
                  <a:outerShdw blurRad="38100" dist="38100" dir="2700000" algn="tl">
                    <a:srgbClr val="000000"/>
                  </a:outerShdw>
                </a:effectLst>
                <a:latin typeface="+mj-lt"/>
                <a:ea typeface="楷体" panose="02010609060101010101" pitchFamily="49" charset="-122"/>
              </a:rPr>
              <a:t>两个峰开始之间的时间跨度，表示从一个工作集到另一个工作集的转变</a:t>
            </a:r>
            <a:r>
              <a:rPr lang="zh-CN" altLang="en-US" sz="3600" dirty="0" smtClean="0">
                <a:solidFill>
                  <a:schemeClr val="bg2"/>
                </a:solidFill>
                <a:effectLst>
                  <a:outerShdw blurRad="38100" dist="38100" dir="2700000" algn="tl">
                    <a:srgbClr val="000000"/>
                  </a:outerShdw>
                </a:effectLst>
                <a:latin typeface="+mj-lt"/>
                <a:ea typeface="楷体" panose="02010609060101010101" pitchFamily="49" charset="-122"/>
              </a:rPr>
              <a:t>。</a:t>
            </a:r>
            <a:endParaRPr lang="en-US" dirty="0">
              <a:solidFill>
                <a:schemeClr val="bg2"/>
              </a:solidFill>
              <a:ea typeface="ＭＳ Ｐゴシック" charset="0"/>
              <a:cs typeface="ＭＳ Ｐゴシック" charset="0"/>
            </a:endParaRPr>
          </a:p>
        </p:txBody>
      </p:sp>
      <p:sp>
        <p:nvSpPr>
          <p:cNvPr id="7"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753039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3">
            <a:extLst>
              <a:ext uri="{FF2B5EF4-FFF2-40B4-BE49-F238E27FC236}">
                <a16:creationId xmlns:a16="http://schemas.microsoft.com/office/drawing/2014/main" id="{41DFB1F4-1CD4-49BD-967F-595816273780}"/>
              </a:ext>
            </a:extLst>
          </p:cNvPr>
          <p:cNvSpPr>
            <a:spLocks noGrp="1"/>
          </p:cNvSpPr>
          <p:nvPr>
            <p:ph type="sldNum" sz="quarter" idx="12"/>
          </p:nvPr>
        </p:nvSpPr>
        <p:spPr>
          <a:xfrm>
            <a:off x="0" y="6400800"/>
            <a:ext cx="447675" cy="4572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l">
              <a:spcBef>
                <a:spcPct val="0"/>
              </a:spcBef>
              <a:buClrTx/>
              <a:buSzTx/>
              <a:buFontTx/>
              <a:buNone/>
            </a:pPr>
            <a:fld id="{06E22CA4-CF9F-4D4F-A4B4-2687E0464049}" type="slidenum">
              <a:rPr kumimoji="0" lang="en-US" altLang="zh-CN" sz="1400" smtClean="0"/>
              <a:pPr algn="l">
                <a:spcBef>
                  <a:spcPct val="0"/>
                </a:spcBef>
                <a:buClrTx/>
                <a:buSzTx/>
                <a:buFontTx/>
                <a:buNone/>
              </a:pPr>
              <a:t>37</a:t>
            </a:fld>
            <a:endParaRPr kumimoji="0" lang="en-US" altLang="zh-CN" sz="1400"/>
          </a:p>
        </p:txBody>
      </p:sp>
      <p:sp>
        <p:nvSpPr>
          <p:cNvPr id="162820" name="Rectangle 3">
            <a:extLst>
              <a:ext uri="{FF2B5EF4-FFF2-40B4-BE49-F238E27FC236}">
                <a16:creationId xmlns:a16="http://schemas.microsoft.com/office/drawing/2014/main" id="{A61F840F-4FE1-4564-9D14-DA42BE990C50}"/>
              </a:ext>
            </a:extLst>
          </p:cNvPr>
          <p:cNvSpPr>
            <a:spLocks noChangeArrowheads="1"/>
          </p:cNvSpPr>
          <p:nvPr/>
        </p:nvSpPr>
        <p:spPr bwMode="auto">
          <a:xfrm>
            <a:off x="107155" y="719507"/>
            <a:ext cx="8929687" cy="5416868"/>
          </a:xfrm>
          <a:prstGeom prst="rect">
            <a:avLst/>
          </a:prstGeom>
          <a:noFill/>
          <a:ln w="9525">
            <a:noFill/>
            <a:miter lim="800000"/>
            <a:headEnd/>
            <a:tailEnd/>
          </a:ln>
        </p:spPr>
        <p:txBody>
          <a:bodyPr>
            <a:spAutoFit/>
          </a:bodyPr>
          <a:lstStyle/>
          <a:p>
            <a:pPr marL="355600" lvl="2" indent="-355600" defTabSz="355600">
              <a:spcBef>
                <a:spcPts val="600"/>
              </a:spcBef>
              <a:buClr>
                <a:schemeClr val="bg1"/>
              </a:buClr>
              <a:buSzPct val="80000"/>
              <a:buFont typeface="Wingdings" panose="05000000000000000000" pitchFamily="2" charset="2"/>
              <a:buChar char="n"/>
              <a:tabLst>
                <a:tab pos="3851275" algn="l"/>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分配给进程的物理页面数目</a:t>
            </a:r>
            <a:endParaRPr lang="en-US" altLang="zh-CN" sz="3600" dirty="0">
              <a:solidFill>
                <a:schemeClr val="bg1"/>
              </a:solidFill>
              <a:effectLst>
                <a:outerShdw blurRad="38100" dist="38100" dir="2700000" algn="tl">
                  <a:srgbClr val="000000"/>
                </a:outerShdw>
              </a:effectLst>
              <a:latin typeface="+mj-lt"/>
              <a:ea typeface="楷体" panose="02010609060101010101" pitchFamily="49" charset="-122"/>
            </a:endParaRPr>
          </a:p>
          <a:p>
            <a:pPr marL="812800" lvl="3" indent="-355600" defTabSz="355600">
              <a:spcBef>
                <a:spcPts val="0"/>
              </a:spcBef>
              <a:buClr>
                <a:schemeClr val="bg2"/>
              </a:buClr>
              <a:buSzPct val="70000"/>
              <a:buFont typeface="Wingdings" panose="05000000000000000000" pitchFamily="2" charset="2"/>
              <a:buChar char="n"/>
              <a:tabLst>
                <a:tab pos="3851275" algn="l"/>
              </a:tabLst>
              <a:defRPr/>
            </a:pPr>
            <a:r>
              <a:rPr lang="zh-CN" altLang="en-US" dirty="0">
                <a:solidFill>
                  <a:schemeClr val="bg2"/>
                </a:solidFill>
                <a:latin typeface="Times New Roman" panose="02020603050405020304" pitchFamily="18" charset="0"/>
                <a:ea typeface="楷体" panose="02010609060101010101" pitchFamily="49" charset="-122"/>
              </a:rPr>
              <a:t>通常，物理页面数越多，缺页率越低。</a:t>
            </a:r>
            <a:endParaRPr lang="en-US" altLang="zh-CN" dirty="0">
              <a:solidFill>
                <a:schemeClr val="bg2"/>
              </a:solidFill>
              <a:latin typeface="Times New Roman" panose="02020603050405020304" pitchFamily="18" charset="0"/>
              <a:ea typeface="楷体" panose="02010609060101010101" pitchFamily="49" charset="-122"/>
            </a:endParaRPr>
          </a:p>
          <a:p>
            <a:pPr marL="812800" lvl="3" indent="-355600" defTabSz="355600">
              <a:spcBef>
                <a:spcPts val="0"/>
              </a:spcBef>
              <a:buClr>
                <a:schemeClr val="bg2"/>
              </a:buClr>
              <a:buSzPct val="70000"/>
              <a:buFont typeface="Wingdings" panose="05000000000000000000" pitchFamily="2" charset="2"/>
              <a:buChar char="n"/>
              <a:tabLst>
                <a:tab pos="3851275" algn="l"/>
              </a:tabLst>
              <a:defRPr/>
            </a:pPr>
            <a:r>
              <a:rPr lang="zh-CN" altLang="en-US" dirty="0">
                <a:solidFill>
                  <a:schemeClr val="bg2"/>
                </a:solidFill>
                <a:latin typeface="Times New Roman" panose="02020603050405020304" pitchFamily="18" charset="0"/>
                <a:ea typeface="楷体" panose="02010609060101010101" pitchFamily="49" charset="-122"/>
              </a:rPr>
              <a:t>据实验分析</a:t>
            </a:r>
            <a:r>
              <a:rPr lang="en-US" altLang="zh-CN" dirty="0">
                <a:solidFill>
                  <a:schemeClr val="bg2"/>
                </a:solidFill>
                <a:latin typeface="Times New Roman" panose="02020603050405020304" pitchFamily="18" charset="0"/>
                <a:ea typeface="楷体" panose="02010609060101010101" pitchFamily="49" charset="-122"/>
              </a:rPr>
              <a:t>: </a:t>
            </a:r>
            <a:r>
              <a:rPr lang="zh-CN" altLang="en-US" dirty="0">
                <a:solidFill>
                  <a:schemeClr val="bg2"/>
                </a:solidFill>
                <a:latin typeface="Times New Roman" panose="02020603050405020304" pitchFamily="18" charset="0"/>
                <a:ea typeface="楷体" panose="02010609060101010101" pitchFamily="49" charset="-122"/>
              </a:rPr>
              <a:t>有</a:t>
            </a:r>
            <a:r>
              <a:rPr lang="en-US" altLang="zh-CN" dirty="0">
                <a:solidFill>
                  <a:schemeClr val="bg2"/>
                </a:solidFill>
                <a:latin typeface="Times New Roman" panose="02020603050405020304" pitchFamily="18" charset="0"/>
                <a:ea typeface="楷体" panose="02010609060101010101" pitchFamily="49" charset="-122"/>
              </a:rPr>
              <a:t>n</a:t>
            </a:r>
            <a:r>
              <a:rPr lang="zh-CN" altLang="en-US" dirty="0">
                <a:solidFill>
                  <a:schemeClr val="bg2"/>
                </a:solidFill>
                <a:latin typeface="Times New Roman" panose="02020603050405020304" pitchFamily="18" charset="0"/>
                <a:ea typeface="楷体" panose="02010609060101010101" pitchFamily="49" charset="-122"/>
              </a:rPr>
              <a:t>页的进程，能分到</a:t>
            </a:r>
            <a:r>
              <a:rPr lang="en-US" altLang="zh-CN" dirty="0">
                <a:solidFill>
                  <a:schemeClr val="bg2"/>
                </a:solidFill>
                <a:latin typeface="Times New Roman" panose="02020603050405020304" pitchFamily="18" charset="0"/>
                <a:ea typeface="楷体" panose="02010609060101010101" pitchFamily="49" charset="-122"/>
              </a:rPr>
              <a:t>n</a:t>
            </a:r>
            <a:r>
              <a:rPr lang="zh-CN" altLang="en-US" dirty="0">
                <a:solidFill>
                  <a:schemeClr val="bg2"/>
                </a:solidFill>
                <a:latin typeface="Times New Roman" panose="02020603050405020304" pitchFamily="18" charset="0"/>
                <a:ea typeface="楷体" panose="02010609060101010101" pitchFamily="49" charset="-122"/>
              </a:rPr>
              <a:t>／</a:t>
            </a:r>
            <a:r>
              <a:rPr lang="en-US" altLang="zh-CN" dirty="0">
                <a:solidFill>
                  <a:schemeClr val="bg2"/>
                </a:solidFill>
                <a:latin typeface="Times New Roman" panose="02020603050405020304" pitchFamily="18" charset="0"/>
                <a:ea typeface="楷体" panose="02010609060101010101" pitchFamily="49" charset="-122"/>
              </a:rPr>
              <a:t>2</a:t>
            </a:r>
            <a:r>
              <a:rPr lang="zh-CN" altLang="en-US" dirty="0">
                <a:solidFill>
                  <a:schemeClr val="bg2"/>
                </a:solidFill>
                <a:latin typeface="Times New Roman" panose="02020603050405020304" pitchFamily="18" charset="0"/>
                <a:ea typeface="楷体" panose="02010609060101010101" pitchFamily="49" charset="-122"/>
              </a:rPr>
              <a:t>块物理页面，可使系统获得最高效率。</a:t>
            </a:r>
            <a:endParaRPr lang="en-US" altLang="zh-CN" dirty="0">
              <a:solidFill>
                <a:schemeClr val="bg2"/>
              </a:solidFill>
              <a:latin typeface="Times New Roman" panose="02020603050405020304" pitchFamily="18" charset="0"/>
              <a:ea typeface="楷体" panose="02010609060101010101" pitchFamily="49" charset="-122"/>
            </a:endParaRPr>
          </a:p>
          <a:p>
            <a:pPr marL="355600" lvl="2" indent="-355600" defTabSz="355600">
              <a:spcBef>
                <a:spcPts val="0"/>
              </a:spcBef>
              <a:buClr>
                <a:schemeClr val="bg1"/>
              </a:buClr>
              <a:buSzPct val="80000"/>
              <a:buFont typeface="Wingdings" panose="05000000000000000000" pitchFamily="2" charset="2"/>
              <a:buChar char="n"/>
              <a:tabLst>
                <a:tab pos="3851275" algn="l"/>
              </a:tabLst>
              <a:defRPr/>
            </a:pPr>
            <a:r>
              <a:rPr lang="zh-CN" altLang="en-US" sz="3600" dirty="0" smtClean="0">
                <a:solidFill>
                  <a:schemeClr val="bg1"/>
                </a:solidFill>
                <a:effectLst>
                  <a:outerShdw blurRad="38100" dist="38100" dir="2700000" algn="tl">
                    <a:srgbClr val="000000"/>
                  </a:outerShdw>
                </a:effectLst>
                <a:latin typeface="+mj-lt"/>
                <a:ea typeface="楷体" panose="02010609060101010101" pitchFamily="49" charset="-122"/>
              </a:rPr>
              <a:t>页面</a:t>
            </a: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置换算法</a:t>
            </a:r>
            <a:endParaRPr lang="en-US" altLang="zh-CN" sz="3600" dirty="0">
              <a:solidFill>
                <a:schemeClr val="bg1"/>
              </a:solidFill>
              <a:effectLst>
                <a:outerShdw blurRad="38100" dist="38100" dir="2700000" algn="tl">
                  <a:srgbClr val="000000"/>
                </a:outerShdw>
              </a:effectLst>
              <a:latin typeface="+mj-lt"/>
              <a:ea typeface="楷体" panose="02010609060101010101" pitchFamily="49" charset="-122"/>
            </a:endParaRPr>
          </a:p>
          <a:p>
            <a:pPr marL="812800" lvl="3" indent="-355600" defTabSz="355600">
              <a:spcBef>
                <a:spcPts val="0"/>
              </a:spcBef>
              <a:buClr>
                <a:schemeClr val="bg2"/>
              </a:buClr>
              <a:buSzPct val="70000"/>
              <a:buFont typeface="Wingdings" panose="05000000000000000000" pitchFamily="2" charset="2"/>
              <a:buChar char="n"/>
              <a:tabLst>
                <a:tab pos="3851275" algn="l"/>
              </a:tabLst>
              <a:defRPr/>
            </a:pPr>
            <a:r>
              <a:rPr lang="zh-CN" altLang="en-US" dirty="0">
                <a:solidFill>
                  <a:schemeClr val="bg2"/>
                </a:solidFill>
                <a:latin typeface="Times New Roman" panose="02020603050405020304" pitchFamily="18" charset="0"/>
                <a:ea typeface="楷体" panose="02010609060101010101" pitchFamily="49" charset="-122"/>
              </a:rPr>
              <a:t>选择不当，“抖动”；</a:t>
            </a:r>
            <a:endParaRPr lang="en-US" altLang="zh-CN" dirty="0">
              <a:solidFill>
                <a:schemeClr val="bg2"/>
              </a:solidFill>
              <a:latin typeface="Times New Roman" panose="02020603050405020304" pitchFamily="18" charset="0"/>
              <a:ea typeface="楷体" panose="02010609060101010101" pitchFamily="49" charset="-122"/>
            </a:endParaRPr>
          </a:p>
          <a:p>
            <a:pPr marL="812800" lvl="3" indent="-355600" defTabSz="355600">
              <a:spcBef>
                <a:spcPts val="0"/>
              </a:spcBef>
              <a:buClr>
                <a:schemeClr val="bg2"/>
              </a:buClr>
              <a:buSzPct val="70000"/>
              <a:buFont typeface="Wingdings" panose="05000000000000000000" pitchFamily="2" charset="2"/>
              <a:buChar char="n"/>
              <a:tabLst>
                <a:tab pos="3851275" algn="l"/>
              </a:tabLst>
              <a:defRPr/>
            </a:pPr>
            <a:r>
              <a:rPr lang="zh-CN" altLang="en-US" dirty="0">
                <a:solidFill>
                  <a:schemeClr val="bg2"/>
                </a:solidFill>
                <a:latin typeface="Times New Roman" panose="02020603050405020304" pitchFamily="18" charset="0"/>
                <a:ea typeface="楷体" panose="02010609060101010101" pitchFamily="49" charset="-122"/>
              </a:rPr>
              <a:t>采用</a:t>
            </a:r>
            <a:r>
              <a:rPr lang="en-US" altLang="zh-CN" dirty="0">
                <a:solidFill>
                  <a:schemeClr val="bg2"/>
                </a:solidFill>
                <a:latin typeface="Times New Roman" panose="02020603050405020304" pitchFamily="18" charset="0"/>
                <a:ea typeface="楷体" panose="02010609060101010101" pitchFamily="49" charset="-122"/>
              </a:rPr>
              <a:t>FIFO</a:t>
            </a:r>
            <a:r>
              <a:rPr lang="zh-CN" altLang="en-US" dirty="0">
                <a:solidFill>
                  <a:schemeClr val="bg2"/>
                </a:solidFill>
                <a:latin typeface="Times New Roman" panose="02020603050405020304" pitchFamily="18" charset="0"/>
                <a:ea typeface="楷体" panose="02010609060101010101" pitchFamily="49" charset="-122"/>
              </a:rPr>
              <a:t>调度算法的缺页中断率约为最佳淘汰算法的三倍。</a:t>
            </a:r>
            <a:endParaRPr lang="en-US" altLang="zh-CN" dirty="0">
              <a:solidFill>
                <a:schemeClr val="bg2"/>
              </a:solidFill>
              <a:latin typeface="Times New Roman" panose="02020603050405020304" pitchFamily="18" charset="0"/>
              <a:ea typeface="楷体" panose="02010609060101010101" pitchFamily="49" charset="-122"/>
            </a:endParaRPr>
          </a:p>
          <a:p>
            <a:pPr marL="355600" lvl="2" indent="-355600" defTabSz="355600">
              <a:spcBef>
                <a:spcPts val="600"/>
              </a:spcBef>
              <a:buClr>
                <a:schemeClr val="bg1"/>
              </a:buClr>
              <a:buSzPct val="80000"/>
              <a:buFont typeface="Wingdings" panose="05000000000000000000" pitchFamily="2" charset="2"/>
              <a:buChar char="n"/>
              <a:tabLst>
                <a:tab pos="3851275" algn="l"/>
              </a:tabLst>
              <a:defRPr/>
            </a:pPr>
            <a:r>
              <a:rPr lang="zh-CN" altLang="en-US" sz="3600" dirty="0" smtClean="0">
                <a:solidFill>
                  <a:schemeClr val="bg1"/>
                </a:solidFill>
                <a:effectLst>
                  <a:outerShdw blurRad="38100" dist="38100" dir="2700000" algn="tl">
                    <a:srgbClr val="000000"/>
                  </a:outerShdw>
                </a:effectLst>
                <a:latin typeface="+mj-lt"/>
                <a:ea typeface="楷体" panose="02010609060101010101" pitchFamily="49" charset="-122"/>
              </a:rPr>
              <a:t>页</a:t>
            </a: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的大小</a:t>
            </a:r>
            <a:endParaRPr lang="en-US" altLang="zh-CN" sz="3600" dirty="0">
              <a:solidFill>
                <a:schemeClr val="bg1"/>
              </a:solidFill>
              <a:effectLst>
                <a:outerShdw blurRad="38100" dist="38100" dir="2700000" algn="tl">
                  <a:srgbClr val="000000"/>
                </a:outerShdw>
              </a:effectLst>
              <a:latin typeface="+mj-lt"/>
              <a:ea typeface="楷体" panose="02010609060101010101" pitchFamily="49" charset="-122"/>
            </a:endParaRPr>
          </a:p>
          <a:p>
            <a:pPr marL="355600" lvl="2" indent="-355600" defTabSz="355600">
              <a:spcBef>
                <a:spcPts val="600"/>
              </a:spcBef>
              <a:buClr>
                <a:schemeClr val="bg1"/>
              </a:buClr>
              <a:buSzPct val="80000"/>
              <a:buFont typeface="Wingdings" panose="05000000000000000000" pitchFamily="2" charset="2"/>
              <a:buChar char="n"/>
              <a:tabLst>
                <a:tab pos="3851275" algn="l"/>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程序的编写方法</a:t>
            </a:r>
            <a:endParaRPr lang="en-US" altLang="zh-CN" sz="3600" dirty="0">
              <a:solidFill>
                <a:schemeClr val="bg1"/>
              </a:solidFill>
              <a:effectLst>
                <a:outerShdw blurRad="38100" dist="38100" dir="2700000" algn="tl">
                  <a:srgbClr val="000000"/>
                </a:outerShdw>
              </a:effectLst>
              <a:latin typeface="+mj-lt"/>
              <a:ea typeface="楷体" panose="02010609060101010101" pitchFamily="49" charset="-122"/>
            </a:endParaRPr>
          </a:p>
        </p:txBody>
      </p:sp>
      <p:sp>
        <p:nvSpPr>
          <p:cNvPr id="6" name="Text Box 2">
            <a:extLst>
              <a:ext uri="{FF2B5EF4-FFF2-40B4-BE49-F238E27FC236}">
                <a16:creationId xmlns:a16="http://schemas.microsoft.com/office/drawing/2014/main" id="{56CBF578-5BA6-4503-93C4-FB037D780C36}"/>
              </a:ext>
            </a:extLst>
          </p:cNvPr>
          <p:cNvSpPr txBox="1">
            <a:spLocks noChangeArrowheads="1"/>
          </p:cNvSpPr>
          <p:nvPr/>
        </p:nvSpPr>
        <p:spPr bwMode="auto">
          <a:xfrm>
            <a:off x="1285874" y="0"/>
            <a:ext cx="6572250" cy="714170"/>
          </a:xfrm>
          <a:prstGeom prst="rect">
            <a:avLst/>
          </a:prstGeom>
          <a:noFill/>
          <a:ln w="9525">
            <a:noFill/>
            <a:miter lim="800000"/>
            <a:headEnd/>
            <a:tailEnd/>
          </a:ln>
        </p:spPr>
        <p:txBody>
          <a:bodyPr>
            <a:spAutoFit/>
          </a:bodyPr>
          <a:lstStyle/>
          <a:p>
            <a:pPr marL="0" lvl="1" indent="-285750" algn="ctr" eaLnBrk="1" hangingPunct="1">
              <a:lnSpc>
                <a:spcPct val="110000"/>
              </a:lnSpc>
              <a:buClr>
                <a:schemeClr val="tx2"/>
              </a:buClr>
              <a:buSzPct val="75000"/>
              <a:tabLst>
                <a:tab pos="622300" algn="l"/>
              </a:tabLst>
              <a:defRPr/>
            </a:pPr>
            <a:r>
              <a:rPr lang="zh-CN" altLang="en-US" sz="4000" dirty="0">
                <a:solidFill>
                  <a:srgbClr val="B2622C"/>
                </a:solidFill>
                <a:effectLst>
                  <a:outerShdw blurRad="38100" dist="38100" dir="2700000" algn="tl">
                    <a:srgbClr val="000000"/>
                  </a:outerShdw>
                </a:effectLst>
                <a:latin typeface="+mj-lt"/>
                <a:ea typeface="楷体_GB2312" pitchFamily="49" charset="-122"/>
                <a:cs typeface="+mj-cs"/>
              </a:rPr>
              <a:t>影响缺页率的</a:t>
            </a:r>
            <a:r>
              <a:rPr lang="zh-CN" altLang="en-US" sz="4000" dirty="0" smtClean="0">
                <a:solidFill>
                  <a:srgbClr val="B2622C"/>
                </a:solidFill>
                <a:effectLst>
                  <a:outerShdw blurRad="38100" dist="38100" dir="2700000" algn="tl">
                    <a:srgbClr val="000000"/>
                  </a:outerShdw>
                </a:effectLst>
                <a:latin typeface="+mj-lt"/>
                <a:ea typeface="楷体_GB2312" pitchFamily="49" charset="-122"/>
                <a:cs typeface="+mj-cs"/>
              </a:rPr>
              <a:t>因素（</a:t>
            </a:r>
            <a:r>
              <a:rPr lang="en-US" altLang="zh-CN" sz="4000" dirty="0" smtClean="0">
                <a:solidFill>
                  <a:srgbClr val="B2622C"/>
                </a:solidFill>
                <a:effectLst>
                  <a:outerShdw blurRad="38100" dist="38100" dir="2700000" algn="tl">
                    <a:srgbClr val="000000"/>
                  </a:outerShdw>
                </a:effectLst>
                <a:latin typeface="+mj-lt"/>
                <a:ea typeface="楷体_GB2312" pitchFamily="49" charset="-122"/>
                <a:cs typeface="+mj-cs"/>
              </a:rPr>
              <a:t>1</a:t>
            </a:r>
            <a:r>
              <a:rPr lang="zh-CN" altLang="en-US" sz="4000" dirty="0" smtClean="0">
                <a:solidFill>
                  <a:srgbClr val="B2622C"/>
                </a:solidFill>
                <a:effectLst>
                  <a:outerShdw blurRad="38100" dist="38100" dir="2700000" algn="tl">
                    <a:srgbClr val="000000"/>
                  </a:outerShdw>
                </a:effectLst>
                <a:latin typeface="+mj-lt"/>
                <a:ea typeface="楷体_GB2312" pitchFamily="49" charset="-122"/>
                <a:cs typeface="+mj-cs"/>
              </a:rPr>
              <a:t>）</a:t>
            </a:r>
            <a:endParaRPr lang="zh-CN" altLang="en-US" sz="4000" dirty="0">
              <a:solidFill>
                <a:srgbClr val="B2622C"/>
              </a:solidFill>
              <a:effectLst>
                <a:outerShdw blurRad="38100" dist="38100" dir="2700000" algn="tl">
                  <a:srgbClr val="000000"/>
                </a:outerShdw>
              </a:effectLst>
              <a:latin typeface="+mj-lt"/>
              <a:ea typeface="楷体_GB2312" pitchFamily="49" charset="-122"/>
              <a:cs typeface="+mj-cs"/>
            </a:endParaRPr>
          </a:p>
        </p:txBody>
      </p:sp>
      <p:sp>
        <p:nvSpPr>
          <p:cNvPr id="7"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88603058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62820">
                                            <p:txEl>
                                              <p:pRg st="0" end="0"/>
                                            </p:txEl>
                                          </p:spTgt>
                                        </p:tgtEl>
                                        <p:attrNameLst>
                                          <p:attrName>style.visibility</p:attrName>
                                        </p:attrNameLst>
                                      </p:cBhvr>
                                      <p:to>
                                        <p:strVal val="visible"/>
                                      </p:to>
                                    </p:set>
                                    <p:animEffect transition="in" filter="fade">
                                      <p:cBhvr>
                                        <p:cTn id="7" dur="500"/>
                                        <p:tgtEl>
                                          <p:spTgt spid="16282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2820">
                                            <p:txEl>
                                              <p:pRg st="3" end="3"/>
                                            </p:txEl>
                                          </p:spTgt>
                                        </p:tgtEl>
                                        <p:attrNameLst>
                                          <p:attrName>style.visibility</p:attrName>
                                        </p:attrNameLst>
                                      </p:cBhvr>
                                      <p:to>
                                        <p:strVal val="visible"/>
                                      </p:to>
                                    </p:set>
                                    <p:animEffect transition="in" filter="fade">
                                      <p:cBhvr>
                                        <p:cTn id="12" dur="500"/>
                                        <p:tgtEl>
                                          <p:spTgt spid="162820">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2820">
                                            <p:txEl>
                                              <p:pRg st="6" end="6"/>
                                            </p:txEl>
                                          </p:spTgt>
                                        </p:tgtEl>
                                        <p:attrNameLst>
                                          <p:attrName>style.visibility</p:attrName>
                                        </p:attrNameLst>
                                      </p:cBhvr>
                                      <p:to>
                                        <p:strVal val="visible"/>
                                      </p:to>
                                    </p:set>
                                    <p:animEffect transition="in" filter="fade">
                                      <p:cBhvr>
                                        <p:cTn id="17" dur="500"/>
                                        <p:tgtEl>
                                          <p:spTgt spid="162820">
                                            <p:txEl>
                                              <p:pRg st="6" end="6"/>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162820">
                                            <p:txEl>
                                              <p:pRg st="7" end="7"/>
                                            </p:txEl>
                                          </p:spTgt>
                                        </p:tgtEl>
                                        <p:attrNameLst>
                                          <p:attrName>style.visibility</p:attrName>
                                        </p:attrNameLst>
                                      </p:cBhvr>
                                      <p:to>
                                        <p:strVal val="visible"/>
                                      </p:to>
                                    </p:set>
                                    <p:animEffect transition="in" filter="fade">
                                      <p:cBhvr>
                                        <p:cTn id="20" dur="500"/>
                                        <p:tgtEl>
                                          <p:spTgt spid="162820">
                                            <p:txEl>
                                              <p:pRg st="7" end="7"/>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62820">
                                            <p:txEl>
                                              <p:pRg st="1" end="1"/>
                                            </p:txEl>
                                          </p:spTgt>
                                        </p:tgtEl>
                                        <p:attrNameLst>
                                          <p:attrName>style.visibility</p:attrName>
                                        </p:attrNameLst>
                                      </p:cBhvr>
                                      <p:to>
                                        <p:strVal val="visible"/>
                                      </p:to>
                                    </p:set>
                                    <p:animEffect transition="in" filter="fade">
                                      <p:cBhvr>
                                        <p:cTn id="25" dur="500"/>
                                        <p:tgtEl>
                                          <p:spTgt spid="162820">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62820">
                                            <p:txEl>
                                              <p:pRg st="2" end="2"/>
                                            </p:txEl>
                                          </p:spTgt>
                                        </p:tgtEl>
                                        <p:attrNameLst>
                                          <p:attrName>style.visibility</p:attrName>
                                        </p:attrNameLst>
                                      </p:cBhvr>
                                      <p:to>
                                        <p:strVal val="visible"/>
                                      </p:to>
                                    </p:set>
                                    <p:animEffect transition="in" filter="fade">
                                      <p:cBhvr>
                                        <p:cTn id="30" dur="500"/>
                                        <p:tgtEl>
                                          <p:spTgt spid="162820">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162820">
                                            <p:txEl>
                                              <p:pRg st="4" end="4"/>
                                            </p:txEl>
                                          </p:spTgt>
                                        </p:tgtEl>
                                        <p:attrNameLst>
                                          <p:attrName>style.visibility</p:attrName>
                                        </p:attrNameLst>
                                      </p:cBhvr>
                                      <p:to>
                                        <p:strVal val="visible"/>
                                      </p:to>
                                    </p:set>
                                    <p:animEffect transition="in" filter="blinds(horizontal)">
                                      <p:cBhvr>
                                        <p:cTn id="35" dur="500"/>
                                        <p:tgtEl>
                                          <p:spTgt spid="162820">
                                            <p:txEl>
                                              <p:pRg st="4" end="4"/>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162820">
                                            <p:txEl>
                                              <p:pRg st="5" end="5"/>
                                            </p:txEl>
                                          </p:spTgt>
                                        </p:tgtEl>
                                        <p:attrNameLst>
                                          <p:attrName>style.visibility</p:attrName>
                                        </p:attrNameLst>
                                      </p:cBhvr>
                                      <p:to>
                                        <p:strVal val="visible"/>
                                      </p:to>
                                    </p:set>
                                    <p:animEffect transition="in" filter="blinds(horizontal)">
                                      <p:cBhvr>
                                        <p:cTn id="38" dur="500"/>
                                        <p:tgtEl>
                                          <p:spTgt spid="162820">
                                            <p:txEl>
                                              <p:pRg st="5" end="5"/>
                                            </p:txEl>
                                          </p:spTgt>
                                        </p:tgtEl>
                                      </p:cBhvr>
                                    </p:animEffect>
                                  </p:childTnLst>
                                </p:cTn>
                              </p:par>
                            </p:childTnLst>
                          </p:cTn>
                        </p:par>
                        <p:par>
                          <p:cTn id="39" fill="hold">
                            <p:stCondLst>
                              <p:cond delay="500"/>
                            </p:stCondLst>
                            <p:childTnLst>
                              <p:par>
                                <p:cTn id="40" presetID="2" presetClass="entr" presetSubtype="6" fill="hold" grpId="0" nodeType="afterEffect">
                                  <p:stCondLst>
                                    <p:cond delay="0"/>
                                  </p:stCondLst>
                                  <p:childTnLst>
                                    <p:set>
                                      <p:cBhvr>
                                        <p:cTn id="41" dur="1" fill="hold">
                                          <p:stCondLst>
                                            <p:cond delay="0"/>
                                          </p:stCondLst>
                                        </p:cTn>
                                        <p:tgtEl>
                                          <p:spTgt spid="7"/>
                                        </p:tgtEl>
                                        <p:attrNameLst>
                                          <p:attrName>style.visibility</p:attrName>
                                        </p:attrNameLst>
                                      </p:cBhvr>
                                      <p:to>
                                        <p:strVal val="visible"/>
                                      </p:to>
                                    </p:set>
                                    <p:anim calcmode="lin" valueType="num">
                                      <p:cBhvr additive="base">
                                        <p:cTn id="42" dur="500" fill="hold"/>
                                        <p:tgtEl>
                                          <p:spTgt spid="7"/>
                                        </p:tgtEl>
                                        <p:attrNameLst>
                                          <p:attrName>ppt_x</p:attrName>
                                        </p:attrNameLst>
                                      </p:cBhvr>
                                      <p:tavLst>
                                        <p:tav tm="0">
                                          <p:val>
                                            <p:strVal val="1+#ppt_w/2"/>
                                          </p:val>
                                        </p:tav>
                                        <p:tav tm="100000">
                                          <p:val>
                                            <p:strVal val="#ppt_x"/>
                                          </p:val>
                                        </p:tav>
                                      </p:tavLst>
                                    </p:anim>
                                    <p:anim calcmode="lin" valueType="num">
                                      <p:cBhvr additive="base">
                                        <p:cTn id="4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3">
            <a:extLst>
              <a:ext uri="{FF2B5EF4-FFF2-40B4-BE49-F238E27FC236}">
                <a16:creationId xmlns:a16="http://schemas.microsoft.com/office/drawing/2014/main" id="{C7CC8CB2-9B2A-4518-8F02-8E5E367406F4}"/>
              </a:ext>
            </a:extLst>
          </p:cNvPr>
          <p:cNvSpPr>
            <a:spLocks noChangeArrowheads="1"/>
          </p:cNvSpPr>
          <p:nvPr/>
        </p:nvSpPr>
        <p:spPr bwMode="auto">
          <a:xfrm>
            <a:off x="252222" y="1556792"/>
            <a:ext cx="8715375" cy="3600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23900" indent="-2667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181100" indent="-2667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55600" lvl="2" indent="-355600" defTabSz="355600">
              <a:spcBef>
                <a:spcPts val="0"/>
              </a:spcBef>
              <a:buClr>
                <a:schemeClr val="bg1"/>
              </a:buClr>
              <a:buSzPct val="80000"/>
              <a:buFont typeface="Wingdings" panose="05000000000000000000" pitchFamily="2" charset="2"/>
              <a:buChar char="n"/>
              <a:tabLst>
                <a:tab pos="3851275" algn="l"/>
              </a:tabLst>
              <a:defRPr/>
            </a:pPr>
            <a:r>
              <a:rPr lang="zh-CN" altLang="en-US" sz="3600" dirty="0" smtClean="0">
                <a:solidFill>
                  <a:schemeClr val="bg1"/>
                </a:solidFill>
                <a:effectLst>
                  <a:outerShdw blurRad="38100" dist="38100" dir="2700000" algn="tl">
                    <a:srgbClr val="000000"/>
                  </a:outerShdw>
                </a:effectLst>
                <a:latin typeface="+mj-lt"/>
                <a:ea typeface="楷体" panose="02010609060101010101" pitchFamily="49" charset="-122"/>
              </a:rPr>
              <a:t>页</a:t>
            </a: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越大</a:t>
            </a:r>
          </a:p>
          <a:p>
            <a:pPr marL="812800" lvl="3" indent="-355600" defTabSz="355600">
              <a:spcBef>
                <a:spcPts val="0"/>
              </a:spcBef>
              <a:buClr>
                <a:schemeClr val="bg2"/>
              </a:buClr>
              <a:buSzPct val="70000"/>
              <a:buFont typeface="Wingdings" panose="05000000000000000000" pitchFamily="2" charset="2"/>
              <a:buChar char="n"/>
              <a:tabLst>
                <a:tab pos="3851275" algn="l"/>
              </a:tabLst>
              <a:defRPr/>
            </a:pPr>
            <a:r>
              <a:rPr lang="zh-CN" altLang="en-US" sz="3200" dirty="0" smtClean="0">
                <a:solidFill>
                  <a:srgbClr val="FF00FF"/>
                </a:solidFill>
                <a:ea typeface="楷体" panose="02010609060101010101" pitchFamily="49" charset="-122"/>
              </a:rPr>
              <a:t>缺页率越小；</a:t>
            </a:r>
            <a:endParaRPr lang="en-US" altLang="zh-CN" sz="3200" dirty="0" smtClean="0">
              <a:solidFill>
                <a:srgbClr val="FF00FF"/>
              </a:solidFill>
              <a:ea typeface="楷体" panose="02010609060101010101" pitchFamily="49" charset="-122"/>
            </a:endParaRPr>
          </a:p>
          <a:p>
            <a:pPr marL="812800" lvl="3" indent="-355600" defTabSz="355600">
              <a:spcBef>
                <a:spcPts val="0"/>
              </a:spcBef>
              <a:buClr>
                <a:schemeClr val="bg2"/>
              </a:buClr>
              <a:buSzPct val="70000"/>
              <a:buFont typeface="Wingdings" panose="05000000000000000000" pitchFamily="2" charset="2"/>
              <a:buChar char="n"/>
              <a:tabLst>
                <a:tab pos="3851275" algn="l"/>
              </a:tabLst>
              <a:defRPr/>
            </a:pPr>
            <a:r>
              <a:rPr lang="zh-CN" altLang="en-US" sz="3200" dirty="0">
                <a:solidFill>
                  <a:schemeClr val="bg2"/>
                </a:solidFill>
                <a:ea typeface="楷体" panose="02010609060101010101" pitchFamily="49" charset="-122"/>
              </a:rPr>
              <a:t>在内存与磁盘间传送相同大小的内容时，传送次数少，</a:t>
            </a:r>
            <a:r>
              <a:rPr lang="en-US" altLang="zh-CN" sz="3200" dirty="0">
                <a:solidFill>
                  <a:schemeClr val="bg2"/>
                </a:solidFill>
                <a:ea typeface="楷体" panose="02010609060101010101" pitchFamily="49" charset="-122"/>
              </a:rPr>
              <a:t>I/O</a:t>
            </a:r>
            <a:r>
              <a:rPr lang="zh-CN" altLang="en-US" sz="3200" dirty="0">
                <a:solidFill>
                  <a:schemeClr val="bg2"/>
                </a:solidFill>
                <a:ea typeface="楷体" panose="02010609060101010101" pitchFamily="49" charset="-122"/>
              </a:rPr>
              <a:t>开销小。</a:t>
            </a:r>
            <a:endParaRPr lang="en-US" altLang="zh-CN" sz="3200" dirty="0">
              <a:solidFill>
                <a:schemeClr val="bg2"/>
              </a:solidFill>
              <a:ea typeface="楷体" panose="02010609060101010101" pitchFamily="49" charset="-122"/>
            </a:endParaRPr>
          </a:p>
          <a:p>
            <a:pPr marL="812800" lvl="3" indent="-355600" defTabSz="355600">
              <a:spcBef>
                <a:spcPts val="0"/>
              </a:spcBef>
              <a:buClr>
                <a:schemeClr val="bg2"/>
              </a:buClr>
              <a:buSzPct val="70000"/>
              <a:buFont typeface="Wingdings" panose="05000000000000000000" pitchFamily="2" charset="2"/>
              <a:buChar char="n"/>
              <a:tabLst>
                <a:tab pos="3851275" algn="l"/>
              </a:tabLst>
              <a:defRPr/>
            </a:pPr>
            <a:r>
              <a:rPr lang="zh-CN" altLang="en-US" sz="3200" dirty="0" smtClean="0">
                <a:solidFill>
                  <a:schemeClr val="bg2"/>
                </a:solidFill>
                <a:ea typeface="楷体" panose="02010609060101010101" pitchFamily="49" charset="-122"/>
              </a:rPr>
              <a:t>页表</a:t>
            </a:r>
            <a:r>
              <a:rPr lang="zh-CN" altLang="en-US" sz="3200" dirty="0">
                <a:solidFill>
                  <a:schemeClr val="bg2"/>
                </a:solidFill>
                <a:ea typeface="楷体" panose="02010609060101010101" pitchFamily="49" charset="-122"/>
              </a:rPr>
              <a:t>越小；</a:t>
            </a:r>
          </a:p>
          <a:p>
            <a:pPr marL="812800" lvl="3" indent="-355600" defTabSz="355600">
              <a:spcBef>
                <a:spcPts val="0"/>
              </a:spcBef>
              <a:buClr>
                <a:schemeClr val="bg2"/>
              </a:buClr>
              <a:buSzPct val="70000"/>
              <a:buFont typeface="Wingdings" panose="05000000000000000000" pitchFamily="2" charset="2"/>
              <a:buChar char="n"/>
              <a:tabLst>
                <a:tab pos="3851275" algn="l"/>
              </a:tabLst>
              <a:defRPr/>
            </a:pPr>
            <a:r>
              <a:rPr lang="zh-CN" altLang="en-US" sz="3200" dirty="0" smtClean="0">
                <a:solidFill>
                  <a:schemeClr val="bg2"/>
                </a:solidFill>
                <a:ea typeface="楷体" panose="02010609060101010101" pitchFamily="49" charset="-122"/>
              </a:rPr>
              <a:t>内</a:t>
            </a:r>
            <a:r>
              <a:rPr lang="zh-CN" altLang="en-US" sz="3200" dirty="0">
                <a:solidFill>
                  <a:schemeClr val="bg2"/>
                </a:solidFill>
                <a:ea typeface="楷体" panose="02010609060101010101" pitchFamily="49" charset="-122"/>
              </a:rPr>
              <a:t>碎片</a:t>
            </a:r>
            <a:r>
              <a:rPr lang="zh-CN" altLang="en-US" sz="3200" dirty="0" smtClean="0">
                <a:solidFill>
                  <a:schemeClr val="bg2"/>
                </a:solidFill>
                <a:ea typeface="楷体" panose="02010609060101010101" pitchFamily="49" charset="-122"/>
              </a:rPr>
              <a:t>越大（</a:t>
            </a:r>
            <a:r>
              <a:rPr lang="zh-CN" altLang="en-US" sz="3200" dirty="0">
                <a:solidFill>
                  <a:schemeClr val="bg2"/>
                </a:solidFill>
                <a:ea typeface="楷体" panose="02010609060101010101" pitchFamily="49" charset="-122"/>
              </a:rPr>
              <a:t>最后一页有内碎片</a:t>
            </a:r>
            <a:r>
              <a:rPr lang="zh-CN" altLang="en-US" sz="3200" dirty="0" smtClean="0">
                <a:solidFill>
                  <a:schemeClr val="bg2"/>
                </a:solidFill>
                <a:ea typeface="楷体" panose="02010609060101010101" pitchFamily="49" charset="-122"/>
              </a:rPr>
              <a:t>）。</a:t>
            </a:r>
            <a:endParaRPr lang="en-US" altLang="zh-CN" sz="3200" dirty="0">
              <a:solidFill>
                <a:schemeClr val="bg2"/>
              </a:solidFill>
              <a:ea typeface="楷体" panose="02010609060101010101" pitchFamily="49" charset="-122"/>
            </a:endParaRPr>
          </a:p>
          <a:p>
            <a:pPr marL="812800" lvl="3" indent="-355600" defTabSz="355600">
              <a:spcBef>
                <a:spcPts val="0"/>
              </a:spcBef>
              <a:buClr>
                <a:schemeClr val="bg2"/>
              </a:buClr>
              <a:buSzPct val="70000"/>
              <a:buFont typeface="Wingdings" panose="05000000000000000000" pitchFamily="2" charset="2"/>
              <a:buChar char="n"/>
              <a:tabLst>
                <a:tab pos="3851275" algn="l"/>
              </a:tabLst>
              <a:defRPr/>
            </a:pPr>
            <a:endParaRPr lang="zh-CN" altLang="en-US" sz="3200" dirty="0">
              <a:solidFill>
                <a:schemeClr val="bg2"/>
              </a:solidFill>
              <a:ea typeface="楷体" panose="02010609060101010101" pitchFamily="49" charset="-122"/>
            </a:endParaRPr>
          </a:p>
        </p:txBody>
      </p:sp>
      <p:sp>
        <p:nvSpPr>
          <p:cNvPr id="7"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5" name="Text Box 2">
            <a:extLst>
              <a:ext uri="{FF2B5EF4-FFF2-40B4-BE49-F238E27FC236}">
                <a16:creationId xmlns:a16="http://schemas.microsoft.com/office/drawing/2014/main" id="{56CBF578-5BA6-4503-93C4-FB037D780C36}"/>
              </a:ext>
            </a:extLst>
          </p:cNvPr>
          <p:cNvSpPr txBox="1">
            <a:spLocks noChangeArrowheads="1"/>
          </p:cNvSpPr>
          <p:nvPr/>
        </p:nvSpPr>
        <p:spPr bwMode="auto">
          <a:xfrm>
            <a:off x="1323784" y="-99392"/>
            <a:ext cx="6572250" cy="1261884"/>
          </a:xfrm>
          <a:prstGeom prst="rect">
            <a:avLst/>
          </a:prstGeom>
          <a:noFill/>
          <a:ln w="9525">
            <a:noFill/>
            <a:miter lim="800000"/>
            <a:headEnd/>
            <a:tailEnd/>
          </a:ln>
        </p:spPr>
        <p:txBody>
          <a:bodyPr>
            <a:spAutoFit/>
          </a:bodyPr>
          <a:lstStyle/>
          <a:p>
            <a:pPr marL="0" lvl="1" indent="-285750" algn="ctr" eaLnBrk="1" hangingPunct="1">
              <a:buClr>
                <a:schemeClr val="tx2"/>
              </a:buClr>
              <a:buSzPct val="75000"/>
              <a:tabLst>
                <a:tab pos="622300" algn="l"/>
              </a:tabLst>
              <a:defRPr/>
            </a:pPr>
            <a:r>
              <a:rPr lang="zh-CN" altLang="en-US" sz="4000" dirty="0">
                <a:solidFill>
                  <a:srgbClr val="B2622C"/>
                </a:solidFill>
                <a:effectLst>
                  <a:outerShdw blurRad="38100" dist="38100" dir="2700000" algn="tl">
                    <a:srgbClr val="000000"/>
                  </a:outerShdw>
                </a:effectLst>
                <a:latin typeface="+mj-lt"/>
                <a:ea typeface="楷体_GB2312" pitchFamily="49" charset="-122"/>
                <a:cs typeface="+mj-cs"/>
              </a:rPr>
              <a:t>影响缺页率的</a:t>
            </a:r>
            <a:r>
              <a:rPr lang="zh-CN" altLang="en-US" sz="4000" dirty="0" smtClean="0">
                <a:solidFill>
                  <a:srgbClr val="B2622C"/>
                </a:solidFill>
                <a:effectLst>
                  <a:outerShdw blurRad="38100" dist="38100" dir="2700000" algn="tl">
                    <a:srgbClr val="000000"/>
                  </a:outerShdw>
                </a:effectLst>
                <a:latin typeface="+mj-lt"/>
                <a:ea typeface="楷体_GB2312" pitchFamily="49" charset="-122"/>
                <a:cs typeface="+mj-cs"/>
              </a:rPr>
              <a:t>因素</a:t>
            </a:r>
            <a:r>
              <a:rPr lang="zh-CN" altLang="en-US" sz="4000" dirty="0" smtClean="0">
                <a:solidFill>
                  <a:srgbClr val="B2622C"/>
                </a:solidFill>
                <a:effectLst>
                  <a:outerShdw blurRad="38100" dist="38100" dir="2700000" algn="tl">
                    <a:srgbClr val="000000"/>
                  </a:outerShdw>
                </a:effectLst>
                <a:ea typeface="楷体_GB2312" pitchFamily="49" charset="-122"/>
              </a:rPr>
              <a:t>（</a:t>
            </a:r>
            <a:r>
              <a:rPr lang="en-US" altLang="zh-CN" sz="4000" dirty="0" smtClean="0">
                <a:solidFill>
                  <a:srgbClr val="B2622C"/>
                </a:solidFill>
                <a:effectLst>
                  <a:outerShdw blurRad="38100" dist="38100" dir="2700000" algn="tl">
                    <a:srgbClr val="000000"/>
                  </a:outerShdw>
                </a:effectLst>
                <a:ea typeface="楷体_GB2312" pitchFamily="49" charset="-122"/>
              </a:rPr>
              <a:t>2</a:t>
            </a:r>
            <a:r>
              <a:rPr lang="zh-CN" altLang="en-US" sz="4000" dirty="0" smtClean="0">
                <a:solidFill>
                  <a:srgbClr val="B2622C"/>
                </a:solidFill>
                <a:effectLst>
                  <a:outerShdw blurRad="38100" dist="38100" dir="2700000" algn="tl">
                    <a:srgbClr val="000000"/>
                  </a:outerShdw>
                </a:effectLst>
                <a:ea typeface="楷体_GB2312" pitchFamily="49" charset="-122"/>
              </a:rPr>
              <a:t>）</a:t>
            </a:r>
            <a:endParaRPr lang="en-US" altLang="zh-CN" sz="4000" dirty="0" smtClean="0">
              <a:solidFill>
                <a:srgbClr val="B2622C"/>
              </a:solidFill>
              <a:effectLst>
                <a:outerShdw blurRad="38100" dist="38100" dir="2700000" algn="tl">
                  <a:srgbClr val="000000"/>
                </a:outerShdw>
              </a:effectLst>
              <a:ea typeface="楷体_GB2312" pitchFamily="49" charset="-122"/>
            </a:endParaRPr>
          </a:p>
          <a:p>
            <a:pPr marL="0" lvl="1" indent="-285750" algn="ctr" eaLnBrk="1" hangingPunct="1">
              <a:buClr>
                <a:schemeClr val="tx2"/>
              </a:buClr>
              <a:buSzPct val="75000"/>
              <a:tabLst>
                <a:tab pos="622300" algn="l"/>
              </a:tabLst>
              <a:defRPr/>
            </a:pPr>
            <a:r>
              <a:rPr lang="zh-CN" altLang="en-US" sz="3600" dirty="0">
                <a:solidFill>
                  <a:srgbClr val="006699"/>
                </a:solidFill>
                <a:effectLst>
                  <a:outerShdw blurRad="38100" dist="38100" dir="2700000" algn="tl">
                    <a:srgbClr val="000000">
                      <a:alpha val="43137"/>
                    </a:srgbClr>
                  </a:outerShdw>
                </a:effectLst>
                <a:latin typeface="+mj-lt"/>
                <a:ea typeface="MS PGothic" pitchFamily="34" charset="-128"/>
                <a:cs typeface="+mj-cs"/>
              </a:rPr>
              <a:t>页的大小</a:t>
            </a:r>
          </a:p>
        </p:txBody>
      </p:sp>
    </p:spTree>
    <p:extLst>
      <p:ext uri="{BB962C8B-B14F-4D97-AF65-F5344CB8AC3E}">
        <p14:creationId xmlns:p14="http://schemas.microsoft.com/office/powerpoint/2010/main" val="42712905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39940">
                                            <p:txEl>
                                              <p:pRg st="1" end="1"/>
                                            </p:txEl>
                                          </p:spTgt>
                                        </p:tgtEl>
                                        <p:attrNameLst>
                                          <p:attrName>style.visibility</p:attrName>
                                        </p:attrNameLst>
                                      </p:cBhvr>
                                      <p:to>
                                        <p:strVal val="visible"/>
                                      </p:to>
                                    </p:set>
                                    <p:animEffect transition="in" filter="fade">
                                      <p:cBhvr>
                                        <p:cTn id="7" dur="1000"/>
                                        <p:tgtEl>
                                          <p:spTgt spid="39940">
                                            <p:txEl>
                                              <p:pRg st="1" end="1"/>
                                            </p:txEl>
                                          </p:spTgt>
                                        </p:tgtEl>
                                      </p:cBhvr>
                                    </p:animEffect>
                                    <p:anim calcmode="lin" valueType="num">
                                      <p:cBhvr>
                                        <p:cTn id="8" dur="1000" fill="hold"/>
                                        <p:tgtEl>
                                          <p:spTgt spid="39940">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994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nodeType="clickEffect">
                                  <p:stCondLst>
                                    <p:cond delay="0"/>
                                  </p:stCondLst>
                                  <p:childTnLst>
                                    <p:set>
                                      <p:cBhvr>
                                        <p:cTn id="13" dur="1" fill="hold">
                                          <p:stCondLst>
                                            <p:cond delay="0"/>
                                          </p:stCondLst>
                                        </p:cTn>
                                        <p:tgtEl>
                                          <p:spTgt spid="39940">
                                            <p:txEl>
                                              <p:pRg st="2" end="2"/>
                                            </p:txEl>
                                          </p:spTgt>
                                        </p:tgtEl>
                                        <p:attrNameLst>
                                          <p:attrName>style.visibility</p:attrName>
                                        </p:attrNameLst>
                                      </p:cBhvr>
                                      <p:to>
                                        <p:strVal val="visible"/>
                                      </p:to>
                                    </p:set>
                                    <p:animEffect transition="in" filter="blinds(horizontal)">
                                      <p:cBhvr>
                                        <p:cTn id="14" dur="500"/>
                                        <p:tgtEl>
                                          <p:spTgt spid="39940">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39940">
                                            <p:txEl>
                                              <p:pRg st="3" end="3"/>
                                            </p:txEl>
                                          </p:spTgt>
                                        </p:tgtEl>
                                        <p:attrNameLst>
                                          <p:attrName>style.visibility</p:attrName>
                                        </p:attrNameLst>
                                      </p:cBhvr>
                                      <p:to>
                                        <p:strVal val="visible"/>
                                      </p:to>
                                    </p:set>
                                    <p:animEffect transition="in" filter="blinds(horizontal)">
                                      <p:cBhvr>
                                        <p:cTn id="19" dur="500"/>
                                        <p:tgtEl>
                                          <p:spTgt spid="39940">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39940">
                                            <p:txEl>
                                              <p:pRg st="4" end="4"/>
                                            </p:txEl>
                                          </p:spTgt>
                                        </p:tgtEl>
                                        <p:attrNameLst>
                                          <p:attrName>style.visibility</p:attrName>
                                        </p:attrNameLst>
                                      </p:cBhvr>
                                      <p:to>
                                        <p:strVal val="visible"/>
                                      </p:to>
                                    </p:set>
                                    <p:animEffect transition="in" filter="blinds(horizontal)">
                                      <p:cBhvr>
                                        <p:cTn id="24" dur="500"/>
                                        <p:tgtEl>
                                          <p:spTgt spid="39940">
                                            <p:txEl>
                                              <p:pRg st="4" end="4"/>
                                            </p:txEl>
                                          </p:spTgt>
                                        </p:tgtEl>
                                      </p:cBhvr>
                                    </p:animEffect>
                                  </p:childTnLst>
                                </p:cTn>
                              </p:par>
                            </p:childTnLst>
                          </p:cTn>
                        </p:par>
                        <p:par>
                          <p:cTn id="25" fill="hold">
                            <p:stCondLst>
                              <p:cond delay="500"/>
                            </p:stCondLst>
                            <p:childTnLst>
                              <p:par>
                                <p:cTn id="26" presetID="2" presetClass="entr" presetSubtype="6" fill="hold" grpId="0" nodeType="after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500" fill="hold"/>
                                        <p:tgtEl>
                                          <p:spTgt spid="7"/>
                                        </p:tgtEl>
                                        <p:attrNameLst>
                                          <p:attrName>ppt_x</p:attrName>
                                        </p:attrNameLst>
                                      </p:cBhvr>
                                      <p:tavLst>
                                        <p:tav tm="0">
                                          <p:val>
                                            <p:strVal val="1+#ppt_w/2"/>
                                          </p:val>
                                        </p:tav>
                                        <p:tav tm="100000">
                                          <p:val>
                                            <p:strVal val="#ppt_x"/>
                                          </p:val>
                                        </p:tav>
                                      </p:tavLst>
                                    </p:anim>
                                    <p:anim calcmode="lin" valueType="num">
                                      <p:cBhvr additive="base">
                                        <p:cTn id="29"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3">
            <a:extLst>
              <a:ext uri="{FF2B5EF4-FFF2-40B4-BE49-F238E27FC236}">
                <a16:creationId xmlns:a16="http://schemas.microsoft.com/office/drawing/2014/main" id="{B09654F5-E324-4D2E-88C0-E8BAAF850E46}"/>
              </a:ext>
            </a:extLst>
          </p:cNvPr>
          <p:cNvSpPr>
            <a:spLocks noGrp="1"/>
          </p:cNvSpPr>
          <p:nvPr>
            <p:ph type="sldNum" sz="quarter" idx="12"/>
          </p:nvPr>
        </p:nvSpPr>
        <p:spPr>
          <a:xfrm>
            <a:off x="6553200" y="6400800"/>
            <a:ext cx="1905000" cy="4572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fld id="{4D71170D-905D-4D67-A9A2-B333089A530D}" type="slidenum">
              <a:rPr kumimoji="0" lang="en-US" altLang="zh-CN" sz="1400" smtClean="0"/>
              <a:pPr>
                <a:spcBef>
                  <a:spcPct val="0"/>
                </a:spcBef>
                <a:buClrTx/>
                <a:buSzTx/>
                <a:buFontTx/>
                <a:buNone/>
              </a:pPr>
              <a:t>39</a:t>
            </a:fld>
            <a:endParaRPr kumimoji="0" lang="en-US" altLang="zh-CN" sz="1400"/>
          </a:p>
        </p:txBody>
      </p:sp>
      <p:sp>
        <p:nvSpPr>
          <p:cNvPr id="73731" name="Rectangle 4">
            <a:extLst>
              <a:ext uri="{FF2B5EF4-FFF2-40B4-BE49-F238E27FC236}">
                <a16:creationId xmlns:a16="http://schemas.microsoft.com/office/drawing/2014/main" id="{35C85B2C-6543-42FB-8096-273B8A32799F}"/>
              </a:ext>
            </a:extLst>
          </p:cNvPr>
          <p:cNvSpPr>
            <a:spLocks noChangeArrowheads="1"/>
          </p:cNvSpPr>
          <p:nvPr/>
        </p:nvSpPr>
        <p:spPr bwMode="auto">
          <a:xfrm>
            <a:off x="37909" y="1084208"/>
            <a:ext cx="9144000" cy="1381125"/>
          </a:xfrm>
          <a:prstGeom prst="rect">
            <a:avLst/>
          </a:prstGeom>
          <a:solidFill>
            <a:srgbClr val="FFE5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800" dirty="0">
                <a:solidFill>
                  <a:schemeClr val="bg2"/>
                </a:solidFill>
              </a:rPr>
              <a:t>[</a:t>
            </a:r>
            <a:r>
              <a:rPr lang="zh-CN" altLang="en-US" sz="2800" dirty="0">
                <a:solidFill>
                  <a:schemeClr val="bg2"/>
                </a:solidFill>
              </a:rPr>
              <a:t>例</a:t>
            </a:r>
            <a:r>
              <a:rPr lang="en-US" altLang="zh-CN" sz="2800" dirty="0">
                <a:solidFill>
                  <a:schemeClr val="bg2"/>
                </a:solidFill>
              </a:rPr>
              <a:t>]</a:t>
            </a:r>
            <a:r>
              <a:rPr lang="zh-CN" altLang="en-US" sz="2800" dirty="0">
                <a:solidFill>
                  <a:schemeClr val="bg2"/>
                </a:solidFill>
              </a:rPr>
              <a:t>页面大小为</a:t>
            </a:r>
            <a:r>
              <a:rPr lang="en-US" altLang="zh-CN" sz="2800" dirty="0">
                <a:solidFill>
                  <a:schemeClr val="bg2"/>
                </a:solidFill>
              </a:rPr>
              <a:t>4KB</a:t>
            </a:r>
            <a:r>
              <a:rPr lang="zh-CN" altLang="en-US" sz="2800" dirty="0">
                <a:solidFill>
                  <a:schemeClr val="bg2"/>
                </a:solidFill>
              </a:rPr>
              <a:t>，分配给每个进程的物理页面数为</a:t>
            </a:r>
            <a:r>
              <a:rPr lang="en-US" altLang="zh-CN" sz="2800" dirty="0">
                <a:solidFill>
                  <a:schemeClr val="bg2"/>
                </a:solidFill>
              </a:rPr>
              <a:t>1</a:t>
            </a:r>
            <a:r>
              <a:rPr lang="zh-CN" altLang="en-US" sz="2800" dirty="0">
                <a:solidFill>
                  <a:schemeClr val="bg2"/>
                </a:solidFill>
              </a:rPr>
              <a:t>。某进程：</a:t>
            </a:r>
            <a:r>
              <a:rPr lang="en-US" altLang="zh-CN" sz="2800" dirty="0" err="1">
                <a:solidFill>
                  <a:schemeClr val="bg2"/>
                </a:solidFill>
              </a:rPr>
              <a:t>int</a:t>
            </a:r>
            <a:r>
              <a:rPr lang="en-US" altLang="zh-CN" sz="2800" dirty="0">
                <a:solidFill>
                  <a:schemeClr val="bg2"/>
                </a:solidFill>
              </a:rPr>
              <a:t> a[1024][1024]</a:t>
            </a:r>
            <a:r>
              <a:rPr lang="zh-CN" altLang="en-US" sz="2800" dirty="0">
                <a:solidFill>
                  <a:schemeClr val="bg2"/>
                </a:solidFill>
              </a:rPr>
              <a:t>，</a:t>
            </a:r>
            <a:endParaRPr lang="en-US" altLang="zh-CN" sz="2800" dirty="0">
              <a:solidFill>
                <a:schemeClr val="bg2"/>
              </a:solidFill>
            </a:endParaRPr>
          </a:p>
          <a:p>
            <a:pPr eaLnBrk="1" hangingPunct="1">
              <a:spcBef>
                <a:spcPct val="0"/>
              </a:spcBef>
              <a:buClrTx/>
              <a:buSzTx/>
              <a:buFontTx/>
              <a:buNone/>
            </a:pPr>
            <a:r>
              <a:rPr lang="zh-CN" altLang="en-US" sz="2800" dirty="0">
                <a:solidFill>
                  <a:schemeClr val="bg2"/>
                </a:solidFill>
              </a:rPr>
              <a:t>一行放在一个页面中。（</a:t>
            </a:r>
            <a:r>
              <a:rPr lang="en-US" altLang="zh-CN" sz="2800" dirty="0">
                <a:solidFill>
                  <a:schemeClr val="bg2"/>
                </a:solidFill>
              </a:rPr>
              <a:t>1</a:t>
            </a:r>
            <a:r>
              <a:rPr lang="zh-CN" altLang="en-US" sz="2800" dirty="0">
                <a:solidFill>
                  <a:schemeClr val="bg2"/>
                </a:solidFill>
              </a:rPr>
              <a:t>个整形占</a:t>
            </a:r>
            <a:r>
              <a:rPr lang="en-US" altLang="zh-CN" sz="2800" dirty="0">
                <a:solidFill>
                  <a:schemeClr val="bg2"/>
                </a:solidFill>
              </a:rPr>
              <a:t>4B</a:t>
            </a:r>
            <a:r>
              <a:rPr lang="zh-CN" altLang="en-US" sz="2800" dirty="0">
                <a:solidFill>
                  <a:schemeClr val="bg2"/>
                </a:solidFill>
              </a:rPr>
              <a:t>）</a:t>
            </a:r>
          </a:p>
        </p:txBody>
      </p:sp>
      <p:sp>
        <p:nvSpPr>
          <p:cNvPr id="73732" name="Rectangle 5">
            <a:extLst>
              <a:ext uri="{FF2B5EF4-FFF2-40B4-BE49-F238E27FC236}">
                <a16:creationId xmlns:a16="http://schemas.microsoft.com/office/drawing/2014/main" id="{423E1CC2-13C7-49D2-80A6-FDFD321B5D4D}"/>
              </a:ext>
            </a:extLst>
          </p:cNvPr>
          <p:cNvSpPr>
            <a:spLocks noChangeArrowheads="1"/>
          </p:cNvSpPr>
          <p:nvPr/>
        </p:nvSpPr>
        <p:spPr bwMode="auto">
          <a:xfrm>
            <a:off x="4572000" y="4157663"/>
            <a:ext cx="3886200" cy="1357312"/>
          </a:xfrm>
          <a:prstGeom prst="rect">
            <a:avLst/>
          </a:prstGeom>
          <a:solidFill>
            <a:schemeClr val="tx1"/>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marL="342900" indent="-342900">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r>
              <a:rPr lang="en-US" altLang="zh-CN" sz="2400">
                <a:solidFill>
                  <a:schemeClr val="bg2"/>
                </a:solidFill>
              </a:rPr>
              <a:t>for (i=0; i&lt;1024; i++)</a:t>
            </a:r>
          </a:p>
          <a:p>
            <a:pPr eaLnBrk="1" hangingPunct="1">
              <a:buClrTx/>
              <a:buSzTx/>
              <a:buFontTx/>
              <a:buNone/>
            </a:pPr>
            <a:r>
              <a:rPr lang="en-US" altLang="zh-CN" sz="2400">
                <a:solidFill>
                  <a:schemeClr val="bg2"/>
                </a:solidFill>
              </a:rPr>
              <a:t>	for (j=0; j&lt;1024; j++)</a:t>
            </a:r>
          </a:p>
          <a:p>
            <a:pPr eaLnBrk="1" hangingPunct="1">
              <a:buClrTx/>
              <a:buSzTx/>
              <a:buFontTx/>
              <a:buNone/>
            </a:pPr>
            <a:r>
              <a:rPr lang="en-US" altLang="zh-CN" sz="2400">
                <a:solidFill>
                  <a:schemeClr val="bg2"/>
                </a:solidFill>
              </a:rPr>
              <a:t>          	a[i][j] = 0;</a:t>
            </a:r>
          </a:p>
        </p:txBody>
      </p:sp>
      <p:sp>
        <p:nvSpPr>
          <p:cNvPr id="73734" name="TextBox 5">
            <a:extLst>
              <a:ext uri="{FF2B5EF4-FFF2-40B4-BE49-F238E27FC236}">
                <a16:creationId xmlns:a16="http://schemas.microsoft.com/office/drawing/2014/main" id="{9837B2BF-299E-404D-AB19-EB36E3B6E859}"/>
              </a:ext>
            </a:extLst>
          </p:cNvPr>
          <p:cNvSpPr txBox="1">
            <a:spLocks noChangeArrowheads="1"/>
          </p:cNvSpPr>
          <p:nvPr/>
        </p:nvSpPr>
        <p:spPr bwMode="auto">
          <a:xfrm>
            <a:off x="285750" y="4175125"/>
            <a:ext cx="3929063" cy="134778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r>
              <a:rPr lang="en-US" altLang="zh-CN" sz="2400">
                <a:solidFill>
                  <a:schemeClr val="bg2"/>
                </a:solidFill>
              </a:rPr>
              <a:t>for (j = 0; j &lt; 1024; j++)</a:t>
            </a:r>
          </a:p>
          <a:p>
            <a:pPr eaLnBrk="1" hangingPunct="1">
              <a:buClrTx/>
              <a:buSzTx/>
              <a:buFontTx/>
              <a:buNone/>
            </a:pPr>
            <a:r>
              <a:rPr lang="en-US" altLang="zh-CN" sz="2400">
                <a:solidFill>
                  <a:schemeClr val="bg2"/>
                </a:solidFill>
              </a:rPr>
              <a:t>	for (i = 0; i &lt; 1024; i++)</a:t>
            </a:r>
          </a:p>
          <a:p>
            <a:pPr eaLnBrk="1" hangingPunct="1">
              <a:buClrTx/>
              <a:buSzTx/>
              <a:buFontTx/>
              <a:buNone/>
            </a:pPr>
            <a:r>
              <a:rPr lang="en-US" altLang="zh-CN" sz="2400">
                <a:solidFill>
                  <a:schemeClr val="bg2"/>
                </a:solidFill>
              </a:rPr>
              <a:t>      	a[i][j] = 0;</a:t>
            </a:r>
            <a:endParaRPr lang="zh-CN" altLang="en-US" sz="2400">
              <a:solidFill>
                <a:schemeClr val="bg2"/>
              </a:solidFill>
            </a:endParaRPr>
          </a:p>
        </p:txBody>
      </p:sp>
      <p:sp>
        <p:nvSpPr>
          <p:cNvPr id="73735" name="Rectangle 1029">
            <a:extLst>
              <a:ext uri="{FF2B5EF4-FFF2-40B4-BE49-F238E27FC236}">
                <a16:creationId xmlns:a16="http://schemas.microsoft.com/office/drawing/2014/main" id="{F3BC25F2-3536-46D7-80F3-314BB7F13114}"/>
              </a:ext>
            </a:extLst>
          </p:cNvPr>
          <p:cNvSpPr>
            <a:spLocks noChangeArrowheads="1"/>
          </p:cNvSpPr>
          <p:nvPr/>
        </p:nvSpPr>
        <p:spPr bwMode="auto">
          <a:xfrm>
            <a:off x="1619672" y="2563767"/>
            <a:ext cx="6172200" cy="1631950"/>
          </a:xfrm>
          <a:prstGeom prst="rect">
            <a:avLst/>
          </a:prstGeom>
          <a:solidFill>
            <a:srgbClr val="99CCFF"/>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marL="342900" indent="-342900">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a:solidFill>
                  <a:schemeClr val="bg2"/>
                </a:solidFill>
              </a:rPr>
              <a:t>a</a:t>
            </a:r>
            <a:r>
              <a:rPr lang="en-US" altLang="zh-CN" sz="2400" baseline="-10000">
                <a:solidFill>
                  <a:schemeClr val="bg2"/>
                </a:solidFill>
              </a:rPr>
              <a:t>0,0</a:t>
            </a:r>
            <a:r>
              <a:rPr lang="en-US" altLang="zh-CN" sz="2400">
                <a:solidFill>
                  <a:schemeClr val="bg2"/>
                </a:solidFill>
              </a:rPr>
              <a:t>  a</a:t>
            </a:r>
            <a:r>
              <a:rPr lang="en-US" altLang="zh-CN" sz="2400" baseline="-10000">
                <a:solidFill>
                  <a:schemeClr val="bg2"/>
                </a:solidFill>
              </a:rPr>
              <a:t>0,1</a:t>
            </a:r>
            <a:r>
              <a:rPr lang="en-US" altLang="zh-CN" sz="2400">
                <a:solidFill>
                  <a:schemeClr val="bg2"/>
                </a:solidFill>
              </a:rPr>
              <a:t>   a</a:t>
            </a:r>
            <a:r>
              <a:rPr lang="en-US" altLang="zh-CN" sz="2400" baseline="-10000">
                <a:solidFill>
                  <a:schemeClr val="bg2"/>
                </a:solidFill>
              </a:rPr>
              <a:t>0,2   ……………………..</a:t>
            </a:r>
            <a:r>
              <a:rPr lang="en-US" altLang="zh-CN" sz="2400">
                <a:solidFill>
                  <a:schemeClr val="bg2"/>
                </a:solidFill>
              </a:rPr>
              <a:t> a</a:t>
            </a:r>
            <a:r>
              <a:rPr lang="en-US" altLang="zh-CN" sz="2400" baseline="-10000">
                <a:solidFill>
                  <a:schemeClr val="bg2"/>
                </a:solidFill>
              </a:rPr>
              <a:t>0,1023</a:t>
            </a:r>
            <a:r>
              <a:rPr lang="en-US" altLang="zh-CN" sz="2400">
                <a:solidFill>
                  <a:schemeClr val="bg2"/>
                </a:solidFill>
              </a:rPr>
              <a:t>    </a:t>
            </a:r>
            <a:r>
              <a:rPr lang="zh-CN" altLang="en-US" sz="2400">
                <a:solidFill>
                  <a:schemeClr val="bg2"/>
                </a:solidFill>
              </a:rPr>
              <a:t>第</a:t>
            </a:r>
            <a:r>
              <a:rPr lang="en-US" altLang="zh-CN" sz="2400">
                <a:solidFill>
                  <a:schemeClr val="bg2"/>
                </a:solidFill>
              </a:rPr>
              <a:t>1</a:t>
            </a:r>
            <a:r>
              <a:rPr lang="zh-CN" altLang="en-US" sz="2400">
                <a:solidFill>
                  <a:schemeClr val="bg2"/>
                </a:solidFill>
              </a:rPr>
              <a:t>行</a:t>
            </a:r>
            <a:endParaRPr lang="en-US" altLang="zh-CN" sz="2400">
              <a:solidFill>
                <a:schemeClr val="bg2"/>
              </a:solidFill>
            </a:endParaRPr>
          </a:p>
          <a:p>
            <a:pPr eaLnBrk="1" hangingPunct="1">
              <a:spcBef>
                <a:spcPct val="0"/>
              </a:spcBef>
              <a:buClrTx/>
              <a:buSzTx/>
              <a:buFontTx/>
              <a:buNone/>
            </a:pPr>
            <a:r>
              <a:rPr lang="en-US" altLang="zh-CN" sz="2400">
                <a:solidFill>
                  <a:schemeClr val="bg2"/>
                </a:solidFill>
              </a:rPr>
              <a:t>a</a:t>
            </a:r>
            <a:r>
              <a:rPr lang="en-US" altLang="zh-CN" sz="2400" baseline="-10000">
                <a:solidFill>
                  <a:schemeClr val="bg2"/>
                </a:solidFill>
              </a:rPr>
              <a:t>1,0</a:t>
            </a:r>
            <a:r>
              <a:rPr lang="en-US" altLang="zh-CN" sz="2400">
                <a:solidFill>
                  <a:schemeClr val="bg2"/>
                </a:solidFill>
              </a:rPr>
              <a:t>  a</a:t>
            </a:r>
            <a:r>
              <a:rPr lang="en-US" altLang="zh-CN" sz="2400" baseline="-10000">
                <a:solidFill>
                  <a:schemeClr val="bg2"/>
                </a:solidFill>
              </a:rPr>
              <a:t>1,1</a:t>
            </a:r>
            <a:r>
              <a:rPr lang="en-US" altLang="zh-CN" sz="2400">
                <a:solidFill>
                  <a:schemeClr val="bg2"/>
                </a:solidFill>
              </a:rPr>
              <a:t>   a</a:t>
            </a:r>
            <a:r>
              <a:rPr lang="en-US" altLang="zh-CN" sz="2400" baseline="-10000">
                <a:solidFill>
                  <a:schemeClr val="bg2"/>
                </a:solidFill>
              </a:rPr>
              <a:t>1,2   ……………………..</a:t>
            </a:r>
            <a:r>
              <a:rPr lang="en-US" altLang="zh-CN" sz="2400">
                <a:solidFill>
                  <a:schemeClr val="bg2"/>
                </a:solidFill>
              </a:rPr>
              <a:t> a</a:t>
            </a:r>
            <a:r>
              <a:rPr lang="en-US" altLang="zh-CN" sz="2400" baseline="-10000">
                <a:solidFill>
                  <a:schemeClr val="bg2"/>
                </a:solidFill>
              </a:rPr>
              <a:t>1,1023</a:t>
            </a:r>
            <a:r>
              <a:rPr lang="en-US" altLang="zh-CN" sz="2400">
                <a:solidFill>
                  <a:schemeClr val="bg2"/>
                </a:solidFill>
              </a:rPr>
              <a:t> </a:t>
            </a:r>
            <a:r>
              <a:rPr lang="en-US" altLang="zh-CN" sz="2800">
                <a:solidFill>
                  <a:schemeClr val="bg2"/>
                </a:solidFill>
              </a:rPr>
              <a:t>   </a:t>
            </a:r>
            <a:r>
              <a:rPr lang="zh-CN" altLang="en-US" sz="2400">
                <a:solidFill>
                  <a:schemeClr val="bg2"/>
                </a:solidFill>
              </a:rPr>
              <a:t>第</a:t>
            </a:r>
            <a:r>
              <a:rPr lang="en-US" altLang="zh-CN" sz="2400">
                <a:solidFill>
                  <a:schemeClr val="bg2"/>
                </a:solidFill>
              </a:rPr>
              <a:t>2</a:t>
            </a:r>
            <a:r>
              <a:rPr lang="zh-CN" altLang="en-US" sz="2400">
                <a:solidFill>
                  <a:schemeClr val="bg2"/>
                </a:solidFill>
              </a:rPr>
              <a:t>行</a:t>
            </a:r>
            <a:endParaRPr lang="en-US" altLang="zh-CN" sz="2400" baseline="-25000">
              <a:solidFill>
                <a:schemeClr val="bg2"/>
              </a:solidFill>
            </a:endParaRPr>
          </a:p>
          <a:p>
            <a:pPr eaLnBrk="1" hangingPunct="1">
              <a:spcBef>
                <a:spcPct val="0"/>
              </a:spcBef>
              <a:buClrTx/>
              <a:buSzTx/>
              <a:buFontTx/>
              <a:buNone/>
            </a:pPr>
            <a:r>
              <a:rPr lang="en-US" altLang="zh-CN" sz="2400">
                <a:solidFill>
                  <a:schemeClr val="bg2"/>
                </a:solidFill>
              </a:rPr>
              <a:t>…………………………….</a:t>
            </a:r>
          </a:p>
          <a:p>
            <a:pPr eaLnBrk="1" hangingPunct="1">
              <a:spcBef>
                <a:spcPct val="0"/>
              </a:spcBef>
              <a:buClrTx/>
              <a:buSzTx/>
              <a:buFontTx/>
              <a:buNone/>
            </a:pPr>
            <a:r>
              <a:rPr lang="en-US" altLang="zh-CN" sz="2400">
                <a:solidFill>
                  <a:schemeClr val="bg2"/>
                </a:solidFill>
              </a:rPr>
              <a:t>a</a:t>
            </a:r>
            <a:r>
              <a:rPr lang="en-US" altLang="zh-CN" sz="2400" baseline="-10000">
                <a:solidFill>
                  <a:schemeClr val="bg2"/>
                </a:solidFill>
              </a:rPr>
              <a:t>1023,0</a:t>
            </a:r>
            <a:r>
              <a:rPr lang="en-US" altLang="zh-CN" sz="2400">
                <a:solidFill>
                  <a:schemeClr val="bg2"/>
                </a:solidFill>
              </a:rPr>
              <a:t>  a</a:t>
            </a:r>
            <a:r>
              <a:rPr lang="en-US" altLang="zh-CN" sz="2400" baseline="-10000">
                <a:solidFill>
                  <a:schemeClr val="bg2"/>
                </a:solidFill>
              </a:rPr>
              <a:t>1023,1</a:t>
            </a:r>
            <a:r>
              <a:rPr lang="en-US" altLang="zh-CN" sz="2400">
                <a:solidFill>
                  <a:schemeClr val="bg2"/>
                </a:solidFill>
              </a:rPr>
              <a:t>  </a:t>
            </a:r>
            <a:r>
              <a:rPr lang="en-US" altLang="zh-CN" sz="2400" baseline="-10000">
                <a:solidFill>
                  <a:schemeClr val="bg2"/>
                </a:solidFill>
              </a:rPr>
              <a:t>…………………..</a:t>
            </a:r>
            <a:r>
              <a:rPr lang="en-US" altLang="zh-CN" sz="2400">
                <a:solidFill>
                  <a:schemeClr val="bg2"/>
                </a:solidFill>
              </a:rPr>
              <a:t> a</a:t>
            </a:r>
            <a:r>
              <a:rPr lang="en-US" altLang="zh-CN" sz="2400" baseline="-10000">
                <a:solidFill>
                  <a:schemeClr val="bg2"/>
                </a:solidFill>
              </a:rPr>
              <a:t>1023,1023</a:t>
            </a:r>
            <a:r>
              <a:rPr lang="en-US" altLang="zh-CN" sz="2400">
                <a:solidFill>
                  <a:schemeClr val="bg2"/>
                </a:solidFill>
              </a:rPr>
              <a:t>  </a:t>
            </a:r>
            <a:r>
              <a:rPr lang="zh-CN" altLang="en-US" sz="2400">
                <a:solidFill>
                  <a:schemeClr val="bg2"/>
                </a:solidFill>
              </a:rPr>
              <a:t>第</a:t>
            </a:r>
            <a:r>
              <a:rPr lang="en-US" altLang="zh-CN" sz="2400">
                <a:solidFill>
                  <a:schemeClr val="bg2"/>
                </a:solidFill>
              </a:rPr>
              <a:t>1024</a:t>
            </a:r>
            <a:r>
              <a:rPr lang="zh-CN" altLang="en-US" sz="2400">
                <a:solidFill>
                  <a:schemeClr val="bg2"/>
                </a:solidFill>
              </a:rPr>
              <a:t>行</a:t>
            </a:r>
            <a:endParaRPr lang="en-US" altLang="zh-CN" sz="2400">
              <a:solidFill>
                <a:schemeClr val="bg2"/>
              </a:solidFill>
            </a:endParaRPr>
          </a:p>
        </p:txBody>
      </p:sp>
      <p:sp>
        <p:nvSpPr>
          <p:cNvPr id="38920" name="矩形标注 7">
            <a:extLst>
              <a:ext uri="{FF2B5EF4-FFF2-40B4-BE49-F238E27FC236}">
                <a16:creationId xmlns:a16="http://schemas.microsoft.com/office/drawing/2014/main" id="{D992E405-9083-4F63-8AAB-7155A3756E2C}"/>
              </a:ext>
            </a:extLst>
          </p:cNvPr>
          <p:cNvSpPr>
            <a:spLocks noChangeArrowheads="1"/>
          </p:cNvSpPr>
          <p:nvPr/>
        </p:nvSpPr>
        <p:spPr bwMode="auto">
          <a:xfrm>
            <a:off x="285750" y="6010275"/>
            <a:ext cx="4500563" cy="571500"/>
          </a:xfrm>
          <a:prstGeom prst="wedgeRectCallout">
            <a:avLst>
              <a:gd name="adj1" fmla="val -7528"/>
              <a:gd name="adj2" fmla="val -136509"/>
            </a:avLst>
          </a:prstGeom>
          <a:solidFill>
            <a:schemeClr val="accent1"/>
          </a:solidFill>
          <a:ln w="12700" cap="sq" algn="ctr">
            <a:solidFill>
              <a:schemeClr val="tx1"/>
            </a:solidFill>
            <a:round/>
            <a:headEnd type="none" w="sm" len="sm"/>
            <a:tailEnd type="none" w="sm" len="sm"/>
          </a:ln>
        </p:spPr>
        <p:txBody>
          <a:bodyPr wrap="none"/>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800">
                <a:solidFill>
                  <a:schemeClr val="bg2"/>
                </a:solidFill>
              </a:rPr>
              <a:t>1024×1024</a:t>
            </a:r>
            <a:r>
              <a:rPr lang="zh-CN" altLang="en-US" sz="2800">
                <a:solidFill>
                  <a:schemeClr val="bg2"/>
                </a:solidFill>
              </a:rPr>
              <a:t>次缺页中断</a:t>
            </a:r>
          </a:p>
        </p:txBody>
      </p:sp>
      <p:sp>
        <p:nvSpPr>
          <p:cNvPr id="38922" name="矩形标注 8">
            <a:extLst>
              <a:ext uri="{FF2B5EF4-FFF2-40B4-BE49-F238E27FC236}">
                <a16:creationId xmlns:a16="http://schemas.microsoft.com/office/drawing/2014/main" id="{28A3ABE9-AB99-4A69-968C-2545F0F4A54A}"/>
              </a:ext>
            </a:extLst>
          </p:cNvPr>
          <p:cNvSpPr>
            <a:spLocks noChangeArrowheads="1"/>
          </p:cNvSpPr>
          <p:nvPr/>
        </p:nvSpPr>
        <p:spPr bwMode="auto">
          <a:xfrm>
            <a:off x="5286375" y="6081713"/>
            <a:ext cx="3571875" cy="571500"/>
          </a:xfrm>
          <a:prstGeom prst="wedgeRectCallout">
            <a:avLst>
              <a:gd name="adj1" fmla="val -27264"/>
              <a:gd name="adj2" fmla="val -144657"/>
            </a:avLst>
          </a:prstGeom>
          <a:solidFill>
            <a:schemeClr val="accent1"/>
          </a:solidFill>
          <a:ln w="12700" cap="sq" algn="ctr">
            <a:solidFill>
              <a:schemeClr val="tx1"/>
            </a:solidFill>
            <a:round/>
            <a:headEnd type="none" w="sm" len="sm"/>
            <a:tailEnd type="none" w="sm" len="sm"/>
          </a:ln>
        </p:spPr>
        <p:txBody>
          <a:bodyPr wrap="none"/>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sz="2800">
                <a:solidFill>
                  <a:schemeClr val="bg2"/>
                </a:solidFill>
              </a:rPr>
              <a:t>1024</a:t>
            </a:r>
            <a:r>
              <a:rPr lang="zh-CN" altLang="en-US" sz="2800">
                <a:solidFill>
                  <a:schemeClr val="bg2"/>
                </a:solidFill>
              </a:rPr>
              <a:t>次缺页中断</a:t>
            </a:r>
          </a:p>
        </p:txBody>
      </p:sp>
      <p:sp>
        <p:nvSpPr>
          <p:cNvPr id="11"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12" name="Text Box 2">
            <a:extLst>
              <a:ext uri="{FF2B5EF4-FFF2-40B4-BE49-F238E27FC236}">
                <a16:creationId xmlns:a16="http://schemas.microsoft.com/office/drawing/2014/main" id="{56CBF578-5BA6-4503-93C4-FB037D780C36}"/>
              </a:ext>
            </a:extLst>
          </p:cNvPr>
          <p:cNvSpPr txBox="1">
            <a:spLocks noChangeArrowheads="1"/>
          </p:cNvSpPr>
          <p:nvPr/>
        </p:nvSpPr>
        <p:spPr bwMode="auto">
          <a:xfrm>
            <a:off x="1323784" y="-99392"/>
            <a:ext cx="6572250" cy="1877437"/>
          </a:xfrm>
          <a:prstGeom prst="rect">
            <a:avLst/>
          </a:prstGeom>
          <a:noFill/>
          <a:ln w="9525">
            <a:noFill/>
            <a:miter lim="800000"/>
            <a:headEnd/>
            <a:tailEnd/>
          </a:ln>
        </p:spPr>
        <p:txBody>
          <a:bodyPr>
            <a:spAutoFit/>
          </a:bodyPr>
          <a:lstStyle/>
          <a:p>
            <a:pPr marL="0" lvl="1" indent="-285750" algn="ctr" eaLnBrk="1" hangingPunct="1">
              <a:buClr>
                <a:schemeClr val="tx2"/>
              </a:buClr>
              <a:buSzPct val="75000"/>
              <a:tabLst>
                <a:tab pos="622300" algn="l"/>
              </a:tabLst>
              <a:defRPr/>
            </a:pPr>
            <a:r>
              <a:rPr lang="zh-CN" altLang="en-US" sz="4000" dirty="0">
                <a:solidFill>
                  <a:srgbClr val="B2622C"/>
                </a:solidFill>
                <a:effectLst>
                  <a:outerShdw blurRad="38100" dist="38100" dir="2700000" algn="tl">
                    <a:srgbClr val="000000"/>
                  </a:outerShdw>
                </a:effectLst>
                <a:latin typeface="+mj-lt"/>
                <a:ea typeface="楷体_GB2312" pitchFamily="49" charset="-122"/>
                <a:cs typeface="+mj-cs"/>
              </a:rPr>
              <a:t>影响缺页率的</a:t>
            </a:r>
            <a:r>
              <a:rPr lang="zh-CN" altLang="en-US" sz="4000" dirty="0" smtClean="0">
                <a:solidFill>
                  <a:srgbClr val="B2622C"/>
                </a:solidFill>
                <a:effectLst>
                  <a:outerShdw blurRad="38100" dist="38100" dir="2700000" algn="tl">
                    <a:srgbClr val="000000"/>
                  </a:outerShdw>
                </a:effectLst>
                <a:latin typeface="+mj-lt"/>
                <a:ea typeface="楷体_GB2312" pitchFamily="49" charset="-122"/>
                <a:cs typeface="+mj-cs"/>
              </a:rPr>
              <a:t>因素</a:t>
            </a:r>
            <a:r>
              <a:rPr lang="zh-CN" altLang="en-US" sz="4000" dirty="0" smtClean="0">
                <a:solidFill>
                  <a:srgbClr val="B2622C"/>
                </a:solidFill>
                <a:effectLst>
                  <a:outerShdw blurRad="38100" dist="38100" dir="2700000" algn="tl">
                    <a:srgbClr val="000000"/>
                  </a:outerShdw>
                </a:effectLst>
                <a:ea typeface="楷体_GB2312" pitchFamily="49" charset="-122"/>
              </a:rPr>
              <a:t>（</a:t>
            </a:r>
            <a:r>
              <a:rPr lang="en-US" altLang="zh-CN" sz="4000" dirty="0" smtClean="0">
                <a:solidFill>
                  <a:srgbClr val="B2622C"/>
                </a:solidFill>
                <a:effectLst>
                  <a:outerShdw blurRad="38100" dist="38100" dir="2700000" algn="tl">
                    <a:srgbClr val="000000"/>
                  </a:outerShdw>
                </a:effectLst>
                <a:ea typeface="楷体_GB2312" pitchFamily="49" charset="-122"/>
              </a:rPr>
              <a:t>3</a:t>
            </a:r>
            <a:r>
              <a:rPr lang="zh-CN" altLang="en-US" sz="4000" dirty="0" smtClean="0">
                <a:solidFill>
                  <a:srgbClr val="B2622C"/>
                </a:solidFill>
                <a:effectLst>
                  <a:outerShdw blurRad="38100" dist="38100" dir="2700000" algn="tl">
                    <a:srgbClr val="000000"/>
                  </a:outerShdw>
                </a:effectLst>
                <a:ea typeface="楷体_GB2312" pitchFamily="49" charset="-122"/>
              </a:rPr>
              <a:t>）</a:t>
            </a:r>
            <a:endParaRPr lang="en-US" altLang="zh-CN" sz="4000" dirty="0" smtClean="0">
              <a:solidFill>
                <a:srgbClr val="B2622C"/>
              </a:solidFill>
              <a:effectLst>
                <a:outerShdw blurRad="38100" dist="38100" dir="2700000" algn="tl">
                  <a:srgbClr val="000000"/>
                </a:outerShdw>
              </a:effectLst>
              <a:ea typeface="楷体_GB2312" pitchFamily="49" charset="-122"/>
            </a:endParaRPr>
          </a:p>
          <a:p>
            <a:pPr marL="0" lvl="1" indent="-285750" algn="ctr" eaLnBrk="1" hangingPunct="1">
              <a:buClr>
                <a:schemeClr val="tx2"/>
              </a:buClr>
              <a:buSzPct val="75000"/>
              <a:tabLst>
                <a:tab pos="622300" algn="l"/>
              </a:tabLst>
              <a:defRPr/>
            </a:pPr>
            <a:r>
              <a:rPr lang="zh-CN" altLang="en-US" sz="3600" dirty="0" smtClean="0">
                <a:solidFill>
                  <a:srgbClr val="006699"/>
                </a:solidFill>
                <a:effectLst>
                  <a:outerShdw blurRad="38100" dist="38100" dir="2700000" algn="tl">
                    <a:srgbClr val="000000">
                      <a:alpha val="43137"/>
                    </a:srgbClr>
                  </a:outerShdw>
                </a:effectLst>
                <a:ea typeface="MS PGothic" pitchFamily="34" charset="-128"/>
              </a:rPr>
              <a:t>程序</a:t>
            </a:r>
            <a:r>
              <a:rPr lang="zh-CN" altLang="en-US" sz="3600" dirty="0">
                <a:solidFill>
                  <a:srgbClr val="006699"/>
                </a:solidFill>
                <a:effectLst>
                  <a:outerShdw blurRad="38100" dist="38100" dir="2700000" algn="tl">
                    <a:srgbClr val="000000">
                      <a:alpha val="43137"/>
                    </a:srgbClr>
                  </a:outerShdw>
                </a:effectLst>
                <a:ea typeface="MS PGothic" pitchFamily="34" charset="-128"/>
              </a:rPr>
              <a:t>的编写方法</a:t>
            </a:r>
          </a:p>
          <a:p>
            <a:pPr marL="0" lvl="1" indent="-285750" algn="ctr" eaLnBrk="1" hangingPunct="1">
              <a:buClr>
                <a:schemeClr val="tx2"/>
              </a:buClr>
              <a:buSzPct val="75000"/>
              <a:tabLst>
                <a:tab pos="622300" algn="l"/>
              </a:tabLst>
              <a:defRPr/>
            </a:pPr>
            <a:endPar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endParaRPr>
          </a:p>
        </p:txBody>
      </p:sp>
    </p:spTree>
    <p:extLst>
      <p:ext uri="{BB962C8B-B14F-4D97-AF65-F5344CB8AC3E}">
        <p14:creationId xmlns:p14="http://schemas.microsoft.com/office/powerpoint/2010/main" val="144099597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8920"/>
                                        </p:tgtEl>
                                        <p:attrNameLst>
                                          <p:attrName>style.visibility</p:attrName>
                                        </p:attrNameLst>
                                      </p:cBhvr>
                                      <p:to>
                                        <p:strVal val="visible"/>
                                      </p:to>
                                    </p:set>
                                    <p:animEffect transition="in" filter="dissolve">
                                      <p:cBhvr>
                                        <p:cTn id="7" dur="500"/>
                                        <p:tgtEl>
                                          <p:spTgt spid="389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8922"/>
                                        </p:tgtEl>
                                        <p:attrNameLst>
                                          <p:attrName>style.visibility</p:attrName>
                                        </p:attrNameLst>
                                      </p:cBhvr>
                                      <p:to>
                                        <p:strVal val="visible"/>
                                      </p:to>
                                    </p:set>
                                    <p:animEffect transition="in" filter="dissolve">
                                      <p:cBhvr>
                                        <p:cTn id="12" dur="500"/>
                                        <p:tgtEl>
                                          <p:spTgt spid="38922"/>
                                        </p:tgtEl>
                                      </p:cBhvr>
                                    </p:animEffect>
                                  </p:childTnLst>
                                </p:cTn>
                              </p:par>
                            </p:childTnLst>
                          </p:cTn>
                        </p:par>
                        <p:par>
                          <p:cTn id="13" fill="hold">
                            <p:stCondLst>
                              <p:cond delay="500"/>
                            </p:stCondLst>
                            <p:childTnLst>
                              <p:par>
                                <p:cTn id="14" presetID="2" presetClass="entr" presetSubtype="6"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500" fill="hold"/>
                                        <p:tgtEl>
                                          <p:spTgt spid="11"/>
                                        </p:tgtEl>
                                        <p:attrNameLst>
                                          <p:attrName>ppt_x</p:attrName>
                                        </p:attrNameLst>
                                      </p:cBhvr>
                                      <p:tavLst>
                                        <p:tav tm="0">
                                          <p:val>
                                            <p:strVal val="1+#ppt_w/2"/>
                                          </p:val>
                                        </p:tav>
                                        <p:tav tm="100000">
                                          <p:val>
                                            <p:strVal val="#ppt_x"/>
                                          </p:val>
                                        </p:tav>
                                      </p:tavLst>
                                    </p:anim>
                                    <p:anim calcmode="lin" valueType="num">
                                      <p:cBhvr additive="base">
                                        <p:cTn id="17"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20" grpId="0" animBg="1"/>
      <p:bldP spid="38922" grpId="0" animBg="1"/>
      <p:bldP spid="11"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250" name="Rectangle 2">
            <a:extLst>
              <a:ext uri="{FF2B5EF4-FFF2-40B4-BE49-F238E27FC236}">
                <a16:creationId xmlns:a16="http://schemas.microsoft.com/office/drawing/2014/main" id="{38BB223B-7D79-4F8D-B8A7-985B52E4A268}"/>
              </a:ext>
            </a:extLst>
          </p:cNvPr>
          <p:cNvSpPr>
            <a:spLocks noGrp="1" noChangeArrowheads="1"/>
          </p:cNvSpPr>
          <p:nvPr>
            <p:ph type="title"/>
          </p:nvPr>
        </p:nvSpPr>
        <p:spPr>
          <a:xfrm>
            <a:off x="1285875" y="0"/>
            <a:ext cx="6596063" cy="892175"/>
          </a:xfrm>
        </p:spPr>
        <p:txBody>
          <a:bodyPr/>
          <a:lstStyle/>
          <a:p>
            <a:pPr lvl="1" indent="-285750" algn="ctr" eaLnBrk="1" hangingPunct="1">
              <a:lnSpc>
                <a:spcPct val="110000"/>
              </a:lnSpc>
              <a:buClr>
                <a:schemeClr val="tx2"/>
              </a:buClr>
              <a:buSzPct val="75000"/>
              <a:tabLst>
                <a:tab pos="622300" algn="l"/>
              </a:tabLst>
              <a:defRPr/>
            </a:pPr>
            <a:r>
              <a:rPr lang="zh-CN" altLang="en-US" sz="4000" b="1" kern="1200" dirty="0">
                <a:solidFill>
                  <a:srgbClr val="B2622C"/>
                </a:solidFill>
                <a:effectLst>
                  <a:outerShdw blurRad="38100" dist="38100" dir="2700000" algn="tl">
                    <a:srgbClr val="000000"/>
                  </a:outerShdw>
                </a:effectLst>
                <a:latin typeface="+mj-lt"/>
                <a:ea typeface="楷体_GB2312" pitchFamily="49" charset="-122"/>
                <a:cs typeface="+mj-cs"/>
              </a:rPr>
              <a:t>页式管理的优缺点</a:t>
            </a:r>
          </a:p>
        </p:txBody>
      </p:sp>
      <p:sp>
        <p:nvSpPr>
          <p:cNvPr id="565251" name="Rectangle 3">
            <a:extLst>
              <a:ext uri="{FF2B5EF4-FFF2-40B4-BE49-F238E27FC236}">
                <a16:creationId xmlns:a16="http://schemas.microsoft.com/office/drawing/2014/main" id="{E7856C38-BF18-4DA4-B90A-B1FB600B767B}"/>
              </a:ext>
            </a:extLst>
          </p:cNvPr>
          <p:cNvSpPr>
            <a:spLocks noGrp="1" noChangeArrowheads="1"/>
          </p:cNvSpPr>
          <p:nvPr>
            <p:ph type="body" idx="1"/>
          </p:nvPr>
        </p:nvSpPr>
        <p:spPr>
          <a:xfrm>
            <a:off x="227012" y="646658"/>
            <a:ext cx="8713788" cy="5590654"/>
          </a:xfrm>
        </p:spPr>
        <p:txBody>
          <a:bodyPr/>
          <a:lstStyle/>
          <a:p>
            <a:pPr marL="355600" lvl="2" indent="-355600" defTabSz="355600">
              <a:spcBef>
                <a:spcPts val="0"/>
              </a:spcBef>
              <a:buClr>
                <a:schemeClr val="bg1"/>
              </a:buClr>
              <a:buSzPct val="80000"/>
              <a:buFont typeface="Wingdings" panose="05000000000000000000" pitchFamily="2" charset="2"/>
              <a:buChar char="n"/>
              <a:tabLst>
                <a:tab pos="3851275" algn="l"/>
              </a:tabLst>
              <a:defRPr/>
            </a:pPr>
            <a:r>
              <a:rPr lang="zh-CN" altLang="en-US" sz="3600" b="1" kern="1200" dirty="0">
                <a:solidFill>
                  <a:schemeClr val="bg1"/>
                </a:solidFill>
                <a:latin typeface="+mj-lt"/>
                <a:ea typeface="楷体" panose="02010609060101010101" pitchFamily="49" charset="-122"/>
                <a:cs typeface="+mn-cs"/>
              </a:rPr>
              <a:t>优点</a:t>
            </a:r>
          </a:p>
          <a:p>
            <a:pPr marL="812800" lvl="3" indent="-355600" defTabSz="355600">
              <a:spcBef>
                <a:spcPts val="0"/>
              </a:spcBef>
              <a:buClr>
                <a:schemeClr val="bg2"/>
              </a:buClr>
              <a:buSzPct val="70000"/>
              <a:buFont typeface="Wingdings" panose="05000000000000000000" pitchFamily="2" charset="2"/>
              <a:buChar char="n"/>
              <a:tabLst>
                <a:tab pos="3851275" algn="l"/>
              </a:tabLst>
              <a:defRPr/>
            </a:pPr>
            <a:r>
              <a:rPr lang="zh-CN" altLang="en-US" sz="3200" b="1" kern="1200" dirty="0">
                <a:solidFill>
                  <a:schemeClr val="bg2"/>
                </a:solidFill>
                <a:latin typeface="Times New Roman" panose="02020603050405020304" pitchFamily="18" charset="0"/>
                <a:ea typeface="楷体" panose="02010609060101010101" pitchFamily="49" charset="-122"/>
                <a:cs typeface="+mn-cs"/>
              </a:rPr>
              <a:t>离散分配，解决了碎片问题</a:t>
            </a:r>
          </a:p>
          <a:p>
            <a:pPr marL="812800" lvl="3" indent="-355600" defTabSz="355600">
              <a:spcBef>
                <a:spcPts val="0"/>
              </a:spcBef>
              <a:buClr>
                <a:schemeClr val="bg2"/>
              </a:buClr>
              <a:buSzPct val="70000"/>
              <a:buFont typeface="Wingdings" panose="05000000000000000000" pitchFamily="2" charset="2"/>
              <a:buChar char="n"/>
              <a:tabLst>
                <a:tab pos="3851275" algn="l"/>
              </a:tabLst>
              <a:defRPr/>
            </a:pPr>
            <a:r>
              <a:rPr lang="zh-CN" altLang="en-US" sz="3200" b="1" kern="1200" dirty="0">
                <a:solidFill>
                  <a:schemeClr val="bg2"/>
                </a:solidFill>
                <a:latin typeface="Times New Roman" panose="02020603050405020304" pitchFamily="18" charset="0"/>
                <a:ea typeface="楷体" panose="02010609060101010101" pitchFamily="49" charset="-122"/>
                <a:cs typeface="+mn-cs"/>
              </a:rPr>
              <a:t>提高了主存的利用率</a:t>
            </a:r>
          </a:p>
          <a:p>
            <a:pPr marL="1270000" lvl="4" indent="-355600" defTabSz="355600">
              <a:spcBef>
                <a:spcPts val="0"/>
              </a:spcBef>
              <a:buClr>
                <a:schemeClr val="bg2"/>
              </a:buClr>
              <a:buSzPct val="70000"/>
              <a:buFont typeface="Wingdings" panose="05000000000000000000" pitchFamily="2" charset="2"/>
              <a:buChar char="n"/>
              <a:tabLst>
                <a:tab pos="3851275" algn="l"/>
              </a:tabLst>
              <a:defRPr/>
            </a:pPr>
            <a:r>
              <a:rPr lang="zh-CN" altLang="en-US" sz="3200" b="1" kern="1200" dirty="0">
                <a:solidFill>
                  <a:schemeClr val="bg2"/>
                </a:solidFill>
                <a:latin typeface="Times New Roman" panose="02020603050405020304" pitchFamily="18" charset="0"/>
                <a:ea typeface="楷体" panose="02010609060101010101" pitchFamily="49" charset="-122"/>
                <a:cs typeface="+mn-cs"/>
              </a:rPr>
              <a:t>动态页式管理支持虚拟存储</a:t>
            </a:r>
          </a:p>
          <a:p>
            <a:pPr marL="355600" lvl="2" indent="-355600" defTabSz="355600">
              <a:spcBef>
                <a:spcPts val="0"/>
              </a:spcBef>
              <a:buClr>
                <a:schemeClr val="bg1"/>
              </a:buClr>
              <a:buSzPct val="80000"/>
              <a:buFont typeface="Wingdings" panose="05000000000000000000" pitchFamily="2" charset="2"/>
              <a:buChar char="n"/>
              <a:tabLst>
                <a:tab pos="3851275" algn="l"/>
              </a:tabLst>
              <a:defRPr/>
            </a:pPr>
            <a:r>
              <a:rPr lang="zh-CN" altLang="en-US" sz="3600" b="1" kern="1200" dirty="0">
                <a:solidFill>
                  <a:schemeClr val="bg1"/>
                </a:solidFill>
                <a:latin typeface="+mj-lt"/>
                <a:ea typeface="楷体" panose="02010609060101010101" pitchFamily="49" charset="-122"/>
                <a:cs typeface="+mn-cs"/>
              </a:rPr>
              <a:t>缺点</a:t>
            </a:r>
          </a:p>
          <a:p>
            <a:pPr marL="812800" lvl="3" indent="-355600" defTabSz="355600">
              <a:spcBef>
                <a:spcPts val="0"/>
              </a:spcBef>
              <a:buClr>
                <a:schemeClr val="bg2"/>
              </a:buClr>
              <a:buSzPct val="70000"/>
              <a:buFont typeface="Wingdings" panose="05000000000000000000" pitchFamily="2" charset="2"/>
              <a:buChar char="n"/>
              <a:tabLst>
                <a:tab pos="3851275" algn="l"/>
              </a:tabLst>
              <a:defRPr/>
            </a:pPr>
            <a:r>
              <a:rPr lang="zh-CN" altLang="en-US" sz="3200" b="1" kern="1200" dirty="0">
                <a:solidFill>
                  <a:schemeClr val="bg2"/>
                </a:solidFill>
                <a:latin typeface="Times New Roman" panose="02020603050405020304" pitchFamily="18" charset="0"/>
                <a:ea typeface="楷体" panose="02010609060101010101" pitchFamily="49" charset="-122"/>
                <a:cs typeface="+mn-cs"/>
              </a:rPr>
              <a:t>要求相应的硬件支持</a:t>
            </a:r>
          </a:p>
          <a:p>
            <a:pPr marL="1270000" lvl="4" indent="-355600" defTabSz="355600">
              <a:spcBef>
                <a:spcPts val="0"/>
              </a:spcBef>
              <a:buClr>
                <a:schemeClr val="bg2"/>
              </a:buClr>
              <a:buSzPct val="70000"/>
              <a:buFont typeface="Wingdings" panose="05000000000000000000" pitchFamily="2" charset="2"/>
              <a:buChar char="n"/>
              <a:tabLst>
                <a:tab pos="3851275" algn="l"/>
              </a:tabLst>
              <a:defRPr/>
            </a:pPr>
            <a:r>
              <a:rPr lang="zh-CN" altLang="en-US" sz="3200" b="1" kern="1200" dirty="0">
                <a:solidFill>
                  <a:schemeClr val="bg2"/>
                </a:solidFill>
                <a:latin typeface="Times New Roman" panose="02020603050405020304" pitchFamily="18" charset="0"/>
                <a:ea typeface="楷体" panose="02010609060101010101" pitchFamily="49" charset="-122"/>
                <a:cs typeface="+mn-cs"/>
              </a:rPr>
              <a:t>例如地址变换机构、缺页中断的产生</a:t>
            </a:r>
          </a:p>
          <a:p>
            <a:pPr marL="812800" lvl="3" indent="-355600" defTabSz="355600">
              <a:spcBef>
                <a:spcPts val="0"/>
              </a:spcBef>
              <a:buClr>
                <a:schemeClr val="bg2"/>
              </a:buClr>
              <a:buSzPct val="70000"/>
              <a:buFont typeface="Wingdings" panose="05000000000000000000" pitchFamily="2" charset="2"/>
              <a:buChar char="n"/>
              <a:tabLst>
                <a:tab pos="3851275" algn="l"/>
              </a:tabLst>
              <a:defRPr/>
            </a:pPr>
            <a:r>
              <a:rPr lang="zh-CN" altLang="en-US" sz="3200" b="1" kern="1200" dirty="0">
                <a:solidFill>
                  <a:schemeClr val="bg2"/>
                </a:solidFill>
                <a:latin typeface="Times New Roman" panose="02020603050405020304" pitchFamily="18" charset="0"/>
                <a:ea typeface="楷体" panose="02010609060101010101" pitchFamily="49" charset="-122"/>
                <a:cs typeface="+mn-cs"/>
              </a:rPr>
              <a:t>增加了系统的开销</a:t>
            </a:r>
          </a:p>
          <a:p>
            <a:pPr marL="1270000" lvl="4" indent="-355600" defTabSz="355600">
              <a:spcBef>
                <a:spcPts val="0"/>
              </a:spcBef>
              <a:buClr>
                <a:schemeClr val="bg2"/>
              </a:buClr>
              <a:buSzPct val="70000"/>
              <a:buFont typeface="Wingdings" panose="05000000000000000000" pitchFamily="2" charset="2"/>
              <a:buChar char="n"/>
              <a:tabLst>
                <a:tab pos="3851275" algn="l"/>
              </a:tabLst>
              <a:defRPr/>
            </a:pPr>
            <a:r>
              <a:rPr lang="zh-CN" altLang="en-US" sz="3200" b="1" kern="1200" dirty="0">
                <a:solidFill>
                  <a:schemeClr val="bg2"/>
                </a:solidFill>
                <a:latin typeface="Times New Roman" panose="02020603050405020304" pitchFamily="18" charset="0"/>
                <a:ea typeface="楷体" panose="02010609060101010101" pitchFamily="49" charset="-122"/>
                <a:cs typeface="+mn-cs"/>
              </a:rPr>
              <a:t>缺页中断处理程序</a:t>
            </a:r>
          </a:p>
          <a:p>
            <a:pPr marL="812800" lvl="3" indent="-355600" defTabSz="355600">
              <a:spcBef>
                <a:spcPts val="0"/>
              </a:spcBef>
              <a:buClr>
                <a:schemeClr val="bg2"/>
              </a:buClr>
              <a:buSzPct val="70000"/>
              <a:buFont typeface="Wingdings" panose="05000000000000000000" pitchFamily="2" charset="2"/>
              <a:buChar char="n"/>
              <a:tabLst>
                <a:tab pos="3851275" algn="l"/>
              </a:tabLst>
              <a:defRPr/>
            </a:pPr>
            <a:r>
              <a:rPr lang="zh-CN" altLang="en-US" sz="3200" b="1" kern="1200" dirty="0">
                <a:solidFill>
                  <a:schemeClr val="bg2"/>
                </a:solidFill>
                <a:latin typeface="Times New Roman" panose="02020603050405020304" pitchFamily="18" charset="0"/>
                <a:ea typeface="楷体" panose="02010609060101010101" pitchFamily="49" charset="-122"/>
                <a:cs typeface="+mn-cs"/>
              </a:rPr>
              <a:t>产生“抖动”的可能</a:t>
            </a:r>
          </a:p>
          <a:p>
            <a:pPr marL="812800" lvl="3" indent="-355600" defTabSz="355600">
              <a:spcBef>
                <a:spcPts val="0"/>
              </a:spcBef>
              <a:buClr>
                <a:schemeClr val="bg2"/>
              </a:buClr>
              <a:buSzPct val="70000"/>
              <a:buFont typeface="Wingdings" panose="05000000000000000000" pitchFamily="2" charset="2"/>
              <a:buChar char="n"/>
              <a:tabLst>
                <a:tab pos="3851275" algn="l"/>
              </a:tabLst>
              <a:defRPr/>
            </a:pPr>
            <a:r>
              <a:rPr lang="zh-CN" altLang="en-US" sz="3200" b="1" kern="1200" dirty="0">
                <a:solidFill>
                  <a:schemeClr val="bg2"/>
                </a:solidFill>
                <a:latin typeface="Times New Roman" panose="02020603050405020304" pitchFamily="18" charset="0"/>
                <a:ea typeface="楷体" panose="02010609060101010101" pitchFamily="49" charset="-122"/>
                <a:cs typeface="+mn-cs"/>
              </a:rPr>
              <a:t>内碎片</a:t>
            </a:r>
          </a:p>
        </p:txBody>
      </p:sp>
      <p:sp>
        <p:nvSpPr>
          <p:cNvPr id="6" name="AutoShape 7">
            <a:hlinkClick r:id="rId2" action="ppaction://hlinksldjump" highlightClick="1"/>
            <a:extLst>
              <a:ext uri="{FF2B5EF4-FFF2-40B4-BE49-F238E27FC236}">
                <a16:creationId xmlns:a16="http://schemas.microsoft.com/office/drawing/2014/main" id="{C6EA639A-5EE7-4D1D-AA75-4B9CAB274E9D}"/>
              </a:ext>
            </a:extLst>
          </p:cNvPr>
          <p:cNvSpPr>
            <a:spLocks noChangeArrowheads="1"/>
          </p:cNvSpPr>
          <p:nvPr/>
        </p:nvSpPr>
        <p:spPr bwMode="auto">
          <a:xfrm>
            <a:off x="8763000" y="6477000"/>
            <a:ext cx="381000" cy="381000"/>
          </a:xfrm>
          <a:prstGeom prst="actionButtonHome">
            <a:avLst/>
          </a:prstGeom>
          <a:solidFill>
            <a:schemeClr val="tx1">
              <a:lumMod val="85000"/>
            </a:schemeClr>
          </a:solidFill>
          <a:ln w="12700" cap="sq">
            <a:noFill/>
            <a:miter lim="800000"/>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48134520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65251">
                                            <p:txEl>
                                              <p:pRg st="1" end="1"/>
                                            </p:txEl>
                                          </p:spTgt>
                                        </p:tgtEl>
                                        <p:attrNameLst>
                                          <p:attrName>style.visibility</p:attrName>
                                        </p:attrNameLst>
                                      </p:cBhvr>
                                      <p:to>
                                        <p:strVal val="visible"/>
                                      </p:to>
                                    </p:set>
                                    <p:animEffect transition="in" filter="checkerboard(across)">
                                      <p:cBhvr>
                                        <p:cTn id="7" dur="500"/>
                                        <p:tgtEl>
                                          <p:spTgt spid="565251">
                                            <p:txEl>
                                              <p:pRg st="1" end="1"/>
                                            </p:txEl>
                                          </p:spTgt>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565251">
                                            <p:txEl>
                                              <p:pRg st="2" end="2"/>
                                            </p:txEl>
                                          </p:spTgt>
                                        </p:tgtEl>
                                        <p:attrNameLst>
                                          <p:attrName>style.visibility</p:attrName>
                                        </p:attrNameLst>
                                      </p:cBhvr>
                                      <p:to>
                                        <p:strVal val="visible"/>
                                      </p:to>
                                    </p:set>
                                    <p:animEffect transition="in" filter="checkerboard(across)">
                                      <p:cBhvr>
                                        <p:cTn id="10" dur="500"/>
                                        <p:tgtEl>
                                          <p:spTgt spid="565251">
                                            <p:txEl>
                                              <p:pRg st="2" end="2"/>
                                            </p:txEl>
                                          </p:spTgt>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565251">
                                            <p:txEl>
                                              <p:pRg st="3" end="3"/>
                                            </p:txEl>
                                          </p:spTgt>
                                        </p:tgtEl>
                                        <p:attrNameLst>
                                          <p:attrName>style.visibility</p:attrName>
                                        </p:attrNameLst>
                                      </p:cBhvr>
                                      <p:to>
                                        <p:strVal val="visible"/>
                                      </p:to>
                                    </p:set>
                                    <p:animEffect transition="in" filter="checkerboard(across)">
                                      <p:cBhvr>
                                        <p:cTn id="13" dur="500"/>
                                        <p:tgtEl>
                                          <p:spTgt spid="565251">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565251">
                                            <p:txEl>
                                              <p:pRg st="5" end="5"/>
                                            </p:txEl>
                                          </p:spTgt>
                                        </p:tgtEl>
                                        <p:attrNameLst>
                                          <p:attrName>style.visibility</p:attrName>
                                        </p:attrNameLst>
                                      </p:cBhvr>
                                      <p:to>
                                        <p:strVal val="visible"/>
                                      </p:to>
                                    </p:set>
                                    <p:animEffect transition="in" filter="fade">
                                      <p:cBhvr>
                                        <p:cTn id="18" dur="500"/>
                                        <p:tgtEl>
                                          <p:spTgt spid="565251">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565251">
                                            <p:txEl>
                                              <p:pRg st="6" end="6"/>
                                            </p:txEl>
                                          </p:spTgt>
                                        </p:tgtEl>
                                        <p:attrNameLst>
                                          <p:attrName>style.visibility</p:attrName>
                                        </p:attrNameLst>
                                      </p:cBhvr>
                                      <p:to>
                                        <p:strVal val="visible"/>
                                      </p:to>
                                    </p:set>
                                    <p:animEffect transition="in" filter="fade">
                                      <p:cBhvr>
                                        <p:cTn id="21" dur="500"/>
                                        <p:tgtEl>
                                          <p:spTgt spid="565251">
                                            <p:txEl>
                                              <p:pRg st="6" end="6"/>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565251">
                                            <p:txEl>
                                              <p:pRg st="7" end="7"/>
                                            </p:txEl>
                                          </p:spTgt>
                                        </p:tgtEl>
                                        <p:attrNameLst>
                                          <p:attrName>style.visibility</p:attrName>
                                        </p:attrNameLst>
                                      </p:cBhvr>
                                      <p:to>
                                        <p:strVal val="visible"/>
                                      </p:to>
                                    </p:set>
                                    <p:animEffect transition="in" filter="fade">
                                      <p:cBhvr>
                                        <p:cTn id="24" dur="500"/>
                                        <p:tgtEl>
                                          <p:spTgt spid="565251">
                                            <p:txEl>
                                              <p:pRg st="7" end="7"/>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565251">
                                            <p:txEl>
                                              <p:pRg st="8" end="8"/>
                                            </p:txEl>
                                          </p:spTgt>
                                        </p:tgtEl>
                                        <p:attrNameLst>
                                          <p:attrName>style.visibility</p:attrName>
                                        </p:attrNameLst>
                                      </p:cBhvr>
                                      <p:to>
                                        <p:strVal val="visible"/>
                                      </p:to>
                                    </p:set>
                                    <p:animEffect transition="in" filter="fade">
                                      <p:cBhvr>
                                        <p:cTn id="27" dur="500"/>
                                        <p:tgtEl>
                                          <p:spTgt spid="565251">
                                            <p:txEl>
                                              <p:pRg st="8" end="8"/>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565251">
                                            <p:txEl>
                                              <p:pRg st="9" end="9"/>
                                            </p:txEl>
                                          </p:spTgt>
                                        </p:tgtEl>
                                        <p:attrNameLst>
                                          <p:attrName>style.visibility</p:attrName>
                                        </p:attrNameLst>
                                      </p:cBhvr>
                                      <p:to>
                                        <p:strVal val="visible"/>
                                      </p:to>
                                    </p:set>
                                    <p:animEffect transition="in" filter="fade">
                                      <p:cBhvr>
                                        <p:cTn id="30" dur="500"/>
                                        <p:tgtEl>
                                          <p:spTgt spid="565251">
                                            <p:txEl>
                                              <p:pRg st="9" end="9"/>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565251">
                                            <p:txEl>
                                              <p:pRg st="10" end="10"/>
                                            </p:txEl>
                                          </p:spTgt>
                                        </p:tgtEl>
                                        <p:attrNameLst>
                                          <p:attrName>style.visibility</p:attrName>
                                        </p:attrNameLst>
                                      </p:cBhvr>
                                      <p:to>
                                        <p:strVal val="visible"/>
                                      </p:to>
                                    </p:set>
                                    <p:animEffect transition="in" filter="fade">
                                      <p:cBhvr>
                                        <p:cTn id="33" dur="500"/>
                                        <p:tgtEl>
                                          <p:spTgt spid="565251">
                                            <p:txEl>
                                              <p:pRg st="10" end="10"/>
                                            </p:txEl>
                                          </p:spTgt>
                                        </p:tgtEl>
                                      </p:cBhvr>
                                    </p:animEffect>
                                  </p:childTnLst>
                                </p:cTn>
                              </p:par>
                            </p:childTnLst>
                          </p:cTn>
                        </p:par>
                        <p:par>
                          <p:cTn id="34" fill="hold">
                            <p:stCondLst>
                              <p:cond delay="500"/>
                            </p:stCondLst>
                            <p:childTnLst>
                              <p:par>
                                <p:cTn id="35" presetID="2" presetClass="entr" presetSubtype="8" fill="hold" grpId="0" nodeType="after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 fill="hold"/>
                                        <p:tgtEl>
                                          <p:spTgt spid="6"/>
                                        </p:tgtEl>
                                        <p:attrNameLst>
                                          <p:attrName>ppt_x</p:attrName>
                                        </p:attrNameLst>
                                      </p:cBhvr>
                                      <p:tavLst>
                                        <p:tav tm="0">
                                          <p:val>
                                            <p:strVal val="0-#ppt_w/2"/>
                                          </p:val>
                                        </p:tav>
                                        <p:tav tm="100000">
                                          <p:val>
                                            <p:strVal val="#ppt_x"/>
                                          </p:val>
                                        </p:tav>
                                      </p:tavLst>
                                    </p:anim>
                                    <p:anim calcmode="lin" valueType="num">
                                      <p:cBhvr additive="base">
                                        <p:cTn id="3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5251" grpId="0" uiExpand="1" build="p" bldLvl="2"/>
      <p:bldP spid="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hlinkClick r:id="" action="ppaction://noaction"/>
            <a:extLst>
              <a:ext uri="{FF2B5EF4-FFF2-40B4-BE49-F238E27FC236}">
                <a16:creationId xmlns:a16="http://schemas.microsoft.com/office/drawing/2014/main" id="{40372430-5D11-4426-AF05-CDCF96A15F92}"/>
              </a:ext>
            </a:extLst>
          </p:cNvPr>
          <p:cNvSpPr/>
          <p:nvPr/>
        </p:nvSpPr>
        <p:spPr>
          <a:xfrm>
            <a:off x="2123728" y="0"/>
            <a:ext cx="4896544" cy="835613"/>
          </a:xfrm>
          <a:prstGeom prst="rect">
            <a:avLst/>
          </a:prstGeom>
        </p:spPr>
        <p:txBody>
          <a:bodyPr wrap="square">
            <a:spAutoFit/>
          </a:bodyPr>
          <a:lstStyle/>
          <a:p>
            <a:pPr marL="457200" indent="-457200">
              <a:lnSpc>
                <a:spcPct val="120000"/>
              </a:lnSpc>
              <a:spcBef>
                <a:spcPts val="600"/>
              </a:spcBef>
              <a:buClr>
                <a:schemeClr val="folHlink"/>
              </a:buClr>
              <a:buSzPct val="75000"/>
              <a:defRPr/>
            </a:pPr>
            <a:r>
              <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rPr>
              <a:t>8.6  </a:t>
            </a:r>
            <a:r>
              <a:rPr lang="zh-CN" altLang="en-US" sz="4400" dirty="0">
                <a:solidFill>
                  <a:srgbClr val="C00000"/>
                </a:solidFill>
                <a:effectLst>
                  <a:outerShdw blurRad="38100" dist="38100" dir="2700000" algn="tl">
                    <a:srgbClr val="000000"/>
                  </a:outerShdw>
                </a:effectLst>
                <a:latin typeface="Times New Roman" pitchFamily="18" charset="0"/>
                <a:ea typeface="楷体_GB2312" pitchFamily="49" charset="-122"/>
              </a:rPr>
              <a:t>内存映射文件</a:t>
            </a:r>
            <a:endPar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6" name="Text Box 3">
            <a:extLst>
              <a:ext uri="{FF2B5EF4-FFF2-40B4-BE49-F238E27FC236}">
                <a16:creationId xmlns:a16="http://schemas.microsoft.com/office/drawing/2014/main" id="{97238573-BB87-4D5A-BA88-8F1E0529EDCE}"/>
              </a:ext>
            </a:extLst>
          </p:cNvPr>
          <p:cNvSpPr txBox="1">
            <a:spLocks noChangeArrowheads="1"/>
          </p:cNvSpPr>
          <p:nvPr/>
        </p:nvSpPr>
        <p:spPr bwMode="auto">
          <a:xfrm>
            <a:off x="2411760" y="3375714"/>
            <a:ext cx="598878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lvl="1" eaLnBrk="1" hangingPunct="1">
              <a:spcBef>
                <a:spcPct val="0"/>
              </a:spcBef>
              <a:buClrTx/>
              <a:buSzTx/>
              <a:buFontTx/>
              <a:buNone/>
              <a:defRPr/>
            </a:pPr>
            <a:r>
              <a:rPr lang="en-US" altLang="zh-CN" sz="4000" dirty="0">
                <a:solidFill>
                  <a:srgbClr val="B2622C"/>
                </a:solidFill>
                <a:effectLst>
                  <a:outerShdw blurRad="38100" dist="38100" dir="2700000" algn="tl">
                    <a:srgbClr val="000000"/>
                  </a:outerShdw>
                </a:effectLst>
                <a:latin typeface="+mj-lt"/>
                <a:ea typeface="楷体_GB2312" pitchFamily="49" charset="-122"/>
                <a:cs typeface="+mj-cs"/>
              </a:rPr>
              <a:t>Windows</a:t>
            </a:r>
            <a:r>
              <a:rPr lang="zh-CN" altLang="en-US" sz="4000" dirty="0">
                <a:solidFill>
                  <a:srgbClr val="B2622C"/>
                </a:solidFill>
                <a:effectLst>
                  <a:outerShdw blurRad="38100" dist="38100" dir="2700000" algn="tl">
                    <a:srgbClr val="000000"/>
                  </a:outerShdw>
                </a:effectLst>
                <a:latin typeface="+mj-lt"/>
                <a:ea typeface="楷体_GB2312" pitchFamily="49" charset="-122"/>
                <a:cs typeface="+mj-cs"/>
              </a:rPr>
              <a:t>下的内存共享</a:t>
            </a:r>
          </a:p>
        </p:txBody>
      </p:sp>
      <p:sp>
        <p:nvSpPr>
          <p:cNvPr id="9" name="Text Box 3">
            <a:extLst>
              <a:ext uri="{FF2B5EF4-FFF2-40B4-BE49-F238E27FC236}">
                <a16:creationId xmlns:a16="http://schemas.microsoft.com/office/drawing/2014/main" id="{B9945FCC-EAF2-4989-A2F2-687D9A30789D}"/>
              </a:ext>
            </a:extLst>
          </p:cNvPr>
          <p:cNvSpPr txBox="1">
            <a:spLocks noChangeArrowheads="1"/>
          </p:cNvSpPr>
          <p:nvPr/>
        </p:nvSpPr>
        <p:spPr bwMode="auto">
          <a:xfrm>
            <a:off x="2412000" y="2482628"/>
            <a:ext cx="317481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lvl="1" eaLnBrk="1" hangingPunct="1">
              <a:spcBef>
                <a:spcPct val="0"/>
              </a:spcBef>
              <a:buNone/>
              <a:defRPr/>
            </a:pPr>
            <a:r>
              <a:rPr lang="zh-CN" altLang="zh-CN" sz="4000" dirty="0">
                <a:solidFill>
                  <a:srgbClr val="B2622C"/>
                </a:solidFill>
                <a:effectLst>
                  <a:outerShdw blurRad="38100" dist="38100" dir="2700000" algn="tl">
                    <a:srgbClr val="000000"/>
                  </a:outerShdw>
                </a:effectLst>
                <a:latin typeface="+mj-lt"/>
                <a:ea typeface="楷体_GB2312" pitchFamily="49" charset="-122"/>
                <a:cs typeface="+mj-cs"/>
              </a:rPr>
              <a:t>应用</a:t>
            </a:r>
            <a:r>
              <a:rPr lang="zh-CN" altLang="en-US" sz="4000" dirty="0">
                <a:solidFill>
                  <a:srgbClr val="B2622C"/>
                </a:solidFill>
                <a:effectLst>
                  <a:outerShdw blurRad="38100" dist="38100" dir="2700000" algn="tl">
                    <a:srgbClr val="000000"/>
                  </a:outerShdw>
                </a:effectLst>
                <a:latin typeface="+mj-lt"/>
                <a:ea typeface="楷体_GB2312" pitchFamily="49" charset="-122"/>
                <a:cs typeface="+mj-cs"/>
              </a:rPr>
              <a:t>场合</a:t>
            </a:r>
          </a:p>
        </p:txBody>
      </p:sp>
      <p:sp>
        <p:nvSpPr>
          <p:cNvPr id="10" name="Text Box 3">
            <a:extLst>
              <a:ext uri="{FF2B5EF4-FFF2-40B4-BE49-F238E27FC236}">
                <a16:creationId xmlns:a16="http://schemas.microsoft.com/office/drawing/2014/main" id="{4B357C01-EEC9-4F9E-B050-2230BEB2CC50}"/>
              </a:ext>
            </a:extLst>
          </p:cNvPr>
          <p:cNvSpPr txBox="1">
            <a:spLocks noChangeArrowheads="1"/>
          </p:cNvSpPr>
          <p:nvPr/>
        </p:nvSpPr>
        <p:spPr bwMode="auto">
          <a:xfrm>
            <a:off x="2411760" y="1556792"/>
            <a:ext cx="322832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lvl="1" eaLnBrk="1" hangingPunct="1">
              <a:spcBef>
                <a:spcPct val="0"/>
              </a:spcBef>
              <a:buNone/>
              <a:defRPr/>
            </a:pPr>
            <a:r>
              <a:rPr lang="zh-CN" altLang="en-US" sz="4000" dirty="0">
                <a:solidFill>
                  <a:srgbClr val="B2622C"/>
                </a:solidFill>
                <a:effectLst>
                  <a:outerShdw blurRad="38100" dist="38100" dir="2700000" algn="tl">
                    <a:srgbClr val="000000"/>
                  </a:outerShdw>
                </a:effectLst>
                <a:latin typeface="+mj-lt"/>
                <a:ea typeface="楷体_GB2312" pitchFamily="49" charset="-122"/>
                <a:cs typeface="+mj-cs"/>
              </a:rPr>
              <a:t>基本机制</a:t>
            </a:r>
          </a:p>
        </p:txBody>
      </p:sp>
      <p:sp>
        <p:nvSpPr>
          <p:cNvPr id="12"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 name="矩形 1"/>
          <p:cNvSpPr/>
          <p:nvPr/>
        </p:nvSpPr>
        <p:spPr>
          <a:xfrm>
            <a:off x="2411760" y="4364042"/>
            <a:ext cx="5354351" cy="707886"/>
          </a:xfrm>
          <a:prstGeom prst="rect">
            <a:avLst/>
          </a:prstGeom>
        </p:spPr>
        <p:txBody>
          <a:bodyPr wrap="none">
            <a:spAutoFit/>
          </a:bodyPr>
          <a:lstStyle/>
          <a:p>
            <a:pPr marL="0" lvl="1" indent="-285750" eaLnBrk="1" hangingPunct="1">
              <a:defRPr/>
            </a:pPr>
            <a:r>
              <a:rPr lang="zh-CN" altLang="en-US" sz="4000" dirty="0">
                <a:solidFill>
                  <a:srgbClr val="B2622C"/>
                </a:solidFill>
                <a:effectLst>
                  <a:outerShdw blurRad="38100" dist="38100" dir="2700000" algn="tl">
                    <a:srgbClr val="000000"/>
                  </a:outerShdw>
                </a:effectLst>
                <a:latin typeface="+mj-lt"/>
                <a:ea typeface="楷体_GB2312" pitchFamily="49" charset="-122"/>
                <a:cs typeface="+mj-cs"/>
              </a:rPr>
              <a:t>基于</a:t>
            </a:r>
            <a:r>
              <a:rPr lang="en-US" altLang="zh-CN" sz="4000" dirty="0">
                <a:solidFill>
                  <a:srgbClr val="B2622C"/>
                </a:solidFill>
                <a:effectLst>
                  <a:outerShdw blurRad="38100" dist="38100" dir="2700000" algn="tl">
                    <a:srgbClr val="000000"/>
                  </a:outerShdw>
                </a:effectLst>
                <a:latin typeface="+mj-lt"/>
                <a:ea typeface="楷体_GB2312" pitchFamily="49" charset="-122"/>
                <a:cs typeface="+mj-cs"/>
              </a:rPr>
              <a:t>POSIX</a:t>
            </a:r>
            <a:r>
              <a:rPr lang="zh-CN" altLang="en-US" sz="4000" dirty="0">
                <a:solidFill>
                  <a:srgbClr val="B2622C"/>
                </a:solidFill>
                <a:effectLst>
                  <a:outerShdw blurRad="38100" dist="38100" dir="2700000" algn="tl">
                    <a:srgbClr val="000000"/>
                  </a:outerShdw>
                </a:effectLst>
                <a:latin typeface="+mj-lt"/>
                <a:ea typeface="楷体_GB2312" pitchFamily="49" charset="-122"/>
                <a:cs typeface="+mj-cs"/>
              </a:rPr>
              <a:t>的共享内存</a:t>
            </a:r>
          </a:p>
        </p:txBody>
      </p:sp>
    </p:spTree>
    <p:extLst>
      <p:ext uri="{BB962C8B-B14F-4D97-AF65-F5344CB8AC3E}">
        <p14:creationId xmlns:p14="http://schemas.microsoft.com/office/powerpoint/2010/main" val="994222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1+#ppt_w/2"/>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a:extLst>
              <a:ext uri="{FF2B5EF4-FFF2-40B4-BE49-F238E27FC236}">
                <a16:creationId xmlns:a16="http://schemas.microsoft.com/office/drawing/2014/main" id="{97D9DA53-E2B7-48F7-8A9C-708E9DE99503}"/>
              </a:ext>
            </a:extLst>
          </p:cNvPr>
          <p:cNvSpPr txBox="1">
            <a:spLocks noChangeArrowheads="1"/>
          </p:cNvSpPr>
          <p:nvPr/>
        </p:nvSpPr>
        <p:spPr bwMode="auto">
          <a:xfrm>
            <a:off x="2915642" y="11151"/>
            <a:ext cx="3312716"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lvl="1" algn="ctr" eaLnBrk="1" hangingPunct="1">
              <a:spcBef>
                <a:spcPct val="0"/>
              </a:spcBef>
              <a:buNone/>
              <a:defRPr/>
            </a:pPr>
            <a:r>
              <a:rPr lang="zh-CN" altLang="en-US" sz="4400" dirty="0">
                <a:solidFill>
                  <a:srgbClr val="B2622C"/>
                </a:solidFill>
                <a:effectLst>
                  <a:outerShdw blurRad="38100" dist="38100" dir="2700000" algn="tl">
                    <a:srgbClr val="000000"/>
                  </a:outerShdw>
                </a:effectLst>
                <a:latin typeface="+mj-lt"/>
                <a:ea typeface="楷体_GB2312" pitchFamily="49" charset="-122"/>
                <a:cs typeface="+mj-cs"/>
              </a:rPr>
              <a:t>基 本 机 制</a:t>
            </a:r>
          </a:p>
        </p:txBody>
      </p:sp>
      <p:sp>
        <p:nvSpPr>
          <p:cNvPr id="6" name="Rectangle 3">
            <a:extLst>
              <a:ext uri="{FF2B5EF4-FFF2-40B4-BE49-F238E27FC236}">
                <a16:creationId xmlns:a16="http://schemas.microsoft.com/office/drawing/2014/main" id="{CD470A0C-D53F-4870-AF0E-7DA8C4D4E748}"/>
              </a:ext>
            </a:extLst>
          </p:cNvPr>
          <p:cNvSpPr txBox="1">
            <a:spLocks noChangeArrowheads="1"/>
          </p:cNvSpPr>
          <p:nvPr/>
        </p:nvSpPr>
        <p:spPr>
          <a:xfrm>
            <a:off x="107504" y="980728"/>
            <a:ext cx="9324528" cy="5420072"/>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spcBef>
                <a:spcPts val="0"/>
              </a:spcBef>
              <a:buClr>
                <a:schemeClr val="bg1"/>
              </a:buClr>
              <a:buSzPct val="80000"/>
              <a:buFont typeface="Wingdings" panose="05000000000000000000" pitchFamily="2" charset="2"/>
              <a:buChar char="n"/>
              <a:tabLst>
                <a:tab pos="3851275" algn="l"/>
              </a:tabLst>
              <a:defRPr/>
            </a:pPr>
            <a:r>
              <a:rPr lang="zh-CN" altLang="en-US" sz="3200" dirty="0">
                <a:solidFill>
                  <a:schemeClr val="bg1"/>
                </a:solidFill>
                <a:latin typeface="+mj-lt"/>
                <a:ea typeface="楷体" panose="02010609060101010101" pitchFamily="49" charset="-122"/>
              </a:rPr>
              <a:t>将磁盘块映射到内存中的页框，将文件</a:t>
            </a:r>
            <a:r>
              <a:rPr lang="en-US" altLang="zh-CN" sz="3200" dirty="0">
                <a:solidFill>
                  <a:schemeClr val="bg1"/>
                </a:solidFill>
                <a:latin typeface="+mj-lt"/>
                <a:ea typeface="楷体" panose="02010609060101010101" pitchFamily="49" charset="-122"/>
              </a:rPr>
              <a:t>I / O</a:t>
            </a:r>
            <a:r>
              <a:rPr lang="zh-CN" altLang="en-US" sz="3200" dirty="0">
                <a:solidFill>
                  <a:schemeClr val="bg1"/>
                </a:solidFill>
                <a:latin typeface="+mj-lt"/>
                <a:ea typeface="楷体" panose="02010609060101010101" pitchFamily="49" charset="-122"/>
              </a:rPr>
              <a:t>视为内存访问</a:t>
            </a:r>
            <a:endParaRPr lang="en-US" altLang="en-US" sz="3200" dirty="0">
              <a:solidFill>
                <a:schemeClr val="bg1"/>
              </a:solidFill>
              <a:latin typeface="+mj-lt"/>
              <a:ea typeface="楷体" panose="02010609060101010101" pitchFamily="49" charset="-122"/>
            </a:endParaRPr>
          </a:p>
          <a:p>
            <a:pPr marL="355600" lvl="2" indent="-355600" defTabSz="355600">
              <a:spcBef>
                <a:spcPts val="0"/>
              </a:spcBef>
              <a:buClr>
                <a:schemeClr val="bg1"/>
              </a:buClr>
              <a:buSzPct val="80000"/>
              <a:buFont typeface="Wingdings" panose="05000000000000000000" pitchFamily="2" charset="2"/>
              <a:buChar char="n"/>
              <a:tabLst>
                <a:tab pos="3851275" algn="l"/>
              </a:tabLst>
              <a:defRPr/>
            </a:pPr>
            <a:r>
              <a:rPr lang="zh-CN" altLang="en-US" sz="3200" dirty="0" smtClean="0">
                <a:solidFill>
                  <a:schemeClr val="bg1"/>
                </a:solidFill>
                <a:latin typeface="+mj-lt"/>
                <a:ea typeface="楷体" panose="02010609060101010101" pitchFamily="49" charset="-122"/>
              </a:rPr>
              <a:t>文件最初读取</a:t>
            </a:r>
            <a:r>
              <a:rPr lang="zh-CN" altLang="en-US" sz="3200" dirty="0">
                <a:solidFill>
                  <a:schemeClr val="bg1"/>
                </a:solidFill>
                <a:latin typeface="+mj-lt"/>
                <a:ea typeface="楷体" panose="02010609060101010101" pitchFamily="49" charset="-122"/>
              </a:rPr>
              <a:t>：</a:t>
            </a:r>
            <a:r>
              <a:rPr lang="zh-CN" altLang="en-US" sz="3200" dirty="0" smtClean="0">
                <a:solidFill>
                  <a:schemeClr val="bg1"/>
                </a:solidFill>
                <a:latin typeface="+mj-lt"/>
                <a:ea typeface="楷体" panose="02010609060101010101" pitchFamily="49" charset="-122"/>
              </a:rPr>
              <a:t>使用</a:t>
            </a:r>
            <a:r>
              <a:rPr lang="zh-CN" altLang="en-US" sz="3200" dirty="0">
                <a:solidFill>
                  <a:schemeClr val="bg1"/>
                </a:solidFill>
                <a:latin typeface="+mj-lt"/>
                <a:ea typeface="楷体" panose="02010609060101010101" pitchFamily="49" charset="-122"/>
              </a:rPr>
              <a:t>请求分</a:t>
            </a:r>
            <a:r>
              <a:rPr lang="zh-CN" altLang="en-US" sz="3200" dirty="0" smtClean="0">
                <a:solidFill>
                  <a:schemeClr val="bg1"/>
                </a:solidFill>
                <a:latin typeface="+mj-lt"/>
                <a:ea typeface="楷体" panose="02010609060101010101" pitchFamily="49" charset="-122"/>
              </a:rPr>
              <a:t>页</a:t>
            </a:r>
            <a:r>
              <a:rPr lang="zh-CN" altLang="en-US" sz="2800" dirty="0" smtClean="0">
                <a:solidFill>
                  <a:schemeClr val="bg2"/>
                </a:solidFill>
                <a:latin typeface="Times New Roman" panose="02020603050405020304" pitchFamily="18" charset="0"/>
                <a:ea typeface="楷体" panose="02010609060101010101" pitchFamily="49" charset="-122"/>
              </a:rPr>
              <a:t>将文件从</a:t>
            </a:r>
            <a:r>
              <a:rPr lang="zh-CN" altLang="en-US" sz="2800" dirty="0">
                <a:solidFill>
                  <a:schemeClr val="bg2"/>
                </a:solidFill>
                <a:latin typeface="Times New Roman" panose="02020603050405020304" pitchFamily="18" charset="0"/>
                <a:ea typeface="楷体" panose="02010609060101010101" pitchFamily="49" charset="-122"/>
              </a:rPr>
              <a:t>文件系统读取到物理</a:t>
            </a:r>
            <a:r>
              <a:rPr lang="zh-CN" altLang="en-US" sz="2800" dirty="0" smtClean="0">
                <a:solidFill>
                  <a:schemeClr val="bg2"/>
                </a:solidFill>
                <a:latin typeface="Times New Roman" panose="02020603050405020304" pitchFamily="18" charset="0"/>
                <a:ea typeface="楷体" panose="02010609060101010101" pitchFamily="49" charset="-122"/>
              </a:rPr>
              <a:t>页面</a:t>
            </a:r>
            <a:endParaRPr lang="en-US" altLang="en-US" sz="2800" dirty="0">
              <a:solidFill>
                <a:schemeClr val="bg2"/>
              </a:solidFill>
              <a:latin typeface="Times New Roman" panose="02020603050405020304" pitchFamily="18" charset="0"/>
              <a:ea typeface="楷体" panose="02010609060101010101" pitchFamily="49" charset="-122"/>
            </a:endParaRPr>
          </a:p>
          <a:p>
            <a:pPr marL="355600" lvl="2" indent="-355600" defTabSz="355600">
              <a:spcBef>
                <a:spcPts val="0"/>
              </a:spcBef>
              <a:buClr>
                <a:schemeClr val="bg1"/>
              </a:buClr>
              <a:buSzPct val="80000"/>
              <a:buFont typeface="Wingdings" panose="05000000000000000000" pitchFamily="2" charset="2"/>
              <a:buChar char="n"/>
              <a:tabLst>
                <a:tab pos="3851275" algn="l"/>
              </a:tabLst>
              <a:defRPr/>
            </a:pPr>
            <a:r>
              <a:rPr lang="zh-CN" altLang="en-US" sz="3200" dirty="0" smtClean="0">
                <a:solidFill>
                  <a:schemeClr val="bg1"/>
                </a:solidFill>
                <a:latin typeface="+mj-lt"/>
                <a:ea typeface="楷体" panose="02010609060101010101" pitchFamily="49" charset="-122"/>
              </a:rPr>
              <a:t>文件</a:t>
            </a:r>
            <a:r>
              <a:rPr lang="zh-CN" altLang="en-US" sz="3200" dirty="0">
                <a:solidFill>
                  <a:schemeClr val="bg1"/>
                </a:solidFill>
                <a:latin typeface="+mj-lt"/>
                <a:ea typeface="楷体" panose="02010609060101010101" pitchFamily="49" charset="-122"/>
              </a:rPr>
              <a:t>的后续读</a:t>
            </a:r>
            <a:r>
              <a:rPr lang="en-US" altLang="zh-CN" sz="3200" dirty="0">
                <a:solidFill>
                  <a:schemeClr val="bg1"/>
                </a:solidFill>
                <a:latin typeface="+mj-lt"/>
                <a:ea typeface="楷体" panose="02010609060101010101" pitchFamily="49" charset="-122"/>
              </a:rPr>
              <a:t>/</a:t>
            </a:r>
            <a:r>
              <a:rPr lang="zh-CN" altLang="en-US" sz="3200" dirty="0" smtClean="0">
                <a:solidFill>
                  <a:schemeClr val="bg1"/>
                </a:solidFill>
                <a:latin typeface="+mj-lt"/>
                <a:ea typeface="楷体" panose="02010609060101010101" pitchFamily="49" charset="-122"/>
              </a:rPr>
              <a:t>写：被</a:t>
            </a:r>
            <a:r>
              <a:rPr lang="zh-CN" altLang="en-US" sz="3200" dirty="0">
                <a:solidFill>
                  <a:schemeClr val="bg1"/>
                </a:solidFill>
                <a:latin typeface="+mj-lt"/>
                <a:ea typeface="楷体" panose="02010609060101010101" pitchFamily="49" charset="-122"/>
              </a:rPr>
              <a:t>视为普通内存访问</a:t>
            </a:r>
            <a:endParaRPr lang="en-US" altLang="zh-CN" sz="3200" dirty="0">
              <a:solidFill>
                <a:schemeClr val="bg1"/>
              </a:solidFill>
              <a:latin typeface="+mj-lt"/>
              <a:ea typeface="楷体" panose="02010609060101010101" pitchFamily="49" charset="-122"/>
            </a:endParaRPr>
          </a:p>
          <a:p>
            <a:pPr marL="812800" lvl="3" indent="-355600" defTabSz="355600">
              <a:spcBef>
                <a:spcPts val="0"/>
              </a:spcBef>
              <a:buClr>
                <a:schemeClr val="bg2"/>
              </a:buClr>
              <a:buSzPct val="70000"/>
              <a:buFont typeface="Wingdings" panose="05000000000000000000" pitchFamily="2" charset="2"/>
              <a:buChar char="n"/>
              <a:tabLst>
                <a:tab pos="3851275" algn="l"/>
              </a:tabLst>
              <a:defRPr/>
            </a:pPr>
            <a:r>
              <a:rPr lang="zh-CN" altLang="en-US" sz="2800" dirty="0">
                <a:solidFill>
                  <a:schemeClr val="bg2"/>
                </a:solidFill>
                <a:latin typeface="Times New Roman" panose="02020603050405020304" pitchFamily="18" charset="0"/>
                <a:ea typeface="楷体" panose="02010609060101010101" pitchFamily="49" charset="-122"/>
              </a:rPr>
              <a:t>通过内存驱动的文件</a:t>
            </a:r>
            <a:r>
              <a:rPr lang="en-US" altLang="zh-CN" sz="2800" dirty="0">
                <a:solidFill>
                  <a:schemeClr val="bg2"/>
                </a:solidFill>
                <a:latin typeface="Times New Roman" panose="02020603050405020304" pitchFamily="18" charset="0"/>
                <a:ea typeface="楷体" panose="02010609060101010101" pitchFamily="49" charset="-122"/>
              </a:rPr>
              <a:t>I / O</a:t>
            </a:r>
            <a:r>
              <a:rPr lang="zh-CN" altLang="en-US" sz="2800" dirty="0">
                <a:solidFill>
                  <a:schemeClr val="bg2"/>
                </a:solidFill>
                <a:latin typeface="Times New Roman" panose="02020603050405020304" pitchFamily="18" charset="0"/>
                <a:ea typeface="楷体" panose="02010609060101010101" pitchFamily="49" charset="-122"/>
              </a:rPr>
              <a:t>简化和加速文件访问</a:t>
            </a:r>
            <a:endParaRPr lang="en-US" altLang="zh-CN" sz="2800" dirty="0">
              <a:solidFill>
                <a:schemeClr val="bg2"/>
              </a:solidFill>
              <a:latin typeface="Times New Roman" panose="02020603050405020304" pitchFamily="18" charset="0"/>
              <a:ea typeface="楷体" panose="02010609060101010101" pitchFamily="49" charset="-122"/>
            </a:endParaRPr>
          </a:p>
          <a:p>
            <a:pPr marL="355600" lvl="2" indent="-355600" defTabSz="355600">
              <a:spcBef>
                <a:spcPts val="0"/>
              </a:spcBef>
              <a:buClr>
                <a:schemeClr val="bg1"/>
              </a:buClr>
              <a:buSzPct val="80000"/>
              <a:buFont typeface="Wingdings" panose="05000000000000000000" pitchFamily="2" charset="2"/>
              <a:buChar char="n"/>
              <a:tabLst>
                <a:tab pos="3851275" algn="l"/>
              </a:tabLst>
              <a:defRPr/>
            </a:pPr>
            <a:r>
              <a:rPr lang="zh-CN" altLang="en-US" sz="3200" dirty="0">
                <a:solidFill>
                  <a:schemeClr val="bg1"/>
                </a:solidFill>
                <a:latin typeface="+mj-lt"/>
                <a:ea typeface="楷体" panose="02010609060101010101" pitchFamily="49" charset="-122"/>
              </a:rPr>
              <a:t>允许多个进程映射相同的文件，以共享内存中的页面</a:t>
            </a:r>
            <a:endParaRPr lang="en-US" altLang="zh-CN" sz="3200" dirty="0">
              <a:solidFill>
                <a:schemeClr val="bg1"/>
              </a:solidFill>
              <a:latin typeface="+mj-lt"/>
              <a:ea typeface="楷体" panose="02010609060101010101" pitchFamily="49" charset="-122"/>
            </a:endParaRPr>
          </a:p>
          <a:p>
            <a:pPr marL="355600" lvl="2" indent="-355600" defTabSz="355600">
              <a:spcBef>
                <a:spcPts val="0"/>
              </a:spcBef>
              <a:buClr>
                <a:schemeClr val="bg1"/>
              </a:buClr>
              <a:buSzPct val="80000"/>
              <a:buFont typeface="Wingdings" panose="05000000000000000000" pitchFamily="2" charset="2"/>
              <a:buChar char="n"/>
              <a:tabLst>
                <a:tab pos="3851275" algn="l"/>
              </a:tabLst>
              <a:defRPr/>
            </a:pPr>
            <a:r>
              <a:rPr lang="zh-CN" altLang="en-US" sz="3200" dirty="0">
                <a:solidFill>
                  <a:schemeClr val="bg1"/>
                </a:solidFill>
                <a:latin typeface="+mj-lt"/>
                <a:ea typeface="楷体" panose="02010609060101010101" pitchFamily="49" charset="-122"/>
              </a:rPr>
              <a:t>数据什么时候写入到磁盘？</a:t>
            </a:r>
            <a:endParaRPr lang="en-US" altLang="zh-CN" sz="3200" dirty="0">
              <a:solidFill>
                <a:schemeClr val="bg1"/>
              </a:solidFill>
              <a:latin typeface="+mj-lt"/>
              <a:ea typeface="楷体" panose="02010609060101010101" pitchFamily="49" charset="-122"/>
            </a:endParaRPr>
          </a:p>
          <a:p>
            <a:pPr marL="812800" lvl="3" indent="-355600" defTabSz="355600">
              <a:spcBef>
                <a:spcPts val="0"/>
              </a:spcBef>
              <a:buClr>
                <a:schemeClr val="bg2"/>
              </a:buClr>
              <a:buSzPct val="70000"/>
              <a:buFont typeface="Wingdings" panose="05000000000000000000" pitchFamily="2" charset="2"/>
              <a:buChar char="n"/>
              <a:tabLst>
                <a:tab pos="3851275" algn="l"/>
              </a:tabLst>
              <a:defRPr/>
            </a:pPr>
            <a:r>
              <a:rPr lang="zh-CN" altLang="en-US" sz="2800" dirty="0">
                <a:solidFill>
                  <a:schemeClr val="bg2"/>
                </a:solidFill>
                <a:latin typeface="Times New Roman" panose="02020603050405020304" pitchFamily="18" charset="0"/>
                <a:ea typeface="楷体" panose="02010609060101010101" pitchFamily="49" charset="-122"/>
              </a:rPr>
              <a:t>定期检查是否被修改</a:t>
            </a:r>
            <a:r>
              <a:rPr lang="en-US" altLang="en-US" sz="2800" dirty="0">
                <a:solidFill>
                  <a:schemeClr val="bg2"/>
                </a:solidFill>
                <a:latin typeface="Times New Roman" panose="02020603050405020304" pitchFamily="18" charset="0"/>
                <a:ea typeface="楷体" panose="02010609060101010101" pitchFamily="49" charset="-122"/>
              </a:rPr>
              <a:t> / </a:t>
            </a:r>
            <a:r>
              <a:rPr lang="zh-CN" altLang="en-US" sz="2800" dirty="0">
                <a:solidFill>
                  <a:schemeClr val="bg2"/>
                </a:solidFill>
                <a:latin typeface="Times New Roman" panose="02020603050405020304" pitchFamily="18" charset="0"/>
                <a:ea typeface="楷体" panose="02010609060101010101" pitchFamily="49" charset="-122"/>
              </a:rPr>
              <a:t>关闭文件时</a:t>
            </a:r>
            <a:endParaRPr lang="en-US" altLang="en-US" sz="2800" dirty="0">
              <a:solidFill>
                <a:schemeClr val="bg2"/>
              </a:solidFill>
              <a:latin typeface="Times New Roman" panose="02020603050405020304" pitchFamily="18" charset="0"/>
              <a:ea typeface="楷体" panose="02010609060101010101" pitchFamily="49" charset="-122"/>
            </a:endParaRPr>
          </a:p>
          <a:p>
            <a:pPr marL="812800" lvl="3" indent="-355600" defTabSz="355600">
              <a:spcBef>
                <a:spcPts val="0"/>
              </a:spcBef>
              <a:buClr>
                <a:schemeClr val="bg2"/>
              </a:buClr>
              <a:buSzPct val="70000"/>
              <a:buFont typeface="Wingdings" panose="05000000000000000000" pitchFamily="2" charset="2"/>
              <a:buChar char="n"/>
              <a:tabLst>
                <a:tab pos="3851275" algn="l"/>
              </a:tabLst>
              <a:defRPr/>
            </a:pPr>
            <a:r>
              <a:rPr lang="zh-CN" altLang="en-US" sz="2800" dirty="0">
                <a:solidFill>
                  <a:schemeClr val="bg2"/>
                </a:solidFill>
                <a:latin typeface="Times New Roman" panose="02020603050405020304" pitchFamily="18" charset="0"/>
                <a:ea typeface="楷体" panose="02010609060101010101" pitchFamily="49" charset="-122"/>
              </a:rPr>
              <a:t>如扫描到脏页时</a:t>
            </a:r>
            <a:endParaRPr lang="en-US" altLang="en-US" sz="2800" dirty="0">
              <a:solidFill>
                <a:schemeClr val="bg2"/>
              </a:solidFill>
              <a:latin typeface="Times New Roman" panose="02020603050405020304" pitchFamily="18" charset="0"/>
              <a:ea typeface="楷体" panose="02010609060101010101" pitchFamily="49" charset="-122"/>
            </a:endParaRPr>
          </a:p>
        </p:txBody>
      </p:sp>
      <p:sp>
        <p:nvSpPr>
          <p:cNvPr id="7"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00282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descr="9_22.pdf">
            <a:extLst>
              <a:ext uri="{FF2B5EF4-FFF2-40B4-BE49-F238E27FC236}">
                <a16:creationId xmlns:a16="http://schemas.microsoft.com/office/drawing/2014/main" id="{CE0CB5B7-F087-4A92-92D4-C0DEEC777CA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97075" y="1103312"/>
            <a:ext cx="5149850" cy="465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70">
            <a:extLst>
              <a:ext uri="{FF2B5EF4-FFF2-40B4-BE49-F238E27FC236}">
                <a16:creationId xmlns:a16="http://schemas.microsoft.com/office/drawing/2014/main" id="{D651DA88-F83B-4FDB-9898-A62FE39E2B0B}"/>
              </a:ext>
            </a:extLst>
          </p:cNvPr>
          <p:cNvSpPr>
            <a:spLocks noChangeArrowheads="1"/>
          </p:cNvSpPr>
          <p:nvPr/>
        </p:nvSpPr>
        <p:spPr bwMode="auto">
          <a:xfrm>
            <a:off x="3131840" y="6400800"/>
            <a:ext cx="3242468" cy="400110"/>
          </a:xfrm>
          <a:prstGeom prst="rect">
            <a:avLst/>
          </a:prstGeom>
          <a:noFill/>
          <a:ln w="12700" cap="sq">
            <a:no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lang="zh-CN" altLang="en-US" sz="2000" dirty="0">
                <a:solidFill>
                  <a:schemeClr val="bg2"/>
                </a:solidFill>
                <a:latin typeface="宋体" panose="02010600030101010101" pitchFamily="2" charset="-122"/>
              </a:rPr>
              <a:t>图 </a:t>
            </a:r>
            <a:r>
              <a:rPr lang="en-US" altLang="zh-CN" sz="2000" dirty="0">
                <a:solidFill>
                  <a:schemeClr val="bg2"/>
                </a:solidFill>
                <a:latin typeface="宋体" panose="02010600030101010101" pitchFamily="2" charset="-122"/>
              </a:rPr>
              <a:t>8-22 </a:t>
            </a:r>
            <a:r>
              <a:rPr lang="zh-CN" altLang="en-US" sz="2000" dirty="0">
                <a:solidFill>
                  <a:schemeClr val="bg2"/>
                </a:solidFill>
                <a:latin typeface="宋体" panose="02010600030101010101" pitchFamily="2" charset="-122"/>
              </a:rPr>
              <a:t>内存映射文件</a:t>
            </a:r>
          </a:p>
        </p:txBody>
      </p:sp>
      <p:sp>
        <p:nvSpPr>
          <p:cNvPr id="6" name="Rectangle 70">
            <a:extLst>
              <a:ext uri="{FF2B5EF4-FFF2-40B4-BE49-F238E27FC236}">
                <a16:creationId xmlns:a16="http://schemas.microsoft.com/office/drawing/2014/main" id="{EC13B017-CE04-40DA-9EDD-BB950235D582}"/>
              </a:ext>
            </a:extLst>
          </p:cNvPr>
          <p:cNvSpPr>
            <a:spLocks noChangeArrowheads="1"/>
          </p:cNvSpPr>
          <p:nvPr/>
        </p:nvSpPr>
        <p:spPr bwMode="auto">
          <a:xfrm>
            <a:off x="1999903" y="64674"/>
            <a:ext cx="5256584" cy="715581"/>
          </a:xfrm>
          <a:prstGeom prst="rect">
            <a:avLst/>
          </a:prstGeom>
          <a:noFill/>
          <a:ln w="12700" cap="sq">
            <a:no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lvl="1" indent="-342900" algn="ctr" eaLnBrk="1" hangingPunct="1">
              <a:lnSpc>
                <a:spcPct val="110000"/>
              </a:lnSpc>
              <a:spcBef>
                <a:spcPct val="0"/>
              </a:spcBef>
              <a:buClr>
                <a:schemeClr val="tx2"/>
              </a:buClr>
              <a:buSzPct val="75000"/>
              <a:buNone/>
              <a:tabLst>
                <a:tab pos="622300" algn="l"/>
              </a:tabLst>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内存映射文件示意图</a:t>
            </a:r>
          </a:p>
        </p:txBody>
      </p:sp>
      <p:sp>
        <p:nvSpPr>
          <p:cNvPr id="7"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40128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23419B0-7119-44F2-ABA8-1C7756394231}"/>
              </a:ext>
            </a:extLst>
          </p:cNvPr>
          <p:cNvSpPr>
            <a:spLocks noGrp="1"/>
          </p:cNvSpPr>
          <p:nvPr>
            <p:ph type="dt" sz="half" idx="10"/>
          </p:nvPr>
        </p:nvSpPr>
        <p:spPr/>
        <p:txBody>
          <a:bodyPr/>
          <a:lstStyle/>
          <a:p>
            <a:pPr>
              <a:defRPr/>
            </a:pPr>
            <a:fld id="{0F3703A3-1889-4D5A-B002-82B1611E7DF6}" type="datetime1">
              <a:rPr lang="zh-CN" altLang="en-US" smtClean="0"/>
              <a:pPr>
                <a:defRPr/>
              </a:pPr>
              <a:t>2024/11/24</a:t>
            </a:fld>
            <a:endParaRPr lang="en-US" altLang="zh-CN"/>
          </a:p>
        </p:txBody>
      </p:sp>
      <p:sp>
        <p:nvSpPr>
          <p:cNvPr id="3" name="灯片编号占位符 2">
            <a:extLst>
              <a:ext uri="{FF2B5EF4-FFF2-40B4-BE49-F238E27FC236}">
                <a16:creationId xmlns:a16="http://schemas.microsoft.com/office/drawing/2014/main" id="{DF9A6833-4D25-4F1A-B258-B78FD32300CB}"/>
              </a:ext>
            </a:extLst>
          </p:cNvPr>
          <p:cNvSpPr>
            <a:spLocks noGrp="1"/>
          </p:cNvSpPr>
          <p:nvPr>
            <p:ph type="sldNum" sz="quarter" idx="12"/>
          </p:nvPr>
        </p:nvSpPr>
        <p:spPr/>
        <p:txBody>
          <a:bodyPr/>
          <a:lstStyle/>
          <a:p>
            <a:pPr>
              <a:defRPr/>
            </a:pPr>
            <a:r>
              <a:rPr lang="zh-CN" altLang="en-US"/>
              <a:t>第 </a:t>
            </a:r>
            <a:fld id="{AA9BF305-28BD-41C0-8AA3-BF5601F9D25F}" type="slidenum">
              <a:rPr lang="zh-CN" altLang="en-US" smtClean="0"/>
              <a:pPr>
                <a:defRPr/>
              </a:pPr>
              <a:t>44</a:t>
            </a:fld>
            <a:r>
              <a:rPr lang="zh-CN" altLang="en-US"/>
              <a:t> 页</a:t>
            </a:r>
          </a:p>
        </p:txBody>
      </p:sp>
      <p:sp>
        <p:nvSpPr>
          <p:cNvPr id="4" name="Rectangle 70">
            <a:extLst>
              <a:ext uri="{FF2B5EF4-FFF2-40B4-BE49-F238E27FC236}">
                <a16:creationId xmlns:a16="http://schemas.microsoft.com/office/drawing/2014/main" id="{297B7AFC-10F6-497A-A427-8D0901486444}"/>
              </a:ext>
            </a:extLst>
          </p:cNvPr>
          <p:cNvSpPr>
            <a:spLocks noChangeArrowheads="1"/>
          </p:cNvSpPr>
          <p:nvPr/>
        </p:nvSpPr>
        <p:spPr bwMode="auto">
          <a:xfrm>
            <a:off x="899592" y="171667"/>
            <a:ext cx="7344815" cy="715581"/>
          </a:xfrm>
          <a:prstGeom prst="rect">
            <a:avLst/>
          </a:prstGeom>
          <a:noFill/>
          <a:ln w="12700" cap="sq">
            <a:no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lvl="1" indent="-342900" algn="ctr" eaLnBrk="1" hangingPunct="1">
              <a:lnSpc>
                <a:spcPct val="110000"/>
              </a:lnSpc>
              <a:spcBef>
                <a:spcPct val="0"/>
              </a:spcBef>
              <a:buClr>
                <a:schemeClr val="tx2"/>
              </a:buClr>
              <a:buSzPct val="75000"/>
              <a:buNone/>
              <a:tabLst>
                <a:tab pos="622300" algn="l"/>
              </a:tabLst>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内存映射文件的共享内存示意图</a:t>
            </a:r>
          </a:p>
        </p:txBody>
      </p:sp>
      <p:pic>
        <p:nvPicPr>
          <p:cNvPr id="5" name="Picture 1" descr="9_23.pdf">
            <a:extLst>
              <a:ext uri="{FF2B5EF4-FFF2-40B4-BE49-F238E27FC236}">
                <a16:creationId xmlns:a16="http://schemas.microsoft.com/office/drawing/2014/main" id="{091FE0B1-374F-4968-8FE9-115B981BFF0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17774" y="1556792"/>
            <a:ext cx="6070600" cy="278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70">
            <a:extLst>
              <a:ext uri="{FF2B5EF4-FFF2-40B4-BE49-F238E27FC236}">
                <a16:creationId xmlns:a16="http://schemas.microsoft.com/office/drawing/2014/main" id="{9511D668-8722-4A62-B3CD-35F2B871E51C}"/>
              </a:ext>
            </a:extLst>
          </p:cNvPr>
          <p:cNvSpPr>
            <a:spLocks noChangeArrowheads="1"/>
          </p:cNvSpPr>
          <p:nvPr/>
        </p:nvSpPr>
        <p:spPr bwMode="auto">
          <a:xfrm>
            <a:off x="2376810" y="5661248"/>
            <a:ext cx="4752528" cy="400110"/>
          </a:xfrm>
          <a:prstGeom prst="rect">
            <a:avLst/>
          </a:prstGeom>
          <a:noFill/>
          <a:ln w="12700" cap="sq">
            <a:no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lang="zh-CN" altLang="en-US" sz="2000" dirty="0">
                <a:solidFill>
                  <a:schemeClr val="bg2"/>
                </a:solidFill>
                <a:latin typeface="宋体" panose="02010600030101010101" pitchFamily="2" charset="-122"/>
              </a:rPr>
              <a:t>图 </a:t>
            </a:r>
            <a:r>
              <a:rPr lang="en-US" altLang="zh-CN" sz="2000" dirty="0">
                <a:solidFill>
                  <a:schemeClr val="bg2"/>
                </a:solidFill>
                <a:latin typeface="宋体" panose="02010600030101010101" pitchFamily="2" charset="-122"/>
              </a:rPr>
              <a:t>8-23 </a:t>
            </a:r>
            <a:r>
              <a:rPr lang="zh-CN" altLang="en-US" sz="2000" dirty="0">
                <a:solidFill>
                  <a:schemeClr val="bg2"/>
                </a:solidFill>
                <a:latin typeface="宋体" panose="02010600030101010101" pitchFamily="2" charset="-122"/>
              </a:rPr>
              <a:t>采用内存映射文件的共享内存</a:t>
            </a:r>
          </a:p>
        </p:txBody>
      </p:sp>
      <p:sp>
        <p:nvSpPr>
          <p:cNvPr id="7"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632993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16A6D7B8-35E6-4305-B4B9-A7FDAE34BABB}"/>
              </a:ext>
            </a:extLst>
          </p:cNvPr>
          <p:cNvSpPr txBox="1"/>
          <p:nvPr/>
        </p:nvSpPr>
        <p:spPr>
          <a:xfrm>
            <a:off x="0" y="754628"/>
            <a:ext cx="8856476" cy="5201424"/>
          </a:xfrm>
          <a:prstGeom prst="rect">
            <a:avLst/>
          </a:prstGeom>
          <a:noFill/>
        </p:spPr>
        <p:txBody>
          <a:bodyPr wrap="square" rtlCol="0">
            <a:spAutoFit/>
          </a:bodyPr>
          <a:lstStyle/>
          <a:p>
            <a:pPr marL="355600" lvl="2" indent="-355600" defTabSz="355600">
              <a:spcBef>
                <a:spcPts val="0"/>
              </a:spcBef>
              <a:buClr>
                <a:schemeClr val="bg1"/>
              </a:buClr>
              <a:buSzPct val="80000"/>
              <a:buFont typeface="Wingdings" panose="05000000000000000000" pitchFamily="2" charset="2"/>
              <a:buChar char="n"/>
              <a:tabLst>
                <a:tab pos="3851275" algn="l"/>
              </a:tabLst>
              <a:defRPr/>
            </a:pPr>
            <a:r>
              <a:rPr lang="en-US" altLang="zh-CN" sz="3600" dirty="0">
                <a:solidFill>
                  <a:schemeClr val="bg1"/>
                </a:solidFill>
                <a:effectLst>
                  <a:outerShdw blurRad="38100" dist="38100" dir="2700000" algn="tl">
                    <a:srgbClr val="000000"/>
                  </a:outerShdw>
                </a:effectLst>
                <a:latin typeface="+mj-lt"/>
                <a:ea typeface="楷体" panose="02010609060101010101" pitchFamily="49" charset="-122"/>
              </a:rPr>
              <a:t>OS</a:t>
            </a: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加载</a:t>
            </a:r>
            <a:r>
              <a:rPr lang="en-US" altLang="zh-CN" sz="3600" dirty="0">
                <a:solidFill>
                  <a:schemeClr val="bg1"/>
                </a:solidFill>
                <a:effectLst>
                  <a:outerShdw blurRad="38100" dist="38100" dir="2700000" algn="tl">
                    <a:srgbClr val="000000"/>
                  </a:outerShdw>
                </a:effectLst>
                <a:latin typeface="+mj-lt"/>
                <a:ea typeface="楷体" panose="02010609060101010101" pitchFamily="49" charset="-122"/>
              </a:rPr>
              <a:t>EXE</a:t>
            </a: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和</a:t>
            </a:r>
            <a:r>
              <a:rPr lang="en-US" altLang="zh-CN" sz="3600" dirty="0">
                <a:solidFill>
                  <a:schemeClr val="bg1"/>
                </a:solidFill>
                <a:effectLst>
                  <a:outerShdw blurRad="38100" dist="38100" dir="2700000" algn="tl">
                    <a:srgbClr val="000000"/>
                  </a:outerShdw>
                </a:effectLst>
                <a:latin typeface="+mj-lt"/>
                <a:ea typeface="楷体" panose="02010609060101010101" pitchFamily="49" charset="-122"/>
              </a:rPr>
              <a:t>DLL</a:t>
            </a: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文件</a:t>
            </a:r>
            <a:endParaRPr lang="en-US" altLang="zh-CN" sz="3600" dirty="0">
              <a:solidFill>
                <a:schemeClr val="bg1"/>
              </a:solidFill>
              <a:effectLst>
                <a:outerShdw blurRad="38100" dist="38100" dir="2700000" algn="tl">
                  <a:srgbClr val="000000"/>
                </a:outerShdw>
              </a:effectLst>
              <a:latin typeface="+mj-lt"/>
              <a:ea typeface="楷体" panose="02010609060101010101" pitchFamily="49" charset="-122"/>
            </a:endParaRPr>
          </a:p>
          <a:p>
            <a:pPr marL="812800" lvl="3" indent="-355600" defTabSz="355600">
              <a:spcBef>
                <a:spcPts val="0"/>
              </a:spcBef>
              <a:buClr>
                <a:schemeClr val="bg2"/>
              </a:buClr>
              <a:buSzPct val="70000"/>
              <a:buFont typeface="Wingdings" panose="05000000000000000000" pitchFamily="2" charset="2"/>
              <a:buChar char="n"/>
              <a:tabLst>
                <a:tab pos="3851275" algn="l"/>
              </a:tabLst>
              <a:defRPr/>
            </a:pPr>
            <a:r>
              <a:rPr lang="zh-CN" altLang="en-US"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节省页文件和启动时间。</a:t>
            </a:r>
            <a:endParaRPr lang="en-US" altLang="zh-CN"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endParaRPr>
          </a:p>
          <a:p>
            <a:pPr marL="355600" lvl="2" indent="-355600" defTabSz="355600">
              <a:spcBef>
                <a:spcPts val="0"/>
              </a:spcBef>
              <a:buClr>
                <a:schemeClr val="bg1"/>
              </a:buClr>
              <a:buSzPct val="80000"/>
              <a:buFont typeface="Wingdings" panose="05000000000000000000" pitchFamily="2" charset="2"/>
              <a:buChar char="n"/>
              <a:tabLst>
                <a:tab pos="3851275" algn="l"/>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访问大数据文件</a:t>
            </a:r>
            <a:endParaRPr lang="en-US" altLang="zh-CN" sz="3600" dirty="0">
              <a:solidFill>
                <a:schemeClr val="bg1"/>
              </a:solidFill>
              <a:effectLst>
                <a:outerShdw blurRad="38100" dist="38100" dir="2700000" algn="tl">
                  <a:srgbClr val="000000"/>
                </a:outerShdw>
              </a:effectLst>
              <a:latin typeface="+mj-lt"/>
              <a:ea typeface="楷体" panose="02010609060101010101" pitchFamily="49" charset="-122"/>
            </a:endParaRPr>
          </a:p>
          <a:p>
            <a:pPr marL="812800" lvl="3" indent="-355600" defTabSz="355600">
              <a:spcBef>
                <a:spcPts val="0"/>
              </a:spcBef>
              <a:buClr>
                <a:schemeClr val="bg2"/>
              </a:buClr>
              <a:buSzPct val="70000"/>
              <a:buFont typeface="Wingdings" panose="05000000000000000000" pitchFamily="2" charset="2"/>
              <a:buChar char="n"/>
              <a:tabLst>
                <a:tab pos="3851275" algn="l"/>
              </a:tabLst>
              <a:defRPr/>
            </a:pPr>
            <a:r>
              <a:rPr lang="zh-CN" altLang="en-US"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不必对文件执行</a:t>
            </a:r>
            <a:r>
              <a:rPr lang="en-US" altLang="zh-CN"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I/O</a:t>
            </a:r>
            <a:r>
              <a:rPr lang="zh-CN" altLang="en-US"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操作、不必对所有文件内容进行缓存。</a:t>
            </a:r>
            <a:endParaRPr lang="en-US" altLang="zh-CN"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endParaRPr>
          </a:p>
          <a:p>
            <a:pPr marL="355600" lvl="2" indent="-355600" defTabSz="355600">
              <a:spcBef>
                <a:spcPts val="0"/>
              </a:spcBef>
              <a:buClr>
                <a:schemeClr val="bg1"/>
              </a:buClr>
              <a:buSzPct val="80000"/>
              <a:buFont typeface="Wingdings" panose="05000000000000000000" pitchFamily="2" charset="2"/>
              <a:buChar char="n"/>
              <a:tabLst>
                <a:tab pos="3851275" algn="l"/>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进程共享机制</a:t>
            </a:r>
            <a:endParaRPr lang="en-US" altLang="zh-CN" sz="3600" dirty="0">
              <a:solidFill>
                <a:schemeClr val="bg1"/>
              </a:solidFill>
              <a:effectLst>
                <a:outerShdw blurRad="38100" dist="38100" dir="2700000" algn="tl">
                  <a:srgbClr val="000000"/>
                </a:outerShdw>
              </a:effectLst>
              <a:latin typeface="+mj-lt"/>
              <a:ea typeface="楷体" panose="02010609060101010101" pitchFamily="49" charset="-122"/>
            </a:endParaRPr>
          </a:p>
          <a:p>
            <a:pPr marL="812800" lvl="3" indent="-355600" defTabSz="355600">
              <a:spcBef>
                <a:spcPts val="0"/>
              </a:spcBef>
              <a:buClr>
                <a:schemeClr val="bg2"/>
              </a:buClr>
              <a:buSzPct val="70000"/>
              <a:buFont typeface="Wingdings" panose="05000000000000000000" pitchFamily="2" charset="2"/>
              <a:buChar char="n"/>
              <a:tabLst>
                <a:tab pos="3851275" algn="l"/>
              </a:tabLst>
              <a:defRPr/>
            </a:pPr>
            <a:r>
              <a:rPr lang="zh-CN" altLang="en-US"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多个进程共享数据的较高性能的有效方式</a:t>
            </a:r>
            <a:endParaRPr lang="en-US" altLang="zh-CN"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endParaRPr>
          </a:p>
          <a:p>
            <a:pPr marL="812800" lvl="3" indent="-355600" defTabSz="355600">
              <a:spcBef>
                <a:spcPts val="0"/>
              </a:spcBef>
              <a:buClr>
                <a:schemeClr val="bg2"/>
              </a:buClr>
              <a:buSzPct val="70000"/>
              <a:buFont typeface="Wingdings" panose="05000000000000000000" pitchFamily="2" charset="2"/>
              <a:buChar char="n"/>
              <a:tabLst>
                <a:tab pos="3851275" algn="l"/>
              </a:tabLst>
              <a:defRPr/>
            </a:pPr>
            <a:r>
              <a:rPr lang="en-US" altLang="zh-CN"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Window</a:t>
            </a:r>
            <a:r>
              <a:rPr lang="zh-CN" altLang="en-US"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进程通信机制的底层实现方法。</a:t>
            </a:r>
            <a:endParaRPr lang="en-US" altLang="zh-CN"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endParaRPr>
          </a:p>
          <a:p>
            <a:pPr marL="1270000" lvl="4" indent="-355600" defTabSz="355600">
              <a:spcBef>
                <a:spcPts val="0"/>
              </a:spcBef>
              <a:buClr>
                <a:schemeClr val="bg2"/>
              </a:buClr>
              <a:buSzPct val="70000"/>
              <a:buFont typeface="Wingdings" panose="05000000000000000000" pitchFamily="2" charset="2"/>
              <a:buChar char="n"/>
              <a:tabLst>
                <a:tab pos="3851275" algn="l"/>
              </a:tabLst>
              <a:defRPr/>
            </a:pPr>
            <a:r>
              <a:rPr lang="en-US" altLang="zh-CN"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RPC</a:t>
            </a:r>
            <a:r>
              <a:rPr lang="zh-CN" altLang="en-US"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a:t>
            </a:r>
            <a:r>
              <a:rPr lang="en-US" altLang="zh-CN"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COM</a:t>
            </a:r>
            <a:r>
              <a:rPr lang="zh-CN" altLang="en-US"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a:t>
            </a:r>
            <a:r>
              <a:rPr lang="en-US" altLang="zh-CN"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OLE</a:t>
            </a:r>
            <a:r>
              <a:rPr lang="zh-CN" altLang="en-US"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a:t>
            </a:r>
            <a:r>
              <a:rPr lang="en-US" altLang="zh-CN"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DDE</a:t>
            </a:r>
            <a:r>
              <a:rPr lang="zh-CN" altLang="en-US"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、窗口消息、剪贴板、管道、</a:t>
            </a:r>
            <a:r>
              <a:rPr lang="en-US" altLang="zh-CN"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Socket</a:t>
            </a:r>
            <a:endParaRPr lang="zh-CN" altLang="en-US"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endParaRPr>
          </a:p>
        </p:txBody>
      </p:sp>
      <p:sp>
        <p:nvSpPr>
          <p:cNvPr id="6" name="Text Box 3">
            <a:extLst>
              <a:ext uri="{FF2B5EF4-FFF2-40B4-BE49-F238E27FC236}">
                <a16:creationId xmlns:a16="http://schemas.microsoft.com/office/drawing/2014/main" id="{B40383DD-7331-43C2-840F-2B54D022EAD0}"/>
              </a:ext>
            </a:extLst>
          </p:cNvPr>
          <p:cNvSpPr txBox="1">
            <a:spLocks noChangeArrowheads="1"/>
          </p:cNvSpPr>
          <p:nvPr/>
        </p:nvSpPr>
        <p:spPr bwMode="auto">
          <a:xfrm>
            <a:off x="1691680" y="46742"/>
            <a:ext cx="633975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lvl="1" eaLnBrk="1" hangingPunct="1">
              <a:spcBef>
                <a:spcPct val="0"/>
              </a:spcBef>
              <a:buNone/>
              <a:defRPr/>
            </a:pPr>
            <a:r>
              <a:rPr lang="zh-CN" altLang="zh-CN" sz="4000" dirty="0">
                <a:solidFill>
                  <a:srgbClr val="B2622C"/>
                </a:solidFill>
                <a:effectLst>
                  <a:outerShdw blurRad="38100" dist="38100" dir="2700000" algn="tl">
                    <a:srgbClr val="000000"/>
                  </a:outerShdw>
                </a:effectLst>
                <a:latin typeface="+mj-lt"/>
                <a:ea typeface="楷体_GB2312" pitchFamily="49" charset="-122"/>
                <a:cs typeface="+mj-cs"/>
              </a:rPr>
              <a:t>内存映射文件的应用</a:t>
            </a:r>
            <a:r>
              <a:rPr lang="zh-CN" altLang="en-US" sz="4000" dirty="0">
                <a:solidFill>
                  <a:srgbClr val="B2622C"/>
                </a:solidFill>
                <a:effectLst>
                  <a:outerShdw blurRad="38100" dist="38100" dir="2700000" algn="tl">
                    <a:srgbClr val="000000"/>
                  </a:outerShdw>
                </a:effectLst>
                <a:latin typeface="+mj-lt"/>
                <a:ea typeface="楷体_GB2312" pitchFamily="49" charset="-122"/>
                <a:cs typeface="+mj-cs"/>
              </a:rPr>
              <a:t>场合</a:t>
            </a:r>
          </a:p>
        </p:txBody>
      </p:sp>
      <p:sp>
        <p:nvSpPr>
          <p:cNvPr id="7" name="矩形 6">
            <a:extLst>
              <a:ext uri="{FF2B5EF4-FFF2-40B4-BE49-F238E27FC236}">
                <a16:creationId xmlns:a16="http://schemas.microsoft.com/office/drawing/2014/main" id="{73549C9B-F403-4AE1-A205-BC2239C45136}"/>
              </a:ext>
            </a:extLst>
          </p:cNvPr>
          <p:cNvSpPr/>
          <p:nvPr/>
        </p:nvSpPr>
        <p:spPr>
          <a:xfrm>
            <a:off x="1629521" y="6200745"/>
            <a:ext cx="5884957" cy="400110"/>
          </a:xfrm>
          <a:prstGeom prst="rect">
            <a:avLst/>
          </a:prstGeom>
        </p:spPr>
        <p:txBody>
          <a:bodyPr wrap="square">
            <a:spAutoFit/>
          </a:bodyPr>
          <a:lstStyle/>
          <a:p>
            <a:r>
              <a:rPr lang="en-US" altLang="zh-CN" sz="2000" b="0" dirty="0">
                <a:solidFill>
                  <a:schemeClr val="bg2"/>
                </a:solidFill>
                <a:latin typeface="+mn-lt"/>
              </a:rPr>
              <a:t>https://blog.csdn.net/yeming81/article/details/2050521 </a:t>
            </a:r>
          </a:p>
        </p:txBody>
      </p:sp>
      <p:sp>
        <p:nvSpPr>
          <p:cNvPr id="8"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719864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335E5DF-31C3-4928-AD48-34CFE7E9A15B}"/>
              </a:ext>
            </a:extLst>
          </p:cNvPr>
          <p:cNvSpPr>
            <a:spLocks noGrp="1"/>
          </p:cNvSpPr>
          <p:nvPr>
            <p:ph type="dt" sz="half" idx="10"/>
          </p:nvPr>
        </p:nvSpPr>
        <p:spPr/>
        <p:txBody>
          <a:bodyPr/>
          <a:lstStyle/>
          <a:p>
            <a:pPr>
              <a:defRPr/>
            </a:pPr>
            <a:fld id="{0F3703A3-1889-4D5A-B002-82B1611E7DF6}" type="datetime1">
              <a:rPr lang="zh-CN" altLang="en-US" smtClean="0"/>
              <a:pPr>
                <a:defRPr/>
              </a:pPr>
              <a:t>2024/11/24</a:t>
            </a:fld>
            <a:endParaRPr lang="en-US" altLang="zh-CN"/>
          </a:p>
        </p:txBody>
      </p:sp>
      <p:sp>
        <p:nvSpPr>
          <p:cNvPr id="3" name="灯片编号占位符 2">
            <a:extLst>
              <a:ext uri="{FF2B5EF4-FFF2-40B4-BE49-F238E27FC236}">
                <a16:creationId xmlns:a16="http://schemas.microsoft.com/office/drawing/2014/main" id="{F491533F-93A9-4A49-9338-6A53CFDF5E95}"/>
              </a:ext>
            </a:extLst>
          </p:cNvPr>
          <p:cNvSpPr>
            <a:spLocks noGrp="1"/>
          </p:cNvSpPr>
          <p:nvPr>
            <p:ph type="sldNum" sz="quarter" idx="12"/>
          </p:nvPr>
        </p:nvSpPr>
        <p:spPr/>
        <p:txBody>
          <a:bodyPr/>
          <a:lstStyle/>
          <a:p>
            <a:pPr>
              <a:defRPr/>
            </a:pPr>
            <a:r>
              <a:rPr lang="zh-CN" altLang="en-US"/>
              <a:t>第 </a:t>
            </a:r>
            <a:fld id="{AA9BF305-28BD-41C0-8AA3-BF5601F9D25F}" type="slidenum">
              <a:rPr lang="zh-CN" altLang="en-US" smtClean="0"/>
              <a:pPr>
                <a:defRPr/>
              </a:pPr>
              <a:t>46</a:t>
            </a:fld>
            <a:r>
              <a:rPr lang="zh-CN" altLang="en-US"/>
              <a:t> 页</a:t>
            </a:r>
          </a:p>
        </p:txBody>
      </p:sp>
      <p:sp>
        <p:nvSpPr>
          <p:cNvPr id="5" name="Text Box 3">
            <a:extLst>
              <a:ext uri="{FF2B5EF4-FFF2-40B4-BE49-F238E27FC236}">
                <a16:creationId xmlns:a16="http://schemas.microsoft.com/office/drawing/2014/main" id="{56916588-478B-465D-8C0E-26CE133CB323}"/>
              </a:ext>
            </a:extLst>
          </p:cNvPr>
          <p:cNvSpPr txBox="1">
            <a:spLocks noChangeArrowheads="1"/>
          </p:cNvSpPr>
          <p:nvPr/>
        </p:nvSpPr>
        <p:spPr bwMode="auto">
          <a:xfrm>
            <a:off x="1677450" y="0"/>
            <a:ext cx="598878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lvl="1" eaLnBrk="1" hangingPunct="1">
              <a:spcBef>
                <a:spcPct val="0"/>
              </a:spcBef>
              <a:buClrTx/>
              <a:buSzTx/>
              <a:buFontTx/>
              <a:buNone/>
              <a:defRPr/>
            </a:pPr>
            <a:r>
              <a:rPr lang="en-US" altLang="zh-CN" sz="4000" dirty="0">
                <a:solidFill>
                  <a:srgbClr val="B2622C"/>
                </a:solidFill>
                <a:effectLst>
                  <a:outerShdw blurRad="38100" dist="38100" dir="2700000" algn="tl">
                    <a:srgbClr val="000000"/>
                  </a:outerShdw>
                </a:effectLst>
                <a:latin typeface="+mj-lt"/>
                <a:ea typeface="楷体_GB2312" pitchFamily="49" charset="-122"/>
                <a:cs typeface="+mj-cs"/>
              </a:rPr>
              <a:t>Windows</a:t>
            </a:r>
            <a:r>
              <a:rPr lang="zh-CN" altLang="en-US" sz="4000" dirty="0">
                <a:solidFill>
                  <a:srgbClr val="B2622C"/>
                </a:solidFill>
                <a:effectLst>
                  <a:outerShdw blurRad="38100" dist="38100" dir="2700000" algn="tl">
                    <a:srgbClr val="000000"/>
                  </a:outerShdw>
                </a:effectLst>
                <a:latin typeface="+mj-lt"/>
                <a:ea typeface="楷体_GB2312" pitchFamily="49" charset="-122"/>
                <a:cs typeface="+mj-cs"/>
              </a:rPr>
              <a:t>下的内存共享</a:t>
            </a:r>
          </a:p>
        </p:txBody>
      </p:sp>
      <p:sp>
        <p:nvSpPr>
          <p:cNvPr id="7" name="文本框 6">
            <a:extLst>
              <a:ext uri="{FF2B5EF4-FFF2-40B4-BE49-F238E27FC236}">
                <a16:creationId xmlns:a16="http://schemas.microsoft.com/office/drawing/2014/main" id="{F347B91C-DC46-4C9B-88A9-DC5CD82D9464}"/>
              </a:ext>
            </a:extLst>
          </p:cNvPr>
          <p:cNvSpPr txBox="1"/>
          <p:nvPr/>
        </p:nvSpPr>
        <p:spPr>
          <a:xfrm>
            <a:off x="359532" y="642051"/>
            <a:ext cx="8424936" cy="6112507"/>
          </a:xfrm>
          <a:prstGeom prst="rect">
            <a:avLst/>
          </a:prstGeom>
          <a:solidFill>
            <a:schemeClr val="tx1">
              <a:lumMod val="85000"/>
            </a:schemeClr>
          </a:solidFill>
        </p:spPr>
        <p:txBody>
          <a:bodyPr wrap="square" rtlCol="0">
            <a:spAutoFit/>
          </a:bodyPr>
          <a:lstStyle/>
          <a:p>
            <a:pPr>
              <a:lnSpc>
                <a:spcPct val="150000"/>
              </a:lnSpc>
            </a:pPr>
            <a:r>
              <a:rPr lang="en-US" altLang="zh-CN" sz="2000" dirty="0">
                <a:solidFill>
                  <a:schemeClr val="bg2"/>
                </a:solidFill>
                <a:latin typeface="+mn-lt"/>
              </a:rPr>
              <a:t>int main(int </a:t>
            </a:r>
            <a:r>
              <a:rPr lang="en-US" altLang="zh-CN" sz="2000" dirty="0" err="1">
                <a:solidFill>
                  <a:schemeClr val="bg2"/>
                </a:solidFill>
                <a:latin typeface="+mn-lt"/>
              </a:rPr>
              <a:t>argc</a:t>
            </a:r>
            <a:r>
              <a:rPr lang="en-US" altLang="zh-CN" sz="2000" dirty="0">
                <a:solidFill>
                  <a:schemeClr val="bg2"/>
                </a:solidFill>
                <a:latin typeface="+mn-lt"/>
              </a:rPr>
              <a:t>, char *</a:t>
            </a:r>
            <a:r>
              <a:rPr lang="en-US" altLang="zh-CN" sz="2000" dirty="0" err="1">
                <a:solidFill>
                  <a:schemeClr val="bg2"/>
                </a:solidFill>
                <a:latin typeface="+mn-lt"/>
              </a:rPr>
              <a:t>argv</a:t>
            </a:r>
            <a:r>
              <a:rPr lang="en-US" altLang="zh-CN" sz="2000" dirty="0">
                <a:solidFill>
                  <a:schemeClr val="bg2"/>
                </a:solidFill>
                <a:latin typeface="+mn-lt"/>
              </a:rPr>
              <a:t>[])</a:t>
            </a:r>
          </a:p>
          <a:p>
            <a:pPr>
              <a:lnSpc>
                <a:spcPct val="150000"/>
              </a:lnSpc>
            </a:pPr>
            <a:r>
              <a:rPr lang="en-US" altLang="zh-CN" sz="2000" dirty="0">
                <a:solidFill>
                  <a:schemeClr val="bg2"/>
                </a:solidFill>
                <a:latin typeface="+mn-lt"/>
              </a:rPr>
              <a:t>{</a:t>
            </a:r>
          </a:p>
          <a:p>
            <a:pPr>
              <a:lnSpc>
                <a:spcPct val="150000"/>
              </a:lnSpc>
            </a:pPr>
            <a:r>
              <a:rPr lang="en-US" altLang="zh-CN" sz="2000" dirty="0">
                <a:solidFill>
                  <a:schemeClr val="bg2"/>
                </a:solidFill>
                <a:latin typeface="+mn-lt"/>
              </a:rPr>
              <a:t>HANDLE </a:t>
            </a:r>
            <a:r>
              <a:rPr lang="en-US" altLang="zh-CN" sz="2000" dirty="0" err="1">
                <a:solidFill>
                  <a:schemeClr val="bg2"/>
                </a:solidFill>
                <a:latin typeface="+mn-lt"/>
              </a:rPr>
              <a:t>hFile</a:t>
            </a:r>
            <a:r>
              <a:rPr lang="en-US" altLang="zh-CN" sz="2000" dirty="0">
                <a:solidFill>
                  <a:schemeClr val="bg2"/>
                </a:solidFill>
                <a:latin typeface="+mn-lt"/>
              </a:rPr>
              <a:t>, </a:t>
            </a:r>
            <a:r>
              <a:rPr lang="en-US" altLang="zh-CN" sz="2000" dirty="0" err="1">
                <a:solidFill>
                  <a:schemeClr val="bg2"/>
                </a:solidFill>
                <a:latin typeface="+mn-lt"/>
              </a:rPr>
              <a:t>hMapFile</a:t>
            </a:r>
            <a:r>
              <a:rPr lang="en-US" altLang="zh-CN" sz="2000" dirty="0">
                <a:solidFill>
                  <a:schemeClr val="bg2"/>
                </a:solidFill>
                <a:latin typeface="+mn-lt"/>
              </a:rPr>
              <a:t>;  LPVOID </a:t>
            </a:r>
            <a:r>
              <a:rPr lang="en-US" altLang="zh-CN" sz="2000" dirty="0" err="1">
                <a:solidFill>
                  <a:schemeClr val="bg2"/>
                </a:solidFill>
                <a:latin typeface="+mn-lt"/>
              </a:rPr>
              <a:t>mapAddress</a:t>
            </a:r>
            <a:r>
              <a:rPr lang="en-US" altLang="zh-CN" sz="2000" dirty="0">
                <a:solidFill>
                  <a:schemeClr val="bg2"/>
                </a:solidFill>
                <a:latin typeface="+mn-lt"/>
              </a:rPr>
              <a:t>;</a:t>
            </a:r>
          </a:p>
          <a:p>
            <a:pPr>
              <a:lnSpc>
                <a:spcPct val="150000"/>
              </a:lnSpc>
              <a:tabLst>
                <a:tab pos="5829300" algn="l"/>
              </a:tabLst>
            </a:pPr>
            <a:r>
              <a:rPr lang="en-US" altLang="zh-CN" sz="2000" dirty="0" err="1">
                <a:solidFill>
                  <a:srgbClr val="FF0000"/>
                </a:solidFill>
                <a:latin typeface="+mn-lt"/>
              </a:rPr>
              <a:t>hFile</a:t>
            </a:r>
            <a:r>
              <a:rPr lang="en-US" altLang="zh-CN" sz="2000" dirty="0">
                <a:solidFill>
                  <a:schemeClr val="bg2"/>
                </a:solidFill>
                <a:latin typeface="+mn-lt"/>
              </a:rPr>
              <a:t> = </a:t>
            </a:r>
            <a:r>
              <a:rPr lang="en-US" altLang="zh-CN" sz="2000" dirty="0" err="1">
                <a:solidFill>
                  <a:schemeClr val="bg2"/>
                </a:solidFill>
                <a:latin typeface="+mn-lt"/>
              </a:rPr>
              <a:t>CreateFile</a:t>
            </a:r>
            <a:r>
              <a:rPr lang="en-US" altLang="zh-CN" sz="2000" dirty="0">
                <a:solidFill>
                  <a:schemeClr val="bg2"/>
                </a:solidFill>
                <a:latin typeface="+mn-lt"/>
              </a:rPr>
              <a:t>(“temp.txt”, ……);</a:t>
            </a:r>
          </a:p>
          <a:p>
            <a:pPr>
              <a:lnSpc>
                <a:spcPct val="150000"/>
              </a:lnSpc>
              <a:spcBef>
                <a:spcPts val="600"/>
              </a:spcBef>
            </a:pPr>
            <a:r>
              <a:rPr lang="en-US" altLang="zh-CN" sz="2000" dirty="0" err="1">
                <a:solidFill>
                  <a:srgbClr val="FF0000"/>
                </a:solidFill>
                <a:latin typeface="+mn-lt"/>
              </a:rPr>
              <a:t>hMapFile</a:t>
            </a:r>
            <a:r>
              <a:rPr lang="en-US" altLang="zh-CN" sz="2000" dirty="0">
                <a:solidFill>
                  <a:schemeClr val="bg2"/>
                </a:solidFill>
                <a:latin typeface="+mn-lt"/>
              </a:rPr>
              <a:t> = </a:t>
            </a:r>
            <a:r>
              <a:rPr lang="en-US" altLang="zh-CN" sz="2000" dirty="0" err="1">
                <a:solidFill>
                  <a:schemeClr val="bg2"/>
                </a:solidFill>
                <a:latin typeface="+mn-lt"/>
              </a:rPr>
              <a:t>CreateFileMapping</a:t>
            </a:r>
            <a:r>
              <a:rPr lang="en-US" altLang="zh-CN" sz="2000" dirty="0">
                <a:solidFill>
                  <a:schemeClr val="bg2"/>
                </a:solidFill>
                <a:latin typeface="+mn-lt"/>
              </a:rPr>
              <a:t>(</a:t>
            </a:r>
            <a:r>
              <a:rPr lang="en-US" altLang="zh-CN" sz="2000" dirty="0" err="1">
                <a:solidFill>
                  <a:srgbClr val="FF0000"/>
                </a:solidFill>
                <a:latin typeface="+mn-lt"/>
              </a:rPr>
              <a:t>hFile</a:t>
            </a:r>
            <a:r>
              <a:rPr lang="en-US" altLang="zh-CN" sz="2000" dirty="0">
                <a:solidFill>
                  <a:schemeClr val="bg2"/>
                </a:solidFill>
                <a:latin typeface="+mn-lt"/>
              </a:rPr>
              <a:t>, ……,TEXT("</a:t>
            </a:r>
            <a:r>
              <a:rPr lang="en-US" altLang="zh-CN" sz="2000" dirty="0" err="1">
                <a:solidFill>
                  <a:srgbClr val="9D483D"/>
                </a:solidFill>
                <a:latin typeface="+mn-lt"/>
              </a:rPr>
              <a:t>SharedObject</a:t>
            </a:r>
            <a:r>
              <a:rPr lang="en-US" altLang="zh-CN" sz="2000" dirty="0">
                <a:solidFill>
                  <a:schemeClr val="bg2"/>
                </a:solidFill>
                <a:latin typeface="+mn-lt"/>
              </a:rPr>
              <a:t>"));</a:t>
            </a:r>
          </a:p>
          <a:p>
            <a:pPr>
              <a:lnSpc>
                <a:spcPct val="150000"/>
              </a:lnSpc>
            </a:pPr>
            <a:endParaRPr lang="en-US" altLang="zh-CN" sz="2000" dirty="0">
              <a:solidFill>
                <a:schemeClr val="bg2"/>
              </a:solidFill>
              <a:latin typeface="+mn-lt"/>
            </a:endParaRPr>
          </a:p>
          <a:p>
            <a:pPr>
              <a:lnSpc>
                <a:spcPct val="150000"/>
              </a:lnSpc>
            </a:pPr>
            <a:r>
              <a:rPr lang="en-US" altLang="zh-CN" sz="2000" dirty="0" err="1">
                <a:solidFill>
                  <a:schemeClr val="bg2"/>
                </a:solidFill>
                <a:latin typeface="+mn-lt"/>
              </a:rPr>
              <a:t>mapAddress</a:t>
            </a:r>
            <a:r>
              <a:rPr lang="en-US" altLang="zh-CN" sz="2000" dirty="0">
                <a:solidFill>
                  <a:schemeClr val="bg2"/>
                </a:solidFill>
                <a:latin typeface="+mn-lt"/>
              </a:rPr>
              <a:t> = </a:t>
            </a:r>
            <a:r>
              <a:rPr lang="en-US" altLang="zh-CN" sz="2000" dirty="0" err="1">
                <a:solidFill>
                  <a:schemeClr val="bg2"/>
                </a:solidFill>
                <a:latin typeface="+mn-lt"/>
              </a:rPr>
              <a:t>MapViewOfFile</a:t>
            </a:r>
            <a:r>
              <a:rPr lang="en-US" altLang="zh-CN" sz="2000" dirty="0">
                <a:solidFill>
                  <a:schemeClr val="bg2"/>
                </a:solidFill>
                <a:latin typeface="+mn-lt"/>
              </a:rPr>
              <a:t>(</a:t>
            </a:r>
            <a:r>
              <a:rPr lang="en-US" altLang="zh-CN" sz="2000" dirty="0" err="1">
                <a:solidFill>
                  <a:srgbClr val="FF0000"/>
                </a:solidFill>
                <a:latin typeface="+mn-lt"/>
              </a:rPr>
              <a:t>hMapFile</a:t>
            </a:r>
            <a:r>
              <a:rPr lang="en-US" altLang="zh-CN" sz="2000" dirty="0">
                <a:solidFill>
                  <a:schemeClr val="bg2"/>
                </a:solidFill>
                <a:latin typeface="+mn-lt"/>
              </a:rPr>
              <a:t>,……);</a:t>
            </a:r>
          </a:p>
          <a:p>
            <a:pPr>
              <a:lnSpc>
                <a:spcPct val="150000"/>
              </a:lnSpc>
            </a:pPr>
            <a:r>
              <a:rPr lang="en-US" altLang="zh-CN" sz="2000" dirty="0" err="1">
                <a:solidFill>
                  <a:schemeClr val="bg2"/>
                </a:solidFill>
                <a:latin typeface="+mn-lt"/>
              </a:rPr>
              <a:t>sprintf</a:t>
            </a:r>
            <a:r>
              <a:rPr lang="en-US" altLang="zh-CN" sz="2000" dirty="0">
                <a:solidFill>
                  <a:schemeClr val="bg2"/>
                </a:solidFill>
                <a:latin typeface="+mn-lt"/>
              </a:rPr>
              <a:t>((char *)</a:t>
            </a:r>
            <a:r>
              <a:rPr lang="en-US" altLang="zh-CN" sz="2000" dirty="0" err="1">
                <a:solidFill>
                  <a:schemeClr val="bg2"/>
                </a:solidFill>
                <a:latin typeface="+mn-lt"/>
              </a:rPr>
              <a:t>mapAddress</a:t>
            </a:r>
            <a:r>
              <a:rPr lang="en-US" altLang="zh-CN" sz="2000" dirty="0">
                <a:solidFill>
                  <a:schemeClr val="bg2"/>
                </a:solidFill>
                <a:latin typeface="+mn-lt"/>
              </a:rPr>
              <a:t>,"%</a:t>
            </a:r>
            <a:r>
              <a:rPr lang="en-US" altLang="zh-CN" sz="2000" dirty="0" err="1">
                <a:solidFill>
                  <a:schemeClr val="bg2"/>
                </a:solidFill>
                <a:latin typeface="+mn-lt"/>
              </a:rPr>
              <a:t>s","Shared</a:t>
            </a:r>
            <a:r>
              <a:rPr lang="en-US" altLang="zh-CN" sz="2000" dirty="0">
                <a:solidFill>
                  <a:schemeClr val="bg2"/>
                </a:solidFill>
                <a:latin typeface="+mn-lt"/>
              </a:rPr>
              <a:t> memory message");</a:t>
            </a:r>
          </a:p>
          <a:p>
            <a:pPr>
              <a:lnSpc>
                <a:spcPct val="150000"/>
              </a:lnSpc>
            </a:pPr>
            <a:r>
              <a:rPr lang="en-US" altLang="zh-CN" sz="2000" dirty="0">
                <a:solidFill>
                  <a:schemeClr val="bg2"/>
                </a:solidFill>
                <a:latin typeface="+mn-lt"/>
              </a:rPr>
              <a:t>while (1);</a:t>
            </a:r>
          </a:p>
          <a:p>
            <a:pPr>
              <a:lnSpc>
                <a:spcPct val="150000"/>
              </a:lnSpc>
            </a:pPr>
            <a:r>
              <a:rPr lang="en-US" altLang="zh-CN" sz="2000" dirty="0" err="1">
                <a:solidFill>
                  <a:schemeClr val="bg2"/>
                </a:solidFill>
                <a:latin typeface="+mn-lt"/>
              </a:rPr>
              <a:t>UnmapViewOfFile</a:t>
            </a:r>
            <a:r>
              <a:rPr lang="en-US" altLang="zh-CN" sz="2000" dirty="0">
                <a:solidFill>
                  <a:schemeClr val="bg2"/>
                </a:solidFill>
                <a:latin typeface="+mn-lt"/>
              </a:rPr>
              <a:t>(</a:t>
            </a:r>
            <a:r>
              <a:rPr lang="en-US" altLang="zh-CN" sz="2000" dirty="0" err="1">
                <a:solidFill>
                  <a:schemeClr val="bg2"/>
                </a:solidFill>
                <a:latin typeface="+mn-lt"/>
              </a:rPr>
              <a:t>mapAddress</a:t>
            </a:r>
            <a:r>
              <a:rPr lang="en-US" altLang="zh-CN" sz="2000" dirty="0">
                <a:solidFill>
                  <a:schemeClr val="bg2"/>
                </a:solidFill>
                <a:latin typeface="+mn-lt"/>
              </a:rPr>
              <a:t>);</a:t>
            </a:r>
          </a:p>
          <a:p>
            <a:pPr>
              <a:lnSpc>
                <a:spcPct val="150000"/>
              </a:lnSpc>
            </a:pPr>
            <a:r>
              <a:rPr lang="en-US" altLang="zh-CN" sz="2000" dirty="0" err="1">
                <a:solidFill>
                  <a:schemeClr val="bg2"/>
                </a:solidFill>
                <a:latin typeface="+mn-lt"/>
              </a:rPr>
              <a:t>CloseHandle</a:t>
            </a:r>
            <a:r>
              <a:rPr lang="en-US" altLang="zh-CN" sz="2000" dirty="0">
                <a:solidFill>
                  <a:schemeClr val="bg2"/>
                </a:solidFill>
                <a:latin typeface="+mn-lt"/>
              </a:rPr>
              <a:t>(</a:t>
            </a:r>
            <a:r>
              <a:rPr lang="en-US" altLang="zh-CN" sz="2000" dirty="0" err="1">
                <a:solidFill>
                  <a:schemeClr val="bg2"/>
                </a:solidFill>
                <a:latin typeface="+mn-lt"/>
              </a:rPr>
              <a:t>hMapFile</a:t>
            </a:r>
            <a:r>
              <a:rPr lang="en-US" altLang="zh-CN" sz="2000" dirty="0">
                <a:solidFill>
                  <a:schemeClr val="bg2"/>
                </a:solidFill>
                <a:latin typeface="+mn-lt"/>
              </a:rPr>
              <a:t>);</a:t>
            </a:r>
          </a:p>
          <a:p>
            <a:pPr>
              <a:lnSpc>
                <a:spcPct val="150000"/>
              </a:lnSpc>
            </a:pPr>
            <a:r>
              <a:rPr lang="en-US" altLang="zh-CN" sz="2000" dirty="0" err="1">
                <a:solidFill>
                  <a:schemeClr val="bg2"/>
                </a:solidFill>
                <a:latin typeface="+mn-lt"/>
              </a:rPr>
              <a:t>CloseHandle</a:t>
            </a:r>
            <a:r>
              <a:rPr lang="en-US" altLang="zh-CN" sz="2000" dirty="0">
                <a:solidFill>
                  <a:schemeClr val="bg2"/>
                </a:solidFill>
                <a:latin typeface="+mn-lt"/>
              </a:rPr>
              <a:t>(</a:t>
            </a:r>
            <a:r>
              <a:rPr lang="en-US" altLang="zh-CN" sz="2000" dirty="0" err="1">
                <a:solidFill>
                  <a:schemeClr val="bg2"/>
                </a:solidFill>
                <a:latin typeface="+mn-lt"/>
              </a:rPr>
              <a:t>hFile</a:t>
            </a:r>
            <a:r>
              <a:rPr lang="en-US" altLang="zh-CN" sz="2000" dirty="0">
                <a:solidFill>
                  <a:schemeClr val="bg2"/>
                </a:solidFill>
                <a:latin typeface="+mn-lt"/>
              </a:rPr>
              <a:t>);</a:t>
            </a:r>
          </a:p>
          <a:p>
            <a:pPr>
              <a:lnSpc>
                <a:spcPct val="150000"/>
              </a:lnSpc>
            </a:pPr>
            <a:r>
              <a:rPr lang="en-US" altLang="zh-CN" sz="2000" dirty="0">
                <a:solidFill>
                  <a:schemeClr val="bg2"/>
                </a:solidFill>
                <a:latin typeface="+mn-lt"/>
              </a:rPr>
              <a:t>}</a:t>
            </a:r>
            <a:endParaRPr lang="zh-CN" altLang="en-US" dirty="0"/>
          </a:p>
        </p:txBody>
      </p:sp>
      <p:sp>
        <p:nvSpPr>
          <p:cNvPr id="8" name="对话气泡: 圆角矩形 7">
            <a:extLst>
              <a:ext uri="{FF2B5EF4-FFF2-40B4-BE49-F238E27FC236}">
                <a16:creationId xmlns:a16="http://schemas.microsoft.com/office/drawing/2014/main" id="{BF8634FE-FD09-46AC-AB30-DAAF8A494D48}"/>
              </a:ext>
            </a:extLst>
          </p:cNvPr>
          <p:cNvSpPr/>
          <p:nvPr/>
        </p:nvSpPr>
        <p:spPr bwMode="auto">
          <a:xfrm>
            <a:off x="2267744" y="1268760"/>
            <a:ext cx="3528392" cy="482491"/>
          </a:xfrm>
          <a:prstGeom prst="wedgeRoundRectCallout">
            <a:avLst>
              <a:gd name="adj1" fmla="val -65039"/>
              <a:gd name="adj2" fmla="val 147301"/>
              <a:gd name="adj3" fmla="val 16667"/>
            </a:avLst>
          </a:prstGeom>
          <a:solidFill>
            <a:srgbClr val="929EF8"/>
          </a:solidFill>
          <a:ln w="9525" cap="flat" cmpd="sng" algn="ctr">
            <a:noFill/>
            <a:prstDash val="solid"/>
            <a:round/>
            <a:headEnd type="none" w="med" len="med"/>
            <a:tailEnd type="none" w="med" len="med"/>
          </a:ln>
          <a:effectLst/>
        </p:spPr>
        <p:txBody>
          <a:bodyPr vert="horz" wrap="square" lIns="92075" tIns="0" rIns="92075" bIns="0" numCol="1" rtlCol="0" anchor="t" anchorCtr="0" compatLnSpc="1">
            <a:prstTxWarp prst="textNoShape">
              <a:avLst/>
            </a:prstTxWarp>
          </a:bodyPr>
          <a:lstStyle/>
          <a:p>
            <a:pPr marL="92075" indent="-92075">
              <a:spcBef>
                <a:spcPts val="0"/>
              </a:spcBef>
              <a:buClr>
                <a:schemeClr val="folHlink"/>
              </a:buClr>
              <a:buSzPct val="75000"/>
            </a:pPr>
            <a:r>
              <a:rPr lang="zh-CN" altLang="en-US" sz="2800" dirty="0">
                <a:solidFill>
                  <a:schemeClr val="bg2"/>
                </a:solidFill>
              </a:rPr>
              <a:t>打开需要映射的文件</a:t>
            </a:r>
            <a:endParaRPr kumimoji="1" lang="zh-CN" altLang="en-US" sz="3200" b="1" i="0" u="none" strike="noStrike" cap="none" normalizeH="0" baseline="0" dirty="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sp>
        <p:nvSpPr>
          <p:cNvPr id="9" name="对话气泡: 圆角矩形 8">
            <a:extLst>
              <a:ext uri="{FF2B5EF4-FFF2-40B4-BE49-F238E27FC236}">
                <a16:creationId xmlns:a16="http://schemas.microsoft.com/office/drawing/2014/main" id="{B56FE005-FF35-49F4-BA1E-520BB82922F2}"/>
              </a:ext>
            </a:extLst>
          </p:cNvPr>
          <p:cNvSpPr/>
          <p:nvPr/>
        </p:nvSpPr>
        <p:spPr bwMode="auto">
          <a:xfrm>
            <a:off x="3187590" y="1866388"/>
            <a:ext cx="2376264" cy="482491"/>
          </a:xfrm>
          <a:prstGeom prst="wedgeRoundRectCallout">
            <a:avLst>
              <a:gd name="adj1" fmla="val -65039"/>
              <a:gd name="adj2" fmla="val 147301"/>
              <a:gd name="adj3" fmla="val 16667"/>
            </a:avLst>
          </a:prstGeom>
          <a:solidFill>
            <a:srgbClr val="929EF8"/>
          </a:solid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92075" indent="-92075">
              <a:spcBef>
                <a:spcPts val="0"/>
              </a:spcBef>
              <a:buClr>
                <a:schemeClr val="folHlink"/>
              </a:buClr>
              <a:buSzPct val="75000"/>
            </a:pPr>
            <a:r>
              <a:rPr lang="zh-CN" altLang="en-US" sz="2800" dirty="0">
                <a:solidFill>
                  <a:schemeClr val="bg2"/>
                </a:solidFill>
              </a:rPr>
              <a:t>创建文件映射</a:t>
            </a:r>
            <a:endParaRPr kumimoji="1" lang="zh-CN" altLang="en-US" sz="3200" b="1" i="0" u="none" strike="noStrike" cap="none" normalizeH="0" baseline="0" dirty="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sp>
        <p:nvSpPr>
          <p:cNvPr id="10" name="对话气泡: 圆角矩形 9">
            <a:extLst>
              <a:ext uri="{FF2B5EF4-FFF2-40B4-BE49-F238E27FC236}">
                <a16:creationId xmlns:a16="http://schemas.microsoft.com/office/drawing/2014/main" id="{279D9238-4CFD-49CA-A8A5-61059943E92F}"/>
              </a:ext>
            </a:extLst>
          </p:cNvPr>
          <p:cNvSpPr/>
          <p:nvPr/>
        </p:nvSpPr>
        <p:spPr bwMode="auto">
          <a:xfrm>
            <a:off x="3635896" y="3071851"/>
            <a:ext cx="3633540" cy="482491"/>
          </a:xfrm>
          <a:prstGeom prst="wedgeRoundRectCallout">
            <a:avLst>
              <a:gd name="adj1" fmla="val -71373"/>
              <a:gd name="adj2" fmla="val 65882"/>
              <a:gd name="adj3" fmla="val 16667"/>
            </a:avLst>
          </a:prstGeom>
          <a:solidFill>
            <a:srgbClr val="929EF8"/>
          </a:solid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92075" indent="-92075">
              <a:spcBef>
                <a:spcPts val="0"/>
              </a:spcBef>
              <a:buClr>
                <a:schemeClr val="folHlink"/>
              </a:buClr>
              <a:buSzPct val="75000"/>
            </a:pPr>
            <a:r>
              <a:rPr lang="zh-CN" altLang="en-US" sz="2800" dirty="0">
                <a:solidFill>
                  <a:schemeClr val="bg2"/>
                </a:solidFill>
              </a:rPr>
              <a:t>建立映射文件的视图</a:t>
            </a:r>
            <a:endParaRPr kumimoji="1" lang="zh-CN" altLang="en-US" sz="3200" b="1" i="0" u="none" strike="noStrike" cap="none" normalizeH="0" baseline="0" dirty="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sp>
        <p:nvSpPr>
          <p:cNvPr id="11" name="对话气泡: 圆角矩形 10">
            <a:extLst>
              <a:ext uri="{FF2B5EF4-FFF2-40B4-BE49-F238E27FC236}">
                <a16:creationId xmlns:a16="http://schemas.microsoft.com/office/drawing/2014/main" id="{C54CA89B-B51A-41C5-BBC4-987240317D3B}"/>
              </a:ext>
            </a:extLst>
          </p:cNvPr>
          <p:cNvSpPr/>
          <p:nvPr/>
        </p:nvSpPr>
        <p:spPr bwMode="auto">
          <a:xfrm>
            <a:off x="5570986" y="1866387"/>
            <a:ext cx="3528392" cy="482491"/>
          </a:xfrm>
          <a:prstGeom prst="wedgeRoundRectCallout">
            <a:avLst>
              <a:gd name="adj1" fmla="val -25398"/>
              <a:gd name="adj2" fmla="val 134380"/>
              <a:gd name="adj3" fmla="val 16667"/>
            </a:avLst>
          </a:prstGeom>
          <a:solidFill>
            <a:srgbClr val="99FF99"/>
          </a:solid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92075" indent="-92075">
              <a:spcBef>
                <a:spcPts val="0"/>
              </a:spcBef>
              <a:buClr>
                <a:schemeClr val="folHlink"/>
              </a:buClr>
              <a:buSzPct val="75000"/>
            </a:pPr>
            <a:r>
              <a:rPr lang="zh-CN" altLang="en-US" sz="2800" dirty="0">
                <a:solidFill>
                  <a:schemeClr val="bg2"/>
                </a:solidFill>
              </a:rPr>
              <a:t>共享内存对象的名字</a:t>
            </a:r>
            <a:endParaRPr kumimoji="1" lang="zh-CN" altLang="en-US" sz="3200" b="1" i="0" u="none" strike="noStrike" cap="none" normalizeH="0" baseline="0" dirty="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sp>
        <p:nvSpPr>
          <p:cNvPr id="12" name="Rectangle 70">
            <a:extLst>
              <a:ext uri="{FF2B5EF4-FFF2-40B4-BE49-F238E27FC236}">
                <a16:creationId xmlns:a16="http://schemas.microsoft.com/office/drawing/2014/main" id="{C1D362C7-9898-42AA-957C-DF4658F012AB}"/>
              </a:ext>
            </a:extLst>
          </p:cNvPr>
          <p:cNvSpPr>
            <a:spLocks noChangeArrowheads="1"/>
          </p:cNvSpPr>
          <p:nvPr/>
        </p:nvSpPr>
        <p:spPr bwMode="auto">
          <a:xfrm>
            <a:off x="2846485" y="6354448"/>
            <a:ext cx="3744416" cy="400110"/>
          </a:xfrm>
          <a:prstGeom prst="rect">
            <a:avLst/>
          </a:prstGeom>
          <a:noFill/>
          <a:ln w="12700" cap="sq">
            <a:no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lang="zh-CN" altLang="en-US" sz="2000" dirty="0">
                <a:solidFill>
                  <a:schemeClr val="bg2"/>
                </a:solidFill>
                <a:latin typeface="宋体" panose="02010600030101010101" pitchFamily="2" charset="-122"/>
              </a:rPr>
              <a:t>图 </a:t>
            </a:r>
            <a:r>
              <a:rPr lang="en-US" altLang="zh-CN" sz="2000" dirty="0">
                <a:solidFill>
                  <a:schemeClr val="bg2"/>
                </a:solidFill>
                <a:latin typeface="宋体" panose="02010600030101010101" pitchFamily="2" charset="-122"/>
              </a:rPr>
              <a:t>8-24 </a:t>
            </a:r>
            <a:r>
              <a:rPr lang="zh-CN" altLang="en-US" sz="2000" dirty="0">
                <a:solidFill>
                  <a:schemeClr val="bg2"/>
                </a:solidFill>
                <a:latin typeface="宋体" panose="02010600030101010101" pitchFamily="2" charset="-122"/>
              </a:rPr>
              <a:t>生产者写入共享内存</a:t>
            </a:r>
          </a:p>
        </p:txBody>
      </p:sp>
      <p:sp>
        <p:nvSpPr>
          <p:cNvPr id="13"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286064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dissolv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dissolve">
                                      <p:cBhvr>
                                        <p:cTn id="22" dur="500"/>
                                        <p:tgtEl>
                                          <p:spTgt spid="11"/>
                                        </p:tgtEl>
                                      </p:cBhvr>
                                    </p:animEffect>
                                  </p:childTnLst>
                                </p:cTn>
                              </p:par>
                            </p:childTnLst>
                          </p:cTn>
                        </p:par>
                        <p:par>
                          <p:cTn id="23" fill="hold">
                            <p:stCondLst>
                              <p:cond delay="500"/>
                            </p:stCondLst>
                            <p:childTnLst>
                              <p:par>
                                <p:cTn id="24" presetID="2" presetClass="entr" presetSubtype="6" fill="hold" grpId="0" nodeType="afterEffect">
                                  <p:stCondLst>
                                    <p:cond delay="0"/>
                                  </p:stCondLst>
                                  <p:childTnLst>
                                    <p:set>
                                      <p:cBhvr>
                                        <p:cTn id="25" dur="1" fill="hold">
                                          <p:stCondLst>
                                            <p:cond delay="0"/>
                                          </p:stCondLst>
                                        </p:cTn>
                                        <p:tgtEl>
                                          <p:spTgt spid="13"/>
                                        </p:tgtEl>
                                        <p:attrNameLst>
                                          <p:attrName>style.visibility</p:attrName>
                                        </p:attrNameLst>
                                      </p:cBhvr>
                                      <p:to>
                                        <p:strVal val="visible"/>
                                      </p:to>
                                    </p:set>
                                    <p:anim calcmode="lin" valueType="num">
                                      <p:cBhvr additive="base">
                                        <p:cTn id="26" dur="500" fill="hold"/>
                                        <p:tgtEl>
                                          <p:spTgt spid="13"/>
                                        </p:tgtEl>
                                        <p:attrNameLst>
                                          <p:attrName>ppt_x</p:attrName>
                                        </p:attrNameLst>
                                      </p:cBhvr>
                                      <p:tavLst>
                                        <p:tav tm="0">
                                          <p:val>
                                            <p:strVal val="1+#ppt_w/2"/>
                                          </p:val>
                                        </p:tav>
                                        <p:tav tm="100000">
                                          <p:val>
                                            <p:strVal val="#ppt_x"/>
                                          </p:val>
                                        </p:tav>
                                      </p:tavLst>
                                    </p:anim>
                                    <p:anim calcmode="lin" valueType="num">
                                      <p:cBhvr additive="base">
                                        <p:cTn id="27"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3"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1B6AC15-663F-4573-A29A-0EE282691447}"/>
              </a:ext>
            </a:extLst>
          </p:cNvPr>
          <p:cNvSpPr txBox="1"/>
          <p:nvPr/>
        </p:nvSpPr>
        <p:spPr>
          <a:xfrm>
            <a:off x="251520" y="468213"/>
            <a:ext cx="8496944" cy="4278094"/>
          </a:xfrm>
          <a:prstGeom prst="rect">
            <a:avLst/>
          </a:prstGeom>
          <a:solidFill>
            <a:schemeClr val="tx1">
              <a:lumMod val="85000"/>
            </a:schemeClr>
          </a:solidFill>
        </p:spPr>
        <p:txBody>
          <a:bodyPr wrap="square" rtlCol="0">
            <a:spAutoFit/>
          </a:bodyPr>
          <a:lstStyle/>
          <a:p>
            <a:pPr>
              <a:lnSpc>
                <a:spcPct val="150000"/>
              </a:lnSpc>
            </a:pPr>
            <a:r>
              <a:rPr lang="en-US" altLang="zh-CN" sz="2000" dirty="0">
                <a:solidFill>
                  <a:schemeClr val="bg2"/>
                </a:solidFill>
                <a:latin typeface="+mn-lt"/>
              </a:rPr>
              <a:t>int main(int </a:t>
            </a:r>
            <a:r>
              <a:rPr lang="en-US" altLang="zh-CN" sz="2000" dirty="0" err="1">
                <a:solidFill>
                  <a:schemeClr val="bg2"/>
                </a:solidFill>
                <a:latin typeface="+mn-lt"/>
              </a:rPr>
              <a:t>argc</a:t>
            </a:r>
            <a:r>
              <a:rPr lang="en-US" altLang="zh-CN" sz="2000" dirty="0">
                <a:solidFill>
                  <a:schemeClr val="bg2"/>
                </a:solidFill>
                <a:latin typeface="+mn-lt"/>
              </a:rPr>
              <a:t>, char *</a:t>
            </a:r>
            <a:r>
              <a:rPr lang="en-US" altLang="zh-CN" sz="2000" dirty="0" err="1">
                <a:solidFill>
                  <a:schemeClr val="bg2"/>
                </a:solidFill>
                <a:latin typeface="+mn-lt"/>
              </a:rPr>
              <a:t>argv</a:t>
            </a:r>
            <a:r>
              <a:rPr lang="en-US" altLang="zh-CN" sz="2000" dirty="0">
                <a:solidFill>
                  <a:schemeClr val="bg2"/>
                </a:solidFill>
                <a:latin typeface="+mn-lt"/>
              </a:rPr>
              <a:t>[]) {</a:t>
            </a:r>
          </a:p>
          <a:p>
            <a:pPr>
              <a:lnSpc>
                <a:spcPct val="150000"/>
              </a:lnSpc>
            </a:pPr>
            <a:r>
              <a:rPr lang="en-US" altLang="zh-CN" sz="2000" dirty="0">
                <a:solidFill>
                  <a:schemeClr val="bg2"/>
                </a:solidFill>
                <a:latin typeface="+mn-lt"/>
              </a:rPr>
              <a:t>HANDLE </a:t>
            </a:r>
            <a:r>
              <a:rPr lang="en-US" altLang="zh-CN" sz="2000" dirty="0" err="1">
                <a:solidFill>
                  <a:schemeClr val="bg2"/>
                </a:solidFill>
                <a:latin typeface="+mn-lt"/>
              </a:rPr>
              <a:t>hMapFile</a:t>
            </a:r>
            <a:r>
              <a:rPr lang="en-US" altLang="zh-CN" sz="2000" dirty="0">
                <a:solidFill>
                  <a:schemeClr val="bg2"/>
                </a:solidFill>
                <a:latin typeface="+mn-lt"/>
              </a:rPr>
              <a:t>;   LPVOID </a:t>
            </a:r>
            <a:r>
              <a:rPr lang="en-US" altLang="zh-CN" sz="2000" dirty="0" err="1">
                <a:solidFill>
                  <a:schemeClr val="bg2"/>
                </a:solidFill>
                <a:latin typeface="+mn-lt"/>
              </a:rPr>
              <a:t>lpMapAddress</a:t>
            </a:r>
            <a:r>
              <a:rPr lang="en-US" altLang="zh-CN" sz="2000" dirty="0">
                <a:solidFill>
                  <a:schemeClr val="bg2"/>
                </a:solidFill>
                <a:latin typeface="+mn-lt"/>
              </a:rPr>
              <a:t>;</a:t>
            </a:r>
          </a:p>
          <a:p>
            <a:pPr>
              <a:lnSpc>
                <a:spcPct val="150000"/>
              </a:lnSpc>
            </a:pPr>
            <a:r>
              <a:rPr lang="en-US" altLang="zh-CN" sz="2000" dirty="0" err="1">
                <a:solidFill>
                  <a:schemeClr val="bg2"/>
                </a:solidFill>
                <a:latin typeface="+mn-lt"/>
              </a:rPr>
              <a:t>hMapFile</a:t>
            </a:r>
            <a:r>
              <a:rPr lang="en-US" altLang="zh-CN" sz="2000" dirty="0">
                <a:solidFill>
                  <a:schemeClr val="bg2"/>
                </a:solidFill>
                <a:latin typeface="+mn-lt"/>
              </a:rPr>
              <a:t> = </a:t>
            </a:r>
            <a:r>
              <a:rPr lang="en-US" altLang="zh-CN" sz="2000" dirty="0" err="1">
                <a:solidFill>
                  <a:schemeClr val="bg2"/>
                </a:solidFill>
                <a:latin typeface="+mn-lt"/>
              </a:rPr>
              <a:t>OpenFileMapping</a:t>
            </a:r>
            <a:r>
              <a:rPr lang="en-US" altLang="zh-CN" sz="2000" dirty="0">
                <a:solidFill>
                  <a:schemeClr val="bg2"/>
                </a:solidFill>
                <a:latin typeface="+mn-lt"/>
              </a:rPr>
              <a:t>(……, TEXT("</a:t>
            </a:r>
            <a:r>
              <a:rPr lang="en-US" altLang="zh-CN" sz="2000" dirty="0" err="1">
                <a:solidFill>
                  <a:srgbClr val="9D483D"/>
                </a:solidFill>
                <a:latin typeface="+mn-lt"/>
              </a:rPr>
              <a:t>SharedObject</a:t>
            </a:r>
            <a:r>
              <a:rPr lang="en-US" altLang="zh-CN" sz="2000" dirty="0">
                <a:solidFill>
                  <a:schemeClr val="bg2"/>
                </a:solidFill>
                <a:latin typeface="+mn-lt"/>
              </a:rPr>
              <a:t>")); </a:t>
            </a:r>
          </a:p>
          <a:p>
            <a:pPr>
              <a:lnSpc>
                <a:spcPct val="150000"/>
              </a:lnSpc>
            </a:pPr>
            <a:r>
              <a:rPr lang="en-US" altLang="zh-CN" sz="2000" dirty="0" err="1">
                <a:solidFill>
                  <a:schemeClr val="bg2"/>
                </a:solidFill>
                <a:latin typeface="+mn-lt"/>
              </a:rPr>
              <a:t>lpMapAddress</a:t>
            </a:r>
            <a:r>
              <a:rPr lang="en-US" altLang="zh-CN" sz="2000" dirty="0">
                <a:solidFill>
                  <a:schemeClr val="bg2"/>
                </a:solidFill>
                <a:latin typeface="+mn-lt"/>
              </a:rPr>
              <a:t> = </a:t>
            </a:r>
            <a:r>
              <a:rPr lang="en-US" altLang="zh-CN" sz="2000" dirty="0" err="1">
                <a:solidFill>
                  <a:schemeClr val="bg2"/>
                </a:solidFill>
                <a:latin typeface="+mn-lt"/>
              </a:rPr>
              <a:t>MapViewOfFile</a:t>
            </a:r>
            <a:r>
              <a:rPr lang="en-US" altLang="zh-CN" sz="2000" dirty="0">
                <a:solidFill>
                  <a:schemeClr val="bg2"/>
                </a:solidFill>
                <a:latin typeface="+mn-lt"/>
              </a:rPr>
              <a:t>(</a:t>
            </a:r>
            <a:r>
              <a:rPr lang="en-US" altLang="zh-CN" sz="2000" dirty="0" err="1">
                <a:solidFill>
                  <a:schemeClr val="bg2"/>
                </a:solidFill>
                <a:latin typeface="+mn-lt"/>
              </a:rPr>
              <a:t>hMapFile</a:t>
            </a:r>
            <a:r>
              <a:rPr lang="en-US" altLang="zh-CN" sz="2000" dirty="0">
                <a:solidFill>
                  <a:schemeClr val="bg2"/>
                </a:solidFill>
                <a:latin typeface="+mn-lt"/>
              </a:rPr>
              <a:t>, ……);         </a:t>
            </a:r>
          </a:p>
          <a:p>
            <a:pPr>
              <a:lnSpc>
                <a:spcPct val="150000"/>
              </a:lnSpc>
            </a:pPr>
            <a:r>
              <a:rPr lang="en-US" altLang="zh-CN" sz="2000" dirty="0" err="1">
                <a:solidFill>
                  <a:schemeClr val="bg2"/>
                </a:solidFill>
                <a:latin typeface="+mn-lt"/>
              </a:rPr>
              <a:t>printf</a:t>
            </a:r>
            <a:r>
              <a:rPr lang="en-US" altLang="zh-CN" sz="2000" dirty="0">
                <a:solidFill>
                  <a:schemeClr val="bg2"/>
                </a:solidFill>
                <a:latin typeface="+mn-lt"/>
              </a:rPr>
              <a:t>("%s\n", </a:t>
            </a:r>
            <a:r>
              <a:rPr lang="en-US" altLang="zh-CN" sz="2000" dirty="0" err="1">
                <a:solidFill>
                  <a:schemeClr val="bg2"/>
                </a:solidFill>
                <a:latin typeface="+mn-lt"/>
              </a:rPr>
              <a:t>lpMapAddress</a:t>
            </a:r>
            <a:r>
              <a:rPr lang="en-US" altLang="zh-CN" sz="2000" dirty="0">
                <a:solidFill>
                  <a:schemeClr val="bg2"/>
                </a:solidFill>
                <a:latin typeface="+mn-lt"/>
              </a:rPr>
              <a:t>);</a:t>
            </a:r>
          </a:p>
          <a:p>
            <a:pPr>
              <a:lnSpc>
                <a:spcPct val="150000"/>
              </a:lnSpc>
            </a:pPr>
            <a:r>
              <a:rPr lang="en-US" altLang="zh-CN" sz="2000" dirty="0" err="1">
                <a:solidFill>
                  <a:schemeClr val="bg2"/>
                </a:solidFill>
                <a:latin typeface="+mn-lt"/>
              </a:rPr>
              <a:t>UnmapViewOfFile</a:t>
            </a:r>
            <a:r>
              <a:rPr lang="en-US" altLang="zh-CN" sz="2000" dirty="0">
                <a:solidFill>
                  <a:schemeClr val="bg2"/>
                </a:solidFill>
                <a:latin typeface="+mn-lt"/>
              </a:rPr>
              <a:t>(</a:t>
            </a:r>
            <a:r>
              <a:rPr lang="en-US" altLang="zh-CN" sz="2000" dirty="0" err="1">
                <a:solidFill>
                  <a:schemeClr val="bg2"/>
                </a:solidFill>
                <a:latin typeface="+mn-lt"/>
              </a:rPr>
              <a:t>lpMapAddress</a:t>
            </a:r>
            <a:r>
              <a:rPr lang="en-US" altLang="zh-CN" sz="2000" dirty="0">
                <a:solidFill>
                  <a:schemeClr val="bg2"/>
                </a:solidFill>
                <a:latin typeface="+mn-lt"/>
              </a:rPr>
              <a:t>);</a:t>
            </a:r>
          </a:p>
          <a:p>
            <a:pPr>
              <a:lnSpc>
                <a:spcPct val="150000"/>
              </a:lnSpc>
            </a:pPr>
            <a:r>
              <a:rPr lang="en-US" altLang="zh-CN" sz="2000" dirty="0" err="1">
                <a:solidFill>
                  <a:schemeClr val="bg2"/>
                </a:solidFill>
                <a:latin typeface="+mn-lt"/>
              </a:rPr>
              <a:t>CloseHandle</a:t>
            </a:r>
            <a:r>
              <a:rPr lang="en-US" altLang="zh-CN" sz="2000" dirty="0">
                <a:solidFill>
                  <a:schemeClr val="bg2"/>
                </a:solidFill>
                <a:latin typeface="+mn-lt"/>
              </a:rPr>
              <a:t>(</a:t>
            </a:r>
            <a:r>
              <a:rPr lang="en-US" altLang="zh-CN" sz="2000" dirty="0" err="1">
                <a:solidFill>
                  <a:schemeClr val="bg2"/>
                </a:solidFill>
                <a:latin typeface="+mn-lt"/>
              </a:rPr>
              <a:t>hMapFile</a:t>
            </a:r>
            <a:r>
              <a:rPr lang="en-US" altLang="zh-CN" sz="2000" dirty="0">
                <a:solidFill>
                  <a:schemeClr val="bg2"/>
                </a:solidFill>
                <a:latin typeface="+mn-lt"/>
              </a:rPr>
              <a:t>);</a:t>
            </a:r>
          </a:p>
          <a:p>
            <a:pPr>
              <a:lnSpc>
                <a:spcPct val="150000"/>
              </a:lnSpc>
            </a:pPr>
            <a:r>
              <a:rPr lang="en-US" altLang="zh-CN" sz="2000" dirty="0">
                <a:solidFill>
                  <a:schemeClr val="bg2"/>
                </a:solidFill>
                <a:latin typeface="+mn-lt"/>
              </a:rPr>
              <a:t>}</a:t>
            </a:r>
          </a:p>
          <a:p>
            <a:endParaRPr lang="zh-CN" altLang="en-US" dirty="0"/>
          </a:p>
        </p:txBody>
      </p:sp>
      <p:sp>
        <p:nvSpPr>
          <p:cNvPr id="6" name="对话气泡: 圆角矩形 5">
            <a:extLst>
              <a:ext uri="{FF2B5EF4-FFF2-40B4-BE49-F238E27FC236}">
                <a16:creationId xmlns:a16="http://schemas.microsoft.com/office/drawing/2014/main" id="{8E8552F7-570F-408C-91A4-421DE1B30172}"/>
              </a:ext>
            </a:extLst>
          </p:cNvPr>
          <p:cNvSpPr/>
          <p:nvPr/>
        </p:nvSpPr>
        <p:spPr bwMode="auto">
          <a:xfrm>
            <a:off x="5380758" y="756245"/>
            <a:ext cx="3528392" cy="482491"/>
          </a:xfrm>
          <a:prstGeom prst="wedgeRoundRectCallout">
            <a:avLst>
              <a:gd name="adj1" fmla="val -25398"/>
              <a:gd name="adj2" fmla="val 134380"/>
              <a:gd name="adj3" fmla="val 16667"/>
            </a:avLst>
          </a:prstGeom>
          <a:solidFill>
            <a:srgbClr val="99FF99"/>
          </a:solid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92075" indent="-92075">
              <a:spcBef>
                <a:spcPts val="0"/>
              </a:spcBef>
              <a:buClr>
                <a:schemeClr val="folHlink"/>
              </a:buClr>
              <a:buSzPct val="75000"/>
            </a:pPr>
            <a:r>
              <a:rPr lang="zh-CN" altLang="en-US" sz="2800" dirty="0">
                <a:solidFill>
                  <a:schemeClr val="bg2"/>
                </a:solidFill>
              </a:rPr>
              <a:t>共享内存对象的名字</a:t>
            </a:r>
            <a:endParaRPr kumimoji="1" lang="zh-CN" altLang="en-US" sz="3200" b="1" i="0" u="none" strike="noStrike" cap="none" normalizeH="0" baseline="0" dirty="0">
              <a:ln>
                <a:noFill/>
              </a:ln>
              <a:solidFill>
                <a:srgbClr val="FFFF00"/>
              </a:solidFill>
              <a:effectLst>
                <a:outerShdw blurRad="38100" dist="38100" dir="2700000" algn="tl">
                  <a:srgbClr val="000000">
                    <a:alpha val="43137"/>
                  </a:srgbClr>
                </a:outerShdw>
              </a:effectLst>
              <a:latin typeface="宋体" pitchFamily="2" charset="-122"/>
              <a:ea typeface="宋体" pitchFamily="2" charset="-122"/>
            </a:endParaRPr>
          </a:p>
        </p:txBody>
      </p:sp>
      <p:sp>
        <p:nvSpPr>
          <p:cNvPr id="7" name="Rectangle 70">
            <a:extLst>
              <a:ext uri="{FF2B5EF4-FFF2-40B4-BE49-F238E27FC236}">
                <a16:creationId xmlns:a16="http://schemas.microsoft.com/office/drawing/2014/main" id="{7E0E5099-F408-455C-85A6-D2CCE4E1F045}"/>
              </a:ext>
            </a:extLst>
          </p:cNvPr>
          <p:cNvSpPr>
            <a:spLocks noChangeArrowheads="1"/>
          </p:cNvSpPr>
          <p:nvPr/>
        </p:nvSpPr>
        <p:spPr bwMode="auto">
          <a:xfrm>
            <a:off x="2315443" y="4847306"/>
            <a:ext cx="4369098" cy="400110"/>
          </a:xfrm>
          <a:prstGeom prst="rect">
            <a:avLst/>
          </a:prstGeom>
          <a:noFill/>
          <a:ln w="12700" cap="sq">
            <a:no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lang="zh-CN" altLang="en-US" sz="2000" dirty="0">
                <a:solidFill>
                  <a:schemeClr val="bg2"/>
                </a:solidFill>
                <a:latin typeface="宋体" panose="02010600030101010101" pitchFamily="2" charset="-122"/>
              </a:rPr>
              <a:t>图 </a:t>
            </a:r>
            <a:r>
              <a:rPr lang="en-US" altLang="zh-CN" sz="2000" dirty="0">
                <a:solidFill>
                  <a:schemeClr val="bg2"/>
                </a:solidFill>
                <a:latin typeface="宋体" panose="02010600030101010101" pitchFamily="2" charset="-122"/>
              </a:rPr>
              <a:t>8-25 </a:t>
            </a:r>
            <a:r>
              <a:rPr lang="zh-CN" altLang="en-US" sz="2000" dirty="0">
                <a:solidFill>
                  <a:schemeClr val="bg2"/>
                </a:solidFill>
                <a:latin typeface="宋体" panose="02010600030101010101" pitchFamily="2" charset="-122"/>
              </a:rPr>
              <a:t>消费者从共享内存中读数据</a:t>
            </a:r>
          </a:p>
        </p:txBody>
      </p:sp>
      <p:pic>
        <p:nvPicPr>
          <p:cNvPr id="9" name="图片 8">
            <a:extLst>
              <a:ext uri="{FF2B5EF4-FFF2-40B4-BE49-F238E27FC236}">
                <a16:creationId xmlns:a16="http://schemas.microsoft.com/office/drawing/2014/main" id="{BD8B87B3-9419-4CF6-995B-B5175DBBF1FA}"/>
              </a:ext>
            </a:extLst>
          </p:cNvPr>
          <p:cNvPicPr>
            <a:picLocks noChangeAspect="1"/>
          </p:cNvPicPr>
          <p:nvPr/>
        </p:nvPicPr>
        <p:blipFill>
          <a:blip r:embed="rId3"/>
          <a:stretch>
            <a:fillRect/>
          </a:stretch>
        </p:blipFill>
        <p:spPr>
          <a:xfrm>
            <a:off x="611560" y="5607149"/>
            <a:ext cx="2200275" cy="762000"/>
          </a:xfrm>
          <a:prstGeom prst="rect">
            <a:avLst/>
          </a:prstGeom>
        </p:spPr>
      </p:pic>
      <p:pic>
        <p:nvPicPr>
          <p:cNvPr id="10" name="图片 9">
            <a:extLst>
              <a:ext uri="{FF2B5EF4-FFF2-40B4-BE49-F238E27FC236}">
                <a16:creationId xmlns:a16="http://schemas.microsoft.com/office/drawing/2014/main" id="{56AD0B9F-88F7-477B-9C16-8B519C135FEF}"/>
              </a:ext>
            </a:extLst>
          </p:cNvPr>
          <p:cNvPicPr>
            <a:picLocks noChangeAspect="1"/>
          </p:cNvPicPr>
          <p:nvPr/>
        </p:nvPicPr>
        <p:blipFill>
          <a:blip r:embed="rId4"/>
          <a:stretch>
            <a:fillRect/>
          </a:stretch>
        </p:blipFill>
        <p:spPr>
          <a:xfrm>
            <a:off x="3347864" y="5648325"/>
            <a:ext cx="2076450" cy="828675"/>
          </a:xfrm>
          <a:prstGeom prst="rect">
            <a:avLst/>
          </a:prstGeom>
        </p:spPr>
      </p:pic>
      <p:pic>
        <p:nvPicPr>
          <p:cNvPr id="11" name="图片 10">
            <a:extLst>
              <a:ext uri="{FF2B5EF4-FFF2-40B4-BE49-F238E27FC236}">
                <a16:creationId xmlns:a16="http://schemas.microsoft.com/office/drawing/2014/main" id="{87B28616-7238-4FD3-84C2-0EAAE27B80E2}"/>
              </a:ext>
            </a:extLst>
          </p:cNvPr>
          <p:cNvPicPr>
            <a:picLocks noChangeAspect="1"/>
          </p:cNvPicPr>
          <p:nvPr/>
        </p:nvPicPr>
        <p:blipFill>
          <a:blip r:embed="rId5"/>
          <a:stretch>
            <a:fillRect/>
          </a:stretch>
        </p:blipFill>
        <p:spPr>
          <a:xfrm>
            <a:off x="6186289" y="5689500"/>
            <a:ext cx="2038946" cy="679649"/>
          </a:xfrm>
          <a:prstGeom prst="rect">
            <a:avLst/>
          </a:prstGeom>
        </p:spPr>
      </p:pic>
      <p:sp>
        <p:nvSpPr>
          <p:cNvPr id="12"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764350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1000"/>
                                        <p:tgtEl>
                                          <p:spTgt spid="10"/>
                                        </p:tgtEl>
                                      </p:cBhvr>
                                    </p:animEffect>
                                    <p:anim calcmode="lin" valueType="num">
                                      <p:cBhvr>
                                        <p:cTn id="20" dur="1000" fill="hold"/>
                                        <p:tgtEl>
                                          <p:spTgt spid="10"/>
                                        </p:tgtEl>
                                        <p:attrNameLst>
                                          <p:attrName>ppt_x</p:attrName>
                                        </p:attrNameLst>
                                      </p:cBhvr>
                                      <p:tavLst>
                                        <p:tav tm="0">
                                          <p:val>
                                            <p:strVal val="#ppt_x"/>
                                          </p:val>
                                        </p:tav>
                                        <p:tav tm="100000">
                                          <p:val>
                                            <p:strVal val="#ppt_x"/>
                                          </p:val>
                                        </p:tav>
                                      </p:tavLst>
                                    </p:anim>
                                    <p:anim calcmode="lin" valueType="num">
                                      <p:cBhvr>
                                        <p:cTn id="2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1000"/>
                                        <p:tgtEl>
                                          <p:spTgt spid="11"/>
                                        </p:tgtEl>
                                      </p:cBhvr>
                                    </p:animEffect>
                                    <p:anim calcmode="lin" valueType="num">
                                      <p:cBhvr>
                                        <p:cTn id="27" dur="1000" fill="hold"/>
                                        <p:tgtEl>
                                          <p:spTgt spid="11"/>
                                        </p:tgtEl>
                                        <p:attrNameLst>
                                          <p:attrName>ppt_x</p:attrName>
                                        </p:attrNameLst>
                                      </p:cBhvr>
                                      <p:tavLst>
                                        <p:tav tm="0">
                                          <p:val>
                                            <p:strVal val="#ppt_x"/>
                                          </p:val>
                                        </p:tav>
                                        <p:tav tm="100000">
                                          <p:val>
                                            <p:strVal val="#ppt_x"/>
                                          </p:val>
                                        </p:tav>
                                      </p:tavLst>
                                    </p:anim>
                                    <p:anim calcmode="lin" valueType="num">
                                      <p:cBhvr>
                                        <p:cTn id="28" dur="1000" fill="hold"/>
                                        <p:tgtEl>
                                          <p:spTgt spid="11"/>
                                        </p:tgtEl>
                                        <p:attrNameLst>
                                          <p:attrName>ppt_y</p:attrName>
                                        </p:attrNameLst>
                                      </p:cBhvr>
                                      <p:tavLst>
                                        <p:tav tm="0">
                                          <p:val>
                                            <p:strVal val="#ppt_y+.1"/>
                                          </p:val>
                                        </p:tav>
                                        <p:tav tm="100000">
                                          <p:val>
                                            <p:strVal val="#ppt_y"/>
                                          </p:val>
                                        </p:tav>
                                      </p:tavLst>
                                    </p:anim>
                                  </p:childTnLst>
                                </p:cTn>
                              </p:par>
                            </p:childTnLst>
                          </p:cTn>
                        </p:par>
                        <p:par>
                          <p:cTn id="29" fill="hold">
                            <p:stCondLst>
                              <p:cond delay="1000"/>
                            </p:stCondLst>
                            <p:childTnLst>
                              <p:par>
                                <p:cTn id="30" presetID="2" presetClass="entr" presetSubtype="6" fill="hold" grpId="0" nodeType="afterEffect">
                                  <p:stCondLst>
                                    <p:cond delay="0"/>
                                  </p:stCondLst>
                                  <p:childTnLst>
                                    <p:set>
                                      <p:cBhvr>
                                        <p:cTn id="31" dur="1" fill="hold">
                                          <p:stCondLst>
                                            <p:cond delay="0"/>
                                          </p:stCondLst>
                                        </p:cTn>
                                        <p:tgtEl>
                                          <p:spTgt spid="12"/>
                                        </p:tgtEl>
                                        <p:attrNameLst>
                                          <p:attrName>style.visibility</p:attrName>
                                        </p:attrNameLst>
                                      </p:cBhvr>
                                      <p:to>
                                        <p:strVal val="visible"/>
                                      </p:to>
                                    </p:set>
                                    <p:anim calcmode="lin" valueType="num">
                                      <p:cBhvr additive="base">
                                        <p:cTn id="32" dur="500" fill="hold"/>
                                        <p:tgtEl>
                                          <p:spTgt spid="12"/>
                                        </p:tgtEl>
                                        <p:attrNameLst>
                                          <p:attrName>ppt_x</p:attrName>
                                        </p:attrNameLst>
                                      </p:cBhvr>
                                      <p:tavLst>
                                        <p:tav tm="0">
                                          <p:val>
                                            <p:strVal val="1+#ppt_w/2"/>
                                          </p:val>
                                        </p:tav>
                                        <p:tav tm="100000">
                                          <p:val>
                                            <p:strVal val="#ppt_x"/>
                                          </p:val>
                                        </p:tav>
                                      </p:tavLst>
                                    </p:anim>
                                    <p:anim calcmode="lin" valueType="num">
                                      <p:cBhvr additive="base">
                                        <p:cTn id="33"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2"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0F3703A3-1889-4D5A-B002-82B1611E7DF6}" type="datetime1">
              <a:rPr lang="zh-CN" altLang="en-US" smtClean="0"/>
              <a:pPr>
                <a:defRPr/>
              </a:pPr>
              <a:t>2024/11/24</a:t>
            </a:fld>
            <a:endParaRPr lang="en-US" altLang="zh-CN"/>
          </a:p>
        </p:txBody>
      </p:sp>
      <p:sp>
        <p:nvSpPr>
          <p:cNvPr id="3" name="灯片编号占位符 2"/>
          <p:cNvSpPr>
            <a:spLocks noGrp="1"/>
          </p:cNvSpPr>
          <p:nvPr>
            <p:ph type="sldNum" sz="quarter" idx="12"/>
          </p:nvPr>
        </p:nvSpPr>
        <p:spPr/>
        <p:txBody>
          <a:bodyPr/>
          <a:lstStyle/>
          <a:p>
            <a:pPr>
              <a:defRPr/>
            </a:pPr>
            <a:r>
              <a:rPr lang="zh-CN" altLang="en-US" smtClean="0"/>
              <a:t>第 </a:t>
            </a:r>
            <a:fld id="{AA9BF305-28BD-41C0-8AA3-BF5601F9D25F}" type="slidenum">
              <a:rPr lang="zh-CN" altLang="en-US" smtClean="0"/>
              <a:pPr>
                <a:defRPr/>
              </a:pPr>
              <a:t>48</a:t>
            </a:fld>
            <a:r>
              <a:rPr lang="zh-CN" altLang="en-US" smtClean="0"/>
              <a:t> 页</a:t>
            </a:r>
            <a:endParaRPr lang="zh-CN" altLang="en-US"/>
          </a:p>
        </p:txBody>
      </p:sp>
      <p:sp>
        <p:nvSpPr>
          <p:cNvPr id="5" name="日期占位符 1">
            <a:extLst>
              <a:ext uri="{FF2B5EF4-FFF2-40B4-BE49-F238E27FC236}">
                <a16:creationId xmlns:a16="http://schemas.microsoft.com/office/drawing/2014/main" id="{EC5A723C-95CD-4066-BE3D-7AB5E3EAA5A9}"/>
              </a:ext>
            </a:extLst>
          </p:cNvPr>
          <p:cNvSpPr txBox="1">
            <a:spLocks/>
          </p:cNvSpPr>
          <p:nvPr/>
        </p:nvSpPr>
        <p:spPr bwMode="auto">
          <a:xfrm>
            <a:off x="-12950" y="7337315"/>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defPPr>
              <a:defRPr lang="zh-CN"/>
            </a:defPPr>
            <a:lvl1pPr algn="l" rtl="0" eaLnBrk="0" fontAlgn="base" hangingPunct="0">
              <a:lnSpc>
                <a:spcPct val="100000"/>
              </a:lnSpc>
              <a:spcBef>
                <a:spcPct val="0"/>
              </a:spcBef>
              <a:spcAft>
                <a:spcPct val="0"/>
              </a:spcAft>
              <a:buClrTx/>
              <a:buSzTx/>
              <a:buFontTx/>
              <a:buNone/>
              <a:defRPr kumimoji="1" sz="1400" b="0" kern="1200">
                <a:solidFill>
                  <a:schemeClr val="tx1"/>
                </a:solidFill>
                <a:effectLst/>
                <a:latin typeface="+mn-lt"/>
                <a:ea typeface="宋体" panose="02010600030101010101" pitchFamily="2" charset="-122"/>
                <a:cs typeface="+mn-cs"/>
              </a:defRPr>
            </a:lvl1pPr>
            <a:lvl2pPr marL="4572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9pPr>
          </a:lstStyle>
          <a:p>
            <a:pPr>
              <a:defRPr/>
            </a:pPr>
            <a:fld id="{0F3703A3-1889-4D5A-B002-82B1611E7DF6}" type="datetime1">
              <a:rPr lang="zh-CN" altLang="en-US" smtClean="0"/>
              <a:pPr>
                <a:defRPr/>
              </a:pPr>
              <a:t>2024/11/24</a:t>
            </a:fld>
            <a:endParaRPr lang="en-US" altLang="zh-CN"/>
          </a:p>
        </p:txBody>
      </p:sp>
      <p:sp>
        <p:nvSpPr>
          <p:cNvPr id="6" name="灯片编号占位符 2">
            <a:extLst>
              <a:ext uri="{FF2B5EF4-FFF2-40B4-BE49-F238E27FC236}">
                <a16:creationId xmlns:a16="http://schemas.microsoft.com/office/drawing/2014/main" id="{892BE1E7-1CDA-48CF-871D-4D5E2E4A8629}"/>
              </a:ext>
            </a:extLst>
          </p:cNvPr>
          <p:cNvSpPr txBox="1">
            <a:spLocks/>
          </p:cNvSpPr>
          <p:nvPr/>
        </p:nvSpPr>
        <p:spPr bwMode="auto">
          <a:xfrm>
            <a:off x="6719638" y="7597665"/>
            <a:ext cx="1905000" cy="19685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defPPr>
              <a:defRPr lang="zh-CN"/>
            </a:defPPr>
            <a:lvl1pPr algn="r" rtl="0" eaLnBrk="0" fontAlgn="base" hangingPunct="0">
              <a:lnSpc>
                <a:spcPct val="100000"/>
              </a:lnSpc>
              <a:spcBef>
                <a:spcPct val="0"/>
              </a:spcBef>
              <a:spcAft>
                <a:spcPct val="0"/>
              </a:spcAft>
              <a:buClrTx/>
              <a:buSzTx/>
              <a:buFontTx/>
              <a:buNone/>
              <a:defRPr kumimoji="1" sz="1400" b="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9pPr>
          </a:lstStyle>
          <a:p>
            <a:pPr>
              <a:defRPr/>
            </a:pPr>
            <a:r>
              <a:rPr lang="zh-CN" altLang="en-US"/>
              <a:t>第 </a:t>
            </a:r>
            <a:fld id="{AA9BF305-28BD-41C0-8AA3-BF5601F9D25F}" type="slidenum">
              <a:rPr lang="zh-CN" altLang="en-US" smtClean="0"/>
              <a:pPr>
                <a:defRPr/>
              </a:pPr>
              <a:t>48</a:t>
            </a:fld>
            <a:r>
              <a:rPr lang="zh-CN" altLang="en-US"/>
              <a:t> 页</a:t>
            </a:r>
          </a:p>
        </p:txBody>
      </p:sp>
      <p:sp>
        <p:nvSpPr>
          <p:cNvPr id="7" name="文本框 6">
            <a:extLst>
              <a:ext uri="{FF2B5EF4-FFF2-40B4-BE49-F238E27FC236}">
                <a16:creationId xmlns:a16="http://schemas.microsoft.com/office/drawing/2014/main" id="{1351622B-D109-4A49-BFFA-AF73F8F06D6A}"/>
              </a:ext>
            </a:extLst>
          </p:cNvPr>
          <p:cNvSpPr txBox="1"/>
          <p:nvPr/>
        </p:nvSpPr>
        <p:spPr>
          <a:xfrm>
            <a:off x="323528" y="1448680"/>
            <a:ext cx="8903083" cy="2505301"/>
          </a:xfrm>
          <a:prstGeom prst="rect">
            <a:avLst/>
          </a:prstGeom>
          <a:noFill/>
        </p:spPr>
        <p:txBody>
          <a:bodyPr wrap="square" rtlCol="0">
            <a:spAutoFit/>
          </a:bodyPr>
          <a:lstStyle/>
          <a:p>
            <a:pPr marL="571500" indent="-571500" eaLnBrk="1" hangingPunct="1">
              <a:lnSpc>
                <a:spcPct val="110000"/>
              </a:lnSpc>
              <a:spcBef>
                <a:spcPct val="20000"/>
              </a:spcBef>
              <a:buClr>
                <a:schemeClr val="bg1"/>
              </a:buClr>
              <a:buSzPct val="80000"/>
              <a:buFont typeface="Wingdings" panose="05000000000000000000" pitchFamily="2" charset="2"/>
              <a:buChar char="n"/>
              <a:defRPr/>
            </a:pPr>
            <a:r>
              <a:rPr lang="en-US" altLang="zh-CN" sz="3600" dirty="0">
                <a:solidFill>
                  <a:schemeClr val="bg1"/>
                </a:solidFill>
                <a:effectLst>
                  <a:outerShdw blurRad="38100" dist="38100" dir="2700000" algn="tl">
                    <a:srgbClr val="000000">
                      <a:alpha val="43137"/>
                    </a:srgbClr>
                  </a:outerShdw>
                </a:effectLst>
                <a:latin typeface="+mj-lt"/>
                <a:ea typeface="楷体" panose="02010609060101010101" pitchFamily="49" charset="-122"/>
              </a:rPr>
              <a:t>POSIX</a:t>
            </a:r>
            <a:r>
              <a:rPr lang="zh-CN" altLang="en-US" sz="3600" dirty="0">
                <a:solidFill>
                  <a:schemeClr val="bg1"/>
                </a:solidFill>
                <a:effectLst>
                  <a:outerShdw blurRad="38100" dist="38100" dir="2700000" algn="tl">
                    <a:srgbClr val="000000">
                      <a:alpha val="43137"/>
                    </a:srgbClr>
                  </a:outerShdw>
                </a:effectLst>
                <a:latin typeface="+mj-lt"/>
                <a:ea typeface="楷体" panose="02010609060101010101" pitchFamily="49" charset="-122"/>
              </a:rPr>
              <a:t>定义的：比较通用</a:t>
            </a:r>
            <a:endParaRPr lang="en-US" altLang="zh-CN" sz="3600" dirty="0">
              <a:solidFill>
                <a:schemeClr val="bg1"/>
              </a:solidFill>
              <a:effectLst>
                <a:outerShdw blurRad="38100" dist="38100" dir="2700000" algn="tl">
                  <a:srgbClr val="000000">
                    <a:alpha val="43137"/>
                  </a:srgbClr>
                </a:outerShdw>
              </a:effectLst>
              <a:latin typeface="+mj-lt"/>
              <a:ea typeface="楷体" panose="02010609060101010101" pitchFamily="49" charset="-122"/>
            </a:endParaRPr>
          </a:p>
          <a:p>
            <a:pPr marL="285750" indent="-285750" eaLnBrk="1" hangingPunct="1">
              <a:lnSpc>
                <a:spcPct val="110000"/>
              </a:lnSpc>
              <a:spcBef>
                <a:spcPts val="0"/>
              </a:spcBef>
              <a:buClr>
                <a:schemeClr val="bg2"/>
              </a:buClr>
              <a:buSzPct val="70000"/>
              <a:buFont typeface="Wingdings" panose="05000000000000000000" pitchFamily="2" charset="2"/>
              <a:buChar char="n"/>
              <a:defRPr/>
            </a:pPr>
            <a:endParaRPr lang="en-US" altLang="zh-CN" dirty="0">
              <a:solidFill>
                <a:schemeClr val="bg2"/>
              </a:solidFill>
              <a:latin typeface="+mn-lt"/>
              <a:ea typeface="+mn-ea"/>
            </a:endParaRPr>
          </a:p>
          <a:p>
            <a:pPr marL="571500" indent="-571500" eaLnBrk="1" hangingPunct="1">
              <a:lnSpc>
                <a:spcPct val="110000"/>
              </a:lnSpc>
              <a:spcBef>
                <a:spcPct val="20000"/>
              </a:spcBef>
              <a:buClr>
                <a:schemeClr val="bg1"/>
              </a:buClr>
              <a:buSzPct val="90000"/>
              <a:buFont typeface="Wingdings" panose="05000000000000000000" pitchFamily="2" charset="2"/>
              <a:buChar char="n"/>
              <a:defRPr/>
            </a:pPr>
            <a:r>
              <a:rPr lang="en-US" altLang="zh-CN" sz="3600" dirty="0">
                <a:solidFill>
                  <a:schemeClr val="bg1"/>
                </a:solidFill>
                <a:effectLst>
                  <a:outerShdw blurRad="38100" dist="38100" dir="2700000" algn="tl">
                    <a:srgbClr val="000000">
                      <a:alpha val="43137"/>
                    </a:srgbClr>
                  </a:outerShdw>
                </a:effectLst>
                <a:latin typeface="+mj-lt"/>
                <a:ea typeface="楷体" panose="02010609060101010101" pitchFamily="49" charset="-122"/>
              </a:rPr>
              <a:t>System Ⅴ IPC</a:t>
            </a:r>
            <a:r>
              <a:rPr lang="zh-CN" altLang="en-US" sz="2800" dirty="0">
                <a:solidFill>
                  <a:schemeClr val="bg1"/>
                </a:solidFill>
                <a:latin typeface="+mj-lt"/>
                <a:ea typeface="楷体" panose="02010609060101010101" pitchFamily="49" charset="-122"/>
              </a:rPr>
              <a:t>（</a:t>
            </a:r>
            <a:r>
              <a:rPr lang="en-US" altLang="zh-CN" sz="2800" dirty="0">
                <a:solidFill>
                  <a:schemeClr val="bg1"/>
                </a:solidFill>
                <a:latin typeface="+mj-lt"/>
                <a:ea typeface="楷体" panose="02010609060101010101" pitchFamily="49" charset="-122"/>
              </a:rPr>
              <a:t>I</a:t>
            </a:r>
            <a:r>
              <a:rPr lang="en-US" altLang="zh-CN" sz="2800" dirty="0">
                <a:solidFill>
                  <a:schemeClr val="bg2"/>
                </a:solidFill>
                <a:latin typeface="+mj-lt"/>
                <a:ea typeface="楷体" panose="02010609060101010101" pitchFamily="49" charset="-122"/>
              </a:rPr>
              <a:t>nter</a:t>
            </a:r>
            <a:r>
              <a:rPr lang="en-US" altLang="zh-CN" sz="2800" dirty="0">
                <a:solidFill>
                  <a:schemeClr val="bg1"/>
                </a:solidFill>
                <a:latin typeface="+mj-lt"/>
                <a:ea typeface="楷体" panose="02010609060101010101" pitchFamily="49" charset="-122"/>
              </a:rPr>
              <a:t> P</a:t>
            </a:r>
            <a:r>
              <a:rPr lang="en-US" altLang="zh-CN" sz="2800" dirty="0">
                <a:solidFill>
                  <a:schemeClr val="bg2"/>
                </a:solidFill>
                <a:latin typeface="+mj-lt"/>
                <a:ea typeface="楷体" panose="02010609060101010101" pitchFamily="49" charset="-122"/>
              </a:rPr>
              <a:t>rocess</a:t>
            </a:r>
            <a:r>
              <a:rPr lang="en-US" altLang="zh-CN" sz="2800" dirty="0">
                <a:solidFill>
                  <a:schemeClr val="bg1"/>
                </a:solidFill>
                <a:latin typeface="+mj-lt"/>
                <a:ea typeface="楷体" panose="02010609060101010101" pitchFamily="49" charset="-122"/>
              </a:rPr>
              <a:t> C</a:t>
            </a:r>
            <a:r>
              <a:rPr lang="en-US" altLang="zh-CN" sz="2800" dirty="0">
                <a:solidFill>
                  <a:schemeClr val="bg2"/>
                </a:solidFill>
                <a:latin typeface="+mj-lt"/>
                <a:ea typeface="楷体" panose="02010609060101010101" pitchFamily="49" charset="-122"/>
              </a:rPr>
              <a:t>ommunication</a:t>
            </a:r>
            <a:r>
              <a:rPr lang="zh-CN" altLang="en-US" sz="2800" dirty="0">
                <a:solidFill>
                  <a:schemeClr val="bg1"/>
                </a:solidFill>
                <a:latin typeface="+mj-lt"/>
                <a:ea typeface="楷体" panose="02010609060101010101" pitchFamily="49" charset="-122"/>
              </a:rPr>
              <a:t>）</a:t>
            </a:r>
            <a:endParaRPr lang="en-US" altLang="zh-CN" sz="2800" dirty="0">
              <a:solidFill>
                <a:schemeClr val="bg1"/>
              </a:solidFill>
              <a:latin typeface="+mj-lt"/>
              <a:ea typeface="楷体" panose="02010609060101010101" pitchFamily="49" charset="-122"/>
            </a:endParaRPr>
          </a:p>
          <a:p>
            <a:pPr marL="285750" indent="-285750" eaLnBrk="1" hangingPunct="1">
              <a:lnSpc>
                <a:spcPct val="110000"/>
              </a:lnSpc>
              <a:spcBef>
                <a:spcPts val="0"/>
              </a:spcBef>
              <a:buClr>
                <a:schemeClr val="bg2"/>
              </a:buClr>
              <a:buSzPct val="70000"/>
              <a:buFont typeface="Wingdings" panose="05000000000000000000" pitchFamily="2" charset="2"/>
              <a:buChar char="n"/>
              <a:defRPr/>
            </a:pPr>
            <a:endParaRPr lang="en-US" altLang="zh-CN" dirty="0">
              <a:solidFill>
                <a:schemeClr val="bg2"/>
              </a:solidFill>
              <a:latin typeface="+mj-lt"/>
              <a:ea typeface="楷体" panose="02010609060101010101" pitchFamily="49" charset="-122"/>
            </a:endParaRPr>
          </a:p>
        </p:txBody>
      </p:sp>
      <p:sp>
        <p:nvSpPr>
          <p:cNvPr id="10"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
        <p:nvSpPr>
          <p:cNvPr id="9" name="矩形 8"/>
          <p:cNvSpPr/>
          <p:nvPr/>
        </p:nvSpPr>
        <p:spPr>
          <a:xfrm>
            <a:off x="827584" y="0"/>
            <a:ext cx="7408311" cy="830997"/>
          </a:xfrm>
          <a:prstGeom prst="rect">
            <a:avLst/>
          </a:prstGeom>
        </p:spPr>
        <p:txBody>
          <a:bodyPr wrap="square">
            <a:spAutoFit/>
          </a:bodyPr>
          <a:lstStyle/>
          <a:p>
            <a:pPr marL="0" lvl="1" indent="-274638" algn="ctr" eaLnBrk="1" hangingPunct="1">
              <a:lnSpc>
                <a:spcPct val="120000"/>
              </a:lnSpc>
              <a:buClr>
                <a:schemeClr val="folHlink"/>
              </a:buClr>
              <a:buSzPct val="75000"/>
              <a:defRPr/>
            </a:pPr>
            <a:r>
              <a:rPr lang="zh-CN" altLang="en-US" sz="4000" dirty="0" smtClean="0">
                <a:solidFill>
                  <a:srgbClr val="B2622C"/>
                </a:solidFill>
                <a:effectLst>
                  <a:outerShdw blurRad="38100" dist="38100" dir="2700000" algn="tl">
                    <a:srgbClr val="000000"/>
                  </a:outerShdw>
                </a:effectLst>
                <a:latin typeface="Times New Roman" pitchFamily="18" charset="0"/>
                <a:ea typeface="楷体_GB2312" pitchFamily="49" charset="-122"/>
              </a:rPr>
              <a:t>基于</a:t>
            </a: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rPr>
              <a:t>POSIX</a:t>
            </a:r>
            <a:r>
              <a:rPr lang="zh-CN" altLang="en-US" sz="4000" dirty="0">
                <a:solidFill>
                  <a:srgbClr val="B2622C"/>
                </a:solidFill>
                <a:effectLst>
                  <a:outerShdw blurRad="38100" dist="38100" dir="2700000" algn="tl">
                    <a:srgbClr val="000000"/>
                  </a:outerShdw>
                </a:effectLst>
                <a:latin typeface="Times New Roman" pitchFamily="18" charset="0"/>
                <a:ea typeface="楷体_GB2312" pitchFamily="49" charset="-122"/>
              </a:rPr>
              <a:t>的共享</a:t>
            </a:r>
            <a:r>
              <a:rPr lang="zh-CN" altLang="en-US" sz="4000" dirty="0" smtClean="0">
                <a:solidFill>
                  <a:srgbClr val="B2622C"/>
                </a:solidFill>
                <a:effectLst>
                  <a:outerShdw blurRad="38100" dist="38100" dir="2700000" algn="tl">
                    <a:srgbClr val="000000"/>
                  </a:outerShdw>
                </a:effectLst>
                <a:latin typeface="Times New Roman" pitchFamily="18" charset="0"/>
                <a:ea typeface="楷体_GB2312" pitchFamily="49" charset="-122"/>
              </a:rPr>
              <a:t>内存（</a:t>
            </a:r>
            <a:r>
              <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rPr>
              <a:t> 3.5.1 </a:t>
            </a:r>
            <a:r>
              <a:rPr lang="zh-CN" altLang="en-US" sz="4000" dirty="0" smtClean="0">
                <a:solidFill>
                  <a:srgbClr val="B2622C"/>
                </a:solidFill>
                <a:effectLst>
                  <a:outerShdw blurRad="38100" dist="38100" dir="2700000" algn="tl">
                    <a:srgbClr val="000000"/>
                  </a:outerShdw>
                </a:effectLst>
                <a:latin typeface="Times New Roman" pitchFamily="18" charset="0"/>
                <a:ea typeface="楷体_GB2312" pitchFamily="49" charset="-122"/>
              </a:rPr>
              <a:t>）</a:t>
            </a:r>
            <a:endParaRPr lang="en-US" altLang="zh-CN" sz="4000" dirty="0">
              <a:solidFill>
                <a:srgbClr val="B2622C"/>
              </a:solidFill>
              <a:effectLst>
                <a:outerShdw blurRad="38100" dist="38100" dir="2700000" algn="tl">
                  <a:srgbClr val="000000"/>
                </a:outerShdw>
              </a:effectLst>
              <a:latin typeface="Times New Roman" pitchFamily="18" charset="0"/>
              <a:ea typeface="楷体_GB2312" pitchFamily="49" charset="-122"/>
            </a:endParaRPr>
          </a:p>
        </p:txBody>
      </p:sp>
    </p:spTree>
    <p:extLst>
      <p:ext uri="{BB962C8B-B14F-4D97-AF65-F5344CB8AC3E}">
        <p14:creationId xmlns:p14="http://schemas.microsoft.com/office/powerpoint/2010/main" val="1263284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1+#ppt_w/2"/>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2C542013-ADE3-45C1-A9F3-CA7D7E4C7FBB}"/>
              </a:ext>
            </a:extLst>
          </p:cNvPr>
          <p:cNvSpPr txBox="1"/>
          <p:nvPr/>
        </p:nvSpPr>
        <p:spPr>
          <a:xfrm>
            <a:off x="0" y="980728"/>
            <a:ext cx="9324528" cy="3770263"/>
          </a:xfrm>
          <a:prstGeom prst="rect">
            <a:avLst/>
          </a:prstGeom>
          <a:noFill/>
        </p:spPr>
        <p:txBody>
          <a:bodyPr wrap="square" rtlCol="0">
            <a:spAutoFit/>
          </a:bodyPr>
          <a:lstStyle/>
          <a:p>
            <a:pPr marL="457200" indent="-457200">
              <a:buSzPct val="80000"/>
              <a:buFont typeface="Wingdings" panose="05000000000000000000" pitchFamily="2" charset="2"/>
              <a:buChar char="n"/>
            </a:pPr>
            <a:r>
              <a:rPr lang="en-US" altLang="zh-CN" dirty="0">
                <a:solidFill>
                  <a:schemeClr val="bg1"/>
                </a:solidFill>
                <a:latin typeface="+mj-lt"/>
                <a:ea typeface="楷体" panose="02010609060101010101" pitchFamily="49" charset="-122"/>
              </a:rPr>
              <a:t>P</a:t>
            </a:r>
            <a:r>
              <a:rPr lang="en-US" altLang="zh-CN" dirty="0">
                <a:solidFill>
                  <a:schemeClr val="bg2"/>
                </a:solidFill>
                <a:latin typeface="+mj-lt"/>
                <a:ea typeface="楷体" panose="02010609060101010101" pitchFamily="49" charset="-122"/>
              </a:rPr>
              <a:t>ortable</a:t>
            </a:r>
            <a:r>
              <a:rPr lang="en-US" altLang="zh-CN" dirty="0">
                <a:solidFill>
                  <a:schemeClr val="bg1"/>
                </a:solidFill>
                <a:latin typeface="+mj-lt"/>
                <a:ea typeface="楷体" panose="02010609060101010101" pitchFamily="49" charset="-122"/>
              </a:rPr>
              <a:t> O</a:t>
            </a:r>
            <a:r>
              <a:rPr lang="en-US" altLang="zh-CN" dirty="0">
                <a:solidFill>
                  <a:schemeClr val="bg2"/>
                </a:solidFill>
                <a:latin typeface="+mj-lt"/>
                <a:ea typeface="楷体" panose="02010609060101010101" pitchFamily="49" charset="-122"/>
              </a:rPr>
              <a:t>perating</a:t>
            </a:r>
            <a:r>
              <a:rPr lang="en-US" altLang="zh-CN" dirty="0">
                <a:solidFill>
                  <a:schemeClr val="bg1"/>
                </a:solidFill>
                <a:latin typeface="+mj-lt"/>
                <a:ea typeface="楷体" panose="02010609060101010101" pitchFamily="49" charset="-122"/>
              </a:rPr>
              <a:t> S</a:t>
            </a:r>
            <a:r>
              <a:rPr lang="en-US" altLang="zh-CN" dirty="0">
                <a:solidFill>
                  <a:schemeClr val="bg2"/>
                </a:solidFill>
                <a:latin typeface="+mj-lt"/>
                <a:ea typeface="楷体" panose="02010609060101010101" pitchFamily="49" charset="-122"/>
              </a:rPr>
              <a:t>ystem</a:t>
            </a:r>
            <a:r>
              <a:rPr lang="en-US" altLang="zh-CN" dirty="0">
                <a:solidFill>
                  <a:schemeClr val="bg1"/>
                </a:solidFill>
                <a:latin typeface="+mj-lt"/>
                <a:ea typeface="楷体" panose="02010609060101010101" pitchFamily="49" charset="-122"/>
              </a:rPr>
              <a:t> I</a:t>
            </a:r>
            <a:r>
              <a:rPr lang="en-US" altLang="zh-CN" dirty="0">
                <a:solidFill>
                  <a:schemeClr val="bg2"/>
                </a:solidFill>
                <a:latin typeface="+mj-lt"/>
                <a:ea typeface="楷体" panose="02010609060101010101" pitchFamily="49" charset="-122"/>
              </a:rPr>
              <a:t>nterface</a:t>
            </a:r>
            <a:r>
              <a:rPr lang="en-US" altLang="zh-CN" dirty="0">
                <a:solidFill>
                  <a:schemeClr val="bg1"/>
                </a:solidFill>
                <a:latin typeface="+mj-lt"/>
                <a:ea typeface="楷体" panose="02010609060101010101" pitchFamily="49" charset="-122"/>
              </a:rPr>
              <a:t> </a:t>
            </a:r>
            <a:r>
              <a:rPr lang="en-US" altLang="zh-CN" dirty="0">
                <a:solidFill>
                  <a:schemeClr val="bg2"/>
                </a:solidFill>
                <a:latin typeface="+mj-lt"/>
                <a:ea typeface="楷体" panose="02010609060101010101" pitchFamily="49" charset="-122"/>
              </a:rPr>
              <a:t>for Computing Systems</a:t>
            </a:r>
          </a:p>
          <a:p>
            <a:pPr marL="571500" indent="-571500" eaLnBrk="1" hangingPunct="1">
              <a:spcBef>
                <a:spcPts val="600"/>
              </a:spcBef>
              <a:buClr>
                <a:schemeClr val="bg1"/>
              </a:buClr>
              <a:buSzPct val="80000"/>
              <a:buFont typeface="Wingdings" panose="05000000000000000000" pitchFamily="2" charset="2"/>
              <a:buChar char="n"/>
              <a:defRPr/>
            </a:pPr>
            <a:r>
              <a:rPr lang="en-US" altLang="zh-CN" dirty="0">
                <a:solidFill>
                  <a:schemeClr val="bg1"/>
                </a:solidFill>
                <a:latin typeface="+mj-lt"/>
                <a:ea typeface="楷体" panose="02010609060101010101" pitchFamily="49" charset="-122"/>
              </a:rPr>
              <a:t>IEEE</a:t>
            </a:r>
            <a:r>
              <a:rPr lang="zh-CN" altLang="en-US" dirty="0">
                <a:solidFill>
                  <a:schemeClr val="bg1"/>
                </a:solidFill>
                <a:latin typeface="+mj-lt"/>
                <a:ea typeface="楷体" panose="02010609060101010101" pitchFamily="49" charset="-122"/>
              </a:rPr>
              <a:t>和</a:t>
            </a:r>
            <a:r>
              <a:rPr lang="en-US" altLang="zh-CN" dirty="0" smtClean="0">
                <a:solidFill>
                  <a:schemeClr val="bg1"/>
                </a:solidFill>
                <a:latin typeface="+mj-lt"/>
                <a:ea typeface="楷体" panose="02010609060101010101" pitchFamily="49" charset="-122"/>
              </a:rPr>
              <a:t>ISO/IEC</a:t>
            </a:r>
            <a:r>
              <a:rPr lang="zh-CN" altLang="en-US" dirty="0" smtClean="0">
                <a:solidFill>
                  <a:schemeClr val="bg2"/>
                </a:solidFill>
                <a:latin typeface="+mj-lt"/>
                <a:ea typeface="楷体" panose="02010609060101010101" pitchFamily="49" charset="-122"/>
              </a:rPr>
              <a:t>为各种</a:t>
            </a:r>
            <a:r>
              <a:rPr lang="en-US" altLang="zh-CN" dirty="0" smtClean="0">
                <a:solidFill>
                  <a:schemeClr val="bg1"/>
                </a:solidFill>
                <a:latin typeface="+mj-lt"/>
                <a:ea typeface="楷体" panose="02010609060101010101" pitchFamily="49" charset="-122"/>
              </a:rPr>
              <a:t>UNIX</a:t>
            </a:r>
            <a:r>
              <a:rPr lang="zh-CN" altLang="en-US" dirty="0" smtClean="0">
                <a:solidFill>
                  <a:schemeClr val="bg1"/>
                </a:solidFill>
                <a:latin typeface="+mj-lt"/>
                <a:ea typeface="楷体" panose="02010609060101010101" pitchFamily="49" charset="-122"/>
              </a:rPr>
              <a:t>系统</a:t>
            </a:r>
            <a:r>
              <a:rPr lang="zh-CN" altLang="en-US" dirty="0">
                <a:solidFill>
                  <a:schemeClr val="bg2"/>
                </a:solidFill>
                <a:latin typeface="+mj-lt"/>
                <a:ea typeface="楷体" panose="02010609060101010101" pitchFamily="49" charset="-122"/>
              </a:rPr>
              <a:t>上运行的</a:t>
            </a:r>
            <a:r>
              <a:rPr lang="zh-CN" altLang="en-US" dirty="0" smtClean="0">
                <a:solidFill>
                  <a:schemeClr val="bg2"/>
                </a:solidFill>
                <a:latin typeface="+mj-lt"/>
                <a:ea typeface="楷体" panose="02010609060101010101" pitchFamily="49" charset="-122"/>
              </a:rPr>
              <a:t>软件定义的</a:t>
            </a:r>
            <a:r>
              <a:rPr lang="en-US" altLang="zh-CN" dirty="0" smtClean="0">
                <a:solidFill>
                  <a:schemeClr val="bg1"/>
                </a:solidFill>
                <a:latin typeface="+mj-lt"/>
                <a:ea typeface="楷体" panose="02010609060101010101" pitchFamily="49" charset="-122"/>
              </a:rPr>
              <a:t>API</a:t>
            </a:r>
            <a:r>
              <a:rPr lang="zh-CN" altLang="en-US" dirty="0">
                <a:solidFill>
                  <a:schemeClr val="bg1"/>
                </a:solidFill>
                <a:latin typeface="+mj-lt"/>
                <a:ea typeface="楷体" panose="02010609060101010101" pitchFamily="49" charset="-122"/>
              </a:rPr>
              <a:t>标准</a:t>
            </a:r>
            <a:endParaRPr lang="en-US" altLang="zh-CN" dirty="0">
              <a:solidFill>
                <a:schemeClr val="bg1"/>
              </a:solidFill>
              <a:latin typeface="+mj-lt"/>
              <a:ea typeface="楷体" panose="02010609060101010101" pitchFamily="49" charset="-122"/>
            </a:endParaRPr>
          </a:p>
          <a:p>
            <a:pPr marL="722313" lvl="1" indent="-265113" eaLnBrk="1" hangingPunct="1">
              <a:spcBef>
                <a:spcPts val="600"/>
              </a:spcBef>
              <a:buClr>
                <a:schemeClr val="bg2"/>
              </a:buClr>
              <a:buSzPct val="70000"/>
              <a:buFont typeface="Wingdings" panose="05000000000000000000" pitchFamily="2" charset="2"/>
              <a:buChar char="n"/>
              <a:defRPr/>
            </a:pPr>
            <a:r>
              <a:rPr lang="zh-CN" altLang="en-US" dirty="0" smtClean="0">
                <a:solidFill>
                  <a:schemeClr val="bg2"/>
                </a:solidFill>
                <a:latin typeface="+mj-lt"/>
                <a:ea typeface="楷体" panose="02010609060101010101" pitchFamily="49" charset="-122"/>
              </a:rPr>
              <a:t>保证</a:t>
            </a:r>
            <a:r>
              <a:rPr lang="zh-CN" altLang="en-US" dirty="0">
                <a:solidFill>
                  <a:schemeClr val="bg2"/>
                </a:solidFill>
                <a:latin typeface="+mj-lt"/>
                <a:ea typeface="楷体" panose="02010609060101010101" pitchFamily="49" charset="-122"/>
              </a:rPr>
              <a:t>应用程序在源代码级</a:t>
            </a:r>
            <a:r>
              <a:rPr lang="zh-CN" altLang="en-US" dirty="0" smtClean="0">
                <a:solidFill>
                  <a:schemeClr val="bg2"/>
                </a:solidFill>
                <a:latin typeface="+mj-lt"/>
                <a:ea typeface="楷体" panose="02010609060101010101" pitchFamily="49" charset="-122"/>
              </a:rPr>
              <a:t>上的可移植性</a:t>
            </a:r>
            <a:endParaRPr lang="en-US" altLang="zh-CN" dirty="0" smtClean="0">
              <a:solidFill>
                <a:schemeClr val="bg2"/>
              </a:solidFill>
              <a:latin typeface="+mj-lt"/>
              <a:ea typeface="楷体" panose="02010609060101010101" pitchFamily="49" charset="-122"/>
            </a:endParaRPr>
          </a:p>
          <a:p>
            <a:pPr marL="722313" lvl="1" indent="-265113" eaLnBrk="1" hangingPunct="1">
              <a:spcBef>
                <a:spcPts val="600"/>
              </a:spcBef>
              <a:buClr>
                <a:schemeClr val="bg2"/>
              </a:buClr>
              <a:buSzPct val="70000"/>
              <a:buFont typeface="Wingdings" panose="05000000000000000000" pitchFamily="2" charset="2"/>
              <a:buChar char="n"/>
              <a:defRPr/>
            </a:pPr>
            <a:r>
              <a:rPr lang="en-US" altLang="zh-CN" dirty="0" smtClean="0">
                <a:solidFill>
                  <a:schemeClr val="bg2"/>
                </a:solidFill>
                <a:latin typeface="+mj-lt"/>
                <a:ea typeface="楷体" panose="02010609060101010101" pitchFamily="49" charset="-122"/>
              </a:rPr>
              <a:t>OS</a:t>
            </a:r>
            <a:r>
              <a:rPr lang="zh-CN" altLang="en-US" dirty="0">
                <a:solidFill>
                  <a:schemeClr val="bg2"/>
                </a:solidFill>
                <a:latin typeface="+mj-lt"/>
                <a:ea typeface="楷体" panose="02010609060101010101" pitchFamily="49" charset="-122"/>
              </a:rPr>
              <a:t>在自身原有的</a:t>
            </a:r>
            <a:r>
              <a:rPr lang="en-US" altLang="zh-CN" dirty="0">
                <a:solidFill>
                  <a:schemeClr val="bg2"/>
                </a:solidFill>
                <a:latin typeface="+mj-lt"/>
                <a:ea typeface="楷体" panose="02010609060101010101" pitchFamily="49" charset="-122"/>
              </a:rPr>
              <a:t>API</a:t>
            </a:r>
            <a:r>
              <a:rPr lang="zh-CN" altLang="en-US" dirty="0">
                <a:solidFill>
                  <a:schemeClr val="bg2"/>
                </a:solidFill>
                <a:latin typeface="+mj-lt"/>
                <a:ea typeface="楷体" panose="02010609060101010101" pitchFamily="49" charset="-122"/>
              </a:rPr>
              <a:t>接口的基础之上再封装创建一层</a:t>
            </a:r>
            <a:r>
              <a:rPr lang="en-US" altLang="zh-CN" dirty="0">
                <a:solidFill>
                  <a:schemeClr val="bg2"/>
                </a:solidFill>
                <a:latin typeface="+mj-lt"/>
                <a:ea typeface="楷体" panose="02010609060101010101" pitchFamily="49" charset="-122"/>
              </a:rPr>
              <a:t>POSIX</a:t>
            </a:r>
            <a:r>
              <a:rPr lang="zh-CN" altLang="en-US" dirty="0">
                <a:solidFill>
                  <a:schemeClr val="bg2"/>
                </a:solidFill>
                <a:latin typeface="+mj-lt"/>
                <a:ea typeface="楷体" panose="02010609060101010101" pitchFamily="49" charset="-122"/>
              </a:rPr>
              <a:t>兼容层</a:t>
            </a:r>
            <a:endParaRPr lang="en-US" altLang="zh-CN" dirty="0">
              <a:solidFill>
                <a:schemeClr val="bg1"/>
              </a:solidFill>
              <a:latin typeface="+mj-lt"/>
              <a:ea typeface="楷体" panose="02010609060101010101" pitchFamily="49" charset="-122"/>
            </a:endParaRPr>
          </a:p>
        </p:txBody>
      </p:sp>
      <p:sp>
        <p:nvSpPr>
          <p:cNvPr id="5" name="矩形 4">
            <a:extLst>
              <a:ext uri="{FF2B5EF4-FFF2-40B4-BE49-F238E27FC236}">
                <a16:creationId xmlns:a16="http://schemas.microsoft.com/office/drawing/2014/main" id="{E667C1F3-2438-4D54-8A51-57796F84A319}"/>
              </a:ext>
            </a:extLst>
          </p:cNvPr>
          <p:cNvSpPr/>
          <p:nvPr/>
        </p:nvSpPr>
        <p:spPr>
          <a:xfrm>
            <a:off x="3425086" y="60965"/>
            <a:ext cx="1752403" cy="707886"/>
          </a:xfrm>
          <a:prstGeom prst="rect">
            <a:avLst/>
          </a:prstGeom>
        </p:spPr>
        <p:txBody>
          <a:bodyPr wrap="none">
            <a:spAutoFit/>
          </a:bodyPr>
          <a:lstStyle/>
          <a:p>
            <a:r>
              <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rPr>
              <a:t>POSIX</a:t>
            </a:r>
            <a:endPar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endParaRPr>
          </a:p>
        </p:txBody>
      </p:sp>
      <p:sp>
        <p:nvSpPr>
          <p:cNvPr id="6"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02481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3">
            <a:extLst>
              <a:ext uri="{FF2B5EF4-FFF2-40B4-BE49-F238E27FC236}">
                <a16:creationId xmlns:a16="http://schemas.microsoft.com/office/drawing/2014/main" id="{EE62AD41-3C2A-49D1-87DD-A2F12F57AA62}"/>
              </a:ext>
            </a:extLst>
          </p:cNvPr>
          <p:cNvSpPr>
            <a:spLocks noChangeArrowheads="1"/>
          </p:cNvSpPr>
          <p:nvPr/>
        </p:nvSpPr>
        <p:spPr bwMode="auto">
          <a:xfrm>
            <a:off x="150551" y="2154683"/>
            <a:ext cx="8748713" cy="584775"/>
          </a:xfrm>
          <a:prstGeom prst="rect">
            <a:avLst/>
          </a:prstGeom>
          <a:solidFill>
            <a:srgbClr val="66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None/>
            </a:pPr>
            <a:r>
              <a:rPr lang="en-US" altLang="zh-CN" sz="2800" kern="0" dirty="0" err="1">
                <a:solidFill>
                  <a:schemeClr val="bg2"/>
                </a:solidFill>
                <a:latin typeface="+mj-lt"/>
                <a:ea typeface="ＭＳ Ｐゴシック" charset="0"/>
                <a:cs typeface="Courier New" charset="0"/>
              </a:rPr>
              <a:t>shm_fd</a:t>
            </a:r>
            <a:r>
              <a:rPr lang="en-US" altLang="zh-CN" sz="2800" kern="0" dirty="0">
                <a:solidFill>
                  <a:schemeClr val="bg2"/>
                </a:solidFill>
                <a:latin typeface="+mj-lt"/>
                <a:ea typeface="ＭＳ Ｐゴシック" charset="0"/>
                <a:cs typeface="Courier New" charset="0"/>
              </a:rPr>
              <a:t> = </a:t>
            </a:r>
            <a:r>
              <a:rPr lang="en-US" altLang="zh-CN" kern="0" dirty="0" err="1">
                <a:solidFill>
                  <a:schemeClr val="bg2"/>
                </a:solidFill>
                <a:effectLst>
                  <a:outerShdw blurRad="38100" dist="38100" dir="2700000" algn="tl">
                    <a:srgbClr val="000000">
                      <a:alpha val="43137"/>
                    </a:srgbClr>
                  </a:outerShdw>
                </a:effectLst>
                <a:latin typeface="+mj-lt"/>
                <a:ea typeface="ＭＳ Ｐゴシック" charset="0"/>
                <a:cs typeface="Courier New" charset="0"/>
              </a:rPr>
              <a:t>shm_open</a:t>
            </a:r>
            <a:r>
              <a:rPr lang="en-US" altLang="zh-CN" sz="2800" kern="0" dirty="0">
                <a:solidFill>
                  <a:schemeClr val="bg2"/>
                </a:solidFill>
                <a:latin typeface="+mj-lt"/>
                <a:ea typeface="ＭＳ Ｐゴシック" charset="0"/>
                <a:cs typeface="Courier New" charset="0"/>
              </a:rPr>
              <a:t>(name, </a:t>
            </a:r>
            <a:r>
              <a:rPr lang="en-US" altLang="zh-CN" sz="2400" kern="0" dirty="0">
                <a:solidFill>
                  <a:schemeClr val="bg2"/>
                </a:solidFill>
                <a:latin typeface="+mj-lt"/>
                <a:ea typeface="ＭＳ Ｐゴシック" charset="0"/>
                <a:cs typeface="Courier New" charset="0"/>
              </a:rPr>
              <a:t>O_ CREAT | O_RDWR, 0666);</a:t>
            </a:r>
            <a:r>
              <a:rPr lang="en-US" altLang="zh-CN" sz="2400" kern="0" dirty="0">
                <a:solidFill>
                  <a:schemeClr val="bg1"/>
                </a:solidFill>
                <a:latin typeface="+mj-lt"/>
                <a:ea typeface="ＭＳ Ｐゴシック" charset="0"/>
              </a:rPr>
              <a:t> </a:t>
            </a:r>
            <a:endParaRPr lang="zh-CN" altLang="en-US" sz="2400" dirty="0">
              <a:latin typeface="+mj-lt"/>
            </a:endParaRPr>
          </a:p>
        </p:txBody>
      </p:sp>
      <p:sp>
        <p:nvSpPr>
          <p:cNvPr id="6" name="线形标注 1 13">
            <a:extLst>
              <a:ext uri="{FF2B5EF4-FFF2-40B4-BE49-F238E27FC236}">
                <a16:creationId xmlns:a16="http://schemas.microsoft.com/office/drawing/2014/main" id="{B35832EC-021C-43BB-9452-CC9139FA9669}"/>
              </a:ext>
            </a:extLst>
          </p:cNvPr>
          <p:cNvSpPr>
            <a:spLocks/>
          </p:cNvSpPr>
          <p:nvPr/>
        </p:nvSpPr>
        <p:spPr bwMode="auto">
          <a:xfrm>
            <a:off x="1138487" y="1286698"/>
            <a:ext cx="3024336" cy="548138"/>
          </a:xfrm>
          <a:prstGeom prst="borderCallout1">
            <a:avLst>
              <a:gd name="adj1" fmla="val 113197"/>
              <a:gd name="adj2" fmla="val 35615"/>
              <a:gd name="adj3" fmla="val 182194"/>
              <a:gd name="adj4" fmla="val 48713"/>
            </a:avLst>
          </a:prstGeom>
          <a:solidFill>
            <a:srgbClr val="00B0F0"/>
          </a:solidFill>
          <a:ln w="38100" cap="sq" algn="ctr">
            <a:solidFill>
              <a:srgbClr val="00B0F0"/>
            </a:solidFill>
            <a:round/>
            <a:headEnd type="none" w="sm" len="sm"/>
            <a:tailEnd type="none" w="sm" len="sm"/>
          </a:ln>
        </p:spPr>
        <p:txBody>
          <a:bodyPr wrap="none"/>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 typeface="Symbol" panose="05050102010706020507" pitchFamily="18" charset="2"/>
              <a:buNone/>
            </a:pPr>
            <a:r>
              <a:rPr lang="zh-CN" altLang="en-US" sz="2800" dirty="0">
                <a:solidFill>
                  <a:schemeClr val="bg2"/>
                </a:solidFill>
              </a:rPr>
              <a:t>创建共享内存对象</a:t>
            </a:r>
            <a:endParaRPr lang="zh-CN" altLang="en-US" sz="2800" b="1" dirty="0">
              <a:solidFill>
                <a:schemeClr val="bg2"/>
              </a:solidFill>
            </a:endParaRPr>
          </a:p>
        </p:txBody>
      </p:sp>
      <p:sp>
        <p:nvSpPr>
          <p:cNvPr id="7" name="线形标注 1 13">
            <a:extLst>
              <a:ext uri="{FF2B5EF4-FFF2-40B4-BE49-F238E27FC236}">
                <a16:creationId xmlns:a16="http://schemas.microsoft.com/office/drawing/2014/main" id="{986CF1DF-F04A-4B6D-B61E-9EA1D256FC19}"/>
              </a:ext>
            </a:extLst>
          </p:cNvPr>
          <p:cNvSpPr>
            <a:spLocks/>
          </p:cNvSpPr>
          <p:nvPr/>
        </p:nvSpPr>
        <p:spPr bwMode="auto">
          <a:xfrm>
            <a:off x="201223" y="3039279"/>
            <a:ext cx="4600326" cy="583681"/>
          </a:xfrm>
          <a:prstGeom prst="borderCallout1">
            <a:avLst>
              <a:gd name="adj1" fmla="val -11937"/>
              <a:gd name="adj2" fmla="val 11291"/>
              <a:gd name="adj3" fmla="val -65778"/>
              <a:gd name="adj4" fmla="val 14060"/>
            </a:avLst>
          </a:prstGeom>
          <a:solidFill>
            <a:srgbClr val="00B0F0"/>
          </a:solidFill>
          <a:ln w="38100" cap="sq" algn="ctr">
            <a:solidFill>
              <a:srgbClr val="00B0F0"/>
            </a:solidFill>
            <a:round/>
            <a:headEnd type="none" w="sm" len="sm"/>
            <a:tailEnd type="none" w="sm" len="sm"/>
          </a:ln>
        </p:spPr>
        <p:txBody>
          <a:bodyPr wrap="none"/>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 typeface="Symbol" panose="05050102010706020507" pitchFamily="18" charset="2"/>
              <a:buNone/>
            </a:pPr>
            <a:r>
              <a:rPr lang="zh-CN" altLang="en-US" sz="2800" dirty="0">
                <a:solidFill>
                  <a:schemeClr val="bg2"/>
                </a:solidFill>
              </a:rPr>
              <a:t>共享内存对象的文件描述符</a:t>
            </a:r>
            <a:endParaRPr lang="zh-CN" altLang="en-US" sz="2800" b="1" dirty="0">
              <a:solidFill>
                <a:schemeClr val="bg2"/>
              </a:solidFill>
            </a:endParaRPr>
          </a:p>
        </p:txBody>
      </p:sp>
      <p:sp>
        <p:nvSpPr>
          <p:cNvPr id="8" name="线形标注 1 13">
            <a:extLst>
              <a:ext uri="{FF2B5EF4-FFF2-40B4-BE49-F238E27FC236}">
                <a16:creationId xmlns:a16="http://schemas.microsoft.com/office/drawing/2014/main" id="{AC517E31-8A75-4D84-AF6A-742CC34B705F}"/>
              </a:ext>
            </a:extLst>
          </p:cNvPr>
          <p:cNvSpPr>
            <a:spLocks/>
          </p:cNvSpPr>
          <p:nvPr/>
        </p:nvSpPr>
        <p:spPr bwMode="auto">
          <a:xfrm>
            <a:off x="5419325" y="3036103"/>
            <a:ext cx="3168352" cy="523220"/>
          </a:xfrm>
          <a:prstGeom prst="borderCallout1">
            <a:avLst>
              <a:gd name="adj1" fmla="val -8571"/>
              <a:gd name="adj2" fmla="val 72966"/>
              <a:gd name="adj3" fmla="val -78674"/>
              <a:gd name="adj4" fmla="val 79051"/>
            </a:avLst>
          </a:prstGeom>
          <a:solidFill>
            <a:srgbClr val="00B0F0"/>
          </a:solidFill>
          <a:ln w="38100" cap="sq" algn="ctr">
            <a:solidFill>
              <a:srgbClr val="00B0F0"/>
            </a:solidFill>
            <a:round/>
            <a:headEnd type="none" w="sm" len="sm"/>
            <a:tailEnd type="none" w="sm" len="sm"/>
          </a:ln>
        </p:spPr>
        <p:txBody>
          <a:bodyPr wrap="none"/>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 typeface="Symbol" panose="05050102010706020507" pitchFamily="18" charset="2"/>
              <a:buNone/>
            </a:pPr>
            <a:r>
              <a:rPr lang="zh-CN" altLang="en-US" sz="2800" dirty="0">
                <a:solidFill>
                  <a:schemeClr val="bg2"/>
                </a:solidFill>
              </a:rPr>
              <a:t>共享内存对象权限</a:t>
            </a:r>
            <a:endParaRPr lang="zh-CN" altLang="en-US" sz="2800" b="1" dirty="0">
              <a:solidFill>
                <a:schemeClr val="bg2"/>
              </a:solidFill>
            </a:endParaRPr>
          </a:p>
        </p:txBody>
      </p:sp>
      <p:sp>
        <p:nvSpPr>
          <p:cNvPr id="9" name="线形标注 1 13">
            <a:extLst>
              <a:ext uri="{FF2B5EF4-FFF2-40B4-BE49-F238E27FC236}">
                <a16:creationId xmlns:a16="http://schemas.microsoft.com/office/drawing/2014/main" id="{195550BF-E5A1-498E-A890-EC73228AD564}"/>
              </a:ext>
            </a:extLst>
          </p:cNvPr>
          <p:cNvSpPr>
            <a:spLocks/>
          </p:cNvSpPr>
          <p:nvPr/>
        </p:nvSpPr>
        <p:spPr bwMode="auto">
          <a:xfrm>
            <a:off x="4722551" y="1313391"/>
            <a:ext cx="3024336" cy="573873"/>
          </a:xfrm>
          <a:prstGeom prst="borderCallout1">
            <a:avLst>
              <a:gd name="adj1" fmla="val 109330"/>
              <a:gd name="adj2" fmla="val 8279"/>
              <a:gd name="adj3" fmla="val 177068"/>
              <a:gd name="adj4" fmla="val -26352"/>
            </a:avLst>
          </a:prstGeom>
          <a:solidFill>
            <a:srgbClr val="00B0F0"/>
          </a:solidFill>
          <a:ln w="38100" cap="sq" algn="ctr">
            <a:solidFill>
              <a:srgbClr val="00B0F0"/>
            </a:solidFill>
            <a:round/>
            <a:headEnd type="none" w="sm" len="sm"/>
            <a:tailEnd type="none" w="sm" len="sm"/>
          </a:ln>
        </p:spPr>
        <p:txBody>
          <a:bodyPr wrap="none"/>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 typeface="Symbol" panose="05050102010706020507" pitchFamily="18" charset="2"/>
              <a:buNone/>
            </a:pPr>
            <a:r>
              <a:rPr lang="zh-CN" altLang="en-US" sz="2800" dirty="0">
                <a:solidFill>
                  <a:schemeClr val="bg2"/>
                </a:solidFill>
              </a:rPr>
              <a:t>共享内存对象名称</a:t>
            </a:r>
            <a:endParaRPr lang="zh-CN" altLang="en-US" sz="2800" b="1" dirty="0">
              <a:solidFill>
                <a:schemeClr val="bg2"/>
              </a:solidFill>
            </a:endParaRPr>
          </a:p>
        </p:txBody>
      </p:sp>
      <p:sp>
        <p:nvSpPr>
          <p:cNvPr id="10" name="矩形 3">
            <a:extLst>
              <a:ext uri="{FF2B5EF4-FFF2-40B4-BE49-F238E27FC236}">
                <a16:creationId xmlns:a16="http://schemas.microsoft.com/office/drawing/2014/main" id="{659B076D-9B94-42B7-B730-5AB675D4D216}"/>
              </a:ext>
            </a:extLst>
          </p:cNvPr>
          <p:cNvSpPr>
            <a:spLocks noChangeArrowheads="1"/>
          </p:cNvSpPr>
          <p:nvPr/>
        </p:nvSpPr>
        <p:spPr bwMode="auto">
          <a:xfrm>
            <a:off x="1723616" y="4509120"/>
            <a:ext cx="4878413" cy="584775"/>
          </a:xfrm>
          <a:prstGeom prst="rect">
            <a:avLst/>
          </a:prstGeom>
          <a:solidFill>
            <a:srgbClr val="66FF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buNone/>
            </a:pPr>
            <a:r>
              <a:rPr lang="en-US" altLang="zh-CN" kern="0" dirty="0" err="1" smtClean="0">
                <a:solidFill>
                  <a:schemeClr val="bg2"/>
                </a:solidFill>
                <a:effectLst>
                  <a:outerShdw blurRad="38100" dist="38100" dir="2700000" algn="tl">
                    <a:srgbClr val="000000">
                      <a:alpha val="43137"/>
                    </a:srgbClr>
                  </a:outerShdw>
                </a:effectLst>
                <a:ea typeface="ＭＳ Ｐゴシック" charset="0"/>
              </a:rPr>
              <a:t>ftruncate</a:t>
            </a:r>
            <a:r>
              <a:rPr lang="en-US" altLang="zh-CN" sz="2800" kern="0" dirty="0" smtClean="0">
                <a:solidFill>
                  <a:schemeClr val="bg2"/>
                </a:solidFill>
                <a:ea typeface="ＭＳ Ｐゴシック" charset="0"/>
              </a:rPr>
              <a:t>(</a:t>
            </a:r>
            <a:r>
              <a:rPr lang="en-US" altLang="zh-CN" sz="2800" kern="0" dirty="0" err="1" smtClean="0">
                <a:solidFill>
                  <a:schemeClr val="bg2"/>
                </a:solidFill>
                <a:ea typeface="ＭＳ Ｐゴシック" charset="0"/>
              </a:rPr>
              <a:t>shm_fd</a:t>
            </a:r>
            <a:r>
              <a:rPr lang="en-US" altLang="zh-CN" sz="2800" kern="0" dirty="0">
                <a:solidFill>
                  <a:schemeClr val="bg2"/>
                </a:solidFill>
                <a:ea typeface="ＭＳ Ｐゴシック" charset="0"/>
              </a:rPr>
              <a:t>, 4096);</a:t>
            </a:r>
            <a:endParaRPr lang="zh-CN" altLang="en-US" sz="2800" dirty="0">
              <a:solidFill>
                <a:schemeClr val="bg2"/>
              </a:solidFill>
              <a:latin typeface="+mj-lt"/>
            </a:endParaRPr>
          </a:p>
        </p:txBody>
      </p:sp>
      <p:sp>
        <p:nvSpPr>
          <p:cNvPr id="11" name="线形标注 1 13">
            <a:extLst>
              <a:ext uri="{FF2B5EF4-FFF2-40B4-BE49-F238E27FC236}">
                <a16:creationId xmlns:a16="http://schemas.microsoft.com/office/drawing/2014/main" id="{AA5BD6DE-FDAC-4AF5-A413-9426F7119A34}"/>
              </a:ext>
            </a:extLst>
          </p:cNvPr>
          <p:cNvSpPr>
            <a:spLocks/>
          </p:cNvSpPr>
          <p:nvPr/>
        </p:nvSpPr>
        <p:spPr bwMode="auto">
          <a:xfrm>
            <a:off x="1247007" y="5268278"/>
            <a:ext cx="2915816" cy="523220"/>
          </a:xfrm>
          <a:prstGeom prst="borderCallout1">
            <a:avLst>
              <a:gd name="adj1" fmla="val 1093"/>
              <a:gd name="adj2" fmla="val 53418"/>
              <a:gd name="adj3" fmla="val -44347"/>
              <a:gd name="adj4" fmla="val 62236"/>
            </a:avLst>
          </a:prstGeom>
          <a:solidFill>
            <a:srgbClr val="00B0F0"/>
          </a:solidFill>
          <a:ln w="38100" cap="sq" algn="ctr">
            <a:solidFill>
              <a:srgbClr val="00B0F0"/>
            </a:solidFill>
            <a:round/>
            <a:headEnd type="none" w="sm" len="sm"/>
            <a:tailEnd type="none" w="sm" len="sm"/>
          </a:ln>
        </p:spPr>
        <p:txBody>
          <a:bodyPr wrap="none"/>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 typeface="Symbol" panose="05050102010706020507" pitchFamily="18" charset="2"/>
              <a:buNone/>
            </a:pPr>
            <a:r>
              <a:rPr lang="zh-CN" altLang="en-US" sz="2800" dirty="0">
                <a:solidFill>
                  <a:schemeClr val="bg2"/>
                </a:solidFill>
              </a:rPr>
              <a:t>配置对象大小</a:t>
            </a:r>
            <a:endParaRPr lang="zh-CN" altLang="en-US" sz="2800" b="1" dirty="0">
              <a:solidFill>
                <a:schemeClr val="bg2"/>
              </a:solidFill>
            </a:endParaRPr>
          </a:p>
        </p:txBody>
      </p:sp>
      <p:sp>
        <p:nvSpPr>
          <p:cNvPr id="12" name="线形标注 1 11">
            <a:extLst>
              <a:ext uri="{FF2B5EF4-FFF2-40B4-BE49-F238E27FC236}">
                <a16:creationId xmlns:a16="http://schemas.microsoft.com/office/drawing/2014/main" id="{B5812B11-AD80-4D48-9D9D-DDB216C65376}"/>
              </a:ext>
            </a:extLst>
          </p:cNvPr>
          <p:cNvSpPr>
            <a:spLocks/>
          </p:cNvSpPr>
          <p:nvPr/>
        </p:nvSpPr>
        <p:spPr bwMode="auto">
          <a:xfrm>
            <a:off x="4355688" y="5268278"/>
            <a:ext cx="2246342" cy="523220"/>
          </a:xfrm>
          <a:prstGeom prst="borderCallout1">
            <a:avLst>
              <a:gd name="adj1" fmla="val 368"/>
              <a:gd name="adj2" fmla="val 37353"/>
              <a:gd name="adj3" fmla="val -49315"/>
              <a:gd name="adj4" fmla="val 13138"/>
            </a:avLst>
          </a:prstGeom>
          <a:solidFill>
            <a:srgbClr val="00B0F0"/>
          </a:solidFill>
          <a:ln w="38100" cap="sq" algn="ctr">
            <a:solidFill>
              <a:srgbClr val="00B0F0"/>
            </a:solidFill>
            <a:round/>
            <a:headEnd type="none" w="sm" len="sm"/>
            <a:tailEnd type="none" w="sm" len="sm"/>
          </a:ln>
        </p:spPr>
        <p:txBody>
          <a:bodyPr wrap="none"/>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 typeface="Symbol" panose="05050102010706020507" pitchFamily="18" charset="2"/>
              <a:buNone/>
            </a:pPr>
            <a:r>
              <a:rPr lang="zh-CN" altLang="en-US" sz="2800" dirty="0" smtClean="0">
                <a:solidFill>
                  <a:schemeClr val="bg2"/>
                </a:solidFill>
              </a:rPr>
              <a:t>文件</a:t>
            </a:r>
            <a:r>
              <a:rPr lang="zh-CN" altLang="en-US" sz="2800" dirty="0">
                <a:solidFill>
                  <a:schemeClr val="bg2"/>
                </a:solidFill>
              </a:rPr>
              <a:t>描述符</a:t>
            </a:r>
            <a:endParaRPr lang="zh-CN" altLang="en-US" sz="2800" b="1" dirty="0">
              <a:solidFill>
                <a:schemeClr val="bg2"/>
              </a:solidFill>
            </a:endParaRPr>
          </a:p>
        </p:txBody>
      </p:sp>
      <p:sp>
        <p:nvSpPr>
          <p:cNvPr id="13"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3000"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
        <p:nvSpPr>
          <p:cNvPr id="14" name="Rectangle 4">
            <a:extLst>
              <a:ext uri="{FF2B5EF4-FFF2-40B4-BE49-F238E27FC236}">
                <a16:creationId xmlns:a16="http://schemas.microsoft.com/office/drawing/2014/main" id="{7348E705-4AC0-4919-9369-FF2FB2DB24C8}"/>
              </a:ext>
            </a:extLst>
          </p:cNvPr>
          <p:cNvSpPr txBox="1">
            <a:spLocks noChangeArrowheads="1"/>
          </p:cNvSpPr>
          <p:nvPr/>
        </p:nvSpPr>
        <p:spPr>
          <a:xfrm>
            <a:off x="31457" y="942"/>
            <a:ext cx="9144000" cy="768031"/>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algn="ctr" eaLnBrk="1" hangingPunct="1">
              <a:defRPr/>
            </a:pPr>
            <a:r>
              <a:rPr lang="zh-CN" altLang="en-US" sz="4000" dirty="0">
                <a:solidFill>
                  <a:srgbClr val="006699"/>
                </a:solidFill>
                <a:effectLst>
                  <a:outerShdw blurRad="38100" dist="38100" dir="2700000" algn="tl">
                    <a:srgbClr val="000000">
                      <a:alpha val="43137"/>
                    </a:srgbClr>
                  </a:outerShdw>
                </a:effectLst>
                <a:ea typeface="MS PGothic" pitchFamily="34" charset="-128"/>
              </a:rPr>
              <a:t>基于</a:t>
            </a:r>
            <a:r>
              <a:rPr lang="en-US" altLang="zh-CN" sz="4000" dirty="0">
                <a:solidFill>
                  <a:srgbClr val="006699"/>
                </a:solidFill>
                <a:effectLst>
                  <a:outerShdw blurRad="38100" dist="38100" dir="2700000" algn="tl">
                    <a:srgbClr val="000000">
                      <a:alpha val="43137"/>
                    </a:srgbClr>
                  </a:outerShdw>
                </a:effectLst>
                <a:ea typeface="MS PGothic" pitchFamily="34" charset="-128"/>
              </a:rPr>
              <a:t>POSIX</a:t>
            </a:r>
            <a:r>
              <a:rPr lang="zh-CN" altLang="en-US" sz="4000" dirty="0">
                <a:solidFill>
                  <a:srgbClr val="006699"/>
                </a:solidFill>
                <a:effectLst>
                  <a:outerShdw blurRad="38100" dist="38100" dir="2700000" algn="tl">
                    <a:srgbClr val="000000">
                      <a:alpha val="43137"/>
                    </a:srgbClr>
                  </a:outerShdw>
                </a:effectLst>
                <a:ea typeface="MS PGothic" pitchFamily="34" charset="-128"/>
              </a:rPr>
              <a:t>的内存</a:t>
            </a:r>
            <a:r>
              <a:rPr lang="zh-CN" altLang="en-US" sz="4000" dirty="0" smtClean="0">
                <a:solidFill>
                  <a:srgbClr val="006699"/>
                </a:solidFill>
                <a:effectLst>
                  <a:outerShdw blurRad="38100" dist="38100" dir="2700000" algn="tl">
                    <a:srgbClr val="000000">
                      <a:alpha val="43137"/>
                    </a:srgbClr>
                  </a:outerShdw>
                </a:effectLst>
                <a:ea typeface="MS PGothic" pitchFamily="34" charset="-128"/>
              </a:rPr>
              <a:t>映射文件（</a:t>
            </a:r>
            <a:r>
              <a:rPr lang="en-US" altLang="zh-CN" sz="4000" dirty="0" smtClean="0">
                <a:solidFill>
                  <a:srgbClr val="006699"/>
                </a:solidFill>
                <a:effectLst>
                  <a:outerShdw blurRad="38100" dist="38100" dir="2700000" algn="tl">
                    <a:srgbClr val="000000">
                      <a:alpha val="43137"/>
                    </a:srgbClr>
                  </a:outerShdw>
                </a:effectLst>
                <a:ea typeface="MS PGothic" pitchFamily="34" charset="-128"/>
              </a:rPr>
              <a:t>1</a:t>
            </a:r>
            <a:r>
              <a:rPr lang="zh-CN" altLang="en-US" sz="4000" dirty="0" smtClean="0">
                <a:solidFill>
                  <a:srgbClr val="006699"/>
                </a:solidFill>
                <a:effectLst>
                  <a:outerShdw blurRad="38100" dist="38100" dir="2700000" algn="tl">
                    <a:srgbClr val="000000">
                      <a:alpha val="43137"/>
                    </a:srgbClr>
                  </a:outerShdw>
                </a:effectLst>
                <a:ea typeface="MS PGothic" pitchFamily="34" charset="-128"/>
              </a:rPr>
              <a:t>）</a:t>
            </a:r>
            <a:endParaRPr lang="zh-CN" altLang="en-US" sz="4000" dirty="0">
              <a:solidFill>
                <a:srgbClr val="006699"/>
              </a:solidFill>
              <a:effectLst>
                <a:outerShdw blurRad="38100" dist="38100" dir="2700000" algn="tl">
                  <a:srgbClr val="000000">
                    <a:alpha val="43137"/>
                  </a:srgbClr>
                </a:outerShdw>
              </a:effectLst>
              <a:ea typeface="MS PGothic" pitchFamily="34" charset="-128"/>
            </a:endParaRPr>
          </a:p>
        </p:txBody>
      </p:sp>
    </p:spTree>
    <p:extLst>
      <p:ext uri="{BB962C8B-B14F-4D97-AF65-F5344CB8AC3E}">
        <p14:creationId xmlns:p14="http://schemas.microsoft.com/office/powerpoint/2010/main" val="1854432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1000"/>
                                        <p:tgtEl>
                                          <p:spTgt spid="11"/>
                                        </p:tgtEl>
                                      </p:cBhvr>
                                    </p:animEffect>
                                    <p:anim calcmode="lin" valueType="num">
                                      <p:cBhvr>
                                        <p:cTn id="36" dur="1000" fill="hold"/>
                                        <p:tgtEl>
                                          <p:spTgt spid="11"/>
                                        </p:tgtEl>
                                        <p:attrNameLst>
                                          <p:attrName>ppt_x</p:attrName>
                                        </p:attrNameLst>
                                      </p:cBhvr>
                                      <p:tavLst>
                                        <p:tav tm="0">
                                          <p:val>
                                            <p:strVal val="#ppt_x"/>
                                          </p:val>
                                        </p:tav>
                                        <p:tav tm="100000">
                                          <p:val>
                                            <p:strVal val="#ppt_x"/>
                                          </p:val>
                                        </p:tav>
                                      </p:tavLst>
                                    </p:anim>
                                    <p:anim calcmode="lin" valueType="num">
                                      <p:cBhvr>
                                        <p:cTn id="37"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1000"/>
                                        <p:tgtEl>
                                          <p:spTgt spid="12"/>
                                        </p:tgtEl>
                                      </p:cBhvr>
                                    </p:animEffect>
                                    <p:anim calcmode="lin" valueType="num">
                                      <p:cBhvr>
                                        <p:cTn id="43" dur="1000" fill="hold"/>
                                        <p:tgtEl>
                                          <p:spTgt spid="12"/>
                                        </p:tgtEl>
                                        <p:attrNameLst>
                                          <p:attrName>ppt_x</p:attrName>
                                        </p:attrNameLst>
                                      </p:cBhvr>
                                      <p:tavLst>
                                        <p:tav tm="0">
                                          <p:val>
                                            <p:strVal val="#ppt_x"/>
                                          </p:val>
                                        </p:tav>
                                        <p:tav tm="100000">
                                          <p:val>
                                            <p:strVal val="#ppt_x"/>
                                          </p:val>
                                        </p:tav>
                                      </p:tavLst>
                                    </p:anim>
                                    <p:anim calcmode="lin" valueType="num">
                                      <p:cBhvr>
                                        <p:cTn id="44" dur="1000" fill="hold"/>
                                        <p:tgtEl>
                                          <p:spTgt spid="12"/>
                                        </p:tgtEl>
                                        <p:attrNameLst>
                                          <p:attrName>ppt_y</p:attrName>
                                        </p:attrNameLst>
                                      </p:cBhvr>
                                      <p:tavLst>
                                        <p:tav tm="0">
                                          <p:val>
                                            <p:strVal val="#ppt_y+.1"/>
                                          </p:val>
                                        </p:tav>
                                        <p:tav tm="100000">
                                          <p:val>
                                            <p:strVal val="#ppt_y"/>
                                          </p:val>
                                        </p:tav>
                                      </p:tavLst>
                                    </p:anim>
                                  </p:childTnLst>
                                </p:cTn>
                              </p:par>
                            </p:childTnLst>
                          </p:cTn>
                        </p:par>
                        <p:par>
                          <p:cTn id="45" fill="hold">
                            <p:stCondLst>
                              <p:cond delay="1000"/>
                            </p:stCondLst>
                            <p:childTnLst>
                              <p:par>
                                <p:cTn id="46" presetID="2" presetClass="entr" presetSubtype="6" fill="hold" grpId="0" nodeType="afterEffect">
                                  <p:stCondLst>
                                    <p:cond delay="0"/>
                                  </p:stCondLst>
                                  <p:childTnLst>
                                    <p:set>
                                      <p:cBhvr>
                                        <p:cTn id="47" dur="1" fill="hold">
                                          <p:stCondLst>
                                            <p:cond delay="0"/>
                                          </p:stCondLst>
                                        </p:cTn>
                                        <p:tgtEl>
                                          <p:spTgt spid="13"/>
                                        </p:tgtEl>
                                        <p:attrNameLst>
                                          <p:attrName>style.visibility</p:attrName>
                                        </p:attrNameLst>
                                      </p:cBhvr>
                                      <p:to>
                                        <p:strVal val="visible"/>
                                      </p:to>
                                    </p:set>
                                    <p:anim calcmode="lin" valueType="num">
                                      <p:cBhvr additive="base">
                                        <p:cTn id="48" dur="500" fill="hold"/>
                                        <p:tgtEl>
                                          <p:spTgt spid="13"/>
                                        </p:tgtEl>
                                        <p:attrNameLst>
                                          <p:attrName>ppt_x</p:attrName>
                                        </p:attrNameLst>
                                      </p:cBhvr>
                                      <p:tavLst>
                                        <p:tav tm="0">
                                          <p:val>
                                            <p:strVal val="1+#ppt_w/2"/>
                                          </p:val>
                                        </p:tav>
                                        <p:tav tm="100000">
                                          <p:val>
                                            <p:strVal val="#ppt_x"/>
                                          </p:val>
                                        </p:tav>
                                      </p:tavLst>
                                    </p:anim>
                                    <p:anim calcmode="lin" valueType="num">
                                      <p:cBhvr additive="base">
                                        <p:cTn id="49"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1" grpId="0" animBg="1"/>
      <p:bldP spid="12" grpId="0" animBg="1"/>
      <p:bldP spid="13"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矩形 3"/>
          <p:cNvSpPr>
            <a:spLocks noChangeArrowheads="1"/>
          </p:cNvSpPr>
          <p:nvPr/>
        </p:nvSpPr>
        <p:spPr bwMode="auto">
          <a:xfrm>
            <a:off x="119769" y="2193925"/>
            <a:ext cx="8748713" cy="1015663"/>
          </a:xfrm>
          <a:prstGeom prst="rect">
            <a:avLst/>
          </a:prstGeom>
          <a:solidFill>
            <a:srgbClr val="66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lang="en-US" altLang="zh-CN" sz="2800" b="1" dirty="0">
                <a:solidFill>
                  <a:schemeClr val="bg2"/>
                </a:solidFill>
              </a:rPr>
              <a:t>void *</a:t>
            </a:r>
            <a:r>
              <a:rPr lang="en-US" altLang="zh-CN" b="1" dirty="0" err="1">
                <a:solidFill>
                  <a:schemeClr val="bg2"/>
                </a:solidFill>
                <a:effectLst>
                  <a:outerShdw blurRad="38100" dist="38100" dir="2700000" algn="tl">
                    <a:srgbClr val="000000">
                      <a:alpha val="43137"/>
                    </a:srgbClr>
                  </a:outerShdw>
                </a:effectLst>
              </a:rPr>
              <a:t>mmap</a:t>
            </a:r>
            <a:r>
              <a:rPr lang="en-US" altLang="zh-CN" sz="2800" b="1" dirty="0">
                <a:solidFill>
                  <a:schemeClr val="bg2"/>
                </a:solidFill>
              </a:rPr>
              <a:t>( void *start,   </a:t>
            </a:r>
            <a:r>
              <a:rPr lang="en-US" altLang="zh-CN" sz="2800" b="1" dirty="0" err="1">
                <a:solidFill>
                  <a:schemeClr val="bg2"/>
                </a:solidFill>
              </a:rPr>
              <a:t>size_t</a:t>
            </a:r>
            <a:r>
              <a:rPr lang="en-US" altLang="zh-CN" sz="2800" b="1" dirty="0">
                <a:solidFill>
                  <a:schemeClr val="bg2"/>
                </a:solidFill>
              </a:rPr>
              <a:t> length,   int </a:t>
            </a:r>
            <a:r>
              <a:rPr lang="en-US" altLang="zh-CN" sz="2800" b="1" dirty="0" err="1">
                <a:solidFill>
                  <a:schemeClr val="bg2"/>
                </a:solidFill>
              </a:rPr>
              <a:t>prot</a:t>
            </a:r>
            <a:r>
              <a:rPr lang="en-US" altLang="zh-CN" sz="2800" b="1" dirty="0">
                <a:solidFill>
                  <a:schemeClr val="bg2"/>
                </a:solidFill>
              </a:rPr>
              <a:t>, </a:t>
            </a:r>
          </a:p>
          <a:p>
            <a:pPr>
              <a:spcBef>
                <a:spcPct val="0"/>
              </a:spcBef>
              <a:buClrTx/>
              <a:buSzTx/>
              <a:buFontTx/>
              <a:buNone/>
            </a:pPr>
            <a:r>
              <a:rPr lang="en-US" altLang="zh-CN" sz="2800" b="1" dirty="0">
                <a:solidFill>
                  <a:schemeClr val="bg2"/>
                </a:solidFill>
              </a:rPr>
              <a:t>         int flags,</a:t>
            </a:r>
            <a:r>
              <a:rPr lang="en-US" altLang="zh-CN" sz="2800" b="1" dirty="0">
                <a:solidFill>
                  <a:schemeClr val="bg2"/>
                </a:solidFill>
                <a:latin typeface="微软雅黑" panose="020B0503020204020204" pitchFamily="34" charset="-122"/>
                <a:ea typeface="微软雅黑" panose="020B0503020204020204" pitchFamily="34" charset="-122"/>
              </a:rPr>
              <a:t> </a:t>
            </a:r>
            <a:r>
              <a:rPr lang="en-US" altLang="zh-CN" sz="2800" b="1" dirty="0">
                <a:solidFill>
                  <a:schemeClr val="bg2"/>
                </a:solidFill>
              </a:rPr>
              <a:t>int </a:t>
            </a:r>
            <a:r>
              <a:rPr lang="en-US" altLang="zh-CN" sz="2800" b="1" dirty="0" err="1">
                <a:solidFill>
                  <a:schemeClr val="bg2"/>
                </a:solidFill>
              </a:rPr>
              <a:t>fd</a:t>
            </a:r>
            <a:r>
              <a:rPr lang="en-US" altLang="zh-CN" sz="2800" b="1" dirty="0">
                <a:solidFill>
                  <a:schemeClr val="bg2"/>
                </a:solidFill>
              </a:rPr>
              <a:t>,  </a:t>
            </a:r>
            <a:r>
              <a:rPr lang="en-US" altLang="zh-CN" sz="2800" b="1" dirty="0" err="1">
                <a:solidFill>
                  <a:schemeClr val="bg2"/>
                </a:solidFill>
              </a:rPr>
              <a:t>off_t</a:t>
            </a:r>
            <a:r>
              <a:rPr lang="en-US" altLang="zh-CN" sz="2800" b="1" dirty="0">
                <a:solidFill>
                  <a:schemeClr val="bg2"/>
                </a:solidFill>
              </a:rPr>
              <a:t> offset);</a:t>
            </a:r>
            <a:endParaRPr lang="en-US" altLang="zh-CN" sz="2400" b="1" dirty="0">
              <a:solidFill>
                <a:schemeClr val="bg2"/>
              </a:solidFill>
            </a:endParaRPr>
          </a:p>
        </p:txBody>
      </p:sp>
      <p:sp>
        <p:nvSpPr>
          <p:cNvPr id="68621" name="文本框 6"/>
          <p:cNvSpPr txBox="1">
            <a:spLocks noChangeArrowheads="1"/>
          </p:cNvSpPr>
          <p:nvPr/>
        </p:nvSpPr>
        <p:spPr bwMode="auto">
          <a:xfrm>
            <a:off x="627769" y="5301208"/>
            <a:ext cx="7416800" cy="584776"/>
          </a:xfrm>
          <a:prstGeom prst="rect">
            <a:avLst/>
          </a:prstGeom>
          <a:solidFill>
            <a:srgbClr val="66FF3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lang="en-US" altLang="zh-CN" sz="2800" b="1" dirty="0">
                <a:solidFill>
                  <a:schemeClr val="bg2"/>
                </a:solidFill>
              </a:rPr>
              <a:t>int </a:t>
            </a:r>
            <a:r>
              <a:rPr lang="en-US" altLang="zh-CN" b="1" dirty="0" err="1">
                <a:solidFill>
                  <a:schemeClr val="bg2"/>
                </a:solidFill>
                <a:effectLst>
                  <a:outerShdw blurRad="38100" dist="38100" dir="2700000" algn="tl">
                    <a:srgbClr val="000000">
                      <a:alpha val="43137"/>
                    </a:srgbClr>
                  </a:outerShdw>
                </a:effectLst>
              </a:rPr>
              <a:t>munmap</a:t>
            </a:r>
            <a:r>
              <a:rPr lang="en-US" altLang="zh-CN" sz="2800" b="1" dirty="0">
                <a:solidFill>
                  <a:schemeClr val="bg2"/>
                </a:solidFill>
              </a:rPr>
              <a:t>(void *start,  </a:t>
            </a:r>
            <a:r>
              <a:rPr lang="en-US" altLang="zh-CN" sz="2800" b="1" dirty="0" err="1">
                <a:solidFill>
                  <a:schemeClr val="bg2"/>
                </a:solidFill>
              </a:rPr>
              <a:t>size_t</a:t>
            </a:r>
            <a:r>
              <a:rPr lang="en-US" altLang="zh-CN" sz="2800" b="1" dirty="0">
                <a:solidFill>
                  <a:schemeClr val="bg2"/>
                </a:solidFill>
              </a:rPr>
              <a:t> length);</a:t>
            </a:r>
            <a:endParaRPr lang="zh-CN" altLang="en-US" sz="2800" b="1" dirty="0">
              <a:solidFill>
                <a:schemeClr val="bg2"/>
              </a:solidFill>
            </a:endParaRPr>
          </a:p>
        </p:txBody>
      </p:sp>
      <p:sp>
        <p:nvSpPr>
          <p:cNvPr id="14" name="线形标注 1 13"/>
          <p:cNvSpPr>
            <a:spLocks/>
          </p:cNvSpPr>
          <p:nvPr/>
        </p:nvSpPr>
        <p:spPr bwMode="auto">
          <a:xfrm>
            <a:off x="627769" y="1506537"/>
            <a:ext cx="2444750" cy="430213"/>
          </a:xfrm>
          <a:prstGeom prst="borderCallout1">
            <a:avLst>
              <a:gd name="adj1" fmla="val 111264"/>
              <a:gd name="adj2" fmla="val 11593"/>
              <a:gd name="adj3" fmla="val 186685"/>
              <a:gd name="adj4" fmla="val 3324"/>
            </a:avLst>
          </a:prstGeom>
          <a:solidFill>
            <a:srgbClr val="00B0F0"/>
          </a:solidFill>
          <a:ln w="38100" cap="sq" algn="ctr">
            <a:solidFill>
              <a:srgbClr val="00B0F0"/>
            </a:solidFill>
            <a:round/>
            <a:headEnd type="none" w="sm" len="sm"/>
            <a:tailEnd type="none" w="sm" len="sm"/>
          </a:ln>
        </p:spPr>
        <p:txBody>
          <a:bodyPr wrap="none"/>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 typeface="Symbol" panose="05050102010706020507" pitchFamily="18" charset="2"/>
              <a:buNone/>
            </a:pPr>
            <a:r>
              <a:rPr lang="zh-CN" altLang="en-US" sz="2400" b="1">
                <a:solidFill>
                  <a:schemeClr val="bg2"/>
                </a:solidFill>
              </a:rPr>
              <a:t>被映射区的指针</a:t>
            </a:r>
          </a:p>
        </p:txBody>
      </p:sp>
      <p:sp>
        <p:nvSpPr>
          <p:cNvPr id="15" name="线形标注 1 14"/>
          <p:cNvSpPr>
            <a:spLocks/>
          </p:cNvSpPr>
          <p:nvPr/>
        </p:nvSpPr>
        <p:spPr bwMode="auto">
          <a:xfrm>
            <a:off x="3432882" y="1519237"/>
            <a:ext cx="2689225" cy="430213"/>
          </a:xfrm>
          <a:prstGeom prst="borderCallout1">
            <a:avLst>
              <a:gd name="adj1" fmla="val 111264"/>
              <a:gd name="adj2" fmla="val 11593"/>
              <a:gd name="adj3" fmla="val 186685"/>
              <a:gd name="adj4" fmla="val 3324"/>
            </a:avLst>
          </a:prstGeom>
          <a:solidFill>
            <a:srgbClr val="00B0F0"/>
          </a:solidFill>
          <a:ln w="38100" cap="sq" algn="ctr">
            <a:solidFill>
              <a:srgbClr val="00B0F0"/>
            </a:solidFill>
            <a:round/>
            <a:headEnd type="none" w="sm" len="sm"/>
            <a:tailEnd type="none" w="sm" len="sm"/>
          </a:ln>
        </p:spPr>
        <p:txBody>
          <a:bodyPr wrap="none"/>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 typeface="Symbol" panose="05050102010706020507" pitchFamily="18" charset="2"/>
              <a:buNone/>
            </a:pPr>
            <a:r>
              <a:rPr lang="zh-CN" altLang="en-US" sz="2400" b="1" dirty="0">
                <a:solidFill>
                  <a:schemeClr val="bg2"/>
                </a:solidFill>
              </a:rPr>
              <a:t>指定的映射区始址</a:t>
            </a:r>
          </a:p>
        </p:txBody>
      </p:sp>
      <p:sp>
        <p:nvSpPr>
          <p:cNvPr id="16" name="线形标注 1 15"/>
          <p:cNvSpPr>
            <a:spLocks/>
          </p:cNvSpPr>
          <p:nvPr/>
        </p:nvSpPr>
        <p:spPr bwMode="auto">
          <a:xfrm>
            <a:off x="6503107" y="1531937"/>
            <a:ext cx="1873250" cy="430213"/>
          </a:xfrm>
          <a:prstGeom prst="borderCallout1">
            <a:avLst>
              <a:gd name="adj1" fmla="val 111264"/>
              <a:gd name="adj2" fmla="val 11593"/>
              <a:gd name="adj3" fmla="val 196347"/>
              <a:gd name="adj4" fmla="val -40523"/>
            </a:avLst>
          </a:prstGeom>
          <a:solidFill>
            <a:srgbClr val="00B0F0"/>
          </a:solidFill>
          <a:ln w="38100" cap="sq" algn="ctr">
            <a:solidFill>
              <a:srgbClr val="00B0F0"/>
            </a:solidFill>
            <a:round/>
            <a:headEnd type="none" w="sm" len="sm"/>
            <a:tailEnd type="none" w="sm" len="sm"/>
          </a:ln>
        </p:spPr>
        <p:txBody>
          <a:bodyPr wrap="none"/>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Font typeface="Symbol" panose="05050102010706020507" pitchFamily="18" charset="2"/>
              <a:buNone/>
            </a:pPr>
            <a:r>
              <a:rPr lang="zh-CN" altLang="en-US" sz="2400" b="1">
                <a:solidFill>
                  <a:schemeClr val="bg2"/>
                </a:solidFill>
              </a:rPr>
              <a:t>映射区长度</a:t>
            </a:r>
          </a:p>
        </p:txBody>
      </p:sp>
      <p:sp>
        <p:nvSpPr>
          <p:cNvPr id="17" name="线形标注 1 16"/>
          <p:cNvSpPr>
            <a:spLocks/>
          </p:cNvSpPr>
          <p:nvPr/>
        </p:nvSpPr>
        <p:spPr bwMode="auto">
          <a:xfrm>
            <a:off x="1197682" y="3463925"/>
            <a:ext cx="2081212" cy="428625"/>
          </a:xfrm>
          <a:prstGeom prst="borderCallout1">
            <a:avLst>
              <a:gd name="adj1" fmla="val 11949"/>
              <a:gd name="adj2" fmla="val 61218"/>
              <a:gd name="adj3" fmla="val -103468"/>
              <a:gd name="adj4" fmla="val 84292"/>
            </a:avLst>
          </a:prstGeom>
          <a:solidFill>
            <a:srgbClr val="00B0F0"/>
          </a:solidFill>
          <a:ln w="38100" cap="sq" algn="ctr">
            <a:solidFill>
              <a:srgbClr val="00B0F0"/>
            </a:solidFill>
            <a:round/>
            <a:headEnd type="none" w="sm" len="sm"/>
            <a:tailEnd type="none" w="sm" len="sm"/>
          </a:ln>
        </p:spPr>
        <p:txBody>
          <a:bodyPr wrap="none"/>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 typeface="Symbol" panose="05050102010706020507" pitchFamily="18" charset="2"/>
              <a:buNone/>
            </a:pPr>
            <a:r>
              <a:rPr lang="zh-CN" altLang="en-US" sz="2400" b="1" dirty="0">
                <a:solidFill>
                  <a:schemeClr val="bg2"/>
                </a:solidFill>
              </a:rPr>
              <a:t>文件描述符</a:t>
            </a:r>
          </a:p>
        </p:txBody>
      </p:sp>
      <p:sp>
        <p:nvSpPr>
          <p:cNvPr id="18" name="线形标注 1 17"/>
          <p:cNvSpPr>
            <a:spLocks/>
          </p:cNvSpPr>
          <p:nvPr/>
        </p:nvSpPr>
        <p:spPr bwMode="auto">
          <a:xfrm>
            <a:off x="3723394" y="3429000"/>
            <a:ext cx="5022850" cy="838200"/>
          </a:xfrm>
          <a:prstGeom prst="borderCallout1">
            <a:avLst>
              <a:gd name="adj1" fmla="val -14722"/>
              <a:gd name="adj2" fmla="val 59560"/>
              <a:gd name="adj3" fmla="val -94139"/>
              <a:gd name="adj4" fmla="val 68218"/>
            </a:avLst>
          </a:prstGeom>
          <a:solidFill>
            <a:srgbClr val="00B0F0"/>
          </a:solidFill>
          <a:ln w="38100" cap="sq" algn="ctr">
            <a:solidFill>
              <a:srgbClr val="00B0F0"/>
            </a:solidFill>
            <a:round/>
            <a:headEnd type="none" w="sm" len="sm"/>
            <a:tailEnd type="none" w="sm" len="sm"/>
          </a:ln>
        </p:spPr>
        <p:txBody>
          <a:bodyPr wrap="none"/>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 typeface="Symbol" panose="05050102010706020507" pitchFamily="18" charset="2"/>
              <a:buNone/>
            </a:pPr>
            <a:r>
              <a:rPr lang="zh-CN" altLang="en-US" sz="2400" b="1">
                <a:solidFill>
                  <a:schemeClr val="bg2"/>
                </a:solidFill>
              </a:rPr>
              <a:t>内存保护标志，</a:t>
            </a:r>
            <a:endParaRPr lang="en-US" altLang="zh-CN" sz="2400" b="1">
              <a:solidFill>
                <a:schemeClr val="bg2"/>
              </a:solidFill>
            </a:endParaRPr>
          </a:p>
          <a:p>
            <a:pPr algn="ctr" eaLnBrk="1" hangingPunct="1">
              <a:spcBef>
                <a:spcPct val="0"/>
              </a:spcBef>
              <a:buClrTx/>
              <a:buSzTx/>
              <a:buFont typeface="Symbol" panose="05050102010706020507" pitchFamily="18" charset="2"/>
              <a:buNone/>
            </a:pPr>
            <a:r>
              <a:rPr lang="zh-CN" altLang="en-US" sz="2400" b="1">
                <a:solidFill>
                  <a:schemeClr val="bg2"/>
                </a:solidFill>
              </a:rPr>
              <a:t>不能与文件的打开模式冲突。</a:t>
            </a:r>
          </a:p>
        </p:txBody>
      </p:sp>
      <p:sp>
        <p:nvSpPr>
          <p:cNvPr id="22"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23" name="Rectangle 4">
            <a:extLst>
              <a:ext uri="{FF2B5EF4-FFF2-40B4-BE49-F238E27FC236}">
                <a16:creationId xmlns:a16="http://schemas.microsoft.com/office/drawing/2014/main" id="{7348E705-4AC0-4919-9369-FF2FB2DB24C8}"/>
              </a:ext>
            </a:extLst>
          </p:cNvPr>
          <p:cNvSpPr txBox="1">
            <a:spLocks noChangeArrowheads="1"/>
          </p:cNvSpPr>
          <p:nvPr/>
        </p:nvSpPr>
        <p:spPr>
          <a:xfrm>
            <a:off x="95314" y="-76183"/>
            <a:ext cx="9144000" cy="768031"/>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algn="ctr" eaLnBrk="1" hangingPunct="1">
              <a:defRPr/>
            </a:pPr>
            <a:r>
              <a:rPr lang="zh-CN" altLang="en-US" sz="4000" dirty="0">
                <a:solidFill>
                  <a:srgbClr val="006699"/>
                </a:solidFill>
                <a:effectLst>
                  <a:outerShdw blurRad="38100" dist="38100" dir="2700000" algn="tl">
                    <a:srgbClr val="000000">
                      <a:alpha val="43137"/>
                    </a:srgbClr>
                  </a:outerShdw>
                </a:effectLst>
                <a:ea typeface="MS PGothic" pitchFamily="34" charset="-128"/>
              </a:rPr>
              <a:t>基于</a:t>
            </a:r>
            <a:r>
              <a:rPr lang="en-US" altLang="zh-CN" sz="4000" dirty="0">
                <a:solidFill>
                  <a:srgbClr val="006699"/>
                </a:solidFill>
                <a:effectLst>
                  <a:outerShdw blurRad="38100" dist="38100" dir="2700000" algn="tl">
                    <a:srgbClr val="000000">
                      <a:alpha val="43137"/>
                    </a:srgbClr>
                  </a:outerShdw>
                </a:effectLst>
                <a:ea typeface="MS PGothic" pitchFamily="34" charset="-128"/>
              </a:rPr>
              <a:t>POSIX</a:t>
            </a:r>
            <a:r>
              <a:rPr lang="zh-CN" altLang="en-US" sz="4000" dirty="0">
                <a:solidFill>
                  <a:srgbClr val="006699"/>
                </a:solidFill>
                <a:effectLst>
                  <a:outerShdw blurRad="38100" dist="38100" dir="2700000" algn="tl">
                    <a:srgbClr val="000000">
                      <a:alpha val="43137"/>
                    </a:srgbClr>
                  </a:outerShdw>
                </a:effectLst>
                <a:ea typeface="MS PGothic" pitchFamily="34" charset="-128"/>
              </a:rPr>
              <a:t>的内存</a:t>
            </a:r>
            <a:r>
              <a:rPr lang="zh-CN" altLang="en-US" sz="4000" dirty="0" smtClean="0">
                <a:solidFill>
                  <a:srgbClr val="006699"/>
                </a:solidFill>
                <a:effectLst>
                  <a:outerShdw blurRad="38100" dist="38100" dir="2700000" algn="tl">
                    <a:srgbClr val="000000">
                      <a:alpha val="43137"/>
                    </a:srgbClr>
                  </a:outerShdw>
                </a:effectLst>
                <a:ea typeface="MS PGothic" pitchFamily="34" charset="-128"/>
              </a:rPr>
              <a:t>映射文件（</a:t>
            </a:r>
            <a:r>
              <a:rPr lang="en-US" altLang="zh-CN" sz="4000" dirty="0" smtClean="0">
                <a:solidFill>
                  <a:srgbClr val="006699"/>
                </a:solidFill>
                <a:effectLst>
                  <a:outerShdw blurRad="38100" dist="38100" dir="2700000" algn="tl">
                    <a:srgbClr val="000000">
                      <a:alpha val="43137"/>
                    </a:srgbClr>
                  </a:outerShdw>
                </a:effectLst>
                <a:ea typeface="MS PGothic" pitchFamily="34" charset="-128"/>
              </a:rPr>
              <a:t>2</a:t>
            </a:r>
            <a:r>
              <a:rPr lang="zh-CN" altLang="en-US" sz="4000" dirty="0" smtClean="0">
                <a:solidFill>
                  <a:srgbClr val="006699"/>
                </a:solidFill>
                <a:effectLst>
                  <a:outerShdw blurRad="38100" dist="38100" dir="2700000" algn="tl">
                    <a:srgbClr val="000000">
                      <a:alpha val="43137"/>
                    </a:srgbClr>
                  </a:outerShdw>
                </a:effectLst>
                <a:ea typeface="MS PGothic" pitchFamily="34" charset="-128"/>
              </a:rPr>
              <a:t>）</a:t>
            </a:r>
            <a:endParaRPr lang="zh-CN" altLang="en-US" sz="4000" dirty="0">
              <a:solidFill>
                <a:srgbClr val="006699"/>
              </a:solidFill>
              <a:effectLst>
                <a:outerShdw blurRad="38100" dist="38100" dir="2700000" algn="tl">
                  <a:srgbClr val="000000">
                    <a:alpha val="43137"/>
                  </a:srgbClr>
                </a:outerShdw>
              </a:effectLst>
              <a:ea typeface="MS PGothic" pitchFamily="34" charset="-128"/>
            </a:endParaRPr>
          </a:p>
        </p:txBody>
      </p:sp>
    </p:spTree>
    <p:extLst>
      <p:ext uri="{BB962C8B-B14F-4D97-AF65-F5344CB8AC3E}">
        <p14:creationId xmlns:p14="http://schemas.microsoft.com/office/powerpoint/2010/main" val="23693020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1000"/>
                                        <p:tgtEl>
                                          <p:spTgt spid="15"/>
                                        </p:tgtEl>
                                      </p:cBhvr>
                                    </p:animEffect>
                                    <p:anim calcmode="lin" valueType="num">
                                      <p:cBhvr>
                                        <p:cTn id="15" dur="1000" fill="hold"/>
                                        <p:tgtEl>
                                          <p:spTgt spid="15"/>
                                        </p:tgtEl>
                                        <p:attrNameLst>
                                          <p:attrName>ppt_x</p:attrName>
                                        </p:attrNameLst>
                                      </p:cBhvr>
                                      <p:tavLst>
                                        <p:tav tm="0">
                                          <p:val>
                                            <p:strVal val="#ppt_x"/>
                                          </p:val>
                                        </p:tav>
                                        <p:tav tm="100000">
                                          <p:val>
                                            <p:strVal val="#ppt_x"/>
                                          </p:val>
                                        </p:tav>
                                      </p:tavLst>
                                    </p:anim>
                                    <p:anim calcmode="lin" valueType="num">
                                      <p:cBhvr>
                                        <p:cTn id="16"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1000"/>
                                        <p:tgtEl>
                                          <p:spTgt spid="16"/>
                                        </p:tgtEl>
                                      </p:cBhvr>
                                    </p:animEffect>
                                    <p:anim calcmode="lin" valueType="num">
                                      <p:cBhvr>
                                        <p:cTn id="22" dur="1000" fill="hold"/>
                                        <p:tgtEl>
                                          <p:spTgt spid="16"/>
                                        </p:tgtEl>
                                        <p:attrNameLst>
                                          <p:attrName>ppt_x</p:attrName>
                                        </p:attrNameLst>
                                      </p:cBhvr>
                                      <p:tavLst>
                                        <p:tav tm="0">
                                          <p:val>
                                            <p:strVal val="#ppt_x"/>
                                          </p:val>
                                        </p:tav>
                                        <p:tav tm="100000">
                                          <p:val>
                                            <p:strVal val="#ppt_x"/>
                                          </p:val>
                                        </p:tav>
                                      </p:tavLst>
                                    </p:anim>
                                    <p:anim calcmode="lin" valueType="num">
                                      <p:cBhvr>
                                        <p:cTn id="23"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1000"/>
                                        <p:tgtEl>
                                          <p:spTgt spid="17"/>
                                        </p:tgtEl>
                                      </p:cBhvr>
                                    </p:animEffect>
                                    <p:anim calcmode="lin" valueType="num">
                                      <p:cBhvr>
                                        <p:cTn id="29" dur="1000" fill="hold"/>
                                        <p:tgtEl>
                                          <p:spTgt spid="17"/>
                                        </p:tgtEl>
                                        <p:attrNameLst>
                                          <p:attrName>ppt_x</p:attrName>
                                        </p:attrNameLst>
                                      </p:cBhvr>
                                      <p:tavLst>
                                        <p:tav tm="0">
                                          <p:val>
                                            <p:strVal val="#ppt_x"/>
                                          </p:val>
                                        </p:tav>
                                        <p:tav tm="100000">
                                          <p:val>
                                            <p:strVal val="#ppt_x"/>
                                          </p:val>
                                        </p:tav>
                                      </p:tavLst>
                                    </p:anim>
                                    <p:anim calcmode="lin" valueType="num">
                                      <p:cBhvr>
                                        <p:cTn id="30"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1000"/>
                                        <p:tgtEl>
                                          <p:spTgt spid="18"/>
                                        </p:tgtEl>
                                      </p:cBhvr>
                                    </p:animEffect>
                                    <p:anim calcmode="lin" valueType="num">
                                      <p:cBhvr>
                                        <p:cTn id="36" dur="1000" fill="hold"/>
                                        <p:tgtEl>
                                          <p:spTgt spid="18"/>
                                        </p:tgtEl>
                                        <p:attrNameLst>
                                          <p:attrName>ppt_x</p:attrName>
                                        </p:attrNameLst>
                                      </p:cBhvr>
                                      <p:tavLst>
                                        <p:tav tm="0">
                                          <p:val>
                                            <p:strVal val="#ppt_x"/>
                                          </p:val>
                                        </p:tav>
                                        <p:tav tm="100000">
                                          <p:val>
                                            <p:strVal val="#ppt_x"/>
                                          </p:val>
                                        </p:tav>
                                      </p:tavLst>
                                    </p:anim>
                                    <p:anim calcmode="lin" valueType="num">
                                      <p:cBhvr>
                                        <p:cTn id="37" dur="1000" fill="hold"/>
                                        <p:tgtEl>
                                          <p:spTgt spid="18"/>
                                        </p:tgtEl>
                                        <p:attrNameLst>
                                          <p:attrName>ppt_y</p:attrName>
                                        </p:attrNameLst>
                                      </p:cBhvr>
                                      <p:tavLst>
                                        <p:tav tm="0">
                                          <p:val>
                                            <p:strVal val="#ppt_y+.1"/>
                                          </p:val>
                                        </p:tav>
                                        <p:tav tm="100000">
                                          <p:val>
                                            <p:strVal val="#ppt_y"/>
                                          </p:val>
                                        </p:tav>
                                      </p:tavLst>
                                    </p:anim>
                                  </p:childTnLst>
                                </p:cTn>
                              </p:par>
                            </p:childTnLst>
                          </p:cTn>
                        </p:par>
                        <p:par>
                          <p:cTn id="38" fill="hold">
                            <p:stCondLst>
                              <p:cond delay="1000"/>
                            </p:stCondLst>
                            <p:childTnLst>
                              <p:par>
                                <p:cTn id="39" presetID="2" presetClass="entr" presetSubtype="6" fill="hold" grpId="0" nodeType="afterEffect">
                                  <p:stCondLst>
                                    <p:cond delay="0"/>
                                  </p:stCondLst>
                                  <p:childTnLst>
                                    <p:set>
                                      <p:cBhvr>
                                        <p:cTn id="40" dur="1" fill="hold">
                                          <p:stCondLst>
                                            <p:cond delay="0"/>
                                          </p:stCondLst>
                                        </p:cTn>
                                        <p:tgtEl>
                                          <p:spTgt spid="22"/>
                                        </p:tgtEl>
                                        <p:attrNameLst>
                                          <p:attrName>style.visibility</p:attrName>
                                        </p:attrNameLst>
                                      </p:cBhvr>
                                      <p:to>
                                        <p:strVal val="visible"/>
                                      </p:to>
                                    </p:set>
                                    <p:anim calcmode="lin" valueType="num">
                                      <p:cBhvr additive="base">
                                        <p:cTn id="41" dur="500" fill="hold"/>
                                        <p:tgtEl>
                                          <p:spTgt spid="22"/>
                                        </p:tgtEl>
                                        <p:attrNameLst>
                                          <p:attrName>ppt_x</p:attrName>
                                        </p:attrNameLst>
                                      </p:cBhvr>
                                      <p:tavLst>
                                        <p:tav tm="0">
                                          <p:val>
                                            <p:strVal val="1+#ppt_w/2"/>
                                          </p:val>
                                        </p:tav>
                                        <p:tav tm="100000">
                                          <p:val>
                                            <p:strVal val="#ppt_x"/>
                                          </p:val>
                                        </p:tav>
                                      </p:tavLst>
                                    </p:anim>
                                    <p:anim calcmode="lin" valueType="num">
                                      <p:cBhvr additive="base">
                                        <p:cTn id="4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22"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6406FDA-46C0-4D44-A41E-2BBDDEEDCF31}"/>
              </a:ext>
            </a:extLst>
          </p:cNvPr>
          <p:cNvSpPr>
            <a:spLocks noGrp="1"/>
          </p:cNvSpPr>
          <p:nvPr>
            <p:ph type="dt" sz="half" idx="10"/>
          </p:nvPr>
        </p:nvSpPr>
        <p:spPr>
          <a:xfrm>
            <a:off x="18489" y="7508296"/>
            <a:ext cx="1905000" cy="457200"/>
          </a:xfrm>
        </p:spPr>
        <p:txBody>
          <a:bodyPr/>
          <a:lstStyle/>
          <a:p>
            <a:pPr>
              <a:defRPr/>
            </a:pPr>
            <a:fld id="{0F3703A3-1889-4D5A-B002-82B1611E7DF6}" type="datetime1">
              <a:rPr lang="zh-CN" altLang="en-US" smtClean="0"/>
              <a:pPr>
                <a:defRPr/>
              </a:pPr>
              <a:t>2024/11/24</a:t>
            </a:fld>
            <a:endParaRPr lang="en-US" altLang="zh-CN"/>
          </a:p>
        </p:txBody>
      </p:sp>
      <p:sp>
        <p:nvSpPr>
          <p:cNvPr id="3" name="灯片编号占位符 2">
            <a:extLst>
              <a:ext uri="{FF2B5EF4-FFF2-40B4-BE49-F238E27FC236}">
                <a16:creationId xmlns:a16="http://schemas.microsoft.com/office/drawing/2014/main" id="{10F2230F-9305-491E-A3BA-3A6D3E91CD25}"/>
              </a:ext>
            </a:extLst>
          </p:cNvPr>
          <p:cNvSpPr>
            <a:spLocks noGrp="1"/>
          </p:cNvSpPr>
          <p:nvPr>
            <p:ph type="sldNum" sz="quarter" idx="12"/>
          </p:nvPr>
        </p:nvSpPr>
        <p:spPr>
          <a:xfrm>
            <a:off x="6751077" y="7768646"/>
            <a:ext cx="1905000" cy="196850"/>
          </a:xfrm>
        </p:spPr>
        <p:txBody>
          <a:bodyPr/>
          <a:lstStyle/>
          <a:p>
            <a:pPr>
              <a:defRPr/>
            </a:pPr>
            <a:r>
              <a:rPr lang="zh-CN" altLang="en-US"/>
              <a:t>第 </a:t>
            </a:r>
            <a:fld id="{AA9BF305-28BD-41C0-8AA3-BF5601F9D25F}" type="slidenum">
              <a:rPr lang="zh-CN" altLang="en-US" smtClean="0"/>
              <a:pPr>
                <a:defRPr/>
              </a:pPr>
              <a:t>52</a:t>
            </a:fld>
            <a:r>
              <a:rPr lang="zh-CN" altLang="en-US"/>
              <a:t> 页</a:t>
            </a:r>
          </a:p>
        </p:txBody>
      </p:sp>
      <p:sp>
        <p:nvSpPr>
          <p:cNvPr id="4" name="Rectangle 4">
            <a:extLst>
              <a:ext uri="{FF2B5EF4-FFF2-40B4-BE49-F238E27FC236}">
                <a16:creationId xmlns:a16="http://schemas.microsoft.com/office/drawing/2014/main" id="{D161BD51-DF6B-411A-83F3-A835690A3706}"/>
              </a:ext>
            </a:extLst>
          </p:cNvPr>
          <p:cNvSpPr>
            <a:spLocks noRot="1" noChangeArrowheads="1"/>
          </p:cNvSpPr>
          <p:nvPr/>
        </p:nvSpPr>
        <p:spPr bwMode="auto">
          <a:xfrm>
            <a:off x="0" y="476672"/>
            <a:ext cx="9144000" cy="6381328"/>
          </a:xfrm>
          <a:prstGeom prst="rect">
            <a:avLst/>
          </a:prstGeom>
          <a:solidFill>
            <a:schemeClr val="tx1">
              <a:lumMod val="95000"/>
            </a:schemeClr>
          </a:solidFill>
          <a:ln>
            <a:noFill/>
          </a:ln>
          <a:extLst/>
        </p:spPr>
        <p:txBody>
          <a:bodyPr/>
          <a:lstStyle>
            <a:lvl1pPr marL="342900" indent="-342900">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None/>
            </a:pPr>
            <a:r>
              <a:rPr lang="en-US" altLang="zh-CN" sz="2000" dirty="0">
                <a:solidFill>
                  <a:schemeClr val="bg2"/>
                </a:solidFill>
              </a:rPr>
              <a:t>int main()</a:t>
            </a:r>
          </a:p>
          <a:p>
            <a:pPr eaLnBrk="1" hangingPunct="1">
              <a:buNone/>
            </a:pPr>
            <a:r>
              <a:rPr lang="en-US" altLang="zh-CN" sz="2000" dirty="0">
                <a:solidFill>
                  <a:schemeClr val="bg2"/>
                </a:solidFill>
              </a:rPr>
              <a:t>{</a:t>
            </a:r>
          </a:p>
          <a:p>
            <a:pPr eaLnBrk="1" hangingPunct="1">
              <a:buNone/>
            </a:pPr>
            <a:r>
              <a:rPr lang="en-US" altLang="zh-CN" sz="2000" dirty="0">
                <a:solidFill>
                  <a:schemeClr val="bg2"/>
                </a:solidFill>
              </a:rPr>
              <a:t>const int SIZE=4096</a:t>
            </a:r>
            <a:r>
              <a:rPr lang="en-US" altLang="zh-CN" sz="2000" dirty="0" smtClean="0">
                <a:solidFill>
                  <a:schemeClr val="bg2"/>
                </a:solidFill>
              </a:rPr>
              <a:t>; </a:t>
            </a:r>
            <a:r>
              <a:rPr lang="en-US" altLang="zh-CN" sz="2000" dirty="0" err="1" smtClean="0">
                <a:solidFill>
                  <a:schemeClr val="bg2"/>
                </a:solidFill>
              </a:rPr>
              <a:t>const</a:t>
            </a:r>
            <a:r>
              <a:rPr lang="en-US" altLang="zh-CN" sz="2000" dirty="0" smtClean="0">
                <a:solidFill>
                  <a:schemeClr val="bg2"/>
                </a:solidFill>
              </a:rPr>
              <a:t> </a:t>
            </a:r>
            <a:r>
              <a:rPr lang="en-US" altLang="zh-CN" sz="2000" dirty="0">
                <a:solidFill>
                  <a:schemeClr val="bg2"/>
                </a:solidFill>
              </a:rPr>
              <a:t>char *</a:t>
            </a:r>
            <a:r>
              <a:rPr lang="en-US" altLang="zh-CN" sz="2400" dirty="0">
                <a:solidFill>
                  <a:srgbClr val="FF00FF"/>
                </a:solidFill>
              </a:rPr>
              <a:t>name</a:t>
            </a:r>
            <a:r>
              <a:rPr lang="en-US" altLang="zh-CN" sz="2000" dirty="0">
                <a:solidFill>
                  <a:schemeClr val="bg2"/>
                </a:solidFill>
              </a:rPr>
              <a:t>="OS";</a:t>
            </a:r>
          </a:p>
          <a:p>
            <a:pPr eaLnBrk="1" hangingPunct="1">
              <a:buNone/>
            </a:pPr>
            <a:r>
              <a:rPr lang="en-US" altLang="zh-CN" sz="2000" dirty="0">
                <a:solidFill>
                  <a:schemeClr val="bg2"/>
                </a:solidFill>
              </a:rPr>
              <a:t>const char *message_0="Hello";</a:t>
            </a:r>
          </a:p>
          <a:p>
            <a:pPr eaLnBrk="1" hangingPunct="1">
              <a:buNone/>
            </a:pPr>
            <a:r>
              <a:rPr lang="en-US" altLang="zh-CN" sz="2000" dirty="0">
                <a:solidFill>
                  <a:schemeClr val="bg2"/>
                </a:solidFill>
              </a:rPr>
              <a:t>const char *message_1="World!";</a:t>
            </a:r>
          </a:p>
          <a:p>
            <a:pPr eaLnBrk="1" hangingPunct="1">
              <a:buNone/>
            </a:pPr>
            <a:r>
              <a:rPr lang="en-US" altLang="zh-CN" sz="2000" dirty="0">
                <a:solidFill>
                  <a:schemeClr val="bg2"/>
                </a:solidFill>
              </a:rPr>
              <a:t>int </a:t>
            </a:r>
            <a:r>
              <a:rPr lang="en-US" altLang="zh-CN" sz="2000" dirty="0" err="1">
                <a:solidFill>
                  <a:schemeClr val="bg2"/>
                </a:solidFill>
              </a:rPr>
              <a:t>shm_fd</a:t>
            </a:r>
            <a:r>
              <a:rPr lang="en-US" altLang="zh-CN" sz="2000" dirty="0">
                <a:solidFill>
                  <a:schemeClr val="bg2"/>
                </a:solidFill>
              </a:rPr>
              <a:t>;</a:t>
            </a:r>
          </a:p>
          <a:p>
            <a:pPr eaLnBrk="1" hangingPunct="1">
              <a:buNone/>
            </a:pPr>
            <a:r>
              <a:rPr lang="en-US" altLang="zh-CN" sz="2000" dirty="0">
                <a:solidFill>
                  <a:schemeClr val="bg2"/>
                </a:solidFill>
              </a:rPr>
              <a:t>void *</a:t>
            </a:r>
            <a:r>
              <a:rPr lang="en-US" altLang="zh-CN" sz="2000" dirty="0" err="1">
                <a:solidFill>
                  <a:schemeClr val="bg2"/>
                </a:solidFill>
              </a:rPr>
              <a:t>ptr</a:t>
            </a:r>
            <a:r>
              <a:rPr lang="en-US" altLang="zh-CN" sz="2000" dirty="0">
                <a:solidFill>
                  <a:schemeClr val="bg2"/>
                </a:solidFill>
              </a:rPr>
              <a:t>;</a:t>
            </a:r>
          </a:p>
          <a:p>
            <a:pPr eaLnBrk="1" hangingPunct="1">
              <a:buNone/>
            </a:pPr>
            <a:r>
              <a:rPr lang="en-US" altLang="zh-CN" sz="2400" dirty="0">
                <a:solidFill>
                  <a:srgbClr val="FF0000"/>
                </a:solidFill>
              </a:rPr>
              <a:t>  </a:t>
            </a:r>
            <a:r>
              <a:rPr lang="en-US" altLang="zh-CN" sz="2400" dirty="0" err="1">
                <a:solidFill>
                  <a:srgbClr val="FF00FF"/>
                </a:solidFill>
              </a:rPr>
              <a:t>shm_fd</a:t>
            </a:r>
            <a:r>
              <a:rPr lang="en-US" altLang="zh-CN" sz="2400" dirty="0">
                <a:solidFill>
                  <a:srgbClr val="FF0000"/>
                </a:solidFill>
              </a:rPr>
              <a:t> </a:t>
            </a:r>
            <a:r>
              <a:rPr lang="en-US" altLang="zh-CN" sz="2000" dirty="0">
                <a:solidFill>
                  <a:schemeClr val="bg2"/>
                </a:solidFill>
              </a:rPr>
              <a:t>= </a:t>
            </a:r>
            <a:r>
              <a:rPr lang="en-US" altLang="zh-CN" sz="2400" dirty="0" err="1">
                <a:solidFill>
                  <a:schemeClr val="bg1">
                    <a:lumMod val="75000"/>
                  </a:schemeClr>
                </a:solidFill>
                <a:effectLst>
                  <a:outerShdw blurRad="38100" dist="38100" dir="2700000" algn="tl">
                    <a:srgbClr val="000000">
                      <a:alpha val="43137"/>
                    </a:srgbClr>
                  </a:outerShdw>
                </a:effectLst>
              </a:rPr>
              <a:t>shm_open</a:t>
            </a:r>
            <a:r>
              <a:rPr lang="en-US" altLang="zh-CN" sz="2000" dirty="0">
                <a:solidFill>
                  <a:schemeClr val="bg2"/>
                </a:solidFill>
              </a:rPr>
              <a:t>(</a:t>
            </a:r>
            <a:r>
              <a:rPr lang="en-US" altLang="zh-CN" sz="2400" dirty="0">
                <a:solidFill>
                  <a:srgbClr val="FF00FF"/>
                </a:solidFill>
              </a:rPr>
              <a:t>name</a:t>
            </a:r>
            <a:r>
              <a:rPr lang="en-US" altLang="zh-CN" sz="2000" dirty="0">
                <a:solidFill>
                  <a:schemeClr val="bg2"/>
                </a:solidFill>
              </a:rPr>
              <a:t>, O_CREAT | O_RDWR, 0666);</a:t>
            </a:r>
          </a:p>
          <a:p>
            <a:pPr eaLnBrk="1" hangingPunct="1">
              <a:buNone/>
            </a:pPr>
            <a:r>
              <a:rPr lang="en-US" altLang="zh-CN" sz="2000" dirty="0">
                <a:solidFill>
                  <a:schemeClr val="bg2"/>
                </a:solidFill>
              </a:rPr>
              <a:t>  </a:t>
            </a:r>
            <a:r>
              <a:rPr lang="en-US" altLang="zh-CN" sz="2000" dirty="0" err="1">
                <a:solidFill>
                  <a:schemeClr val="bg2"/>
                </a:solidFill>
              </a:rPr>
              <a:t>ftruncate</a:t>
            </a:r>
            <a:r>
              <a:rPr lang="en-US" altLang="zh-CN" sz="2000" dirty="0">
                <a:solidFill>
                  <a:schemeClr val="bg2"/>
                </a:solidFill>
              </a:rPr>
              <a:t>(</a:t>
            </a:r>
            <a:r>
              <a:rPr lang="en-US" altLang="zh-CN" sz="2000" dirty="0" err="1">
                <a:solidFill>
                  <a:schemeClr val="bg2"/>
                </a:solidFill>
              </a:rPr>
              <a:t>shm_fd</a:t>
            </a:r>
            <a:r>
              <a:rPr lang="en-US" altLang="zh-CN" sz="2000" dirty="0">
                <a:solidFill>
                  <a:schemeClr val="bg2"/>
                </a:solidFill>
              </a:rPr>
              <a:t>, 4096);</a:t>
            </a:r>
          </a:p>
          <a:p>
            <a:pPr eaLnBrk="1" hangingPunct="1">
              <a:buNone/>
            </a:pPr>
            <a:r>
              <a:rPr lang="en-US" altLang="zh-CN" sz="2400" dirty="0">
                <a:solidFill>
                  <a:srgbClr val="C00000"/>
                </a:solidFill>
              </a:rPr>
              <a:t>  </a:t>
            </a:r>
            <a:r>
              <a:rPr lang="en-US" altLang="zh-CN" sz="2400" dirty="0" err="1">
                <a:solidFill>
                  <a:srgbClr val="FF00FF"/>
                </a:solidFill>
              </a:rPr>
              <a:t>ptr</a:t>
            </a:r>
            <a:r>
              <a:rPr lang="en-US" altLang="zh-CN" sz="2000" dirty="0">
                <a:solidFill>
                  <a:schemeClr val="bg2"/>
                </a:solidFill>
              </a:rPr>
              <a:t>=</a:t>
            </a:r>
            <a:r>
              <a:rPr lang="en-US" altLang="zh-CN" sz="2800" dirty="0" err="1">
                <a:solidFill>
                  <a:schemeClr val="bg1">
                    <a:lumMod val="75000"/>
                  </a:schemeClr>
                </a:solidFill>
                <a:effectLst>
                  <a:outerShdw blurRad="38100" dist="38100" dir="2700000" algn="tl">
                    <a:srgbClr val="000000">
                      <a:alpha val="43137"/>
                    </a:srgbClr>
                  </a:outerShdw>
                </a:effectLst>
              </a:rPr>
              <a:t>mmap</a:t>
            </a:r>
            <a:r>
              <a:rPr lang="en-US" altLang="zh-CN" sz="2400" dirty="0">
                <a:solidFill>
                  <a:schemeClr val="bg2"/>
                </a:solidFill>
              </a:rPr>
              <a:t>(0,SIZE,PROT_WRITE,MAP_SHARED,</a:t>
            </a:r>
            <a:r>
              <a:rPr lang="en-US" altLang="zh-CN" sz="2400" dirty="0">
                <a:solidFill>
                  <a:srgbClr val="FF00FF"/>
                </a:solidFill>
              </a:rPr>
              <a:t>shm_fd</a:t>
            </a:r>
            <a:r>
              <a:rPr lang="en-US" altLang="zh-CN" sz="2400" dirty="0">
                <a:solidFill>
                  <a:schemeClr val="bg2"/>
                </a:solidFill>
              </a:rPr>
              <a:t>,0);</a:t>
            </a:r>
          </a:p>
          <a:p>
            <a:pPr eaLnBrk="1" hangingPunct="1">
              <a:buNone/>
            </a:pPr>
            <a:r>
              <a:rPr lang="en-US" altLang="zh-CN" sz="2000" dirty="0">
                <a:solidFill>
                  <a:schemeClr val="bg2"/>
                </a:solidFill>
              </a:rPr>
              <a:t>  </a:t>
            </a:r>
            <a:endParaRPr lang="en-US" altLang="zh-CN" sz="2000" dirty="0" smtClean="0">
              <a:solidFill>
                <a:schemeClr val="bg2"/>
              </a:solidFill>
            </a:endParaRPr>
          </a:p>
          <a:p>
            <a:pPr eaLnBrk="1" hangingPunct="1">
              <a:spcBef>
                <a:spcPts val="0"/>
              </a:spcBef>
              <a:buNone/>
            </a:pPr>
            <a:endParaRPr lang="en-US" altLang="zh-CN" sz="2000" dirty="0" smtClean="0">
              <a:solidFill>
                <a:schemeClr val="bg2"/>
              </a:solidFill>
            </a:endParaRPr>
          </a:p>
          <a:p>
            <a:pPr eaLnBrk="1" hangingPunct="1">
              <a:spcBef>
                <a:spcPts val="0"/>
              </a:spcBef>
              <a:buNone/>
            </a:pPr>
            <a:r>
              <a:rPr lang="en-US" altLang="zh-CN" sz="2000" dirty="0" err="1" smtClean="0">
                <a:solidFill>
                  <a:schemeClr val="bg2"/>
                </a:solidFill>
              </a:rPr>
              <a:t>sprintf</a:t>
            </a:r>
            <a:r>
              <a:rPr lang="en-US" altLang="zh-CN" sz="2000" dirty="0">
                <a:solidFill>
                  <a:schemeClr val="bg2"/>
                </a:solidFill>
              </a:rPr>
              <a:t>( </a:t>
            </a:r>
            <a:r>
              <a:rPr lang="en-US" altLang="zh-CN" sz="2400" dirty="0">
                <a:solidFill>
                  <a:srgbClr val="FF00FF"/>
                </a:solidFill>
              </a:rPr>
              <a:t>ptr</a:t>
            </a:r>
            <a:r>
              <a:rPr lang="en-US" altLang="zh-CN" sz="2000" dirty="0">
                <a:solidFill>
                  <a:schemeClr val="bg2"/>
                </a:solidFill>
              </a:rPr>
              <a:t>,"%s",message_0);</a:t>
            </a:r>
          </a:p>
          <a:p>
            <a:pPr eaLnBrk="1" hangingPunct="1">
              <a:spcBef>
                <a:spcPts val="0"/>
              </a:spcBef>
              <a:buNone/>
            </a:pPr>
            <a:r>
              <a:rPr lang="en-US" altLang="zh-CN" sz="2000" dirty="0" smtClean="0">
                <a:solidFill>
                  <a:schemeClr val="bg2"/>
                </a:solidFill>
              </a:rPr>
              <a:t> </a:t>
            </a:r>
            <a:r>
              <a:rPr lang="en-US" altLang="zh-CN" sz="2400" dirty="0" err="1">
                <a:solidFill>
                  <a:srgbClr val="FF00FF"/>
                </a:solidFill>
              </a:rPr>
              <a:t>ptr</a:t>
            </a:r>
            <a:r>
              <a:rPr lang="en-US" altLang="zh-CN" sz="2000" dirty="0">
                <a:solidFill>
                  <a:schemeClr val="bg2"/>
                </a:solidFill>
              </a:rPr>
              <a:t>+=</a:t>
            </a:r>
            <a:r>
              <a:rPr lang="en-US" altLang="zh-CN" sz="2000" dirty="0" err="1">
                <a:solidFill>
                  <a:schemeClr val="bg2"/>
                </a:solidFill>
              </a:rPr>
              <a:t>strlen</a:t>
            </a:r>
            <a:r>
              <a:rPr lang="en-US" altLang="zh-CN" sz="2000" dirty="0">
                <a:solidFill>
                  <a:schemeClr val="bg2"/>
                </a:solidFill>
              </a:rPr>
              <a:t>(message_0);</a:t>
            </a:r>
            <a:endParaRPr lang="en-US" altLang="zh-CN" sz="2000" b="0" dirty="0">
              <a:solidFill>
                <a:schemeClr val="bg2"/>
              </a:solidFill>
            </a:endParaRPr>
          </a:p>
          <a:p>
            <a:pPr eaLnBrk="1" hangingPunct="1">
              <a:spcBef>
                <a:spcPts val="0"/>
              </a:spcBef>
              <a:buNone/>
            </a:pPr>
            <a:r>
              <a:rPr lang="en-US" altLang="zh-CN" sz="2000" b="0" dirty="0" smtClean="0">
                <a:solidFill>
                  <a:schemeClr val="bg2"/>
                </a:solidFill>
              </a:rPr>
              <a:t> </a:t>
            </a:r>
            <a:r>
              <a:rPr lang="en-US" altLang="zh-CN" sz="2000" b="0" dirty="0" err="1">
                <a:solidFill>
                  <a:schemeClr val="bg2"/>
                </a:solidFill>
              </a:rPr>
              <a:t>sprintf</a:t>
            </a:r>
            <a:r>
              <a:rPr lang="en-US" altLang="zh-CN" sz="2000" b="0" dirty="0">
                <a:solidFill>
                  <a:schemeClr val="bg2"/>
                </a:solidFill>
              </a:rPr>
              <a:t>(</a:t>
            </a:r>
            <a:r>
              <a:rPr lang="en-US" altLang="zh-CN" sz="2400" dirty="0">
                <a:solidFill>
                  <a:srgbClr val="FF00FF"/>
                </a:solidFill>
              </a:rPr>
              <a:t>ptr</a:t>
            </a:r>
            <a:r>
              <a:rPr lang="en-US" altLang="zh-CN" sz="2400" b="0" dirty="0">
                <a:solidFill>
                  <a:srgbClr val="C00000"/>
                </a:solidFill>
              </a:rPr>
              <a:t>,</a:t>
            </a:r>
            <a:r>
              <a:rPr lang="en-US" altLang="zh-CN" sz="2000" b="0" dirty="0">
                <a:solidFill>
                  <a:schemeClr val="bg2"/>
                </a:solidFill>
              </a:rPr>
              <a:t>"%s",message_1);</a:t>
            </a:r>
          </a:p>
          <a:p>
            <a:pPr eaLnBrk="1" hangingPunct="1">
              <a:spcBef>
                <a:spcPts val="0"/>
              </a:spcBef>
              <a:buNone/>
            </a:pPr>
            <a:r>
              <a:rPr lang="en-US" altLang="zh-CN" sz="2000" dirty="0" smtClean="0">
                <a:solidFill>
                  <a:schemeClr val="bg2"/>
                </a:solidFill>
              </a:rPr>
              <a:t> </a:t>
            </a:r>
            <a:r>
              <a:rPr lang="en-US" altLang="zh-CN" sz="2000" dirty="0">
                <a:solidFill>
                  <a:schemeClr val="bg2"/>
                </a:solidFill>
              </a:rPr>
              <a:t>return 0;</a:t>
            </a:r>
          </a:p>
          <a:p>
            <a:pPr eaLnBrk="1" hangingPunct="1">
              <a:spcBef>
                <a:spcPts val="0"/>
              </a:spcBef>
              <a:buNone/>
            </a:pPr>
            <a:r>
              <a:rPr lang="en-US" altLang="zh-CN" sz="2000" dirty="0">
                <a:solidFill>
                  <a:schemeClr val="bg2"/>
                </a:solidFill>
              </a:rPr>
              <a:t>}</a:t>
            </a:r>
          </a:p>
          <a:p>
            <a:pPr>
              <a:lnSpc>
                <a:spcPct val="90000"/>
              </a:lnSpc>
              <a:buFontTx/>
              <a:buNone/>
            </a:pPr>
            <a:endParaRPr lang="en-US" altLang="zh-CN" sz="2000" b="1" dirty="0">
              <a:solidFill>
                <a:schemeClr val="bg2"/>
              </a:solidFill>
            </a:endParaRPr>
          </a:p>
        </p:txBody>
      </p:sp>
      <p:sp>
        <p:nvSpPr>
          <p:cNvPr id="5" name="Rectangle 4">
            <a:extLst>
              <a:ext uri="{FF2B5EF4-FFF2-40B4-BE49-F238E27FC236}">
                <a16:creationId xmlns:a16="http://schemas.microsoft.com/office/drawing/2014/main" id="{510A9233-61F5-476F-A4CF-E6C66DB3EC56}"/>
              </a:ext>
            </a:extLst>
          </p:cNvPr>
          <p:cNvSpPr txBox="1">
            <a:spLocks noChangeArrowheads="1"/>
          </p:cNvSpPr>
          <p:nvPr/>
        </p:nvSpPr>
        <p:spPr>
          <a:xfrm>
            <a:off x="95314" y="-76183"/>
            <a:ext cx="9144000" cy="768031"/>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algn="ctr" eaLnBrk="1" hangingPunct="1">
              <a:defRPr/>
            </a:pPr>
            <a:r>
              <a:rPr lang="zh-CN" altLang="en-US" sz="4000" dirty="0">
                <a:solidFill>
                  <a:srgbClr val="006699"/>
                </a:solidFill>
                <a:effectLst>
                  <a:outerShdw blurRad="38100" dist="38100" dir="2700000" algn="tl">
                    <a:srgbClr val="000000">
                      <a:alpha val="43137"/>
                    </a:srgbClr>
                  </a:outerShdw>
                </a:effectLst>
                <a:ea typeface="MS PGothic" pitchFamily="34" charset="-128"/>
              </a:rPr>
              <a:t>基于</a:t>
            </a:r>
            <a:r>
              <a:rPr lang="en-US" altLang="zh-CN" sz="4000" dirty="0">
                <a:solidFill>
                  <a:srgbClr val="006699"/>
                </a:solidFill>
                <a:effectLst>
                  <a:outerShdw blurRad="38100" dist="38100" dir="2700000" algn="tl">
                    <a:srgbClr val="000000">
                      <a:alpha val="43137"/>
                    </a:srgbClr>
                  </a:outerShdw>
                </a:effectLst>
                <a:ea typeface="MS PGothic" pitchFamily="34" charset="-128"/>
              </a:rPr>
              <a:t>POSIX</a:t>
            </a:r>
            <a:r>
              <a:rPr lang="zh-CN" altLang="en-US" sz="4000" dirty="0">
                <a:solidFill>
                  <a:srgbClr val="006699"/>
                </a:solidFill>
                <a:effectLst>
                  <a:outerShdw blurRad="38100" dist="38100" dir="2700000" algn="tl">
                    <a:srgbClr val="000000">
                      <a:alpha val="43137"/>
                    </a:srgbClr>
                  </a:outerShdw>
                </a:effectLst>
                <a:ea typeface="MS PGothic" pitchFamily="34" charset="-128"/>
              </a:rPr>
              <a:t>的内存</a:t>
            </a:r>
            <a:r>
              <a:rPr lang="zh-CN" altLang="en-US" sz="4000" dirty="0" smtClean="0">
                <a:solidFill>
                  <a:srgbClr val="006699"/>
                </a:solidFill>
                <a:effectLst>
                  <a:outerShdw blurRad="38100" dist="38100" dir="2700000" algn="tl">
                    <a:srgbClr val="000000">
                      <a:alpha val="43137"/>
                    </a:srgbClr>
                  </a:outerShdw>
                </a:effectLst>
                <a:ea typeface="MS PGothic" pitchFamily="34" charset="-128"/>
              </a:rPr>
              <a:t>共享</a:t>
            </a:r>
            <a:r>
              <a:rPr lang="zh-CN" altLang="en-US" sz="4000" dirty="0">
                <a:solidFill>
                  <a:srgbClr val="006699"/>
                </a:solidFill>
                <a:effectLst>
                  <a:outerShdw blurRad="38100" dist="38100" dir="2700000" algn="tl">
                    <a:srgbClr val="000000">
                      <a:alpha val="43137"/>
                    </a:srgbClr>
                  </a:outerShdw>
                </a:effectLst>
                <a:ea typeface="MS PGothic" pitchFamily="34" charset="-128"/>
              </a:rPr>
              <a:t>示例</a:t>
            </a:r>
          </a:p>
        </p:txBody>
      </p:sp>
      <p:sp>
        <p:nvSpPr>
          <p:cNvPr id="6" name="Rectangle 4">
            <a:extLst>
              <a:ext uri="{FF2B5EF4-FFF2-40B4-BE49-F238E27FC236}">
                <a16:creationId xmlns:a16="http://schemas.microsoft.com/office/drawing/2014/main" id="{F7D5137D-468D-4A87-9572-9B194C86EAA4}"/>
              </a:ext>
            </a:extLst>
          </p:cNvPr>
          <p:cNvSpPr>
            <a:spLocks noRot="1" noChangeArrowheads="1"/>
          </p:cNvSpPr>
          <p:nvPr/>
        </p:nvSpPr>
        <p:spPr bwMode="auto">
          <a:xfrm>
            <a:off x="6127785" y="487797"/>
            <a:ext cx="3016215" cy="2588903"/>
          </a:xfrm>
          <a:prstGeom prst="rect">
            <a:avLst/>
          </a:prstGeom>
          <a:solidFill>
            <a:srgbClr val="CDD9FF"/>
          </a:solidFill>
          <a:ln>
            <a:noFill/>
          </a:ln>
          <a:extLst/>
        </p:spPr>
        <p:txBody>
          <a:bodyPr/>
          <a:lstStyle>
            <a:lvl1pPr marL="342900" indent="-342900">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ts val="0"/>
              </a:spcBef>
              <a:buNone/>
            </a:pPr>
            <a:r>
              <a:rPr lang="en-US" altLang="zh-CN" sz="2000" dirty="0">
                <a:solidFill>
                  <a:srgbClr val="990099"/>
                </a:solidFill>
              </a:rPr>
              <a:t>#include &lt;</a:t>
            </a:r>
            <a:r>
              <a:rPr lang="en-US" altLang="zh-CN" sz="2000" dirty="0" err="1">
                <a:solidFill>
                  <a:srgbClr val="990099"/>
                </a:solidFill>
              </a:rPr>
              <a:t>unistd.h</a:t>
            </a:r>
            <a:r>
              <a:rPr lang="en-US" altLang="zh-CN" sz="2000" dirty="0">
                <a:solidFill>
                  <a:srgbClr val="990099"/>
                </a:solidFill>
              </a:rPr>
              <a:t>&gt;</a:t>
            </a:r>
          </a:p>
          <a:p>
            <a:pPr eaLnBrk="1" hangingPunct="1">
              <a:spcBef>
                <a:spcPts val="0"/>
              </a:spcBef>
              <a:buNone/>
            </a:pPr>
            <a:r>
              <a:rPr lang="en-US" altLang="zh-CN" sz="2000" dirty="0">
                <a:solidFill>
                  <a:srgbClr val="990099"/>
                </a:solidFill>
              </a:rPr>
              <a:t>#include &lt;sys/</a:t>
            </a:r>
            <a:r>
              <a:rPr lang="en-US" altLang="zh-CN" sz="2000" dirty="0" err="1">
                <a:solidFill>
                  <a:srgbClr val="990099"/>
                </a:solidFill>
              </a:rPr>
              <a:t>mman.h</a:t>
            </a:r>
            <a:r>
              <a:rPr lang="en-US" altLang="zh-CN" sz="2000" dirty="0">
                <a:solidFill>
                  <a:srgbClr val="990099"/>
                </a:solidFill>
              </a:rPr>
              <a:t>&gt;</a:t>
            </a:r>
          </a:p>
          <a:p>
            <a:pPr eaLnBrk="1" hangingPunct="1">
              <a:spcBef>
                <a:spcPts val="0"/>
              </a:spcBef>
              <a:buNone/>
            </a:pPr>
            <a:r>
              <a:rPr lang="en-US" altLang="zh-CN" sz="2000" dirty="0">
                <a:solidFill>
                  <a:srgbClr val="990099"/>
                </a:solidFill>
              </a:rPr>
              <a:t>#include &lt;sys/</a:t>
            </a:r>
            <a:r>
              <a:rPr lang="en-US" altLang="zh-CN" sz="2000" dirty="0" err="1">
                <a:solidFill>
                  <a:srgbClr val="990099"/>
                </a:solidFill>
              </a:rPr>
              <a:t>types.h</a:t>
            </a:r>
            <a:r>
              <a:rPr lang="en-US" altLang="zh-CN" sz="2000" dirty="0">
                <a:solidFill>
                  <a:srgbClr val="990099"/>
                </a:solidFill>
              </a:rPr>
              <a:t>&gt;</a:t>
            </a:r>
          </a:p>
          <a:p>
            <a:pPr eaLnBrk="1" hangingPunct="1">
              <a:spcBef>
                <a:spcPts val="0"/>
              </a:spcBef>
              <a:buNone/>
            </a:pPr>
            <a:r>
              <a:rPr lang="en-US" altLang="zh-CN" sz="2000" dirty="0">
                <a:solidFill>
                  <a:schemeClr val="bg2"/>
                </a:solidFill>
              </a:rPr>
              <a:t>#include &lt;</a:t>
            </a:r>
            <a:r>
              <a:rPr lang="en-US" altLang="zh-CN" sz="2000" dirty="0" err="1">
                <a:solidFill>
                  <a:schemeClr val="bg2"/>
                </a:solidFill>
              </a:rPr>
              <a:t>stdio.h</a:t>
            </a:r>
            <a:r>
              <a:rPr lang="en-US" altLang="zh-CN" sz="2000" dirty="0">
                <a:solidFill>
                  <a:schemeClr val="bg2"/>
                </a:solidFill>
              </a:rPr>
              <a:t>&gt;</a:t>
            </a:r>
          </a:p>
          <a:p>
            <a:pPr eaLnBrk="1" hangingPunct="1">
              <a:spcBef>
                <a:spcPts val="0"/>
              </a:spcBef>
              <a:buNone/>
            </a:pPr>
            <a:r>
              <a:rPr lang="en-US" altLang="zh-CN" sz="2000" dirty="0">
                <a:solidFill>
                  <a:schemeClr val="bg2"/>
                </a:solidFill>
              </a:rPr>
              <a:t>#include &lt;</a:t>
            </a:r>
            <a:r>
              <a:rPr lang="en-US" altLang="zh-CN" sz="2000" dirty="0" err="1">
                <a:solidFill>
                  <a:schemeClr val="bg2"/>
                </a:solidFill>
              </a:rPr>
              <a:t>stdlib.h</a:t>
            </a:r>
            <a:r>
              <a:rPr lang="en-US" altLang="zh-CN" sz="2000" dirty="0">
                <a:solidFill>
                  <a:schemeClr val="bg2"/>
                </a:solidFill>
              </a:rPr>
              <a:t>&gt;</a:t>
            </a:r>
          </a:p>
          <a:p>
            <a:pPr eaLnBrk="1" hangingPunct="1">
              <a:spcBef>
                <a:spcPts val="0"/>
              </a:spcBef>
              <a:buNone/>
            </a:pPr>
            <a:r>
              <a:rPr lang="en-US" altLang="zh-CN" sz="2000" dirty="0">
                <a:solidFill>
                  <a:schemeClr val="bg2"/>
                </a:solidFill>
              </a:rPr>
              <a:t>#include &lt;</a:t>
            </a:r>
            <a:r>
              <a:rPr lang="en-US" altLang="zh-CN" sz="2000" dirty="0" err="1">
                <a:solidFill>
                  <a:schemeClr val="bg2"/>
                </a:solidFill>
              </a:rPr>
              <a:t>string.h</a:t>
            </a:r>
            <a:r>
              <a:rPr lang="en-US" altLang="zh-CN" sz="2000" dirty="0">
                <a:solidFill>
                  <a:schemeClr val="bg2"/>
                </a:solidFill>
              </a:rPr>
              <a:t>&gt;</a:t>
            </a:r>
          </a:p>
          <a:p>
            <a:pPr eaLnBrk="1" hangingPunct="1">
              <a:spcBef>
                <a:spcPts val="0"/>
              </a:spcBef>
              <a:buNone/>
            </a:pPr>
            <a:r>
              <a:rPr lang="en-US" altLang="zh-CN" sz="2000" dirty="0">
                <a:solidFill>
                  <a:schemeClr val="bg2"/>
                </a:solidFill>
              </a:rPr>
              <a:t>#include &lt;</a:t>
            </a:r>
            <a:r>
              <a:rPr lang="en-US" altLang="zh-CN" sz="2000" dirty="0" err="1">
                <a:solidFill>
                  <a:schemeClr val="bg2"/>
                </a:solidFill>
              </a:rPr>
              <a:t>fcntl.h</a:t>
            </a:r>
            <a:r>
              <a:rPr lang="en-US" altLang="zh-CN" sz="2000" dirty="0">
                <a:solidFill>
                  <a:schemeClr val="bg2"/>
                </a:solidFill>
              </a:rPr>
              <a:t>&gt;</a:t>
            </a:r>
          </a:p>
          <a:p>
            <a:pPr eaLnBrk="1" hangingPunct="1">
              <a:spcBef>
                <a:spcPts val="0"/>
              </a:spcBef>
              <a:buNone/>
            </a:pPr>
            <a:r>
              <a:rPr lang="en-US" altLang="zh-CN" sz="2000" dirty="0">
                <a:solidFill>
                  <a:schemeClr val="bg2"/>
                </a:solidFill>
              </a:rPr>
              <a:t>#include &lt;sys/</a:t>
            </a:r>
            <a:r>
              <a:rPr lang="en-US" altLang="zh-CN" sz="2000" dirty="0" err="1">
                <a:solidFill>
                  <a:schemeClr val="bg2"/>
                </a:solidFill>
              </a:rPr>
              <a:t>stat.h</a:t>
            </a:r>
            <a:r>
              <a:rPr lang="en-US" altLang="zh-CN" sz="2000" dirty="0">
                <a:solidFill>
                  <a:schemeClr val="bg2"/>
                </a:solidFill>
              </a:rPr>
              <a:t>&gt;</a:t>
            </a:r>
            <a:endParaRPr lang="en-US" altLang="zh-CN" sz="2000" b="1" dirty="0">
              <a:solidFill>
                <a:schemeClr val="bg2"/>
              </a:solidFill>
            </a:endParaRPr>
          </a:p>
        </p:txBody>
      </p:sp>
      <p:sp>
        <p:nvSpPr>
          <p:cNvPr id="7" name="文本框 6">
            <a:extLst>
              <a:ext uri="{FF2B5EF4-FFF2-40B4-BE49-F238E27FC236}">
                <a16:creationId xmlns:a16="http://schemas.microsoft.com/office/drawing/2014/main" id="{1CF00E1F-29F2-4973-8C6D-CEB6A1DAB09C}"/>
              </a:ext>
            </a:extLst>
          </p:cNvPr>
          <p:cNvSpPr txBox="1"/>
          <p:nvPr/>
        </p:nvSpPr>
        <p:spPr>
          <a:xfrm>
            <a:off x="2110735" y="6323299"/>
            <a:ext cx="5220581" cy="400110"/>
          </a:xfrm>
          <a:prstGeom prst="rect">
            <a:avLst/>
          </a:prstGeom>
          <a:noFill/>
        </p:spPr>
        <p:txBody>
          <a:bodyPr wrap="square" rtlCol="0">
            <a:spAutoFit/>
          </a:bodyPr>
          <a:lstStyle/>
          <a:p>
            <a:pPr algn="ctr"/>
            <a:r>
              <a:rPr lang="zh-CN" altLang="en-US" sz="2000" dirty="0">
                <a:solidFill>
                  <a:schemeClr val="bg2"/>
                </a:solidFill>
              </a:rPr>
              <a:t>图 </a:t>
            </a:r>
            <a:r>
              <a:rPr lang="en-US" altLang="zh-CN" sz="2000" dirty="0">
                <a:solidFill>
                  <a:schemeClr val="bg2"/>
                </a:solidFill>
              </a:rPr>
              <a:t>3-17 </a:t>
            </a:r>
            <a:r>
              <a:rPr lang="zh-CN" altLang="en-US" sz="2000" dirty="0">
                <a:solidFill>
                  <a:schemeClr val="bg2"/>
                </a:solidFill>
              </a:rPr>
              <a:t>基于</a:t>
            </a:r>
            <a:r>
              <a:rPr lang="en-US" altLang="zh-CN" sz="2000" dirty="0" smtClean="0">
                <a:solidFill>
                  <a:schemeClr val="bg2"/>
                </a:solidFill>
              </a:rPr>
              <a:t>POSIX</a:t>
            </a:r>
            <a:r>
              <a:rPr lang="zh-CN" altLang="en-US" sz="2000" dirty="0" smtClean="0">
                <a:solidFill>
                  <a:schemeClr val="bg2"/>
                </a:solidFill>
              </a:rPr>
              <a:t>共享</a:t>
            </a:r>
            <a:r>
              <a:rPr lang="zh-CN" altLang="en-US" sz="2000" dirty="0">
                <a:solidFill>
                  <a:schemeClr val="bg2"/>
                </a:solidFill>
              </a:rPr>
              <a:t>内存的生产者进程</a:t>
            </a:r>
          </a:p>
        </p:txBody>
      </p:sp>
      <p:sp>
        <p:nvSpPr>
          <p:cNvPr id="9" name="线形标注 1 13">
            <a:extLst>
              <a:ext uri="{FF2B5EF4-FFF2-40B4-BE49-F238E27FC236}">
                <a16:creationId xmlns:a16="http://schemas.microsoft.com/office/drawing/2014/main" id="{8D25F227-2352-448D-BC80-061A7CCCAD5A}"/>
              </a:ext>
            </a:extLst>
          </p:cNvPr>
          <p:cNvSpPr>
            <a:spLocks/>
          </p:cNvSpPr>
          <p:nvPr/>
        </p:nvSpPr>
        <p:spPr bwMode="auto">
          <a:xfrm>
            <a:off x="1679101" y="2543813"/>
            <a:ext cx="2444750" cy="430213"/>
          </a:xfrm>
          <a:prstGeom prst="borderCallout1">
            <a:avLst>
              <a:gd name="adj1" fmla="val 111264"/>
              <a:gd name="adj2" fmla="val 11593"/>
              <a:gd name="adj3" fmla="val 346094"/>
              <a:gd name="adj4" fmla="val -42027"/>
            </a:avLst>
          </a:prstGeom>
          <a:solidFill>
            <a:srgbClr val="00B0F0"/>
          </a:solidFill>
          <a:ln w="38100" cap="sq" algn="ctr">
            <a:solidFill>
              <a:srgbClr val="00B0F0"/>
            </a:solidFill>
            <a:round/>
            <a:headEnd type="none" w="sm" len="sm"/>
            <a:tailEnd type="none" w="sm" len="sm"/>
          </a:ln>
        </p:spPr>
        <p:txBody>
          <a:bodyPr wrap="none"/>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 typeface="Symbol" panose="05050102010706020507" pitchFamily="18" charset="2"/>
              <a:buNone/>
            </a:pPr>
            <a:r>
              <a:rPr lang="zh-CN" altLang="en-US" sz="2400" b="1" dirty="0">
                <a:solidFill>
                  <a:schemeClr val="bg2"/>
                </a:solidFill>
              </a:rPr>
              <a:t>被映射区的指针</a:t>
            </a:r>
          </a:p>
        </p:txBody>
      </p:sp>
      <p:sp>
        <p:nvSpPr>
          <p:cNvPr id="10" name="线形标注 1 14">
            <a:extLst>
              <a:ext uri="{FF2B5EF4-FFF2-40B4-BE49-F238E27FC236}">
                <a16:creationId xmlns:a16="http://schemas.microsoft.com/office/drawing/2014/main" id="{4D5984B9-A1F8-4E76-86F6-7E452CDE1021}"/>
              </a:ext>
            </a:extLst>
          </p:cNvPr>
          <p:cNvSpPr>
            <a:spLocks/>
          </p:cNvSpPr>
          <p:nvPr/>
        </p:nvSpPr>
        <p:spPr bwMode="auto">
          <a:xfrm>
            <a:off x="95314" y="4610884"/>
            <a:ext cx="2689225" cy="430213"/>
          </a:xfrm>
          <a:prstGeom prst="borderCallout1">
            <a:avLst>
              <a:gd name="adj1" fmla="val 3093"/>
              <a:gd name="adj2" fmla="val 62509"/>
              <a:gd name="adj3" fmla="val -65840"/>
              <a:gd name="adj4" fmla="val 67470"/>
            </a:avLst>
          </a:prstGeom>
          <a:solidFill>
            <a:srgbClr val="00B0F0"/>
          </a:solidFill>
          <a:ln w="38100" cap="sq" algn="ctr">
            <a:solidFill>
              <a:srgbClr val="00B0F0"/>
            </a:solidFill>
            <a:round/>
            <a:headEnd type="none" w="sm" len="sm"/>
            <a:tailEnd type="none" w="sm" len="sm"/>
          </a:ln>
        </p:spPr>
        <p:txBody>
          <a:bodyPr wrap="none"/>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 typeface="Symbol" panose="05050102010706020507" pitchFamily="18" charset="2"/>
              <a:buNone/>
            </a:pPr>
            <a:r>
              <a:rPr lang="zh-CN" altLang="en-US" sz="2400" b="1" dirty="0">
                <a:solidFill>
                  <a:schemeClr val="bg2"/>
                </a:solidFill>
              </a:rPr>
              <a:t>指定的映射区始址</a:t>
            </a:r>
          </a:p>
        </p:txBody>
      </p:sp>
      <p:sp>
        <p:nvSpPr>
          <p:cNvPr id="11" name="线形标注 1 15">
            <a:extLst>
              <a:ext uri="{FF2B5EF4-FFF2-40B4-BE49-F238E27FC236}">
                <a16:creationId xmlns:a16="http://schemas.microsoft.com/office/drawing/2014/main" id="{C5B851E3-E8C1-4C2D-9069-BBEFB8635D14}"/>
              </a:ext>
            </a:extLst>
          </p:cNvPr>
          <p:cNvSpPr>
            <a:spLocks/>
          </p:cNvSpPr>
          <p:nvPr/>
        </p:nvSpPr>
        <p:spPr bwMode="auto">
          <a:xfrm>
            <a:off x="3593497" y="3484220"/>
            <a:ext cx="1873250" cy="430213"/>
          </a:xfrm>
          <a:prstGeom prst="borderCallout1">
            <a:avLst>
              <a:gd name="adj1" fmla="val 58127"/>
              <a:gd name="adj2" fmla="val -3661"/>
              <a:gd name="adj3" fmla="val 127270"/>
              <a:gd name="adj4" fmla="val -45404"/>
            </a:avLst>
          </a:prstGeom>
          <a:solidFill>
            <a:srgbClr val="00B0F0"/>
          </a:solidFill>
          <a:ln w="38100" cap="sq" algn="ctr">
            <a:solidFill>
              <a:srgbClr val="00B0F0"/>
            </a:solidFill>
            <a:round/>
            <a:headEnd type="none" w="sm" len="sm"/>
            <a:tailEnd type="none" w="sm" len="sm"/>
          </a:ln>
        </p:spPr>
        <p:txBody>
          <a:bodyPr wrap="none"/>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Font typeface="Symbol" panose="05050102010706020507" pitchFamily="18" charset="2"/>
              <a:buNone/>
            </a:pPr>
            <a:r>
              <a:rPr lang="zh-CN" altLang="en-US" sz="2400" b="1" dirty="0">
                <a:solidFill>
                  <a:schemeClr val="bg2"/>
                </a:solidFill>
              </a:rPr>
              <a:t>映射区长度</a:t>
            </a:r>
          </a:p>
        </p:txBody>
      </p:sp>
      <p:sp>
        <p:nvSpPr>
          <p:cNvPr id="12" name="线形标注 1 16">
            <a:extLst>
              <a:ext uri="{FF2B5EF4-FFF2-40B4-BE49-F238E27FC236}">
                <a16:creationId xmlns:a16="http://schemas.microsoft.com/office/drawing/2014/main" id="{ADFD67E0-95D4-4AB3-9400-7FFE50CD160C}"/>
              </a:ext>
            </a:extLst>
          </p:cNvPr>
          <p:cNvSpPr>
            <a:spLocks/>
          </p:cNvSpPr>
          <p:nvPr/>
        </p:nvSpPr>
        <p:spPr bwMode="auto">
          <a:xfrm>
            <a:off x="5997173" y="5373297"/>
            <a:ext cx="2081212" cy="428625"/>
          </a:xfrm>
          <a:prstGeom prst="borderCallout1">
            <a:avLst>
              <a:gd name="adj1" fmla="val -6676"/>
              <a:gd name="adj2" fmla="val 61366"/>
              <a:gd name="adj3" fmla="val -258389"/>
              <a:gd name="adj4" fmla="val 88415"/>
            </a:avLst>
          </a:prstGeom>
          <a:solidFill>
            <a:srgbClr val="00B0F0"/>
          </a:solidFill>
          <a:ln w="38100" cap="sq" algn="ctr">
            <a:solidFill>
              <a:srgbClr val="00B0F0"/>
            </a:solidFill>
            <a:round/>
            <a:headEnd type="none" w="sm" len="sm"/>
            <a:tailEnd type="none" w="sm" len="sm"/>
          </a:ln>
        </p:spPr>
        <p:txBody>
          <a:bodyPr wrap="none"/>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 typeface="Symbol" panose="05050102010706020507" pitchFamily="18" charset="2"/>
              <a:buNone/>
            </a:pPr>
            <a:r>
              <a:rPr lang="zh-CN" altLang="en-US" sz="2400" b="1" dirty="0">
                <a:solidFill>
                  <a:schemeClr val="bg2"/>
                </a:solidFill>
              </a:rPr>
              <a:t>文件描述符</a:t>
            </a:r>
          </a:p>
        </p:txBody>
      </p:sp>
      <p:sp>
        <p:nvSpPr>
          <p:cNvPr id="13" name="线形标注 1 17">
            <a:extLst>
              <a:ext uri="{FF2B5EF4-FFF2-40B4-BE49-F238E27FC236}">
                <a16:creationId xmlns:a16="http://schemas.microsoft.com/office/drawing/2014/main" id="{36CB0FE5-8E65-4729-9886-808642127B8E}"/>
              </a:ext>
            </a:extLst>
          </p:cNvPr>
          <p:cNvSpPr>
            <a:spLocks/>
          </p:cNvSpPr>
          <p:nvPr/>
        </p:nvSpPr>
        <p:spPr bwMode="auto">
          <a:xfrm>
            <a:off x="4084546" y="4738865"/>
            <a:ext cx="2016224" cy="401287"/>
          </a:xfrm>
          <a:prstGeom prst="borderCallout1">
            <a:avLst>
              <a:gd name="adj1" fmla="val -2601"/>
              <a:gd name="adj2" fmla="val 43089"/>
              <a:gd name="adj3" fmla="val -91123"/>
              <a:gd name="adj4" fmla="val 10423"/>
            </a:avLst>
          </a:prstGeom>
          <a:solidFill>
            <a:srgbClr val="00B0F0"/>
          </a:solidFill>
          <a:ln w="38100" cap="sq" algn="ctr">
            <a:solidFill>
              <a:srgbClr val="00B0F0"/>
            </a:solidFill>
            <a:round/>
            <a:headEnd type="none" w="sm" len="sm"/>
            <a:tailEnd type="none" w="sm" len="sm"/>
          </a:ln>
        </p:spPr>
        <p:txBody>
          <a:bodyPr wrap="none" tIns="0" bIns="0"/>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 typeface="Symbol" panose="05050102010706020507" pitchFamily="18" charset="2"/>
              <a:buNone/>
            </a:pPr>
            <a:r>
              <a:rPr lang="zh-CN" altLang="en-US" sz="2400" b="1" dirty="0">
                <a:solidFill>
                  <a:schemeClr val="bg2"/>
                </a:solidFill>
              </a:rPr>
              <a:t>内存保护标志</a:t>
            </a:r>
            <a:endParaRPr lang="en-US" altLang="zh-CN" sz="2400" b="1" dirty="0">
              <a:solidFill>
                <a:schemeClr val="bg2"/>
              </a:solidFill>
            </a:endParaRPr>
          </a:p>
        </p:txBody>
      </p:sp>
      <p:sp>
        <p:nvSpPr>
          <p:cNvPr id="14" name="AutoShape 6">
            <a:hlinkClick r:id="" action="ppaction://hlinkshowjump?jump=nextslide" highlightClick="1"/>
            <a:extLst>
              <a:ext uri="{FF2B5EF4-FFF2-40B4-BE49-F238E27FC236}">
                <a16:creationId xmlns:a16="http://schemas.microsoft.com/office/drawing/2014/main" id="{2C2F19EA-EF81-4D15-A1FF-A8FC3C3EB6C8}"/>
              </a:ext>
            </a:extLst>
          </p:cNvPr>
          <p:cNvSpPr>
            <a:spLocks noChangeArrowheads="1"/>
          </p:cNvSpPr>
          <p:nvPr/>
        </p:nvSpPr>
        <p:spPr bwMode="auto">
          <a:xfrm>
            <a:off x="8761934" y="6477000"/>
            <a:ext cx="381000" cy="381000"/>
          </a:xfrm>
          <a:prstGeom prst="actionButtonForwardNext">
            <a:avLst/>
          </a:prstGeom>
          <a:solidFill>
            <a:schemeClr val="tx1">
              <a:lumMod val="9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757632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1000"/>
                                        <p:tgtEl>
                                          <p:spTgt spid="11"/>
                                        </p:tgtEl>
                                      </p:cBhvr>
                                    </p:animEffect>
                                    <p:anim calcmode="lin" valueType="num">
                                      <p:cBhvr>
                                        <p:cTn id="22" dur="1000" fill="hold"/>
                                        <p:tgtEl>
                                          <p:spTgt spid="11"/>
                                        </p:tgtEl>
                                        <p:attrNameLst>
                                          <p:attrName>ppt_x</p:attrName>
                                        </p:attrNameLst>
                                      </p:cBhvr>
                                      <p:tavLst>
                                        <p:tav tm="0">
                                          <p:val>
                                            <p:strVal val="#ppt_x"/>
                                          </p:val>
                                        </p:tav>
                                        <p:tav tm="100000">
                                          <p:val>
                                            <p:strVal val="#ppt_x"/>
                                          </p:val>
                                        </p:tav>
                                      </p:tavLst>
                                    </p:anim>
                                    <p:anim calcmode="lin" valueType="num">
                                      <p:cBhvr>
                                        <p:cTn id="2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1000"/>
                                        <p:tgtEl>
                                          <p:spTgt spid="13"/>
                                        </p:tgtEl>
                                      </p:cBhvr>
                                    </p:animEffect>
                                    <p:anim calcmode="lin" valueType="num">
                                      <p:cBhvr>
                                        <p:cTn id="29" dur="1000" fill="hold"/>
                                        <p:tgtEl>
                                          <p:spTgt spid="13"/>
                                        </p:tgtEl>
                                        <p:attrNameLst>
                                          <p:attrName>ppt_x</p:attrName>
                                        </p:attrNameLst>
                                      </p:cBhvr>
                                      <p:tavLst>
                                        <p:tav tm="0">
                                          <p:val>
                                            <p:strVal val="#ppt_x"/>
                                          </p:val>
                                        </p:tav>
                                        <p:tav tm="100000">
                                          <p:val>
                                            <p:strVal val="#ppt_x"/>
                                          </p:val>
                                        </p:tav>
                                      </p:tavLst>
                                    </p:anim>
                                    <p:anim calcmode="lin" valueType="num">
                                      <p:cBhvr>
                                        <p:cTn id="30"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1000"/>
                                        <p:tgtEl>
                                          <p:spTgt spid="12"/>
                                        </p:tgtEl>
                                      </p:cBhvr>
                                    </p:animEffect>
                                    <p:anim calcmode="lin" valueType="num">
                                      <p:cBhvr>
                                        <p:cTn id="36" dur="1000" fill="hold"/>
                                        <p:tgtEl>
                                          <p:spTgt spid="12"/>
                                        </p:tgtEl>
                                        <p:attrNameLst>
                                          <p:attrName>ppt_x</p:attrName>
                                        </p:attrNameLst>
                                      </p:cBhvr>
                                      <p:tavLst>
                                        <p:tav tm="0">
                                          <p:val>
                                            <p:strVal val="#ppt_x"/>
                                          </p:val>
                                        </p:tav>
                                        <p:tav tm="100000">
                                          <p:val>
                                            <p:strVal val="#ppt_x"/>
                                          </p:val>
                                        </p:tav>
                                      </p:tavLst>
                                    </p:anim>
                                    <p:anim calcmode="lin" valueType="num">
                                      <p:cBhvr>
                                        <p:cTn id="37" dur="1000" fill="hold"/>
                                        <p:tgtEl>
                                          <p:spTgt spid="12"/>
                                        </p:tgtEl>
                                        <p:attrNameLst>
                                          <p:attrName>ppt_y</p:attrName>
                                        </p:attrNameLst>
                                      </p:cBhvr>
                                      <p:tavLst>
                                        <p:tav tm="0">
                                          <p:val>
                                            <p:strVal val="#ppt_y+.1"/>
                                          </p:val>
                                        </p:tav>
                                        <p:tav tm="100000">
                                          <p:val>
                                            <p:strVal val="#ppt_y"/>
                                          </p:val>
                                        </p:tav>
                                      </p:tavLst>
                                    </p:anim>
                                  </p:childTnLst>
                                </p:cTn>
                              </p:par>
                            </p:childTnLst>
                          </p:cTn>
                        </p:par>
                        <p:par>
                          <p:cTn id="38" fill="hold">
                            <p:stCondLst>
                              <p:cond delay="1000"/>
                            </p:stCondLst>
                            <p:childTnLst>
                              <p:par>
                                <p:cTn id="39" presetID="2" presetClass="entr" presetSubtype="6" fill="hold" grpId="0" nodeType="afterEffect">
                                  <p:stCondLst>
                                    <p:cond delay="0"/>
                                  </p:stCondLst>
                                  <p:childTnLst>
                                    <p:set>
                                      <p:cBhvr>
                                        <p:cTn id="40" dur="1" fill="hold">
                                          <p:stCondLst>
                                            <p:cond delay="0"/>
                                          </p:stCondLst>
                                        </p:cTn>
                                        <p:tgtEl>
                                          <p:spTgt spid="14"/>
                                        </p:tgtEl>
                                        <p:attrNameLst>
                                          <p:attrName>style.visibility</p:attrName>
                                        </p:attrNameLst>
                                      </p:cBhvr>
                                      <p:to>
                                        <p:strVal val="visible"/>
                                      </p:to>
                                    </p:set>
                                    <p:anim calcmode="lin" valueType="num">
                                      <p:cBhvr additive="base">
                                        <p:cTn id="41" dur="500" fill="hold"/>
                                        <p:tgtEl>
                                          <p:spTgt spid="14"/>
                                        </p:tgtEl>
                                        <p:attrNameLst>
                                          <p:attrName>ppt_x</p:attrName>
                                        </p:attrNameLst>
                                      </p:cBhvr>
                                      <p:tavLst>
                                        <p:tav tm="0">
                                          <p:val>
                                            <p:strVal val="1+#ppt_w/2"/>
                                          </p:val>
                                        </p:tav>
                                        <p:tav tm="100000">
                                          <p:val>
                                            <p:strVal val="#ppt_x"/>
                                          </p:val>
                                        </p:tav>
                                      </p:tavLst>
                                    </p:anim>
                                    <p:anim calcmode="lin" valueType="num">
                                      <p:cBhvr additive="base">
                                        <p:cTn id="4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a:extLst>
              <a:ext uri="{FF2B5EF4-FFF2-40B4-BE49-F238E27FC236}">
                <a16:creationId xmlns:a16="http://schemas.microsoft.com/office/drawing/2014/main" id="{6BFB559B-B6AC-49AD-B34D-571E683E9733}"/>
              </a:ext>
            </a:extLst>
          </p:cNvPr>
          <p:cNvSpPr>
            <a:spLocks noRot="1" noChangeArrowheads="1"/>
          </p:cNvSpPr>
          <p:nvPr/>
        </p:nvSpPr>
        <p:spPr bwMode="auto">
          <a:xfrm>
            <a:off x="95314" y="672496"/>
            <a:ext cx="7831256" cy="4844736"/>
          </a:xfrm>
          <a:prstGeom prst="rect">
            <a:avLst/>
          </a:prstGeom>
          <a:solidFill>
            <a:schemeClr val="tx1">
              <a:lumMod val="95000"/>
            </a:schemeClr>
          </a:solidFill>
          <a:ln>
            <a:noFill/>
          </a:ln>
          <a:extLst/>
        </p:spPr>
        <p:txBody>
          <a:bodyPr/>
          <a:lstStyle>
            <a:lvl1pPr marL="342900" indent="-342900">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None/>
            </a:pPr>
            <a:r>
              <a:rPr lang="en-US" altLang="zh-CN" sz="2000" dirty="0">
                <a:solidFill>
                  <a:schemeClr val="bg2"/>
                </a:solidFill>
              </a:rPr>
              <a:t>int main()</a:t>
            </a:r>
          </a:p>
          <a:p>
            <a:pPr eaLnBrk="1" hangingPunct="1">
              <a:buNone/>
            </a:pPr>
            <a:r>
              <a:rPr lang="en-US" altLang="zh-CN" sz="2000" dirty="0">
                <a:solidFill>
                  <a:schemeClr val="bg2"/>
                </a:solidFill>
              </a:rPr>
              <a:t>{</a:t>
            </a:r>
          </a:p>
          <a:p>
            <a:pPr eaLnBrk="1" hangingPunct="1">
              <a:buNone/>
            </a:pPr>
            <a:r>
              <a:rPr lang="en-US" altLang="zh-CN" sz="2000" dirty="0">
                <a:solidFill>
                  <a:schemeClr val="bg2"/>
                </a:solidFill>
              </a:rPr>
              <a:t>const int SIZE=4096;</a:t>
            </a:r>
          </a:p>
          <a:p>
            <a:pPr eaLnBrk="1" hangingPunct="1">
              <a:buNone/>
            </a:pPr>
            <a:r>
              <a:rPr lang="en-US" altLang="zh-CN" sz="2000" dirty="0">
                <a:solidFill>
                  <a:schemeClr val="bg2"/>
                </a:solidFill>
              </a:rPr>
              <a:t>const char *</a:t>
            </a:r>
            <a:r>
              <a:rPr lang="en-US" altLang="zh-CN" sz="2400" dirty="0">
                <a:solidFill>
                  <a:srgbClr val="FF00FF"/>
                </a:solidFill>
              </a:rPr>
              <a:t>name</a:t>
            </a:r>
            <a:r>
              <a:rPr lang="en-US" altLang="zh-CN" sz="2000" dirty="0">
                <a:solidFill>
                  <a:schemeClr val="bg2"/>
                </a:solidFill>
              </a:rPr>
              <a:t>="OS";</a:t>
            </a:r>
          </a:p>
          <a:p>
            <a:pPr eaLnBrk="1" hangingPunct="1">
              <a:buNone/>
            </a:pPr>
            <a:r>
              <a:rPr lang="en-US" altLang="zh-CN" sz="2000" dirty="0">
                <a:solidFill>
                  <a:schemeClr val="bg2"/>
                </a:solidFill>
              </a:rPr>
              <a:t>int </a:t>
            </a:r>
            <a:r>
              <a:rPr lang="en-US" altLang="zh-CN" sz="2000" dirty="0" err="1">
                <a:solidFill>
                  <a:schemeClr val="bg2"/>
                </a:solidFill>
              </a:rPr>
              <a:t>shm_fd</a:t>
            </a:r>
            <a:r>
              <a:rPr lang="en-US" altLang="zh-CN" sz="2000" dirty="0">
                <a:solidFill>
                  <a:schemeClr val="bg2"/>
                </a:solidFill>
              </a:rPr>
              <a:t>;</a:t>
            </a:r>
          </a:p>
          <a:p>
            <a:pPr eaLnBrk="1" hangingPunct="1">
              <a:buNone/>
            </a:pPr>
            <a:r>
              <a:rPr lang="en-US" altLang="zh-CN" sz="2000" dirty="0">
                <a:solidFill>
                  <a:schemeClr val="bg2"/>
                </a:solidFill>
              </a:rPr>
              <a:t>void *</a:t>
            </a:r>
            <a:r>
              <a:rPr lang="en-US" altLang="zh-CN" sz="2000" dirty="0" err="1">
                <a:solidFill>
                  <a:schemeClr val="bg2"/>
                </a:solidFill>
              </a:rPr>
              <a:t>ptr</a:t>
            </a:r>
            <a:r>
              <a:rPr lang="en-US" altLang="zh-CN" sz="2000" dirty="0">
                <a:solidFill>
                  <a:schemeClr val="bg2"/>
                </a:solidFill>
              </a:rPr>
              <a:t>;</a:t>
            </a:r>
          </a:p>
          <a:p>
            <a:pPr eaLnBrk="1" hangingPunct="1">
              <a:buNone/>
            </a:pPr>
            <a:r>
              <a:rPr lang="en-US" altLang="zh-CN" sz="2000" dirty="0">
                <a:solidFill>
                  <a:schemeClr val="bg2"/>
                </a:solidFill>
              </a:rPr>
              <a:t>  </a:t>
            </a:r>
            <a:r>
              <a:rPr lang="en-US" altLang="zh-CN" sz="2000" dirty="0" err="1">
                <a:solidFill>
                  <a:schemeClr val="bg2"/>
                </a:solidFill>
              </a:rPr>
              <a:t>shm_fd</a:t>
            </a:r>
            <a:r>
              <a:rPr lang="en-US" altLang="zh-CN" sz="2000" dirty="0">
                <a:solidFill>
                  <a:schemeClr val="bg2"/>
                </a:solidFill>
              </a:rPr>
              <a:t> = </a:t>
            </a:r>
            <a:r>
              <a:rPr lang="en-US" altLang="zh-CN" sz="2800" dirty="0" err="1">
                <a:solidFill>
                  <a:schemeClr val="bg1">
                    <a:lumMod val="75000"/>
                  </a:schemeClr>
                </a:solidFill>
              </a:rPr>
              <a:t>shm_open</a:t>
            </a:r>
            <a:r>
              <a:rPr lang="en-US" altLang="zh-CN" sz="2000" dirty="0">
                <a:solidFill>
                  <a:srgbClr val="FF00FF"/>
                </a:solidFill>
              </a:rPr>
              <a:t>(</a:t>
            </a:r>
            <a:r>
              <a:rPr lang="en-US" altLang="zh-CN" sz="2400" dirty="0">
                <a:solidFill>
                  <a:srgbClr val="FF00FF"/>
                </a:solidFill>
              </a:rPr>
              <a:t>name</a:t>
            </a:r>
            <a:r>
              <a:rPr lang="en-US" altLang="zh-CN" sz="2000" dirty="0">
                <a:solidFill>
                  <a:schemeClr val="bg2"/>
                </a:solidFill>
              </a:rPr>
              <a:t>, O_RDONLY, 0666);</a:t>
            </a:r>
          </a:p>
          <a:p>
            <a:pPr eaLnBrk="1" hangingPunct="1">
              <a:buNone/>
            </a:pPr>
            <a:r>
              <a:rPr lang="en-US" altLang="zh-CN" sz="2400" dirty="0">
                <a:solidFill>
                  <a:srgbClr val="C00000"/>
                </a:solidFill>
              </a:rPr>
              <a:t>  </a:t>
            </a:r>
            <a:r>
              <a:rPr lang="en-US" altLang="zh-CN" sz="2400" dirty="0" err="1">
                <a:solidFill>
                  <a:srgbClr val="FF00FF"/>
                </a:solidFill>
              </a:rPr>
              <a:t>ptr</a:t>
            </a:r>
            <a:r>
              <a:rPr lang="en-US" altLang="zh-CN" sz="2000" dirty="0">
                <a:solidFill>
                  <a:schemeClr val="bg2"/>
                </a:solidFill>
              </a:rPr>
              <a:t>=</a:t>
            </a:r>
            <a:r>
              <a:rPr lang="en-US" altLang="zh-CN" sz="2800" dirty="0" err="1">
                <a:solidFill>
                  <a:schemeClr val="bg1">
                    <a:lumMod val="75000"/>
                  </a:schemeClr>
                </a:solidFill>
              </a:rPr>
              <a:t>mmap</a:t>
            </a:r>
            <a:r>
              <a:rPr lang="en-US" altLang="zh-CN" sz="2000" dirty="0">
                <a:solidFill>
                  <a:schemeClr val="bg2"/>
                </a:solidFill>
              </a:rPr>
              <a:t>(0,SIZE,PROT_READ,MAP_SHARED,shm_fd,0);</a:t>
            </a:r>
          </a:p>
          <a:p>
            <a:pPr eaLnBrk="1" hangingPunct="1">
              <a:buNone/>
            </a:pPr>
            <a:r>
              <a:rPr lang="en-US" altLang="zh-CN" sz="2000" dirty="0">
                <a:solidFill>
                  <a:schemeClr val="bg2"/>
                </a:solidFill>
              </a:rPr>
              <a:t>  </a:t>
            </a:r>
            <a:r>
              <a:rPr lang="en-US" altLang="zh-CN" sz="2000" dirty="0" err="1">
                <a:solidFill>
                  <a:schemeClr val="bg2"/>
                </a:solidFill>
              </a:rPr>
              <a:t>printf</a:t>
            </a:r>
            <a:r>
              <a:rPr lang="en-US" altLang="zh-CN" sz="2000" dirty="0">
                <a:solidFill>
                  <a:schemeClr val="bg2"/>
                </a:solidFill>
              </a:rPr>
              <a:t>("%s",(char*)</a:t>
            </a:r>
            <a:r>
              <a:rPr lang="en-US" altLang="zh-CN" sz="2400" dirty="0" err="1">
                <a:solidFill>
                  <a:srgbClr val="FF00FF"/>
                </a:solidFill>
              </a:rPr>
              <a:t>ptr</a:t>
            </a:r>
            <a:r>
              <a:rPr lang="en-US" altLang="zh-CN" sz="2000" dirty="0">
                <a:solidFill>
                  <a:schemeClr val="bg2"/>
                </a:solidFill>
              </a:rPr>
              <a:t>);</a:t>
            </a:r>
          </a:p>
          <a:p>
            <a:pPr eaLnBrk="1" hangingPunct="1">
              <a:buNone/>
            </a:pPr>
            <a:r>
              <a:rPr lang="en-US" altLang="zh-CN" sz="2000" dirty="0">
                <a:solidFill>
                  <a:schemeClr val="bg2"/>
                </a:solidFill>
              </a:rPr>
              <a:t>  </a:t>
            </a:r>
            <a:r>
              <a:rPr lang="en-US" altLang="zh-CN" sz="2000" dirty="0" err="1">
                <a:solidFill>
                  <a:schemeClr val="bg2"/>
                </a:solidFill>
              </a:rPr>
              <a:t>shm_unlink</a:t>
            </a:r>
            <a:r>
              <a:rPr lang="en-US" altLang="zh-CN" sz="2000" dirty="0">
                <a:solidFill>
                  <a:schemeClr val="bg2"/>
                </a:solidFill>
              </a:rPr>
              <a:t>(name);</a:t>
            </a:r>
          </a:p>
          <a:p>
            <a:pPr eaLnBrk="1" hangingPunct="1">
              <a:buNone/>
            </a:pPr>
            <a:r>
              <a:rPr lang="en-US" altLang="zh-CN" sz="2000" dirty="0">
                <a:solidFill>
                  <a:schemeClr val="bg2"/>
                </a:solidFill>
              </a:rPr>
              <a:t>  return 0;</a:t>
            </a:r>
          </a:p>
          <a:p>
            <a:pPr eaLnBrk="1" hangingPunct="1">
              <a:buNone/>
            </a:pPr>
            <a:r>
              <a:rPr lang="en-US" altLang="zh-CN" sz="2000" dirty="0">
                <a:solidFill>
                  <a:schemeClr val="bg2"/>
                </a:solidFill>
              </a:rPr>
              <a:t>}</a:t>
            </a:r>
          </a:p>
          <a:p>
            <a:pPr>
              <a:lnSpc>
                <a:spcPct val="90000"/>
              </a:lnSpc>
              <a:buFontTx/>
              <a:buNone/>
            </a:pPr>
            <a:endParaRPr lang="en-US" altLang="zh-CN" sz="2000" b="1" dirty="0">
              <a:solidFill>
                <a:schemeClr val="bg2"/>
              </a:solidFill>
            </a:endParaRPr>
          </a:p>
        </p:txBody>
      </p:sp>
      <p:sp>
        <p:nvSpPr>
          <p:cNvPr id="8" name="Rectangle 4">
            <a:extLst>
              <a:ext uri="{FF2B5EF4-FFF2-40B4-BE49-F238E27FC236}">
                <a16:creationId xmlns:a16="http://schemas.microsoft.com/office/drawing/2014/main" id="{C79F4520-BF19-48BA-A985-8AE5057EC0FB}"/>
              </a:ext>
            </a:extLst>
          </p:cNvPr>
          <p:cNvSpPr txBox="1">
            <a:spLocks noChangeArrowheads="1"/>
          </p:cNvSpPr>
          <p:nvPr/>
        </p:nvSpPr>
        <p:spPr>
          <a:xfrm>
            <a:off x="95314" y="-76183"/>
            <a:ext cx="9144000" cy="768031"/>
          </a:xfrm>
          <a:prstGeom prst="rect">
            <a:avLst/>
          </a:prstGeom>
        </p:spPr>
        <p:txBody>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6pPr>
            <a:lvl7pPr marL="9144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7pPr>
            <a:lvl8pPr marL="13716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8pPr>
            <a:lvl9pPr marL="1828800"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9pPr>
          </a:lstStyle>
          <a:p>
            <a:pPr algn="ctr" eaLnBrk="1" hangingPunct="1">
              <a:defRPr/>
            </a:pPr>
            <a:r>
              <a:rPr lang="zh-CN" altLang="en-US" sz="4000" dirty="0">
                <a:solidFill>
                  <a:srgbClr val="006699"/>
                </a:solidFill>
                <a:effectLst>
                  <a:outerShdw blurRad="38100" dist="38100" dir="2700000" algn="tl">
                    <a:srgbClr val="000000">
                      <a:alpha val="43137"/>
                    </a:srgbClr>
                  </a:outerShdw>
                </a:effectLst>
                <a:ea typeface="MS PGothic" pitchFamily="34" charset="-128"/>
              </a:rPr>
              <a:t>基于</a:t>
            </a:r>
            <a:r>
              <a:rPr lang="en-US" altLang="zh-CN" sz="4000" dirty="0">
                <a:solidFill>
                  <a:srgbClr val="006699"/>
                </a:solidFill>
                <a:effectLst>
                  <a:outerShdw blurRad="38100" dist="38100" dir="2700000" algn="tl">
                    <a:srgbClr val="000000">
                      <a:alpha val="43137"/>
                    </a:srgbClr>
                  </a:outerShdw>
                </a:effectLst>
                <a:ea typeface="MS PGothic" pitchFamily="34" charset="-128"/>
              </a:rPr>
              <a:t>POSIX</a:t>
            </a:r>
            <a:r>
              <a:rPr lang="zh-CN" altLang="en-US" sz="4000" dirty="0">
                <a:solidFill>
                  <a:srgbClr val="006699"/>
                </a:solidFill>
                <a:effectLst>
                  <a:outerShdw blurRad="38100" dist="38100" dir="2700000" algn="tl">
                    <a:srgbClr val="000000">
                      <a:alpha val="43137"/>
                    </a:srgbClr>
                  </a:outerShdw>
                </a:effectLst>
                <a:ea typeface="MS PGothic" pitchFamily="34" charset="-128"/>
              </a:rPr>
              <a:t>的内存</a:t>
            </a:r>
            <a:r>
              <a:rPr lang="zh-CN" altLang="en-US" sz="4000" dirty="0" smtClean="0">
                <a:solidFill>
                  <a:srgbClr val="006699"/>
                </a:solidFill>
                <a:effectLst>
                  <a:outerShdw blurRad="38100" dist="38100" dir="2700000" algn="tl">
                    <a:srgbClr val="000000">
                      <a:alpha val="43137"/>
                    </a:srgbClr>
                  </a:outerShdw>
                </a:effectLst>
                <a:ea typeface="MS PGothic" pitchFamily="34" charset="-128"/>
              </a:rPr>
              <a:t>共享示例</a:t>
            </a:r>
            <a:endParaRPr lang="zh-CN" altLang="en-US" sz="4000" dirty="0">
              <a:solidFill>
                <a:srgbClr val="006699"/>
              </a:solidFill>
              <a:effectLst>
                <a:outerShdw blurRad="38100" dist="38100" dir="2700000" algn="tl">
                  <a:srgbClr val="000000">
                    <a:alpha val="43137"/>
                  </a:srgbClr>
                </a:outerShdw>
              </a:effectLst>
              <a:ea typeface="MS PGothic" pitchFamily="34" charset="-128"/>
            </a:endParaRPr>
          </a:p>
        </p:txBody>
      </p:sp>
      <p:sp>
        <p:nvSpPr>
          <p:cNvPr id="9" name="文本框 8">
            <a:extLst>
              <a:ext uri="{FF2B5EF4-FFF2-40B4-BE49-F238E27FC236}">
                <a16:creationId xmlns:a16="http://schemas.microsoft.com/office/drawing/2014/main" id="{167161C9-E64E-44C1-8E68-FDF8FEF06E67}"/>
              </a:ext>
            </a:extLst>
          </p:cNvPr>
          <p:cNvSpPr txBox="1"/>
          <p:nvPr/>
        </p:nvSpPr>
        <p:spPr>
          <a:xfrm>
            <a:off x="1547664" y="4757082"/>
            <a:ext cx="5220581" cy="400110"/>
          </a:xfrm>
          <a:prstGeom prst="rect">
            <a:avLst/>
          </a:prstGeom>
          <a:noFill/>
        </p:spPr>
        <p:txBody>
          <a:bodyPr wrap="square" rtlCol="0">
            <a:spAutoFit/>
          </a:bodyPr>
          <a:lstStyle/>
          <a:p>
            <a:pPr algn="ctr"/>
            <a:r>
              <a:rPr lang="zh-CN" altLang="en-US" sz="2000" dirty="0">
                <a:solidFill>
                  <a:schemeClr val="bg2"/>
                </a:solidFill>
              </a:rPr>
              <a:t>图 </a:t>
            </a:r>
            <a:r>
              <a:rPr lang="en-US" altLang="zh-CN" sz="2000" dirty="0" smtClean="0">
                <a:solidFill>
                  <a:schemeClr val="bg2"/>
                </a:solidFill>
              </a:rPr>
              <a:t>3-18 </a:t>
            </a:r>
            <a:r>
              <a:rPr lang="zh-CN" altLang="en-US" sz="2000" dirty="0">
                <a:solidFill>
                  <a:schemeClr val="bg2"/>
                </a:solidFill>
              </a:rPr>
              <a:t>基于</a:t>
            </a:r>
            <a:r>
              <a:rPr lang="en-US" altLang="zh-CN" sz="2000" dirty="0" smtClean="0">
                <a:solidFill>
                  <a:schemeClr val="bg2"/>
                </a:solidFill>
              </a:rPr>
              <a:t>POSIX</a:t>
            </a:r>
            <a:r>
              <a:rPr lang="zh-CN" altLang="en-US" sz="2000" dirty="0" smtClean="0">
                <a:solidFill>
                  <a:schemeClr val="bg2"/>
                </a:solidFill>
              </a:rPr>
              <a:t>共享</a:t>
            </a:r>
            <a:r>
              <a:rPr lang="zh-CN" altLang="en-US" sz="2000" dirty="0">
                <a:solidFill>
                  <a:schemeClr val="bg2"/>
                </a:solidFill>
              </a:rPr>
              <a:t>内存</a:t>
            </a:r>
            <a:r>
              <a:rPr lang="zh-CN" altLang="en-US" sz="2000" dirty="0" smtClean="0">
                <a:solidFill>
                  <a:schemeClr val="bg2"/>
                </a:solidFill>
              </a:rPr>
              <a:t>的消费者进程</a:t>
            </a:r>
            <a:endParaRPr lang="zh-CN" altLang="en-US" sz="2000" dirty="0">
              <a:solidFill>
                <a:schemeClr val="bg2"/>
              </a:solidFill>
            </a:endParaRPr>
          </a:p>
        </p:txBody>
      </p:sp>
      <p:pic>
        <p:nvPicPr>
          <p:cNvPr id="10" name="图片 9">
            <a:extLst>
              <a:ext uri="{FF2B5EF4-FFF2-40B4-BE49-F238E27FC236}">
                <a16:creationId xmlns:a16="http://schemas.microsoft.com/office/drawing/2014/main" id="{7A0EB125-63B8-49DD-B84C-5F0D1EDA6552}"/>
              </a:ext>
            </a:extLst>
          </p:cNvPr>
          <p:cNvPicPr>
            <a:picLocks noChangeAspect="1"/>
          </p:cNvPicPr>
          <p:nvPr/>
        </p:nvPicPr>
        <p:blipFill>
          <a:blip r:embed="rId3"/>
          <a:stretch>
            <a:fillRect/>
          </a:stretch>
        </p:blipFill>
        <p:spPr>
          <a:xfrm>
            <a:off x="2927956" y="654566"/>
            <a:ext cx="6195761" cy="733226"/>
          </a:xfrm>
          <a:prstGeom prst="rect">
            <a:avLst/>
          </a:prstGeom>
        </p:spPr>
      </p:pic>
      <p:pic>
        <p:nvPicPr>
          <p:cNvPr id="11" name="图片 10">
            <a:extLst>
              <a:ext uri="{FF2B5EF4-FFF2-40B4-BE49-F238E27FC236}">
                <a16:creationId xmlns:a16="http://schemas.microsoft.com/office/drawing/2014/main" id="{2DEA920C-13D9-48AF-AF56-22D49B1078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516" y="5371127"/>
            <a:ext cx="9028201" cy="1486873"/>
          </a:xfrm>
          <a:prstGeom prst="rect">
            <a:avLst/>
          </a:prstGeom>
        </p:spPr>
      </p:pic>
      <p:sp>
        <p:nvSpPr>
          <p:cNvPr id="12" name="AutoShape 7">
            <a:hlinkClick r:id="rId5" action="ppaction://hlinksldjump" highlightClick="1"/>
            <a:extLst>
              <a:ext uri="{FF2B5EF4-FFF2-40B4-BE49-F238E27FC236}">
                <a16:creationId xmlns:a16="http://schemas.microsoft.com/office/drawing/2014/main" id="{C6EA639A-5EE7-4D1D-AA75-4B9CAB274E9D}"/>
              </a:ext>
            </a:extLst>
          </p:cNvPr>
          <p:cNvSpPr>
            <a:spLocks noChangeArrowheads="1"/>
          </p:cNvSpPr>
          <p:nvPr/>
        </p:nvSpPr>
        <p:spPr bwMode="auto">
          <a:xfrm>
            <a:off x="8763000" y="6477000"/>
            <a:ext cx="381000" cy="381000"/>
          </a:xfrm>
          <a:prstGeom prst="actionButtonHome">
            <a:avLst/>
          </a:prstGeom>
          <a:solidFill>
            <a:schemeClr val="tx1">
              <a:lumMod val="85000"/>
            </a:schemeClr>
          </a:solidFill>
          <a:ln w="12700" cap="sq">
            <a:noFill/>
            <a:miter lim="800000"/>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654770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1000"/>
                                        <p:tgtEl>
                                          <p:spTgt spid="11"/>
                                        </p:tgtEl>
                                      </p:cBhvr>
                                    </p:animEffect>
                                    <p:anim calcmode="lin" valueType="num">
                                      <p:cBhvr>
                                        <p:cTn id="15" dur="1000" fill="hold"/>
                                        <p:tgtEl>
                                          <p:spTgt spid="11"/>
                                        </p:tgtEl>
                                        <p:attrNameLst>
                                          <p:attrName>ppt_x</p:attrName>
                                        </p:attrNameLst>
                                      </p:cBhvr>
                                      <p:tavLst>
                                        <p:tav tm="0">
                                          <p:val>
                                            <p:strVal val="#ppt_x"/>
                                          </p:val>
                                        </p:tav>
                                        <p:tav tm="100000">
                                          <p:val>
                                            <p:strVal val="#ppt_x"/>
                                          </p:val>
                                        </p:tav>
                                      </p:tavLst>
                                    </p:anim>
                                    <p:anim calcmode="lin" valueType="num">
                                      <p:cBhvr>
                                        <p:cTn id="16" dur="1000" fill="hold"/>
                                        <p:tgtEl>
                                          <p:spTgt spid="11"/>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2" presetClass="entr" presetSubtype="8"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additive="base">
                                        <p:cTn id="20" dur="500" fill="hold"/>
                                        <p:tgtEl>
                                          <p:spTgt spid="12"/>
                                        </p:tgtEl>
                                        <p:attrNameLst>
                                          <p:attrName>ppt_x</p:attrName>
                                        </p:attrNameLst>
                                      </p:cBhvr>
                                      <p:tavLst>
                                        <p:tav tm="0">
                                          <p:val>
                                            <p:strVal val="0-#ppt_w/2"/>
                                          </p:val>
                                        </p:tav>
                                        <p:tav tm="100000">
                                          <p:val>
                                            <p:strVal val="#ppt_x"/>
                                          </p:val>
                                        </p:tav>
                                      </p:tavLst>
                                    </p:anim>
                                    <p:anim calcmode="lin" valueType="num">
                                      <p:cBhvr additive="base">
                                        <p:cTn id="21"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hlinkClick r:id="" action="ppaction://noaction"/>
            <a:extLst>
              <a:ext uri="{FF2B5EF4-FFF2-40B4-BE49-F238E27FC236}">
                <a16:creationId xmlns:a16="http://schemas.microsoft.com/office/drawing/2014/main" id="{ABC992E1-D544-4BD0-88E3-4D77DCBEE0D7}"/>
              </a:ext>
            </a:extLst>
          </p:cNvPr>
          <p:cNvSpPr/>
          <p:nvPr/>
        </p:nvSpPr>
        <p:spPr>
          <a:xfrm>
            <a:off x="2078325" y="43543"/>
            <a:ext cx="4987349" cy="835613"/>
          </a:xfrm>
          <a:prstGeom prst="rect">
            <a:avLst/>
          </a:prstGeom>
        </p:spPr>
        <p:txBody>
          <a:bodyPr wrap="square">
            <a:spAutoFit/>
          </a:bodyPr>
          <a:lstStyle/>
          <a:p>
            <a:pPr marL="457200" indent="-457200">
              <a:lnSpc>
                <a:spcPct val="120000"/>
              </a:lnSpc>
              <a:spcBef>
                <a:spcPts val="600"/>
              </a:spcBef>
              <a:buClr>
                <a:schemeClr val="folHlink"/>
              </a:buClr>
              <a:buSzPct val="75000"/>
              <a:defRPr/>
            </a:pPr>
            <a:r>
              <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rPr>
              <a:t>8.7  </a:t>
            </a:r>
            <a:r>
              <a:rPr lang="zh-CN" altLang="en-US" sz="4400" dirty="0">
                <a:solidFill>
                  <a:srgbClr val="C00000"/>
                </a:solidFill>
                <a:effectLst>
                  <a:outerShdw blurRad="38100" dist="38100" dir="2700000" algn="tl">
                    <a:srgbClr val="000000"/>
                  </a:outerShdw>
                </a:effectLst>
                <a:latin typeface="Times New Roman" pitchFamily="18" charset="0"/>
                <a:ea typeface="楷体_GB2312" pitchFamily="49" charset="-122"/>
              </a:rPr>
              <a:t>操作系统例子</a:t>
            </a:r>
            <a:endParaRPr lang="en-US" altLang="zh-CN" sz="4400" dirty="0">
              <a:solidFill>
                <a:srgbClr val="C00000"/>
              </a:solidFill>
              <a:effectLst>
                <a:outerShdw blurRad="38100" dist="38100" dir="2700000" algn="tl">
                  <a:srgbClr val="000000"/>
                </a:outerShdw>
              </a:effectLst>
              <a:latin typeface="Times New Roman" pitchFamily="18" charset="0"/>
              <a:ea typeface="楷体_GB2312" pitchFamily="49" charset="-122"/>
            </a:endParaRPr>
          </a:p>
        </p:txBody>
      </p:sp>
      <p:sp>
        <p:nvSpPr>
          <p:cNvPr id="5" name="Text Box 3">
            <a:extLst>
              <a:ext uri="{FF2B5EF4-FFF2-40B4-BE49-F238E27FC236}">
                <a16:creationId xmlns:a16="http://schemas.microsoft.com/office/drawing/2014/main" id="{17EEC029-7BB9-4E2D-A3EB-26ACA588A9B4}"/>
              </a:ext>
            </a:extLst>
          </p:cNvPr>
          <p:cNvSpPr txBox="1">
            <a:spLocks noChangeArrowheads="1"/>
          </p:cNvSpPr>
          <p:nvPr/>
        </p:nvSpPr>
        <p:spPr bwMode="auto">
          <a:xfrm>
            <a:off x="1547664" y="2732387"/>
            <a:ext cx="638437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lvl="1" eaLnBrk="1" hangingPunct="1">
              <a:spcBef>
                <a:spcPct val="0"/>
              </a:spcBef>
              <a:buClrTx/>
              <a:buSzTx/>
              <a:buFontTx/>
              <a:buNone/>
              <a:defRPr/>
            </a:pPr>
            <a:r>
              <a:rPr lang="en-US" altLang="zh-CN" sz="4000" dirty="0">
                <a:solidFill>
                  <a:srgbClr val="B2622C"/>
                </a:solidFill>
                <a:effectLst>
                  <a:outerShdw blurRad="38100" dist="38100" dir="2700000" algn="tl">
                    <a:srgbClr val="000000"/>
                  </a:outerShdw>
                </a:effectLst>
                <a:latin typeface="+mj-lt"/>
                <a:ea typeface="楷体_GB2312" pitchFamily="49" charset="-122"/>
                <a:cs typeface="+mj-cs"/>
              </a:rPr>
              <a:t>8.7.2  Linux</a:t>
            </a:r>
            <a:r>
              <a:rPr lang="zh-CN" altLang="en-US" sz="4000" dirty="0">
                <a:solidFill>
                  <a:srgbClr val="B2622C"/>
                </a:solidFill>
                <a:effectLst>
                  <a:outerShdw blurRad="38100" dist="38100" dir="2700000" algn="tl">
                    <a:srgbClr val="000000"/>
                  </a:outerShdw>
                </a:effectLst>
                <a:latin typeface="+mj-lt"/>
                <a:ea typeface="楷体_GB2312" pitchFamily="49" charset="-122"/>
                <a:cs typeface="+mj-cs"/>
              </a:rPr>
              <a:t>系统</a:t>
            </a:r>
            <a:r>
              <a:rPr lang="zh-CN" altLang="en-US" sz="4000" dirty="0">
                <a:solidFill>
                  <a:srgbClr val="B2622C"/>
                </a:solidFill>
                <a:effectLst>
                  <a:outerShdw blurRad="38100" dist="38100" dir="2700000" algn="tl">
                    <a:srgbClr val="000000"/>
                  </a:outerShdw>
                </a:effectLst>
                <a:ea typeface="楷体_GB2312" pitchFamily="49" charset="-122"/>
              </a:rPr>
              <a:t>内存管理</a:t>
            </a:r>
            <a:endParaRPr lang="zh-CN" altLang="en-US" sz="4000" dirty="0">
              <a:solidFill>
                <a:srgbClr val="B2622C"/>
              </a:solidFill>
              <a:effectLst>
                <a:outerShdw blurRad="38100" dist="38100" dir="2700000" algn="tl">
                  <a:srgbClr val="000000"/>
                </a:outerShdw>
              </a:effectLst>
              <a:latin typeface="+mj-lt"/>
              <a:ea typeface="楷体_GB2312" pitchFamily="49" charset="-122"/>
              <a:cs typeface="+mj-cs"/>
            </a:endParaRPr>
          </a:p>
        </p:txBody>
      </p:sp>
      <p:sp>
        <p:nvSpPr>
          <p:cNvPr id="8" name="Text Box 3">
            <a:extLst>
              <a:ext uri="{FF2B5EF4-FFF2-40B4-BE49-F238E27FC236}">
                <a16:creationId xmlns:a16="http://schemas.microsoft.com/office/drawing/2014/main" id="{1D17AFA6-2A19-46ED-8083-3D6613D76BA8}"/>
              </a:ext>
            </a:extLst>
          </p:cNvPr>
          <p:cNvSpPr txBox="1">
            <a:spLocks noChangeArrowheads="1"/>
          </p:cNvSpPr>
          <p:nvPr/>
        </p:nvSpPr>
        <p:spPr bwMode="auto">
          <a:xfrm>
            <a:off x="1547664" y="1628800"/>
            <a:ext cx="652716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lvl="1" eaLnBrk="1" hangingPunct="1">
              <a:spcBef>
                <a:spcPct val="0"/>
              </a:spcBef>
              <a:buClrTx/>
              <a:buSzTx/>
              <a:buFontTx/>
              <a:buNone/>
              <a:defRPr/>
            </a:pPr>
            <a:r>
              <a:rPr lang="en-US" altLang="zh-CN" sz="4000" dirty="0">
                <a:solidFill>
                  <a:srgbClr val="B2622C"/>
                </a:solidFill>
                <a:effectLst>
                  <a:outerShdw blurRad="38100" dist="38100" dir="2700000" algn="tl">
                    <a:srgbClr val="000000"/>
                  </a:outerShdw>
                </a:effectLst>
                <a:latin typeface="+mj-lt"/>
                <a:ea typeface="楷体_GB2312" pitchFamily="49" charset="-122"/>
                <a:cs typeface="+mj-cs"/>
              </a:rPr>
              <a:t>8.7.1 Windows</a:t>
            </a:r>
            <a:r>
              <a:rPr lang="zh-CN" altLang="en-US" sz="4000" dirty="0">
                <a:solidFill>
                  <a:srgbClr val="B2622C"/>
                </a:solidFill>
                <a:effectLst>
                  <a:outerShdw blurRad="38100" dist="38100" dir="2700000" algn="tl">
                    <a:srgbClr val="000000"/>
                  </a:outerShdw>
                </a:effectLst>
                <a:latin typeface="+mj-lt"/>
                <a:ea typeface="楷体_GB2312" pitchFamily="49" charset="-122"/>
                <a:cs typeface="+mj-cs"/>
              </a:rPr>
              <a:t>系统内存管理</a:t>
            </a:r>
          </a:p>
        </p:txBody>
      </p:sp>
      <p:sp>
        <p:nvSpPr>
          <p:cNvPr id="6" name="日期占位符 1">
            <a:extLst>
              <a:ext uri="{FF2B5EF4-FFF2-40B4-BE49-F238E27FC236}">
                <a16:creationId xmlns:a16="http://schemas.microsoft.com/office/drawing/2014/main" id="{A3D73B32-9CCC-4CD3-A2AE-5F466CAA8231}"/>
              </a:ext>
            </a:extLst>
          </p:cNvPr>
          <p:cNvSpPr txBox="1">
            <a:spLocks/>
          </p:cNvSpPr>
          <p:nvPr/>
        </p:nvSpPr>
        <p:spPr bwMode="auto">
          <a:xfrm>
            <a:off x="0" y="6400800"/>
            <a:ext cx="3779912"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defPPr>
              <a:defRPr lang="zh-CN"/>
            </a:defPPr>
            <a:lvl1pPr algn="l" rtl="0" eaLnBrk="0" fontAlgn="base" hangingPunct="0">
              <a:lnSpc>
                <a:spcPct val="100000"/>
              </a:lnSpc>
              <a:spcBef>
                <a:spcPct val="0"/>
              </a:spcBef>
              <a:spcAft>
                <a:spcPct val="0"/>
              </a:spcAft>
              <a:buClrTx/>
              <a:buSzTx/>
              <a:buFontTx/>
              <a:buNone/>
              <a:defRPr kumimoji="1" sz="1400" b="0" kern="1200">
                <a:solidFill>
                  <a:schemeClr val="tx1"/>
                </a:solidFill>
                <a:effectLst/>
                <a:latin typeface="+mn-lt"/>
                <a:ea typeface="宋体" panose="02010600030101010101" pitchFamily="2" charset="-122"/>
                <a:cs typeface="+mn-cs"/>
              </a:defRPr>
            </a:lvl1pPr>
            <a:lvl2pPr marL="4572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kumimoji="1" sz="3200" b="1" kern="1200">
                <a:solidFill>
                  <a:srgbClr val="FFFF00"/>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3200" b="1" kern="1200">
                <a:solidFill>
                  <a:srgbClr val="FFFF00"/>
                </a:solidFill>
                <a:latin typeface="宋体" panose="02010600030101010101" pitchFamily="2" charset="-122"/>
                <a:ea typeface="宋体" panose="02010600030101010101" pitchFamily="2" charset="-122"/>
                <a:cs typeface="+mn-cs"/>
              </a:defRPr>
            </a:lvl9pPr>
          </a:lstStyle>
          <a:p>
            <a:pPr eaLnBrk="1" hangingPunct="1">
              <a:defRPr/>
            </a:pPr>
            <a:r>
              <a:rPr lang="zh-CN" altLang="en-US" sz="1800" b="1" dirty="0" smtClean="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大连海事大学  计算机系  史一民</a:t>
            </a:r>
            <a:endParaRPr lang="en-US" altLang="zh-CN" sz="1800" b="1" dirty="0">
              <a:solidFill>
                <a:schemeClr val="bg2"/>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89737507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a:extLst>
              <a:ext uri="{FF2B5EF4-FFF2-40B4-BE49-F238E27FC236}">
                <a16:creationId xmlns:a16="http://schemas.microsoft.com/office/drawing/2014/main" id="{6D214E58-E3B5-4ED5-9BF7-5EC1E6007A5A}"/>
              </a:ext>
            </a:extLst>
          </p:cNvPr>
          <p:cNvSpPr txBox="1">
            <a:spLocks noChangeArrowheads="1"/>
          </p:cNvSpPr>
          <p:nvPr/>
        </p:nvSpPr>
        <p:spPr bwMode="auto">
          <a:xfrm>
            <a:off x="1063042" y="0"/>
            <a:ext cx="7469398"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lvl="1" eaLnBrk="1" hangingPunct="1">
              <a:spcBef>
                <a:spcPct val="0"/>
              </a:spcBef>
              <a:buClrTx/>
              <a:buSzTx/>
              <a:buFontTx/>
              <a:buNone/>
              <a:defRPr/>
            </a:pPr>
            <a:r>
              <a:rPr lang="en-US" altLang="zh-CN" sz="4400" dirty="0">
                <a:solidFill>
                  <a:srgbClr val="B2622C"/>
                </a:solidFill>
                <a:effectLst>
                  <a:outerShdw blurRad="38100" dist="38100" dir="2700000" algn="tl">
                    <a:srgbClr val="000000"/>
                  </a:outerShdw>
                </a:effectLst>
                <a:latin typeface="+mj-lt"/>
                <a:ea typeface="楷体_GB2312" pitchFamily="49" charset="-122"/>
                <a:cs typeface="+mj-cs"/>
              </a:rPr>
              <a:t>8.7.1 Windows</a:t>
            </a:r>
            <a:r>
              <a:rPr lang="zh-CN" altLang="en-US" sz="4400" dirty="0">
                <a:solidFill>
                  <a:srgbClr val="B2622C"/>
                </a:solidFill>
                <a:effectLst>
                  <a:outerShdw blurRad="38100" dist="38100" dir="2700000" algn="tl">
                    <a:srgbClr val="000000"/>
                  </a:outerShdw>
                </a:effectLst>
                <a:latin typeface="+mj-lt"/>
                <a:ea typeface="楷体_GB2312" pitchFamily="49" charset="-122"/>
                <a:cs typeface="+mj-cs"/>
              </a:rPr>
              <a:t>系统内存管理</a:t>
            </a:r>
          </a:p>
        </p:txBody>
      </p:sp>
      <p:sp>
        <p:nvSpPr>
          <p:cNvPr id="9"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451330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E722AE48-1C65-4D29-8B42-927670977F2A}"/>
              </a:ext>
            </a:extLst>
          </p:cNvPr>
          <p:cNvSpPr/>
          <p:nvPr/>
        </p:nvSpPr>
        <p:spPr>
          <a:xfrm>
            <a:off x="539552" y="7215"/>
            <a:ext cx="8064896" cy="784830"/>
          </a:xfrm>
          <a:prstGeom prst="rect">
            <a:avLst/>
          </a:prstGeom>
        </p:spPr>
        <p:txBody>
          <a:bodyPr wrap="square">
            <a:spAutoFit/>
          </a:bodyPr>
          <a:lstStyle/>
          <a:p>
            <a:pPr marL="342900" lvl="1" indent="-342900" algn="ctr" eaLnBrk="1" hangingPunct="1">
              <a:lnSpc>
                <a:spcPct val="110000"/>
              </a:lnSpc>
              <a:buClr>
                <a:schemeClr val="tx2"/>
              </a:buClr>
              <a:buSzPct val="75000"/>
              <a:tabLst>
                <a:tab pos="622300" algn="l"/>
              </a:tabLst>
              <a:defRPr/>
            </a:pPr>
            <a:r>
              <a:rPr lang="en-US" altLang="zh-CN" sz="4400" dirty="0">
                <a:solidFill>
                  <a:srgbClr val="B2622C"/>
                </a:solidFill>
                <a:effectLst>
                  <a:outerShdw blurRad="38100" dist="38100" dir="2700000" algn="tl">
                    <a:srgbClr val="000000"/>
                  </a:outerShdw>
                </a:effectLst>
                <a:latin typeface="+mj-lt"/>
                <a:ea typeface="楷体_GB2312" pitchFamily="49" charset="-122"/>
                <a:cs typeface="+mj-cs"/>
              </a:rPr>
              <a:t>Windows</a:t>
            </a:r>
            <a:r>
              <a:rPr lang="zh-CN" altLang="en-US" sz="4400" dirty="0">
                <a:solidFill>
                  <a:srgbClr val="B2622C"/>
                </a:solidFill>
                <a:effectLst>
                  <a:outerShdw blurRad="38100" dist="38100" dir="2700000" algn="tl">
                    <a:srgbClr val="000000"/>
                  </a:outerShdw>
                </a:effectLst>
                <a:latin typeface="+mj-lt"/>
                <a:ea typeface="楷体_GB2312" pitchFamily="49" charset="-122"/>
                <a:cs typeface="+mj-cs"/>
              </a:rPr>
              <a:t>内存管理基本概念</a:t>
            </a:r>
          </a:p>
        </p:txBody>
      </p:sp>
      <p:sp>
        <p:nvSpPr>
          <p:cNvPr id="5" name="Rectangle 3">
            <a:extLst>
              <a:ext uri="{FF2B5EF4-FFF2-40B4-BE49-F238E27FC236}">
                <a16:creationId xmlns:a16="http://schemas.microsoft.com/office/drawing/2014/main" id="{0FDC90D9-C3D5-450E-A5B8-4F33616AA0B4}"/>
              </a:ext>
            </a:extLst>
          </p:cNvPr>
          <p:cNvSpPr txBox="1">
            <a:spLocks noChangeArrowheads="1"/>
          </p:cNvSpPr>
          <p:nvPr/>
        </p:nvSpPr>
        <p:spPr>
          <a:xfrm>
            <a:off x="467544" y="954088"/>
            <a:ext cx="8458076" cy="4896544"/>
          </a:xfrm>
          <a:prstGeom prst="rect">
            <a:avLst/>
          </a:prstGeom>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n"/>
              <a:defRPr kumimoji="1"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kumimoji="1"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kumimoji="1"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5pPr>
            <a:lvl6pPr marL="25146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6pPr>
            <a:lvl7pPr marL="29718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7pPr>
            <a:lvl8pPr marL="34290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8pPr>
            <a:lvl9pPr marL="3886200" indent="-228600" algn="l" rtl="0" eaLnBrk="0" fontAlgn="base" hangingPunct="0">
              <a:spcBef>
                <a:spcPct val="20000"/>
              </a:spcBef>
              <a:spcAft>
                <a:spcPct val="0"/>
              </a:spcAft>
              <a:buClr>
                <a:schemeClr val="tx1"/>
              </a:buClr>
              <a:buSzPct val="100000"/>
              <a:buChar char="–"/>
              <a:defRPr kumimoji="1" sz="2000">
                <a:solidFill>
                  <a:schemeClr val="tx1"/>
                </a:solidFill>
                <a:effectLst>
                  <a:outerShdw blurRad="38100" dist="38100" dir="2700000" algn="tl">
                    <a:srgbClr val="000000"/>
                  </a:outerShdw>
                </a:effectLst>
                <a:latin typeface="+mn-lt"/>
                <a:ea typeface="+mn-ea"/>
              </a:defRPr>
            </a:lvl9pPr>
          </a:lstStyle>
          <a:p>
            <a:pPr marL="355600" lvl="2" indent="-355600" defTabSz="355600">
              <a:spcBef>
                <a:spcPts val="0"/>
              </a:spcBef>
              <a:buClr>
                <a:schemeClr val="bg1"/>
              </a:buClr>
              <a:buSzPct val="80000"/>
              <a:buFont typeface="Wingdings" panose="05000000000000000000" pitchFamily="2" charset="2"/>
              <a:buChar char="n"/>
              <a:tabLst>
                <a:tab pos="3851275" algn="l"/>
              </a:tabLst>
              <a:defRPr/>
            </a:pPr>
            <a:r>
              <a:rPr lang="zh-CN" altLang="en-US" sz="3600" dirty="0">
                <a:solidFill>
                  <a:schemeClr val="bg1"/>
                </a:solidFill>
                <a:latin typeface="+mj-lt"/>
                <a:ea typeface="楷体" panose="02010609060101010101" pitchFamily="49" charset="-122"/>
              </a:rPr>
              <a:t>采用“进程－线程”两层机制</a:t>
            </a:r>
            <a:endParaRPr lang="en-US" altLang="zh-CN" sz="3600" dirty="0">
              <a:solidFill>
                <a:schemeClr val="bg1"/>
              </a:solidFill>
              <a:latin typeface="+mj-lt"/>
              <a:ea typeface="楷体" panose="02010609060101010101" pitchFamily="49" charset="-122"/>
            </a:endParaRPr>
          </a:p>
          <a:p>
            <a:pPr marL="812800" lvl="3" indent="-355600" defTabSz="355600">
              <a:spcBef>
                <a:spcPts val="0"/>
              </a:spcBef>
              <a:buClr>
                <a:schemeClr val="bg2"/>
              </a:buClr>
              <a:buSzPct val="70000"/>
              <a:buFont typeface="Wingdings" panose="05000000000000000000" pitchFamily="2" charset="2"/>
              <a:buChar char="n"/>
              <a:tabLst>
                <a:tab pos="3851275" algn="l"/>
              </a:tabLst>
              <a:defRPr/>
            </a:pPr>
            <a:r>
              <a:rPr lang="zh-CN" altLang="en-US" sz="3200" dirty="0">
                <a:solidFill>
                  <a:schemeClr val="bg2"/>
                </a:solidFill>
                <a:latin typeface="Times New Roman" panose="02020603050405020304" pitchFamily="18" charset="0"/>
                <a:ea typeface="楷体" panose="02010609060101010101" pitchFamily="49" charset="-122"/>
              </a:rPr>
              <a:t>进程：空壳</a:t>
            </a:r>
            <a:endParaRPr lang="en-US" altLang="zh-CN" sz="3200" dirty="0">
              <a:solidFill>
                <a:schemeClr val="bg2"/>
              </a:solidFill>
              <a:latin typeface="Times New Roman" panose="02020603050405020304" pitchFamily="18" charset="0"/>
              <a:ea typeface="楷体" panose="02010609060101010101" pitchFamily="49" charset="-122"/>
            </a:endParaRPr>
          </a:p>
          <a:p>
            <a:pPr marL="812800" lvl="3" indent="-355600" defTabSz="355600">
              <a:spcBef>
                <a:spcPts val="0"/>
              </a:spcBef>
              <a:buClr>
                <a:schemeClr val="bg2"/>
              </a:buClr>
              <a:buSzPct val="70000"/>
              <a:buFont typeface="Wingdings" panose="05000000000000000000" pitchFamily="2" charset="2"/>
              <a:buChar char="n"/>
              <a:tabLst>
                <a:tab pos="3851275" algn="l"/>
              </a:tabLst>
              <a:defRPr/>
            </a:pPr>
            <a:r>
              <a:rPr lang="zh-CN" altLang="en-US" sz="3200" dirty="0">
                <a:solidFill>
                  <a:schemeClr val="bg2"/>
                </a:solidFill>
                <a:latin typeface="Times New Roman" panose="02020603050405020304" pitchFamily="18" charset="0"/>
                <a:ea typeface="楷体" panose="02010609060101010101" pitchFamily="49" charset="-122"/>
              </a:rPr>
              <a:t>线程： 调度和管理单位</a:t>
            </a:r>
          </a:p>
          <a:p>
            <a:pPr marL="355600" lvl="2" indent="-355600" defTabSz="355600">
              <a:spcBef>
                <a:spcPts val="0"/>
              </a:spcBef>
              <a:buClr>
                <a:schemeClr val="bg1"/>
              </a:buClr>
              <a:buSzPct val="80000"/>
              <a:buFont typeface="Wingdings" panose="05000000000000000000" pitchFamily="2" charset="2"/>
              <a:buChar char="n"/>
              <a:tabLst>
                <a:tab pos="3851275" algn="l"/>
              </a:tabLst>
              <a:defRPr/>
            </a:pPr>
            <a:r>
              <a:rPr lang="zh-CN" altLang="en-US" sz="3600" dirty="0">
                <a:solidFill>
                  <a:schemeClr val="bg1"/>
                </a:solidFill>
                <a:latin typeface="+mj-lt"/>
                <a:ea typeface="楷体" panose="02010609060101010101" pitchFamily="49" charset="-122"/>
              </a:rPr>
              <a:t>存储体系的物理层次</a:t>
            </a:r>
            <a:endParaRPr lang="en-US" altLang="zh-CN" sz="3600" dirty="0">
              <a:solidFill>
                <a:schemeClr val="bg1"/>
              </a:solidFill>
              <a:latin typeface="+mj-lt"/>
              <a:ea typeface="楷体" panose="02010609060101010101" pitchFamily="49" charset="-122"/>
            </a:endParaRPr>
          </a:p>
          <a:p>
            <a:pPr marL="812800" lvl="3" indent="-355600" defTabSz="355600">
              <a:spcBef>
                <a:spcPts val="0"/>
              </a:spcBef>
              <a:buClr>
                <a:schemeClr val="bg2"/>
              </a:buClr>
              <a:buSzPct val="70000"/>
              <a:buFont typeface="Wingdings" panose="05000000000000000000" pitchFamily="2" charset="2"/>
              <a:buChar char="n"/>
              <a:tabLst>
                <a:tab pos="3851275" algn="l"/>
              </a:tabLst>
              <a:defRPr/>
            </a:pPr>
            <a:r>
              <a:rPr lang="zh-CN" altLang="en-US" sz="3200" dirty="0">
                <a:solidFill>
                  <a:schemeClr val="bg2"/>
                </a:solidFill>
                <a:latin typeface="Times New Roman" panose="02020603050405020304" pitchFamily="18" charset="0"/>
                <a:ea typeface="楷体" panose="02010609060101010101" pitchFamily="49" charset="-122"/>
              </a:rPr>
              <a:t>磁盘文件</a:t>
            </a:r>
            <a:r>
              <a:rPr lang="en-US" altLang="zh-CN" sz="3200" dirty="0">
                <a:solidFill>
                  <a:schemeClr val="bg2"/>
                </a:solidFill>
                <a:latin typeface="Times New Roman" panose="02020603050405020304" pitchFamily="18" charset="0"/>
                <a:ea typeface="楷体" panose="02010609060101010101" pitchFamily="49" charset="-122"/>
              </a:rPr>
              <a:t>—</a:t>
            </a:r>
            <a:r>
              <a:rPr lang="zh-CN" altLang="en-US" sz="3200" dirty="0">
                <a:solidFill>
                  <a:schemeClr val="bg2"/>
                </a:solidFill>
                <a:latin typeface="Times New Roman" panose="02020603050405020304" pitchFamily="18" charset="0"/>
                <a:ea typeface="楷体" panose="02010609060101010101" pitchFamily="49" charset="-122"/>
              </a:rPr>
              <a:t>磁盘页面文件</a:t>
            </a:r>
            <a:r>
              <a:rPr lang="en-US" altLang="zh-CN" sz="3200" dirty="0">
                <a:solidFill>
                  <a:schemeClr val="bg2"/>
                </a:solidFill>
                <a:latin typeface="Times New Roman" panose="02020603050405020304" pitchFamily="18" charset="0"/>
                <a:ea typeface="楷体" panose="02010609060101010101" pitchFamily="49" charset="-122"/>
              </a:rPr>
              <a:t>—</a:t>
            </a:r>
            <a:r>
              <a:rPr lang="zh-CN" altLang="en-US" sz="3200" dirty="0">
                <a:solidFill>
                  <a:schemeClr val="bg2"/>
                </a:solidFill>
                <a:latin typeface="Times New Roman" panose="02020603050405020304" pitchFamily="18" charset="0"/>
                <a:ea typeface="楷体" panose="02010609060101010101" pitchFamily="49" charset="-122"/>
              </a:rPr>
              <a:t>物理内存</a:t>
            </a:r>
            <a:r>
              <a:rPr lang="en-US" altLang="zh-CN" sz="3200" dirty="0">
                <a:solidFill>
                  <a:schemeClr val="bg2"/>
                </a:solidFill>
                <a:latin typeface="Times New Roman" panose="02020603050405020304" pitchFamily="18" charset="0"/>
                <a:ea typeface="楷体" panose="02010609060101010101" pitchFamily="49" charset="-122"/>
              </a:rPr>
              <a:t>—TLB</a:t>
            </a:r>
          </a:p>
          <a:p>
            <a:pPr marL="355600" lvl="2" indent="-355600" defTabSz="355600">
              <a:spcBef>
                <a:spcPts val="0"/>
              </a:spcBef>
              <a:buClr>
                <a:schemeClr val="bg1"/>
              </a:buClr>
              <a:buSzPct val="80000"/>
              <a:buFont typeface="Wingdings" panose="05000000000000000000" pitchFamily="2" charset="2"/>
              <a:buChar char="n"/>
              <a:tabLst>
                <a:tab pos="3851275" algn="l"/>
              </a:tabLst>
              <a:defRPr/>
            </a:pPr>
            <a:r>
              <a:rPr lang="zh-CN" altLang="en-US" sz="3600" dirty="0">
                <a:solidFill>
                  <a:schemeClr val="bg1"/>
                </a:solidFill>
                <a:latin typeface="+mj-lt"/>
                <a:ea typeface="楷体" panose="02010609060101010101" pitchFamily="49" charset="-122"/>
              </a:rPr>
              <a:t>存储体系的逻辑层次</a:t>
            </a:r>
            <a:endParaRPr lang="en-US" altLang="zh-CN" sz="3600" dirty="0">
              <a:solidFill>
                <a:schemeClr val="bg1"/>
              </a:solidFill>
              <a:latin typeface="+mj-lt"/>
              <a:ea typeface="楷体" panose="02010609060101010101" pitchFamily="49" charset="-122"/>
            </a:endParaRPr>
          </a:p>
          <a:p>
            <a:pPr marL="812800" lvl="3" indent="-355600" defTabSz="355600">
              <a:spcBef>
                <a:spcPts val="0"/>
              </a:spcBef>
              <a:buClr>
                <a:schemeClr val="bg2"/>
              </a:buClr>
              <a:buSzPct val="70000"/>
              <a:buFont typeface="Wingdings" panose="05000000000000000000" pitchFamily="2" charset="2"/>
              <a:buChar char="n"/>
              <a:tabLst>
                <a:tab pos="3851275" algn="l"/>
              </a:tabLst>
              <a:defRPr/>
            </a:pPr>
            <a:r>
              <a:rPr lang="zh-CN" altLang="en-US" sz="3200" dirty="0">
                <a:solidFill>
                  <a:schemeClr val="bg2"/>
                </a:solidFill>
                <a:latin typeface="Times New Roman" panose="02020603050405020304" pitchFamily="18" charset="0"/>
                <a:ea typeface="楷体" panose="02010609060101010101" pitchFamily="49" charset="-122"/>
              </a:rPr>
              <a:t>线程</a:t>
            </a:r>
            <a:r>
              <a:rPr lang="en-US" altLang="zh-CN" sz="3200" dirty="0">
                <a:solidFill>
                  <a:schemeClr val="bg2"/>
                </a:solidFill>
                <a:latin typeface="Times New Roman" panose="02020603050405020304" pitchFamily="18" charset="0"/>
                <a:ea typeface="楷体" panose="02010609060101010101" pitchFamily="49" charset="-122"/>
              </a:rPr>
              <a:t>—</a:t>
            </a:r>
            <a:r>
              <a:rPr lang="zh-CN" altLang="en-US" sz="3200" dirty="0">
                <a:solidFill>
                  <a:schemeClr val="bg2"/>
                </a:solidFill>
                <a:latin typeface="Times New Roman" panose="02020603050405020304" pitchFamily="18" charset="0"/>
                <a:ea typeface="楷体" panose="02010609060101010101" pitchFamily="49" charset="-122"/>
              </a:rPr>
              <a:t>进程</a:t>
            </a:r>
            <a:r>
              <a:rPr lang="en-US" altLang="zh-CN" sz="3200" dirty="0">
                <a:solidFill>
                  <a:schemeClr val="bg2"/>
                </a:solidFill>
                <a:latin typeface="Times New Roman" panose="02020603050405020304" pitchFamily="18" charset="0"/>
                <a:ea typeface="楷体" panose="02010609060101010101" pitchFamily="49" charset="-122"/>
              </a:rPr>
              <a:t>—</a:t>
            </a:r>
            <a:r>
              <a:rPr lang="zh-CN" altLang="en-US" sz="3200" dirty="0">
                <a:solidFill>
                  <a:schemeClr val="bg2"/>
                </a:solidFill>
                <a:latin typeface="Times New Roman" panose="02020603050405020304" pitchFamily="18" charset="0"/>
                <a:ea typeface="楷体" panose="02010609060101010101" pitchFamily="49" charset="-122"/>
              </a:rPr>
              <a:t>内存管理器</a:t>
            </a:r>
            <a:r>
              <a:rPr lang="en-US" altLang="zh-CN" sz="3200" dirty="0">
                <a:solidFill>
                  <a:schemeClr val="bg2"/>
                </a:solidFill>
                <a:latin typeface="Times New Roman" panose="02020603050405020304" pitchFamily="18" charset="0"/>
                <a:ea typeface="楷体" panose="02010609060101010101" pitchFamily="49" charset="-122"/>
              </a:rPr>
              <a:t>—</a:t>
            </a:r>
            <a:r>
              <a:rPr lang="zh-CN" altLang="en-US" sz="3200" dirty="0">
                <a:solidFill>
                  <a:schemeClr val="bg2"/>
                </a:solidFill>
                <a:latin typeface="Times New Roman" panose="02020603050405020304" pitchFamily="18" charset="0"/>
                <a:ea typeface="楷体" panose="02010609060101010101" pitchFamily="49" charset="-122"/>
              </a:rPr>
              <a:t>分页</a:t>
            </a:r>
            <a:r>
              <a:rPr lang="en-US" altLang="zh-CN" sz="3200" dirty="0">
                <a:solidFill>
                  <a:schemeClr val="bg2"/>
                </a:solidFill>
                <a:latin typeface="Times New Roman" panose="02020603050405020304" pitchFamily="18" charset="0"/>
                <a:ea typeface="楷体" panose="02010609060101010101" pitchFamily="49" charset="-122"/>
              </a:rPr>
              <a:t>/</a:t>
            </a:r>
            <a:r>
              <a:rPr lang="zh-CN" altLang="en-US" sz="3200" dirty="0">
                <a:solidFill>
                  <a:schemeClr val="bg2"/>
                </a:solidFill>
                <a:latin typeface="Times New Roman" panose="02020603050405020304" pitchFamily="18" charset="0"/>
                <a:ea typeface="楷体" panose="02010609060101010101" pitchFamily="49" charset="-122"/>
              </a:rPr>
              <a:t>非分页管理机制</a:t>
            </a:r>
          </a:p>
        </p:txBody>
      </p:sp>
      <p:sp>
        <p:nvSpPr>
          <p:cNvPr id="7" name="文本框 6">
            <a:extLst>
              <a:ext uri="{FF2B5EF4-FFF2-40B4-BE49-F238E27FC236}">
                <a16:creationId xmlns:a16="http://schemas.microsoft.com/office/drawing/2014/main" id="{42FF8A8D-77A4-4F81-A7CE-1D7E33B53EC0}"/>
              </a:ext>
            </a:extLst>
          </p:cNvPr>
          <p:cNvSpPr txBox="1"/>
          <p:nvPr/>
        </p:nvSpPr>
        <p:spPr>
          <a:xfrm>
            <a:off x="988170" y="6075641"/>
            <a:ext cx="7416824" cy="400110"/>
          </a:xfrm>
          <a:prstGeom prst="rect">
            <a:avLst/>
          </a:prstGeom>
          <a:noFill/>
        </p:spPr>
        <p:txBody>
          <a:bodyPr wrap="square" rtlCol="0">
            <a:spAutoFit/>
          </a:bodyPr>
          <a:lstStyle/>
          <a:p>
            <a:pPr algn="ctr"/>
            <a:r>
              <a:rPr lang="zh-CN" altLang="en-US" sz="2000" kern="0" dirty="0">
                <a:solidFill>
                  <a:schemeClr val="bg2"/>
                </a:solidFill>
              </a:rPr>
              <a:t>史广顺</a:t>
            </a:r>
            <a:r>
              <a:rPr lang="en-US" altLang="zh-CN" sz="2000" dirty="0">
                <a:solidFill>
                  <a:schemeClr val="bg2"/>
                </a:solidFill>
              </a:rPr>
              <a:t>《</a:t>
            </a:r>
            <a:r>
              <a:rPr lang="zh-CN" altLang="en-US" sz="2000" dirty="0">
                <a:solidFill>
                  <a:schemeClr val="bg2"/>
                </a:solidFill>
              </a:rPr>
              <a:t>操作系统设计与实现</a:t>
            </a:r>
            <a:r>
              <a:rPr lang="en-US" altLang="zh-CN" sz="2000" dirty="0">
                <a:solidFill>
                  <a:schemeClr val="bg2"/>
                </a:solidFill>
              </a:rPr>
              <a:t>》</a:t>
            </a:r>
            <a:endParaRPr lang="zh-CN" altLang="en-US" sz="2000" dirty="0">
              <a:solidFill>
                <a:schemeClr val="bg2"/>
              </a:solidFill>
            </a:endParaRPr>
          </a:p>
        </p:txBody>
      </p:sp>
    </p:spTree>
    <p:extLst>
      <p:ext uri="{BB962C8B-B14F-4D97-AF65-F5344CB8AC3E}">
        <p14:creationId xmlns:p14="http://schemas.microsoft.com/office/powerpoint/2010/main" val="1676602223"/>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文本框 2">
            <a:extLst>
              <a:ext uri="{FF2B5EF4-FFF2-40B4-BE49-F238E27FC236}">
                <a16:creationId xmlns:a16="http://schemas.microsoft.com/office/drawing/2014/main" id="{7DA28073-20FE-4210-B95A-11887421C37E}"/>
              </a:ext>
            </a:extLst>
          </p:cNvPr>
          <p:cNvSpPr txBox="1">
            <a:spLocks noChangeArrowheads="1"/>
          </p:cNvSpPr>
          <p:nvPr/>
        </p:nvSpPr>
        <p:spPr bwMode="auto">
          <a:xfrm>
            <a:off x="1943708" y="-46"/>
            <a:ext cx="5256584" cy="715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lvl="1" indent="-342900" algn="ctr" eaLnBrk="1" hangingPunct="1">
              <a:lnSpc>
                <a:spcPct val="110000"/>
              </a:lnSpc>
              <a:spcBef>
                <a:spcPct val="0"/>
              </a:spcBef>
              <a:buClr>
                <a:schemeClr val="tx2"/>
              </a:buClr>
              <a:buSzPct val="75000"/>
              <a:buFontTx/>
              <a:buNone/>
              <a:tabLst>
                <a:tab pos="622300" algn="l"/>
              </a:tabLst>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工作集管理</a:t>
            </a:r>
          </a:p>
        </p:txBody>
      </p:sp>
      <p:sp>
        <p:nvSpPr>
          <p:cNvPr id="78852" name="文本框 3">
            <a:extLst>
              <a:ext uri="{FF2B5EF4-FFF2-40B4-BE49-F238E27FC236}">
                <a16:creationId xmlns:a16="http://schemas.microsoft.com/office/drawing/2014/main" id="{27341540-1BD7-4966-829C-8D331051B792}"/>
              </a:ext>
            </a:extLst>
          </p:cNvPr>
          <p:cNvSpPr txBox="1">
            <a:spLocks noChangeArrowheads="1"/>
          </p:cNvSpPr>
          <p:nvPr/>
        </p:nvSpPr>
        <p:spPr bwMode="auto">
          <a:xfrm>
            <a:off x="179512" y="1001712"/>
            <a:ext cx="8964487"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355600" lvl="2" indent="-355600" defTabSz="355600">
              <a:spcBef>
                <a:spcPts val="0"/>
              </a:spcBef>
              <a:buClr>
                <a:schemeClr val="bg1"/>
              </a:buClr>
              <a:buSzPct val="80000"/>
              <a:buFont typeface="Wingdings" panose="05000000000000000000" pitchFamily="2" charset="2"/>
              <a:buChar char="n"/>
              <a:tabLst>
                <a:tab pos="3851275" algn="l"/>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请求一个页时</a:t>
            </a:r>
            <a:endParaRPr lang="en-US" altLang="zh-CN" sz="3600" dirty="0">
              <a:solidFill>
                <a:schemeClr val="bg1"/>
              </a:solidFill>
              <a:effectLst>
                <a:outerShdw blurRad="38100" dist="38100" dir="2700000" algn="tl">
                  <a:srgbClr val="000000"/>
                </a:outerShdw>
              </a:effectLst>
              <a:latin typeface="+mj-lt"/>
              <a:ea typeface="楷体" panose="02010609060101010101" pitchFamily="49" charset="-122"/>
            </a:endParaRPr>
          </a:p>
          <a:p>
            <a:pPr marL="812800" lvl="3" indent="-355600" defTabSz="355600">
              <a:spcBef>
                <a:spcPts val="0"/>
              </a:spcBef>
              <a:buClr>
                <a:schemeClr val="bg2"/>
              </a:buClr>
              <a:buSzPct val="70000"/>
              <a:buFont typeface="Wingdings" panose="05000000000000000000" pitchFamily="2" charset="2"/>
              <a:buChar char="n"/>
              <a:tabLst>
                <a:tab pos="3851275" algn="l"/>
              </a:tabLst>
              <a:defRPr/>
            </a:pPr>
            <a:r>
              <a:rPr lang="zh-CN" altLang="en-US" sz="3200" dirty="0">
                <a:solidFill>
                  <a:schemeClr val="bg2"/>
                </a:solidFill>
                <a:effectLst>
                  <a:outerShdw blurRad="38100" dist="38100" dir="2700000" algn="tl">
                    <a:srgbClr val="000000"/>
                  </a:outerShdw>
                </a:effectLst>
                <a:ea typeface="楷体" panose="02010609060101010101" pitchFamily="49" charset="-122"/>
              </a:rPr>
              <a:t>把这个页连同后面几个页一起读入内存</a:t>
            </a:r>
            <a:endParaRPr lang="en-US" altLang="zh-CN" sz="3200" dirty="0">
              <a:solidFill>
                <a:schemeClr val="bg2"/>
              </a:solidFill>
              <a:effectLst>
                <a:outerShdw blurRad="38100" dist="38100" dir="2700000" algn="tl">
                  <a:srgbClr val="000000"/>
                </a:outerShdw>
              </a:effectLst>
              <a:ea typeface="楷体" panose="02010609060101010101" pitchFamily="49" charset="-122"/>
            </a:endParaRPr>
          </a:p>
          <a:p>
            <a:pPr marL="355600" lvl="2" indent="-355600" defTabSz="355600">
              <a:spcBef>
                <a:spcPts val="0"/>
              </a:spcBef>
              <a:buClr>
                <a:schemeClr val="bg1"/>
              </a:buClr>
              <a:buSzPct val="80000"/>
              <a:buFont typeface="Wingdings" panose="05000000000000000000" pitchFamily="2" charset="2"/>
              <a:buChar char="n"/>
              <a:tabLst>
                <a:tab pos="3851275" algn="l"/>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设定进程工作集的最小值和最大值</a:t>
            </a:r>
            <a:endParaRPr lang="en-US" altLang="zh-CN" sz="3600" dirty="0">
              <a:solidFill>
                <a:schemeClr val="bg1"/>
              </a:solidFill>
              <a:effectLst>
                <a:outerShdw blurRad="38100" dist="38100" dir="2700000" algn="tl">
                  <a:srgbClr val="000000"/>
                </a:outerShdw>
              </a:effectLst>
              <a:latin typeface="+mj-lt"/>
              <a:ea typeface="楷体" panose="02010609060101010101" pitchFamily="49" charset="-122"/>
            </a:endParaRPr>
          </a:p>
          <a:p>
            <a:pPr marL="812800" lvl="3" indent="-355600" defTabSz="355600">
              <a:spcBef>
                <a:spcPts val="0"/>
              </a:spcBef>
              <a:buClr>
                <a:schemeClr val="bg2"/>
              </a:buClr>
              <a:buSzPct val="70000"/>
              <a:buFont typeface="Wingdings" panose="05000000000000000000" pitchFamily="2" charset="2"/>
              <a:buChar char="n"/>
              <a:tabLst>
                <a:tab pos="3851275" algn="l"/>
              </a:tabLst>
              <a:defRPr/>
            </a:pPr>
            <a:r>
              <a:rPr lang="zh-CN" altLang="en-US" sz="3200" dirty="0">
                <a:solidFill>
                  <a:schemeClr val="bg2"/>
                </a:solidFill>
                <a:effectLst>
                  <a:outerShdw blurRad="38100" dist="38100" dir="2700000" algn="tl">
                    <a:srgbClr val="000000"/>
                  </a:outerShdw>
                </a:effectLst>
                <a:ea typeface="楷体" panose="02010609060101010101" pitchFamily="49" charset="-122"/>
              </a:rPr>
              <a:t>根据缺页率进行调整</a:t>
            </a:r>
            <a:r>
              <a:rPr lang="en-US" altLang="zh-CN" sz="3200" dirty="0">
                <a:solidFill>
                  <a:schemeClr val="bg2"/>
                </a:solidFill>
                <a:effectLst>
                  <a:outerShdw blurRad="38100" dist="38100" dir="2700000" algn="tl">
                    <a:srgbClr val="000000"/>
                  </a:outerShdw>
                </a:effectLst>
                <a:ea typeface="楷体" panose="02010609060101010101" pitchFamily="49" charset="-122"/>
              </a:rPr>
              <a:t> </a:t>
            </a:r>
          </a:p>
          <a:p>
            <a:pPr marL="355600" lvl="2" indent="-355600" defTabSz="355600">
              <a:spcBef>
                <a:spcPts val="0"/>
              </a:spcBef>
              <a:buClr>
                <a:schemeClr val="bg1"/>
              </a:buClr>
              <a:buSzPct val="80000"/>
              <a:buFont typeface="Wingdings" panose="05000000000000000000" pitchFamily="2" charset="2"/>
              <a:buChar char="n"/>
              <a:tabLst>
                <a:tab pos="3851275" algn="l"/>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进程申请页面时</a:t>
            </a:r>
            <a:endParaRPr lang="en-US" altLang="zh-CN" sz="3600" dirty="0">
              <a:solidFill>
                <a:schemeClr val="bg1"/>
              </a:solidFill>
              <a:effectLst>
                <a:outerShdw blurRad="38100" dist="38100" dir="2700000" algn="tl">
                  <a:srgbClr val="000000"/>
                </a:outerShdw>
              </a:effectLst>
              <a:latin typeface="+mj-lt"/>
              <a:ea typeface="楷体" panose="02010609060101010101" pitchFamily="49" charset="-122"/>
            </a:endParaRPr>
          </a:p>
          <a:p>
            <a:pPr marL="812800" lvl="3" indent="-355600" defTabSz="355600">
              <a:spcBef>
                <a:spcPts val="0"/>
              </a:spcBef>
              <a:buClr>
                <a:schemeClr val="bg2"/>
              </a:buClr>
              <a:buSzPct val="70000"/>
              <a:buFont typeface="Wingdings" panose="05000000000000000000" pitchFamily="2" charset="2"/>
              <a:buChar char="n"/>
              <a:tabLst>
                <a:tab pos="3851275" algn="l"/>
              </a:tabLst>
              <a:defRPr/>
            </a:pPr>
            <a:r>
              <a:rPr lang="zh-CN" altLang="en-US" sz="3200" dirty="0">
                <a:solidFill>
                  <a:schemeClr val="bg2"/>
                </a:solidFill>
                <a:effectLst>
                  <a:outerShdw blurRad="38100" dist="38100" dir="2700000" algn="tl">
                    <a:srgbClr val="000000"/>
                  </a:outerShdw>
                </a:effectLst>
                <a:ea typeface="楷体" panose="02010609060101010101" pitchFamily="49" charset="-122"/>
              </a:rPr>
              <a:t>没有到达上限：分配新的页面；</a:t>
            </a:r>
            <a:endParaRPr lang="en-US" altLang="zh-CN" sz="3200" dirty="0">
              <a:solidFill>
                <a:schemeClr val="bg2"/>
              </a:solidFill>
              <a:effectLst>
                <a:outerShdw blurRad="38100" dist="38100" dir="2700000" algn="tl">
                  <a:srgbClr val="000000"/>
                </a:outerShdw>
              </a:effectLst>
              <a:ea typeface="楷体" panose="02010609060101010101" pitchFamily="49" charset="-122"/>
            </a:endParaRPr>
          </a:p>
          <a:p>
            <a:pPr marL="812800" lvl="3" indent="-355600" defTabSz="355600">
              <a:spcBef>
                <a:spcPts val="0"/>
              </a:spcBef>
              <a:buClr>
                <a:schemeClr val="bg2"/>
              </a:buClr>
              <a:buSzPct val="70000"/>
              <a:buFont typeface="Wingdings" panose="05000000000000000000" pitchFamily="2" charset="2"/>
              <a:buChar char="n"/>
              <a:tabLst>
                <a:tab pos="3851275" algn="l"/>
              </a:tabLst>
              <a:defRPr/>
            </a:pPr>
            <a:r>
              <a:rPr lang="zh-CN" altLang="en-US" sz="3200" dirty="0">
                <a:solidFill>
                  <a:schemeClr val="bg2"/>
                </a:solidFill>
                <a:effectLst>
                  <a:outerShdw blurRad="38100" dist="38100" dir="2700000" algn="tl">
                    <a:srgbClr val="000000"/>
                  </a:outerShdw>
                </a:effectLst>
                <a:ea typeface="楷体" panose="02010609060101010101" pitchFamily="49" charset="-122"/>
              </a:rPr>
              <a:t>达到上限：不分，在进程内部进行置换</a:t>
            </a:r>
            <a:endParaRPr lang="en-US" altLang="zh-CN" sz="3200" dirty="0">
              <a:solidFill>
                <a:schemeClr val="bg2"/>
              </a:solidFill>
              <a:effectLst>
                <a:outerShdw blurRad="38100" dist="38100" dir="2700000" algn="tl">
                  <a:srgbClr val="000000"/>
                </a:outerShdw>
              </a:effectLst>
              <a:ea typeface="楷体" panose="02010609060101010101" pitchFamily="49" charset="-122"/>
            </a:endParaRPr>
          </a:p>
          <a:p>
            <a:pPr marL="355600" lvl="2" indent="-355600" defTabSz="355600">
              <a:spcBef>
                <a:spcPts val="0"/>
              </a:spcBef>
              <a:buClr>
                <a:schemeClr val="bg1"/>
              </a:buClr>
              <a:buSzPct val="80000"/>
              <a:buFont typeface="Wingdings" panose="05000000000000000000" pitchFamily="2" charset="2"/>
              <a:buChar char="n"/>
              <a:tabLst>
                <a:tab pos="3851275" algn="l"/>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整个系统的空闲内存下降到某个阈值</a:t>
            </a:r>
            <a:endParaRPr lang="en-US" altLang="zh-CN" sz="3600" dirty="0">
              <a:solidFill>
                <a:schemeClr val="bg1"/>
              </a:solidFill>
              <a:effectLst>
                <a:outerShdw blurRad="38100" dist="38100" dir="2700000" algn="tl">
                  <a:srgbClr val="000000"/>
                </a:outerShdw>
              </a:effectLst>
              <a:latin typeface="+mj-lt"/>
              <a:ea typeface="楷体" panose="02010609060101010101" pitchFamily="49" charset="-122"/>
            </a:endParaRPr>
          </a:p>
          <a:p>
            <a:pPr marL="812800" lvl="3" indent="-355600" defTabSz="355600">
              <a:spcBef>
                <a:spcPts val="0"/>
              </a:spcBef>
              <a:buClr>
                <a:schemeClr val="bg2"/>
              </a:buClr>
              <a:buSzPct val="70000"/>
              <a:buFont typeface="Wingdings" panose="05000000000000000000" pitchFamily="2" charset="2"/>
              <a:buChar char="n"/>
              <a:tabLst>
                <a:tab pos="3851275" algn="l"/>
              </a:tabLst>
              <a:defRPr/>
            </a:pPr>
            <a:r>
              <a:rPr lang="zh-CN" altLang="en-US" sz="3200" dirty="0">
                <a:solidFill>
                  <a:schemeClr val="bg2"/>
                </a:solidFill>
                <a:effectLst>
                  <a:outerShdw blurRad="38100" dist="38100" dir="2700000" algn="tl">
                    <a:srgbClr val="000000"/>
                  </a:outerShdw>
                </a:effectLst>
                <a:ea typeface="楷体" panose="02010609060101010101" pitchFamily="49" charset="-122"/>
              </a:rPr>
              <a:t>哪个进程当前工作集的数量高于</a:t>
            </a:r>
            <a:r>
              <a:rPr lang="en-US" altLang="zh-CN" sz="3200" dirty="0">
                <a:solidFill>
                  <a:schemeClr val="bg2"/>
                </a:solidFill>
                <a:effectLst>
                  <a:outerShdw blurRad="38100" dist="38100" dir="2700000" algn="tl">
                    <a:srgbClr val="000000"/>
                  </a:outerShdw>
                </a:effectLst>
                <a:ea typeface="楷体" panose="02010609060101010101" pitchFamily="49" charset="-122"/>
              </a:rPr>
              <a:t>minimum, </a:t>
            </a:r>
            <a:r>
              <a:rPr lang="zh-CN" altLang="en-US" sz="3200" dirty="0">
                <a:solidFill>
                  <a:schemeClr val="bg2"/>
                </a:solidFill>
                <a:effectLst>
                  <a:outerShdw blurRad="38100" dist="38100" dir="2700000" algn="tl">
                    <a:srgbClr val="000000"/>
                  </a:outerShdw>
                </a:effectLst>
                <a:ea typeface="楷体" panose="02010609060101010101" pitchFamily="49" charset="-122"/>
              </a:rPr>
              <a:t>把它的工作集减小到</a:t>
            </a:r>
            <a:r>
              <a:rPr lang="en-US" altLang="zh-CN" sz="3200" dirty="0">
                <a:solidFill>
                  <a:schemeClr val="bg2"/>
                </a:solidFill>
                <a:effectLst>
                  <a:outerShdw blurRad="38100" dist="38100" dir="2700000" algn="tl">
                    <a:srgbClr val="000000"/>
                  </a:outerShdw>
                </a:effectLst>
                <a:ea typeface="楷体" panose="02010609060101010101" pitchFamily="49" charset="-122"/>
              </a:rPr>
              <a:t>minimum</a:t>
            </a:r>
            <a:endParaRPr lang="zh-CN" altLang="en-US" dirty="0"/>
          </a:p>
        </p:txBody>
      </p:sp>
      <p:sp>
        <p:nvSpPr>
          <p:cNvPr id="5"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4213356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2034" name="Rectangle 2">
            <a:extLst>
              <a:ext uri="{FF2B5EF4-FFF2-40B4-BE49-F238E27FC236}">
                <a16:creationId xmlns:a16="http://schemas.microsoft.com/office/drawing/2014/main" id="{921ABAD4-48BA-469B-B19C-A87F91190B95}"/>
              </a:ext>
            </a:extLst>
          </p:cNvPr>
          <p:cNvSpPr>
            <a:spLocks noGrp="1" noChangeArrowheads="1"/>
          </p:cNvSpPr>
          <p:nvPr>
            <p:ph type="title"/>
          </p:nvPr>
        </p:nvSpPr>
        <p:spPr>
          <a:xfrm>
            <a:off x="685800" y="-79513"/>
            <a:ext cx="7772400" cy="731168"/>
          </a:xfrm>
        </p:spPr>
        <p:txBody>
          <a:bodyPr/>
          <a:lstStyle/>
          <a:p>
            <a:pPr marL="342900" lvl="1" indent="-342900" algn="ctr" eaLnBrk="1" hangingPunct="1">
              <a:lnSpc>
                <a:spcPct val="110000"/>
              </a:lnSpc>
              <a:buClr>
                <a:schemeClr val="tx2"/>
              </a:buClr>
              <a:buSzPct val="75000"/>
              <a:tabLst>
                <a:tab pos="622300" algn="l"/>
              </a:tabLst>
              <a:defRPr/>
            </a:pPr>
            <a:r>
              <a:rPr lang="en-US" altLang="zh-CN" b="1" kern="1200" dirty="0">
                <a:solidFill>
                  <a:srgbClr val="B2622C"/>
                </a:solidFill>
                <a:effectLst>
                  <a:outerShdw blurRad="38100" dist="38100" dir="2700000" algn="tl">
                    <a:srgbClr val="000000"/>
                  </a:outerShdw>
                </a:effectLst>
                <a:latin typeface="+mj-lt"/>
                <a:ea typeface="楷体_GB2312" pitchFamily="49" charset="-122"/>
                <a:cs typeface="+mj-cs"/>
              </a:rPr>
              <a:t>Windows</a:t>
            </a:r>
            <a:r>
              <a:rPr lang="zh-CN" altLang="en-US" b="1" kern="1200" dirty="0">
                <a:solidFill>
                  <a:srgbClr val="B2622C"/>
                </a:solidFill>
                <a:effectLst>
                  <a:outerShdw blurRad="38100" dist="38100" dir="2700000" algn="tl">
                    <a:srgbClr val="000000"/>
                  </a:outerShdw>
                </a:effectLst>
                <a:latin typeface="+mj-lt"/>
                <a:ea typeface="楷体_GB2312" pitchFamily="49" charset="-122"/>
                <a:cs typeface="+mj-cs"/>
              </a:rPr>
              <a:t>中的物理内存管理</a:t>
            </a:r>
          </a:p>
        </p:txBody>
      </p:sp>
      <p:sp>
        <p:nvSpPr>
          <p:cNvPr id="812096" name="Rectangle 64">
            <a:extLst>
              <a:ext uri="{FF2B5EF4-FFF2-40B4-BE49-F238E27FC236}">
                <a16:creationId xmlns:a16="http://schemas.microsoft.com/office/drawing/2014/main" id="{AE5C79E0-F6A8-4D60-98A8-699DEB308B34}"/>
              </a:ext>
            </a:extLst>
          </p:cNvPr>
          <p:cNvSpPr>
            <a:spLocks noGrp="1" noChangeArrowheads="1"/>
          </p:cNvSpPr>
          <p:nvPr>
            <p:ph type="body" idx="1"/>
          </p:nvPr>
        </p:nvSpPr>
        <p:spPr>
          <a:xfrm>
            <a:off x="179512" y="651655"/>
            <a:ext cx="8964488" cy="6404957"/>
          </a:xfrm>
          <a:noFill/>
          <a:ln/>
        </p:spPr>
        <p:txBody>
          <a:bodyPr/>
          <a:lstStyle/>
          <a:p>
            <a:pPr marL="355600" lvl="2" indent="-355600" defTabSz="355600">
              <a:spcBef>
                <a:spcPts val="0"/>
              </a:spcBef>
              <a:buClr>
                <a:schemeClr val="bg1"/>
              </a:buClr>
              <a:buSzPct val="80000"/>
              <a:buFont typeface="Wingdings" panose="05000000000000000000" pitchFamily="2" charset="2"/>
              <a:buChar char="n"/>
              <a:tabLst>
                <a:tab pos="3851275" algn="l"/>
              </a:tabLst>
              <a:defRPr/>
            </a:pPr>
            <a:r>
              <a:rPr lang="zh-CN" altLang="en-US" sz="3600" b="1" kern="1200" dirty="0">
                <a:solidFill>
                  <a:schemeClr val="bg1"/>
                </a:solidFill>
                <a:latin typeface="+mj-lt"/>
                <a:ea typeface="楷体" panose="02010609060101010101" pitchFamily="49" charset="-122"/>
                <a:cs typeface="+mn-cs"/>
              </a:rPr>
              <a:t>物理页面的状态集合</a:t>
            </a:r>
          </a:p>
          <a:p>
            <a:pPr marL="812800" lvl="3" indent="-355600" defTabSz="355600">
              <a:spcBef>
                <a:spcPts val="0"/>
              </a:spcBef>
              <a:buClr>
                <a:schemeClr val="bg2"/>
              </a:buClr>
              <a:buSzPct val="70000"/>
              <a:buFont typeface="Wingdings" panose="05000000000000000000" pitchFamily="2" charset="2"/>
              <a:buChar char="n"/>
              <a:tabLst>
                <a:tab pos="3851275" algn="l"/>
              </a:tabLst>
              <a:defRPr/>
            </a:pPr>
            <a:r>
              <a:rPr lang="zh-CN" altLang="en-US" sz="3200" b="1" kern="1200" dirty="0">
                <a:solidFill>
                  <a:schemeClr val="bg2"/>
                </a:solidFill>
                <a:latin typeface="Times New Roman" panose="02020603050405020304" pitchFamily="18" charset="0"/>
                <a:ea typeface="楷体" panose="02010609060101010101" pitchFamily="49" charset="-122"/>
                <a:cs typeface="+mn-cs"/>
              </a:rPr>
              <a:t>活动：在工作集中</a:t>
            </a:r>
          </a:p>
          <a:p>
            <a:pPr marL="812800" lvl="3" indent="-355600" defTabSz="355600">
              <a:spcBef>
                <a:spcPts val="0"/>
              </a:spcBef>
              <a:buClr>
                <a:schemeClr val="bg2"/>
              </a:buClr>
              <a:buSzPct val="70000"/>
              <a:buFont typeface="Wingdings" panose="05000000000000000000" pitchFamily="2" charset="2"/>
              <a:buChar char="n"/>
              <a:tabLst>
                <a:tab pos="3851275" algn="l"/>
              </a:tabLst>
              <a:defRPr/>
            </a:pPr>
            <a:r>
              <a:rPr lang="zh-CN" altLang="en-US" sz="3200" b="1" kern="1200" dirty="0">
                <a:solidFill>
                  <a:schemeClr val="bg2"/>
                </a:solidFill>
                <a:latin typeface="Times New Roman" panose="02020603050405020304" pitchFamily="18" charset="0"/>
                <a:ea typeface="楷体" panose="02010609060101010101" pitchFamily="49" charset="-122"/>
                <a:cs typeface="+mn-cs"/>
              </a:rPr>
              <a:t>后备：不在工作集中，内容未改变，可恢复至工作集，也可直接分配给其它线程</a:t>
            </a:r>
          </a:p>
          <a:p>
            <a:pPr marL="812800" lvl="3" indent="-355600" defTabSz="355600">
              <a:spcBef>
                <a:spcPts val="0"/>
              </a:spcBef>
              <a:buClr>
                <a:schemeClr val="bg2"/>
              </a:buClr>
              <a:buSzPct val="70000"/>
              <a:buFont typeface="Wingdings" panose="05000000000000000000" pitchFamily="2" charset="2"/>
              <a:buChar char="n"/>
              <a:tabLst>
                <a:tab pos="3851275" algn="l"/>
              </a:tabLst>
              <a:defRPr/>
            </a:pPr>
            <a:r>
              <a:rPr lang="zh-CN" altLang="en-US" sz="3200" b="1" kern="1200" dirty="0">
                <a:solidFill>
                  <a:schemeClr val="bg2"/>
                </a:solidFill>
                <a:latin typeface="Times New Roman" panose="02020603050405020304" pitchFamily="18" charset="0"/>
                <a:ea typeface="楷体" panose="02010609060101010101" pitchFamily="49" charset="-122"/>
                <a:cs typeface="+mn-cs"/>
              </a:rPr>
              <a:t>修改：不在工作集中，已改变，可恢复至工作集中，如分配给其它线程则需首先将其写回磁盘</a:t>
            </a:r>
          </a:p>
          <a:p>
            <a:pPr marL="812800" lvl="3" indent="-355600" defTabSz="355600">
              <a:spcBef>
                <a:spcPts val="0"/>
              </a:spcBef>
              <a:buClr>
                <a:schemeClr val="bg2"/>
              </a:buClr>
              <a:buSzPct val="70000"/>
              <a:buFont typeface="Wingdings" panose="05000000000000000000" pitchFamily="2" charset="2"/>
              <a:buChar char="n"/>
              <a:tabLst>
                <a:tab pos="3851275" algn="l"/>
              </a:tabLst>
              <a:defRPr/>
            </a:pPr>
            <a:r>
              <a:rPr lang="zh-CN" altLang="en-US" sz="3200" b="1" kern="1200" dirty="0">
                <a:solidFill>
                  <a:schemeClr val="bg2"/>
                </a:solidFill>
                <a:latin typeface="Times New Roman" panose="02020603050405020304" pitchFamily="18" charset="0"/>
                <a:ea typeface="楷体" panose="02010609060101010101" pitchFamily="49" charset="-122"/>
                <a:cs typeface="+mn-cs"/>
              </a:rPr>
              <a:t>空闲：该页内容不再需要，可直接覆盖</a:t>
            </a:r>
          </a:p>
          <a:p>
            <a:pPr marL="812800" lvl="3" indent="-355600" defTabSz="355600">
              <a:spcBef>
                <a:spcPts val="0"/>
              </a:spcBef>
              <a:buClr>
                <a:schemeClr val="bg2"/>
              </a:buClr>
              <a:buSzPct val="70000"/>
              <a:buFont typeface="Wingdings" panose="05000000000000000000" pitchFamily="2" charset="2"/>
              <a:buChar char="n"/>
              <a:tabLst>
                <a:tab pos="3851275" algn="l"/>
              </a:tabLst>
              <a:defRPr/>
            </a:pPr>
            <a:r>
              <a:rPr lang="zh-CN" altLang="en-US" sz="3200" b="1" kern="1200" dirty="0">
                <a:solidFill>
                  <a:schemeClr val="bg2"/>
                </a:solidFill>
                <a:latin typeface="Times New Roman" panose="02020603050405020304" pitchFamily="18" charset="0"/>
                <a:ea typeface="楷体" panose="02010609060101010101" pitchFamily="49" charset="-122"/>
                <a:cs typeface="+mn-cs"/>
              </a:rPr>
              <a:t>修改不写入、零初始化、坏、</a:t>
            </a:r>
            <a:r>
              <a:rPr lang="zh-CN" altLang="en-US" sz="3200" b="1" kern="1200" dirty="0">
                <a:solidFill>
                  <a:schemeClr val="bg2"/>
                </a:solidFill>
                <a:latin typeface="Times New Roman" panose="02020603050405020304" pitchFamily="18" charset="0"/>
                <a:ea typeface="楷体" panose="02010609060101010101" pitchFamily="49" charset="-122"/>
              </a:rPr>
              <a:t>过渡</a:t>
            </a:r>
          </a:p>
          <a:p>
            <a:pPr marL="355600" lvl="2" indent="-355600" defTabSz="355600">
              <a:spcBef>
                <a:spcPts val="0"/>
              </a:spcBef>
              <a:buClr>
                <a:schemeClr val="bg1"/>
              </a:buClr>
              <a:buSzPct val="80000"/>
              <a:buFont typeface="Wingdings" panose="05000000000000000000" pitchFamily="2" charset="2"/>
              <a:buChar char="n"/>
              <a:tabLst>
                <a:tab pos="3851275" algn="l"/>
              </a:tabLst>
              <a:defRPr/>
            </a:pPr>
            <a:r>
              <a:rPr lang="zh-CN" altLang="en-US" sz="3600" b="1" kern="1200" dirty="0">
                <a:solidFill>
                  <a:schemeClr val="bg1"/>
                </a:solidFill>
                <a:latin typeface="+mj-lt"/>
                <a:ea typeface="楷体" panose="02010609060101010101" pitchFamily="49" charset="-122"/>
                <a:cs typeface="+mn-cs"/>
              </a:rPr>
              <a:t>物理内存的分配回收</a:t>
            </a:r>
            <a:endParaRPr lang="en-US" altLang="zh-CN" sz="3600" b="1" kern="1200" dirty="0">
              <a:solidFill>
                <a:schemeClr val="bg1"/>
              </a:solidFill>
              <a:latin typeface="+mj-lt"/>
              <a:ea typeface="楷体" panose="02010609060101010101" pitchFamily="49" charset="-122"/>
              <a:cs typeface="+mn-cs"/>
            </a:endParaRPr>
          </a:p>
          <a:p>
            <a:pPr marL="812800" lvl="3" indent="-355600" defTabSz="355600">
              <a:spcBef>
                <a:spcPts val="0"/>
              </a:spcBef>
              <a:buClr>
                <a:schemeClr val="bg2"/>
              </a:buClr>
              <a:buSzPct val="70000"/>
              <a:buFont typeface="Wingdings" panose="05000000000000000000" pitchFamily="2" charset="2"/>
              <a:buChar char="n"/>
              <a:tabLst>
                <a:tab pos="3851275" algn="l"/>
              </a:tabLst>
              <a:defRPr/>
            </a:pPr>
            <a:r>
              <a:rPr lang="en-US" altLang="zh-CN" sz="3200" b="1" kern="1200" dirty="0">
                <a:solidFill>
                  <a:schemeClr val="bg2"/>
                </a:solidFill>
                <a:latin typeface="Times New Roman" panose="02020603050405020304" pitchFamily="18" charset="0"/>
                <a:ea typeface="楷体" panose="02010609060101010101" pitchFamily="49" charset="-122"/>
                <a:cs typeface="+mn-cs"/>
              </a:rPr>
              <a:t>Windows</a:t>
            </a:r>
            <a:r>
              <a:rPr lang="zh-CN" altLang="en-US" sz="3200" b="1" kern="1200" dirty="0">
                <a:solidFill>
                  <a:schemeClr val="bg2"/>
                </a:solidFill>
                <a:latin typeface="Times New Roman" panose="02020603050405020304" pitchFamily="18" charset="0"/>
                <a:ea typeface="楷体" panose="02010609060101010101" pitchFamily="49" charset="-122"/>
                <a:cs typeface="+mn-cs"/>
              </a:rPr>
              <a:t>维护各种状态的链表，用于实现快速的物理内存分配</a:t>
            </a:r>
          </a:p>
        </p:txBody>
      </p:sp>
      <p:sp>
        <p:nvSpPr>
          <p:cNvPr id="6"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39488401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a:extLst>
              <a:ext uri="{FF2B5EF4-FFF2-40B4-BE49-F238E27FC236}">
                <a16:creationId xmlns:a16="http://schemas.microsoft.com/office/drawing/2014/main" id="{D11907DE-363B-43E3-A44F-23F675B4547A}"/>
              </a:ext>
            </a:extLst>
          </p:cNvPr>
          <p:cNvSpPr txBox="1">
            <a:spLocks noChangeArrowheads="1"/>
          </p:cNvSpPr>
          <p:nvPr/>
        </p:nvSpPr>
        <p:spPr bwMode="auto">
          <a:xfrm>
            <a:off x="1320297" y="0"/>
            <a:ext cx="6384375"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lvl="1" eaLnBrk="1" hangingPunct="1">
              <a:spcBef>
                <a:spcPct val="0"/>
              </a:spcBef>
              <a:buClrTx/>
              <a:buSzTx/>
              <a:buFontTx/>
              <a:buNone/>
              <a:defRPr/>
            </a:pPr>
            <a:r>
              <a:rPr lang="en-US" altLang="zh-CN" sz="4400" dirty="0">
                <a:solidFill>
                  <a:srgbClr val="B2622C"/>
                </a:solidFill>
                <a:effectLst>
                  <a:outerShdw blurRad="38100" dist="38100" dir="2700000" algn="tl">
                    <a:srgbClr val="000000"/>
                  </a:outerShdw>
                </a:effectLst>
                <a:latin typeface="+mj-lt"/>
                <a:ea typeface="楷体_GB2312" pitchFamily="49" charset="-122"/>
                <a:cs typeface="+mj-cs"/>
              </a:rPr>
              <a:t>8.7.2  Linux</a:t>
            </a:r>
            <a:r>
              <a:rPr lang="zh-CN" altLang="en-US" sz="4400" dirty="0">
                <a:solidFill>
                  <a:srgbClr val="B2622C"/>
                </a:solidFill>
                <a:effectLst>
                  <a:outerShdw blurRad="38100" dist="38100" dir="2700000" algn="tl">
                    <a:srgbClr val="000000"/>
                  </a:outerShdw>
                </a:effectLst>
                <a:latin typeface="+mj-lt"/>
                <a:ea typeface="楷体_GB2312" pitchFamily="49" charset="-122"/>
                <a:cs typeface="+mj-cs"/>
              </a:rPr>
              <a:t>系统</a:t>
            </a:r>
            <a:r>
              <a:rPr lang="zh-CN" altLang="en-US" sz="4400" dirty="0">
                <a:solidFill>
                  <a:srgbClr val="B2622C"/>
                </a:solidFill>
                <a:effectLst>
                  <a:outerShdw blurRad="38100" dist="38100" dir="2700000" algn="tl">
                    <a:srgbClr val="000000"/>
                  </a:outerShdw>
                </a:effectLst>
                <a:ea typeface="楷体_GB2312" pitchFamily="49" charset="-122"/>
              </a:rPr>
              <a:t>内存管理</a:t>
            </a:r>
            <a:endParaRPr lang="zh-CN" altLang="en-US" sz="4400" dirty="0">
              <a:solidFill>
                <a:srgbClr val="B2622C"/>
              </a:solidFill>
              <a:effectLst>
                <a:outerShdw blurRad="38100" dist="38100" dir="2700000" algn="tl">
                  <a:srgbClr val="000000"/>
                </a:outerShdw>
              </a:effectLst>
              <a:latin typeface="+mj-lt"/>
              <a:ea typeface="楷体_GB2312" pitchFamily="49" charset="-122"/>
              <a:cs typeface="+mj-cs"/>
            </a:endParaRPr>
          </a:p>
        </p:txBody>
      </p:sp>
      <p:sp>
        <p:nvSpPr>
          <p:cNvPr id="9" name="矩形 4">
            <a:hlinkClick r:id="rId3" action="ppaction://hlinksldjump"/>
            <a:extLst>
              <a:ext uri="{FF2B5EF4-FFF2-40B4-BE49-F238E27FC236}">
                <a16:creationId xmlns:a16="http://schemas.microsoft.com/office/drawing/2014/main" id="{5FE962F3-015A-46DE-80F8-21026AC04415}"/>
              </a:ext>
            </a:extLst>
          </p:cNvPr>
          <p:cNvSpPr>
            <a:spLocks noChangeArrowheads="1"/>
          </p:cNvSpPr>
          <p:nvPr/>
        </p:nvSpPr>
        <p:spPr bwMode="auto">
          <a:xfrm>
            <a:off x="2555776" y="2357649"/>
            <a:ext cx="326243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77850" indent="-577850">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lvl="1" indent="-342900">
              <a:buClr>
                <a:srgbClr val="FFCC66"/>
              </a:buClr>
              <a:buSzPct val="90000"/>
              <a:buNone/>
              <a:defRPr/>
            </a:pPr>
            <a:r>
              <a:rPr lang="zh-CN" altLang="en-US" sz="4000" dirty="0">
                <a:solidFill>
                  <a:srgbClr val="B2622C"/>
                </a:solidFill>
                <a:effectLst>
                  <a:outerShdw blurRad="38100" dist="38100" dir="2700000" algn="tl">
                    <a:srgbClr val="000000"/>
                  </a:outerShdw>
                </a:effectLst>
                <a:latin typeface="+mj-lt"/>
                <a:ea typeface="楷体_GB2312" pitchFamily="49" charset="-122"/>
                <a:cs typeface="+mj-cs"/>
              </a:rPr>
              <a:t>内存管理器</a:t>
            </a:r>
          </a:p>
        </p:txBody>
      </p:sp>
      <p:sp>
        <p:nvSpPr>
          <p:cNvPr id="11" name="矩形 6">
            <a:hlinkClick r:id="rId4" action="ppaction://hlinksldjump"/>
            <a:extLst>
              <a:ext uri="{FF2B5EF4-FFF2-40B4-BE49-F238E27FC236}">
                <a16:creationId xmlns:a16="http://schemas.microsoft.com/office/drawing/2014/main" id="{A911A8AD-32A5-4C14-A405-13F566BA04E4}"/>
              </a:ext>
            </a:extLst>
          </p:cNvPr>
          <p:cNvSpPr>
            <a:spLocks noChangeArrowheads="1"/>
          </p:cNvSpPr>
          <p:nvPr/>
        </p:nvSpPr>
        <p:spPr bwMode="auto">
          <a:xfrm>
            <a:off x="2555776" y="3374530"/>
            <a:ext cx="223651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77850" indent="-577850">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lvl="1" indent="-342900" algn="ctr">
              <a:buClr>
                <a:srgbClr val="FFCC66"/>
              </a:buClr>
              <a:buSzPct val="90000"/>
              <a:buNone/>
              <a:defRPr/>
            </a:pPr>
            <a:r>
              <a:rPr lang="zh-CN" altLang="en-US" sz="4000" dirty="0">
                <a:solidFill>
                  <a:srgbClr val="B2622C"/>
                </a:solidFill>
                <a:effectLst>
                  <a:outerShdw blurRad="38100" dist="38100" dir="2700000" algn="tl">
                    <a:srgbClr val="000000"/>
                  </a:outerShdw>
                </a:effectLst>
                <a:latin typeface="+mj-lt"/>
                <a:ea typeface="楷体_GB2312" pitchFamily="49" charset="-122"/>
                <a:cs typeface="+mj-cs"/>
              </a:rPr>
              <a:t>页面置换</a:t>
            </a:r>
            <a:endParaRPr lang="en-US" altLang="zh-CN" sz="4000" dirty="0">
              <a:solidFill>
                <a:srgbClr val="B2622C"/>
              </a:solidFill>
              <a:effectLst>
                <a:outerShdw blurRad="38100" dist="38100" dir="2700000" algn="tl">
                  <a:srgbClr val="000000"/>
                </a:outerShdw>
              </a:effectLst>
              <a:latin typeface="+mj-lt"/>
              <a:ea typeface="楷体_GB2312" pitchFamily="49" charset="-122"/>
              <a:cs typeface="+mj-cs"/>
            </a:endParaRPr>
          </a:p>
        </p:txBody>
      </p:sp>
      <p:sp>
        <p:nvSpPr>
          <p:cNvPr id="12" name="矩形 11">
            <a:hlinkClick r:id="rId5" action="ppaction://hlinksldjump"/>
            <a:extLst>
              <a:ext uri="{FF2B5EF4-FFF2-40B4-BE49-F238E27FC236}">
                <a16:creationId xmlns:a16="http://schemas.microsoft.com/office/drawing/2014/main" id="{01AB7858-5140-43EE-820C-AB1846865823}"/>
              </a:ext>
            </a:extLst>
          </p:cNvPr>
          <p:cNvSpPr/>
          <p:nvPr/>
        </p:nvSpPr>
        <p:spPr>
          <a:xfrm>
            <a:off x="2555776" y="1340768"/>
            <a:ext cx="5844870" cy="707886"/>
          </a:xfrm>
          <a:prstGeom prst="rect">
            <a:avLst/>
          </a:prstGeom>
        </p:spPr>
        <p:txBody>
          <a:bodyPr wrap="none">
            <a:spAutoFit/>
          </a:bodyPr>
          <a:lstStyle/>
          <a:p>
            <a:pPr marL="342900" indent="-342900" algn="ctr">
              <a:spcBef>
                <a:spcPct val="20000"/>
              </a:spcBef>
              <a:buClr>
                <a:srgbClr val="FFCC66"/>
              </a:buClr>
              <a:buSzPct val="90000"/>
              <a:defRPr/>
            </a:pPr>
            <a:r>
              <a:rPr lang="zh-CN" altLang="en-US" sz="4000" dirty="0">
                <a:solidFill>
                  <a:srgbClr val="B2622C"/>
                </a:solidFill>
                <a:effectLst>
                  <a:outerShdw blurRad="38100" dist="38100" dir="2700000" algn="tl">
                    <a:srgbClr val="000000"/>
                  </a:outerShdw>
                </a:effectLst>
                <a:latin typeface="+mj-lt"/>
                <a:ea typeface="楷体_GB2312" pitchFamily="49" charset="-122"/>
                <a:cs typeface="+mj-cs"/>
              </a:rPr>
              <a:t>逻辑</a:t>
            </a:r>
            <a:r>
              <a:rPr lang="zh-CN" altLang="en-US" sz="4000" dirty="0" smtClean="0">
                <a:solidFill>
                  <a:srgbClr val="B2622C"/>
                </a:solidFill>
                <a:effectLst>
                  <a:outerShdw blurRad="38100" dist="38100" dir="2700000" algn="tl">
                    <a:srgbClr val="000000"/>
                  </a:outerShdw>
                </a:effectLst>
                <a:latin typeface="+mj-lt"/>
                <a:ea typeface="楷体_GB2312" pitchFamily="49" charset="-122"/>
                <a:cs typeface="+mj-cs"/>
              </a:rPr>
              <a:t>地址空间和分页机制</a:t>
            </a:r>
            <a:endParaRPr lang="zh-CN" altLang="en-US" sz="4000" dirty="0">
              <a:solidFill>
                <a:srgbClr val="B2622C"/>
              </a:solidFill>
              <a:effectLst>
                <a:outerShdw blurRad="38100" dist="38100" dir="2700000" algn="tl">
                  <a:srgbClr val="000000"/>
                </a:outerShdw>
              </a:effectLst>
              <a:latin typeface="+mj-lt"/>
              <a:ea typeface="楷体_GB2312" pitchFamily="49" charset="-122"/>
              <a:cs typeface="+mj-cs"/>
            </a:endParaRPr>
          </a:p>
        </p:txBody>
      </p:sp>
      <p:sp>
        <p:nvSpPr>
          <p:cNvPr id="10" name="矩形 6">
            <a:hlinkClick r:id="" action="ppaction://noaction"/>
            <a:extLst>
              <a:ext uri="{FF2B5EF4-FFF2-40B4-BE49-F238E27FC236}">
                <a16:creationId xmlns:a16="http://schemas.microsoft.com/office/drawing/2014/main" id="{7F3F2629-30FA-421B-A917-F73257518C46}"/>
              </a:ext>
            </a:extLst>
          </p:cNvPr>
          <p:cNvSpPr>
            <a:spLocks noChangeArrowheads="1"/>
          </p:cNvSpPr>
          <p:nvPr/>
        </p:nvSpPr>
        <p:spPr bwMode="auto">
          <a:xfrm>
            <a:off x="2556024" y="4224234"/>
            <a:ext cx="223651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77850" indent="-577850">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lvl="1" indent="-342900">
              <a:buClr>
                <a:srgbClr val="FFCC66"/>
              </a:buClr>
              <a:buSzPct val="90000"/>
              <a:buNone/>
              <a:defRPr/>
            </a:pPr>
            <a:r>
              <a:rPr lang="zh-CN" altLang="en-US" sz="4000" dirty="0">
                <a:solidFill>
                  <a:srgbClr val="B2622C"/>
                </a:solidFill>
                <a:effectLst>
                  <a:outerShdw blurRad="38100" dist="38100" dir="2700000" algn="tl">
                    <a:srgbClr val="000000"/>
                  </a:outerShdw>
                </a:effectLst>
                <a:latin typeface="+mj-lt"/>
                <a:ea typeface="楷体_GB2312" pitchFamily="49" charset="-122"/>
                <a:cs typeface="+mj-cs"/>
              </a:rPr>
              <a:t>缓  存</a:t>
            </a:r>
            <a:endParaRPr lang="en-US" altLang="zh-CN" sz="4000" dirty="0">
              <a:solidFill>
                <a:srgbClr val="B2622C"/>
              </a:solidFill>
              <a:effectLst>
                <a:outerShdw blurRad="38100" dist="38100" dir="2700000" algn="tl">
                  <a:srgbClr val="000000"/>
                </a:outerShdw>
              </a:effectLst>
              <a:latin typeface="+mj-lt"/>
              <a:ea typeface="楷体_GB2312" pitchFamily="49" charset="-122"/>
              <a:cs typeface="+mj-cs"/>
            </a:endParaRPr>
          </a:p>
        </p:txBody>
      </p:sp>
      <p:sp>
        <p:nvSpPr>
          <p:cNvPr id="13" name="AutoShape 7">
            <a:hlinkClick r:id="rId6" action="ppaction://hlinksldjump" highlightClick="1"/>
            <a:extLst>
              <a:ext uri="{FF2B5EF4-FFF2-40B4-BE49-F238E27FC236}">
                <a16:creationId xmlns:a16="http://schemas.microsoft.com/office/drawing/2014/main" id="{C6EA639A-5EE7-4D1D-AA75-4B9CAB274E9D}"/>
              </a:ext>
            </a:extLst>
          </p:cNvPr>
          <p:cNvSpPr>
            <a:spLocks noChangeArrowheads="1"/>
          </p:cNvSpPr>
          <p:nvPr/>
        </p:nvSpPr>
        <p:spPr bwMode="auto">
          <a:xfrm>
            <a:off x="8763000" y="6477000"/>
            <a:ext cx="381000" cy="381000"/>
          </a:xfrm>
          <a:prstGeom prst="actionButtonHome">
            <a:avLst/>
          </a:prstGeom>
          <a:solidFill>
            <a:schemeClr val="tx1">
              <a:lumMod val="85000"/>
            </a:schemeClr>
          </a:solidFill>
          <a:ln w="12700" cap="sq">
            <a:noFill/>
            <a:miter lim="800000"/>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870249678"/>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8792" y="4279003"/>
            <a:ext cx="9144000" cy="2185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8925" indent="-288925">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55600" lvl="2" indent="-355600" defTabSz="355600">
              <a:spcBef>
                <a:spcPts val="0"/>
              </a:spcBef>
              <a:buClr>
                <a:schemeClr val="bg1"/>
              </a:buClr>
              <a:buSzPct val="80000"/>
              <a:buFont typeface="Wingdings" panose="05000000000000000000" pitchFamily="2" charset="2"/>
              <a:buChar char="n"/>
              <a:tabLst>
                <a:tab pos="3851275" algn="l"/>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进程空间</a:t>
            </a:r>
            <a:r>
              <a:rPr lang="en-US" altLang="zh-CN" sz="3600" dirty="0">
                <a:solidFill>
                  <a:schemeClr val="bg1"/>
                </a:solidFill>
                <a:effectLst>
                  <a:outerShdw blurRad="38100" dist="38100" dir="2700000" algn="tl">
                    <a:srgbClr val="000000"/>
                  </a:outerShdw>
                </a:effectLst>
                <a:latin typeface="+mj-lt"/>
                <a:ea typeface="楷体" panose="02010609060101010101" pitchFamily="49" charset="-122"/>
              </a:rPr>
              <a:t>(</a:t>
            </a: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用户空间</a:t>
            </a:r>
            <a:r>
              <a:rPr lang="en-US" altLang="zh-CN" sz="3600" dirty="0">
                <a:solidFill>
                  <a:schemeClr val="bg1"/>
                </a:solidFill>
                <a:effectLst>
                  <a:outerShdw blurRad="38100" dist="38100" dir="2700000" algn="tl">
                    <a:srgbClr val="000000"/>
                  </a:outerShdw>
                </a:effectLst>
                <a:latin typeface="+mj-lt"/>
                <a:ea typeface="楷体" panose="02010609060101010101" pitchFamily="49" charset="-122"/>
              </a:rPr>
              <a:t>)</a:t>
            </a: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a:t>
            </a:r>
            <a:r>
              <a:rPr lang="en-US" altLang="zh-CN" sz="3600" dirty="0">
                <a:solidFill>
                  <a:schemeClr val="bg1"/>
                </a:solidFill>
                <a:effectLst>
                  <a:outerShdw blurRad="38100" dist="38100" dir="2700000" algn="tl">
                    <a:srgbClr val="000000"/>
                  </a:outerShdw>
                </a:effectLst>
                <a:latin typeface="+mj-lt"/>
                <a:ea typeface="楷体" panose="02010609060101010101" pitchFamily="49" charset="-122"/>
              </a:rPr>
              <a:t>0 - 3GB-1</a:t>
            </a:r>
          </a:p>
          <a:p>
            <a:pPr marL="812800" lvl="3" indent="-355600" defTabSz="355600">
              <a:spcBef>
                <a:spcPts val="0"/>
              </a:spcBef>
              <a:buSzPct val="80000"/>
              <a:buFont typeface="Wingdings" panose="05000000000000000000" pitchFamily="2" charset="2"/>
              <a:buChar char="n"/>
              <a:tabLst>
                <a:tab pos="3851275" algn="l"/>
              </a:tabLst>
              <a:defRPr/>
            </a:pPr>
            <a:r>
              <a:rPr lang="zh-CN" altLang="en-US" sz="3200" dirty="0">
                <a:solidFill>
                  <a:schemeClr val="bg2"/>
                </a:solidFill>
                <a:effectLst>
                  <a:outerShdw blurRad="38100" dist="38100" dir="2700000" algn="tl">
                    <a:srgbClr val="000000"/>
                  </a:outerShdw>
                </a:effectLst>
                <a:latin typeface="+mj-lt"/>
                <a:ea typeface="楷体" panose="02010609060101010101" pitchFamily="49" charset="-122"/>
              </a:rPr>
              <a:t>进程自身的代码和数据</a:t>
            </a:r>
          </a:p>
          <a:p>
            <a:pPr marL="355600" lvl="2" indent="-355600" defTabSz="355600">
              <a:spcBef>
                <a:spcPts val="0"/>
              </a:spcBef>
              <a:buClr>
                <a:schemeClr val="bg1"/>
              </a:buClr>
              <a:buSzPct val="80000"/>
              <a:buFont typeface="Wingdings" panose="05000000000000000000" pitchFamily="2" charset="2"/>
              <a:buChar char="n"/>
              <a:tabLst>
                <a:tab pos="3851275" algn="l"/>
              </a:tabLst>
              <a:defRPr/>
            </a:pP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系统空间</a:t>
            </a:r>
            <a:r>
              <a:rPr lang="en-US" altLang="zh-CN" sz="3600" dirty="0">
                <a:solidFill>
                  <a:schemeClr val="bg1"/>
                </a:solidFill>
                <a:effectLst>
                  <a:outerShdw blurRad="38100" dist="38100" dir="2700000" algn="tl">
                    <a:srgbClr val="000000"/>
                  </a:outerShdw>
                </a:effectLst>
                <a:latin typeface="+mj-lt"/>
                <a:ea typeface="楷体" panose="02010609060101010101" pitchFamily="49" charset="-122"/>
              </a:rPr>
              <a:t>(</a:t>
            </a: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内核空间</a:t>
            </a:r>
            <a:r>
              <a:rPr lang="en-US" altLang="zh-CN" sz="3600" dirty="0">
                <a:solidFill>
                  <a:schemeClr val="bg1"/>
                </a:solidFill>
                <a:effectLst>
                  <a:outerShdw blurRad="38100" dist="38100" dir="2700000" algn="tl">
                    <a:srgbClr val="000000"/>
                  </a:outerShdw>
                </a:effectLst>
                <a:latin typeface="+mj-lt"/>
                <a:ea typeface="楷体" panose="02010609060101010101" pitchFamily="49" charset="-122"/>
              </a:rPr>
              <a:t>)</a:t>
            </a: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a:t>
            </a:r>
            <a:r>
              <a:rPr lang="en-US" altLang="zh-CN" sz="3600" dirty="0">
                <a:solidFill>
                  <a:schemeClr val="bg1"/>
                </a:solidFill>
                <a:effectLst>
                  <a:outerShdw blurRad="38100" dist="38100" dir="2700000" algn="tl">
                    <a:srgbClr val="000000"/>
                  </a:outerShdw>
                </a:effectLst>
                <a:latin typeface="+mj-lt"/>
                <a:ea typeface="楷体" panose="02010609060101010101" pitchFamily="49" charset="-122"/>
              </a:rPr>
              <a:t>3 - 4GB-1</a:t>
            </a:r>
          </a:p>
          <a:p>
            <a:pPr marL="812800" lvl="3" indent="-355600" defTabSz="355600">
              <a:spcBef>
                <a:spcPts val="0"/>
              </a:spcBef>
              <a:buClr>
                <a:schemeClr val="bg1"/>
              </a:buClr>
              <a:buSzPct val="80000"/>
              <a:buFont typeface="Wingdings" panose="05000000000000000000" pitchFamily="2" charset="2"/>
              <a:buChar char="n"/>
              <a:tabLst>
                <a:tab pos="3851275" algn="l"/>
              </a:tabLst>
              <a:defRPr/>
            </a:pPr>
            <a:r>
              <a:rPr lang="zh-CN" altLang="en-US" sz="3200" dirty="0">
                <a:solidFill>
                  <a:schemeClr val="bg2"/>
                </a:solidFill>
                <a:effectLst>
                  <a:outerShdw blurRad="38100" dist="38100" dir="2700000" algn="tl">
                    <a:srgbClr val="000000"/>
                  </a:outerShdw>
                </a:effectLst>
                <a:latin typeface="+mj-lt"/>
                <a:ea typeface="楷体" panose="02010609060101010101" pitchFamily="49" charset="-122"/>
              </a:rPr>
              <a:t>由</a:t>
            </a:r>
            <a:r>
              <a:rPr lang="en-US" altLang="zh-CN" sz="3200" dirty="0">
                <a:solidFill>
                  <a:schemeClr val="bg2"/>
                </a:solidFill>
                <a:effectLst>
                  <a:outerShdw blurRad="38100" dist="38100" dir="2700000" algn="tl">
                    <a:srgbClr val="000000"/>
                  </a:outerShdw>
                </a:effectLst>
                <a:latin typeface="+mj-lt"/>
                <a:ea typeface="楷体" panose="02010609060101010101" pitchFamily="49" charset="-122"/>
              </a:rPr>
              <a:t>OS</a:t>
            </a:r>
            <a:r>
              <a:rPr lang="zh-CN" altLang="en-US" sz="3200" dirty="0">
                <a:solidFill>
                  <a:schemeClr val="bg2"/>
                </a:solidFill>
                <a:effectLst>
                  <a:outerShdw blurRad="38100" dist="38100" dir="2700000" algn="tl">
                    <a:srgbClr val="000000"/>
                  </a:outerShdw>
                </a:effectLst>
                <a:latin typeface="+mj-lt"/>
                <a:ea typeface="楷体" panose="02010609060101010101" pitchFamily="49" charset="-122"/>
              </a:rPr>
              <a:t>核心程序占据，存放</a:t>
            </a:r>
            <a:r>
              <a:rPr lang="en-US" altLang="zh-CN" sz="3200" dirty="0">
                <a:solidFill>
                  <a:schemeClr val="bg2"/>
                </a:solidFill>
                <a:effectLst>
                  <a:outerShdw blurRad="38100" dist="38100" dir="2700000" algn="tl">
                    <a:srgbClr val="000000"/>
                  </a:outerShdw>
                </a:effectLst>
                <a:latin typeface="+mj-lt"/>
                <a:ea typeface="楷体" panose="02010609060101010101" pitchFamily="49" charset="-122"/>
              </a:rPr>
              <a:t>OS</a:t>
            </a:r>
            <a:r>
              <a:rPr lang="zh-CN" altLang="en-US" sz="3200" dirty="0">
                <a:solidFill>
                  <a:schemeClr val="bg2"/>
                </a:solidFill>
                <a:effectLst>
                  <a:outerShdw blurRad="38100" dist="38100" dir="2700000" algn="tl">
                    <a:srgbClr val="000000"/>
                  </a:outerShdw>
                </a:effectLst>
                <a:latin typeface="+mj-lt"/>
                <a:ea typeface="楷体" panose="02010609060101010101" pitchFamily="49" charset="-122"/>
              </a:rPr>
              <a:t>的代码和数据。</a:t>
            </a:r>
          </a:p>
        </p:txBody>
      </p:sp>
      <p:grpSp>
        <p:nvGrpSpPr>
          <p:cNvPr id="13315" name="Group 3"/>
          <p:cNvGrpSpPr>
            <a:grpSpLocks/>
          </p:cNvGrpSpPr>
          <p:nvPr/>
        </p:nvGrpSpPr>
        <p:grpSpPr bwMode="auto">
          <a:xfrm>
            <a:off x="1475656" y="1470058"/>
            <a:ext cx="7010400" cy="2433638"/>
            <a:chOff x="686" y="450"/>
            <a:chExt cx="4416" cy="1533"/>
          </a:xfrm>
        </p:grpSpPr>
        <p:sp>
          <p:nvSpPr>
            <p:cNvPr id="8200" name="Rectangle 4"/>
            <p:cNvSpPr>
              <a:spLocks noChangeArrowheads="1"/>
            </p:cNvSpPr>
            <p:nvPr/>
          </p:nvSpPr>
          <p:spPr bwMode="auto">
            <a:xfrm>
              <a:off x="686" y="450"/>
              <a:ext cx="4398" cy="430"/>
            </a:xfrm>
            <a:prstGeom prst="rect">
              <a:avLst/>
            </a:prstGeom>
            <a:solidFill>
              <a:srgbClr val="FFC000"/>
            </a:solidFill>
            <a:ln w="9525">
              <a:noFill/>
              <a:miter lim="800000"/>
              <a:headEnd/>
              <a:tailEnd/>
            </a:ln>
          </p:spPr>
          <p:txBody>
            <a:bodyPr wrap="none" anchor="ctr"/>
            <a:lstStyle/>
            <a:p>
              <a:pPr algn="ctr" eaLnBrk="1" hangingPunct="1">
                <a:defRPr/>
              </a:pPr>
              <a:r>
                <a:rPr lang="zh-CN" altLang="en-US" sz="3200" b="1" dirty="0">
                  <a:solidFill>
                    <a:schemeClr val="bg2"/>
                  </a:solidFill>
                  <a:effectLst>
                    <a:outerShdw blurRad="38100" dist="38100" dir="2700000" algn="tl">
                      <a:srgbClr val="000000">
                        <a:alpha val="43137"/>
                      </a:srgbClr>
                    </a:outerShdw>
                  </a:effectLst>
                </a:rPr>
                <a:t>内 核 空 间 </a:t>
              </a:r>
              <a:r>
                <a:rPr lang="en-US" altLang="zh-CN" sz="3200" b="1" dirty="0">
                  <a:solidFill>
                    <a:schemeClr val="bg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1GB</a:t>
              </a:r>
            </a:p>
          </p:txBody>
        </p:sp>
        <p:sp>
          <p:nvSpPr>
            <p:cNvPr id="13320" name="Rectangle 5"/>
            <p:cNvSpPr>
              <a:spLocks noChangeArrowheads="1"/>
            </p:cNvSpPr>
            <p:nvPr/>
          </p:nvSpPr>
          <p:spPr bwMode="auto">
            <a:xfrm>
              <a:off x="704" y="1098"/>
              <a:ext cx="1033" cy="885"/>
            </a:xfrm>
            <a:prstGeom prst="rect">
              <a:avLst/>
            </a:prstGeom>
            <a:solidFill>
              <a:schemeClr val="bg1">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b="1" dirty="0">
                  <a:solidFill>
                    <a:schemeClr val="bg2"/>
                  </a:solidFill>
                </a:rPr>
                <a:t>进程</a:t>
              </a:r>
              <a:r>
                <a:rPr lang="en-US" altLang="zh-CN" b="1" dirty="0">
                  <a:solidFill>
                    <a:schemeClr val="bg2"/>
                  </a:solidFill>
                </a:rPr>
                <a:t>1</a:t>
              </a:r>
              <a:r>
                <a:rPr lang="zh-CN" altLang="en-US" b="1" dirty="0">
                  <a:solidFill>
                    <a:schemeClr val="bg2"/>
                  </a:solidFill>
                </a:rPr>
                <a:t>的</a:t>
              </a:r>
            </a:p>
            <a:p>
              <a:pPr algn="ctr" eaLnBrk="1" hangingPunct="1">
                <a:spcBef>
                  <a:spcPct val="0"/>
                </a:spcBef>
                <a:buClrTx/>
                <a:buSzTx/>
                <a:buFontTx/>
                <a:buNone/>
              </a:pPr>
              <a:r>
                <a:rPr lang="zh-CN" altLang="en-US" b="1" dirty="0">
                  <a:solidFill>
                    <a:schemeClr val="bg2"/>
                  </a:solidFill>
                </a:rPr>
                <a:t>用户空间</a:t>
              </a:r>
            </a:p>
            <a:p>
              <a:pPr algn="ctr" eaLnBrk="1" hangingPunct="1">
                <a:spcBef>
                  <a:spcPct val="0"/>
                </a:spcBef>
                <a:buClrTx/>
                <a:buSzTx/>
                <a:buFontTx/>
                <a:buNone/>
              </a:pPr>
              <a:r>
                <a:rPr lang="en-US" altLang="zh-CN" b="1" dirty="0">
                  <a:solidFill>
                    <a:schemeClr val="bg2"/>
                  </a:solidFill>
                </a:rPr>
                <a:t>3GB</a:t>
              </a:r>
            </a:p>
          </p:txBody>
        </p:sp>
        <p:sp>
          <p:nvSpPr>
            <p:cNvPr id="13321" name="Rectangle 6"/>
            <p:cNvSpPr>
              <a:spLocks noChangeArrowheads="1"/>
            </p:cNvSpPr>
            <p:nvPr/>
          </p:nvSpPr>
          <p:spPr bwMode="auto">
            <a:xfrm>
              <a:off x="1909" y="1098"/>
              <a:ext cx="1033" cy="885"/>
            </a:xfrm>
            <a:prstGeom prst="rect">
              <a:avLst/>
            </a:prstGeom>
            <a:solidFill>
              <a:schemeClr val="bg1">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b="1" dirty="0">
                  <a:solidFill>
                    <a:schemeClr val="bg2"/>
                  </a:solidFill>
                </a:rPr>
                <a:t>进程</a:t>
              </a:r>
              <a:r>
                <a:rPr lang="en-US" altLang="zh-CN" b="1" dirty="0">
                  <a:solidFill>
                    <a:schemeClr val="bg2"/>
                  </a:solidFill>
                </a:rPr>
                <a:t>2</a:t>
              </a:r>
              <a:r>
                <a:rPr lang="zh-CN" altLang="en-US" b="1" dirty="0">
                  <a:solidFill>
                    <a:schemeClr val="bg2"/>
                  </a:solidFill>
                </a:rPr>
                <a:t>的</a:t>
              </a:r>
            </a:p>
            <a:p>
              <a:pPr algn="ctr" eaLnBrk="1" hangingPunct="1">
                <a:spcBef>
                  <a:spcPct val="0"/>
                </a:spcBef>
                <a:buClrTx/>
                <a:buSzTx/>
                <a:buFontTx/>
                <a:buNone/>
              </a:pPr>
              <a:r>
                <a:rPr lang="zh-CN" altLang="en-US" b="1" dirty="0">
                  <a:solidFill>
                    <a:schemeClr val="bg2"/>
                  </a:solidFill>
                </a:rPr>
                <a:t>用户空间</a:t>
              </a:r>
            </a:p>
            <a:p>
              <a:pPr algn="ctr" eaLnBrk="1" hangingPunct="1">
                <a:spcBef>
                  <a:spcPct val="0"/>
                </a:spcBef>
                <a:buClrTx/>
                <a:buSzTx/>
                <a:buFontTx/>
                <a:buNone/>
              </a:pPr>
              <a:r>
                <a:rPr lang="en-US" altLang="zh-CN" b="1" dirty="0">
                  <a:solidFill>
                    <a:schemeClr val="bg2"/>
                  </a:solidFill>
                </a:rPr>
                <a:t>3GB</a:t>
              </a:r>
            </a:p>
          </p:txBody>
        </p:sp>
        <p:sp>
          <p:nvSpPr>
            <p:cNvPr id="13322" name="Rectangle 7"/>
            <p:cNvSpPr>
              <a:spLocks noChangeArrowheads="1"/>
            </p:cNvSpPr>
            <p:nvPr/>
          </p:nvSpPr>
          <p:spPr bwMode="auto">
            <a:xfrm>
              <a:off x="3996" y="1098"/>
              <a:ext cx="1106" cy="885"/>
            </a:xfrm>
            <a:prstGeom prst="rect">
              <a:avLst/>
            </a:prstGeom>
            <a:solidFill>
              <a:schemeClr val="bg1">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zh-CN" altLang="en-US" b="1" dirty="0">
                  <a:solidFill>
                    <a:schemeClr val="bg2"/>
                  </a:solidFill>
                </a:rPr>
                <a:t>进程</a:t>
              </a:r>
              <a:r>
                <a:rPr lang="en-US" altLang="zh-CN" b="1" dirty="0">
                  <a:solidFill>
                    <a:schemeClr val="bg2"/>
                  </a:solidFill>
                </a:rPr>
                <a:t>N</a:t>
              </a:r>
              <a:r>
                <a:rPr lang="zh-CN" altLang="en-US" b="1" dirty="0">
                  <a:solidFill>
                    <a:schemeClr val="bg2"/>
                  </a:solidFill>
                </a:rPr>
                <a:t>的</a:t>
              </a:r>
            </a:p>
            <a:p>
              <a:pPr algn="ctr" eaLnBrk="1" hangingPunct="1">
                <a:spcBef>
                  <a:spcPct val="0"/>
                </a:spcBef>
                <a:buClrTx/>
                <a:buSzTx/>
                <a:buFontTx/>
                <a:buNone/>
              </a:pPr>
              <a:r>
                <a:rPr lang="zh-CN" altLang="en-US" b="1" dirty="0">
                  <a:solidFill>
                    <a:schemeClr val="bg2"/>
                  </a:solidFill>
                </a:rPr>
                <a:t>用户空间</a:t>
              </a:r>
            </a:p>
            <a:p>
              <a:pPr algn="ctr" eaLnBrk="1" hangingPunct="1">
                <a:spcBef>
                  <a:spcPct val="0"/>
                </a:spcBef>
                <a:buClrTx/>
                <a:buSzTx/>
                <a:buFontTx/>
                <a:buNone/>
              </a:pPr>
              <a:r>
                <a:rPr lang="en-US" altLang="zh-CN" b="1" dirty="0">
                  <a:solidFill>
                    <a:schemeClr val="bg2"/>
                  </a:solidFill>
                </a:rPr>
                <a:t>3GB</a:t>
              </a:r>
            </a:p>
          </p:txBody>
        </p:sp>
        <p:sp>
          <p:nvSpPr>
            <p:cNvPr id="13323" name="Text Box 8"/>
            <p:cNvSpPr txBox="1">
              <a:spLocks noChangeArrowheads="1"/>
            </p:cNvSpPr>
            <p:nvPr/>
          </p:nvSpPr>
          <p:spPr bwMode="auto">
            <a:xfrm>
              <a:off x="3132" y="1420"/>
              <a:ext cx="692"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3600" dirty="0">
                  <a:solidFill>
                    <a:schemeClr val="bg2"/>
                  </a:solidFill>
                </a:rPr>
                <a:t>……</a:t>
              </a:r>
            </a:p>
          </p:txBody>
        </p:sp>
      </p:grpSp>
      <p:sp>
        <p:nvSpPr>
          <p:cNvPr id="13316" name="Text Box 9"/>
          <p:cNvSpPr txBox="1">
            <a:spLocks noChangeArrowheads="1"/>
          </p:cNvSpPr>
          <p:nvPr/>
        </p:nvSpPr>
        <p:spPr bwMode="auto">
          <a:xfrm>
            <a:off x="209550" y="1417638"/>
            <a:ext cx="1362874"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400" b="1" dirty="0">
                <a:solidFill>
                  <a:schemeClr val="bg2"/>
                </a:solidFill>
              </a:rPr>
              <a:t>0xFFF</a:t>
            </a:r>
            <a:r>
              <a:rPr lang="en-US" altLang="zh-CN" sz="2400" dirty="0">
                <a:solidFill>
                  <a:schemeClr val="bg2"/>
                </a:solidFill>
              </a:rPr>
              <a:t>…</a:t>
            </a:r>
          </a:p>
          <a:p>
            <a:pPr eaLnBrk="1" hangingPunct="1">
              <a:spcBef>
                <a:spcPct val="0"/>
              </a:spcBef>
              <a:buClrTx/>
              <a:buSzTx/>
              <a:buFontTx/>
              <a:buNone/>
            </a:pPr>
            <a:endParaRPr lang="en-US" altLang="zh-CN" sz="2400" dirty="0">
              <a:solidFill>
                <a:schemeClr val="bg2"/>
              </a:solidFill>
            </a:endParaRPr>
          </a:p>
          <a:p>
            <a:pPr eaLnBrk="1" hangingPunct="1">
              <a:spcBef>
                <a:spcPct val="0"/>
              </a:spcBef>
              <a:buClrTx/>
              <a:buSzTx/>
              <a:buFontTx/>
              <a:buNone/>
            </a:pPr>
            <a:endParaRPr lang="en-US" altLang="zh-CN" sz="2400" dirty="0">
              <a:solidFill>
                <a:schemeClr val="bg2"/>
              </a:solidFill>
            </a:endParaRPr>
          </a:p>
          <a:p>
            <a:pPr eaLnBrk="1" hangingPunct="1">
              <a:spcBef>
                <a:spcPct val="0"/>
              </a:spcBef>
              <a:buClrTx/>
              <a:buSzTx/>
              <a:buFontTx/>
              <a:buNone/>
            </a:pPr>
            <a:endParaRPr lang="en-US" altLang="zh-CN" sz="2400" dirty="0">
              <a:solidFill>
                <a:schemeClr val="bg2"/>
              </a:solidFill>
            </a:endParaRPr>
          </a:p>
          <a:p>
            <a:pPr eaLnBrk="1" hangingPunct="1">
              <a:spcBef>
                <a:spcPct val="0"/>
              </a:spcBef>
              <a:buClrTx/>
              <a:buSzTx/>
              <a:buFontTx/>
              <a:buNone/>
            </a:pPr>
            <a:endParaRPr lang="en-US" altLang="zh-CN" sz="2400" dirty="0">
              <a:solidFill>
                <a:schemeClr val="bg2"/>
              </a:solidFill>
            </a:endParaRPr>
          </a:p>
          <a:p>
            <a:pPr eaLnBrk="1" hangingPunct="1">
              <a:spcBef>
                <a:spcPct val="0"/>
              </a:spcBef>
              <a:buClrTx/>
              <a:buSzTx/>
              <a:buFontTx/>
              <a:buNone/>
            </a:pPr>
            <a:endParaRPr lang="en-US" altLang="zh-CN" sz="2400" dirty="0">
              <a:solidFill>
                <a:schemeClr val="bg2"/>
              </a:solidFill>
            </a:endParaRPr>
          </a:p>
          <a:p>
            <a:pPr eaLnBrk="1" hangingPunct="1">
              <a:spcBef>
                <a:spcPct val="0"/>
              </a:spcBef>
              <a:buClrTx/>
              <a:buSzTx/>
              <a:buFontTx/>
              <a:buNone/>
            </a:pPr>
            <a:r>
              <a:rPr lang="en-US" altLang="zh-CN" sz="2400" b="1" dirty="0">
                <a:solidFill>
                  <a:schemeClr val="bg2"/>
                </a:solidFill>
              </a:rPr>
              <a:t>0x000</a:t>
            </a:r>
            <a:r>
              <a:rPr lang="en-US" altLang="zh-CN" sz="2400" dirty="0">
                <a:solidFill>
                  <a:schemeClr val="bg2"/>
                </a:solidFill>
              </a:rPr>
              <a:t>…</a:t>
            </a:r>
          </a:p>
        </p:txBody>
      </p:sp>
      <p:sp>
        <p:nvSpPr>
          <p:cNvPr id="17" name="线形标注 1(带边框和强调线) 16"/>
          <p:cNvSpPr/>
          <p:nvPr/>
        </p:nvSpPr>
        <p:spPr bwMode="auto">
          <a:xfrm>
            <a:off x="3829268" y="722379"/>
            <a:ext cx="4929188" cy="500063"/>
          </a:xfrm>
          <a:prstGeom prst="accentBorderCallout1">
            <a:avLst>
              <a:gd name="adj1" fmla="val 18750"/>
              <a:gd name="adj2" fmla="val -8333"/>
              <a:gd name="adj3" fmla="val 161883"/>
              <a:gd name="adj4" fmla="val -27505"/>
            </a:avLst>
          </a:prstGeom>
          <a:solidFill>
            <a:schemeClr val="accent6">
              <a:lumMod val="75000"/>
            </a:schemeClr>
          </a:solidFill>
          <a:ln w="38100" cap="sq" cmpd="sng" algn="ctr">
            <a:solidFill>
              <a:schemeClr val="accent2">
                <a:lumMod val="50000"/>
              </a:schemeClr>
            </a:solidFill>
            <a:prstDash val="solid"/>
            <a:round/>
            <a:headEnd type="none" w="sm" len="sm"/>
            <a:tailEnd type="none" w="sm" len="sm"/>
          </a:ln>
          <a:effectLst/>
        </p:spPr>
        <p:txBody>
          <a:bodyPr wrap="none"/>
          <a:lstStyle/>
          <a:p>
            <a:pPr eaLnBrk="1" hangingPunct="1">
              <a:defRPr/>
            </a:pPr>
            <a:r>
              <a:rPr lang="zh-CN" altLang="en-US" sz="2800" b="1" dirty="0">
                <a:solidFill>
                  <a:schemeClr val="tx1"/>
                </a:solidFill>
              </a:rPr>
              <a:t>由所有进程和系统内核共享</a:t>
            </a:r>
            <a:endParaRPr lang="zh-CN" altLang="en-US" sz="2800" dirty="0">
              <a:solidFill>
                <a:schemeClr val="tx1"/>
              </a:solidFill>
            </a:endParaRPr>
          </a:p>
        </p:txBody>
      </p:sp>
      <p:sp>
        <p:nvSpPr>
          <p:cNvPr id="12" name="矩形 11">
            <a:extLst>
              <a:ext uri="{FF2B5EF4-FFF2-40B4-BE49-F238E27FC236}">
                <a16:creationId xmlns:a16="http://schemas.microsoft.com/office/drawing/2014/main" id="{F7B976B0-74D2-4933-A766-D6EC96E3C8F4}"/>
              </a:ext>
            </a:extLst>
          </p:cNvPr>
          <p:cNvSpPr/>
          <p:nvPr/>
        </p:nvSpPr>
        <p:spPr>
          <a:xfrm>
            <a:off x="521828" y="-19484"/>
            <a:ext cx="8117928" cy="769441"/>
          </a:xfrm>
          <a:prstGeom prst="rect">
            <a:avLst/>
          </a:prstGeom>
        </p:spPr>
        <p:txBody>
          <a:bodyPr wrap="none">
            <a:spAutoFit/>
          </a:bodyPr>
          <a:lstStyle/>
          <a:p>
            <a:pPr marL="0" lvl="1" indent="-285750" eaLnBrk="1" hangingPunct="1">
              <a:buClr>
                <a:srgbClr val="FFCC66"/>
              </a:buClr>
              <a:buSzPct val="90000"/>
              <a:defRPr/>
            </a:pPr>
            <a:r>
              <a:rPr lang="en-US" altLang="zh-CN" sz="4400" dirty="0">
                <a:solidFill>
                  <a:srgbClr val="B2622C"/>
                </a:solidFill>
                <a:effectLst>
                  <a:outerShdw blurRad="38100" dist="38100" dir="2700000" algn="tl">
                    <a:srgbClr val="000000"/>
                  </a:outerShdw>
                </a:effectLst>
                <a:latin typeface="+mj-lt"/>
                <a:ea typeface="楷体_GB2312" pitchFamily="49" charset="-122"/>
                <a:cs typeface="+mj-cs"/>
              </a:rPr>
              <a:t>Linux 32</a:t>
            </a:r>
            <a:r>
              <a:rPr lang="zh-CN" altLang="en-US" sz="4400" dirty="0">
                <a:solidFill>
                  <a:srgbClr val="B2622C"/>
                </a:solidFill>
                <a:effectLst>
                  <a:outerShdw blurRad="38100" dist="38100" dir="2700000" algn="tl">
                    <a:srgbClr val="000000"/>
                  </a:outerShdw>
                </a:effectLst>
                <a:latin typeface="+mj-lt"/>
                <a:ea typeface="楷体_GB2312" pitchFamily="49" charset="-122"/>
                <a:cs typeface="+mj-cs"/>
              </a:rPr>
              <a:t>位机 逻辑地址空间划分</a:t>
            </a:r>
          </a:p>
        </p:txBody>
      </p:sp>
      <p:sp>
        <p:nvSpPr>
          <p:cNvPr id="13"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695692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170">
                                            <p:txEl>
                                              <p:pRg st="0" end="0"/>
                                            </p:txEl>
                                          </p:spTgt>
                                        </p:tgtEl>
                                        <p:attrNameLst>
                                          <p:attrName>style.visibility</p:attrName>
                                        </p:attrNameLst>
                                      </p:cBhvr>
                                      <p:to>
                                        <p:strVal val="visible"/>
                                      </p:to>
                                    </p:set>
                                    <p:animEffect transition="in" filter="blinds(horizontal)">
                                      <p:cBhvr>
                                        <p:cTn id="7" dur="500"/>
                                        <p:tgtEl>
                                          <p:spTgt spid="7170">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7170">
                                            <p:txEl>
                                              <p:pRg st="1" end="1"/>
                                            </p:txEl>
                                          </p:spTgt>
                                        </p:tgtEl>
                                        <p:attrNameLst>
                                          <p:attrName>style.visibility</p:attrName>
                                        </p:attrNameLst>
                                      </p:cBhvr>
                                      <p:to>
                                        <p:strVal val="visible"/>
                                      </p:to>
                                    </p:set>
                                    <p:animEffect transition="in" filter="blinds(horizontal)">
                                      <p:cBhvr>
                                        <p:cTn id="10" dur="500"/>
                                        <p:tgtEl>
                                          <p:spTgt spid="7170">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7170">
                                            <p:txEl>
                                              <p:pRg st="2" end="2"/>
                                            </p:txEl>
                                          </p:spTgt>
                                        </p:tgtEl>
                                        <p:attrNameLst>
                                          <p:attrName>style.visibility</p:attrName>
                                        </p:attrNameLst>
                                      </p:cBhvr>
                                      <p:to>
                                        <p:strVal val="visible"/>
                                      </p:to>
                                    </p:set>
                                    <p:animEffect transition="in" filter="blinds(horizontal)">
                                      <p:cBhvr>
                                        <p:cTn id="13" dur="500"/>
                                        <p:tgtEl>
                                          <p:spTgt spid="7170">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7170">
                                            <p:txEl>
                                              <p:pRg st="3" end="3"/>
                                            </p:txEl>
                                          </p:spTgt>
                                        </p:tgtEl>
                                        <p:attrNameLst>
                                          <p:attrName>style.visibility</p:attrName>
                                        </p:attrNameLst>
                                      </p:cBhvr>
                                      <p:to>
                                        <p:strVal val="visible"/>
                                      </p:to>
                                    </p:set>
                                    <p:animEffect transition="in" filter="blinds(horizontal)">
                                      <p:cBhvr>
                                        <p:cTn id="16" dur="500"/>
                                        <p:tgtEl>
                                          <p:spTgt spid="7170">
                                            <p:txEl>
                                              <p:pRg st="3" end="3"/>
                                            </p:txEl>
                                          </p:spTgt>
                                        </p:tgtEl>
                                      </p:cBhvr>
                                    </p:animEffect>
                                  </p:childTnLst>
                                </p:cTn>
                              </p:par>
                            </p:childTnLst>
                          </p:cTn>
                        </p:par>
                        <p:par>
                          <p:cTn id="17" fill="hold">
                            <p:stCondLst>
                              <p:cond delay="500"/>
                            </p:stCondLst>
                            <p:childTnLst>
                              <p:par>
                                <p:cTn id="18" presetID="2" presetClass="entr" presetSubtype="6" fill="hold" grpId="0" nodeType="afterEffect">
                                  <p:stCondLst>
                                    <p:cond delay="0"/>
                                  </p:stCondLst>
                                  <p:childTnLst>
                                    <p:set>
                                      <p:cBhvr>
                                        <p:cTn id="19" dur="1" fill="hold">
                                          <p:stCondLst>
                                            <p:cond delay="0"/>
                                          </p:stCondLst>
                                        </p:cTn>
                                        <p:tgtEl>
                                          <p:spTgt spid="13"/>
                                        </p:tgtEl>
                                        <p:attrNameLst>
                                          <p:attrName>style.visibility</p:attrName>
                                        </p:attrNameLst>
                                      </p:cBhvr>
                                      <p:to>
                                        <p:strVal val="visible"/>
                                      </p:to>
                                    </p:set>
                                    <p:anim calcmode="lin" valueType="num">
                                      <p:cBhvr additive="base">
                                        <p:cTn id="20" dur="500" fill="hold"/>
                                        <p:tgtEl>
                                          <p:spTgt spid="13"/>
                                        </p:tgtEl>
                                        <p:attrNameLst>
                                          <p:attrName>ppt_x</p:attrName>
                                        </p:attrNameLst>
                                      </p:cBhvr>
                                      <p:tavLst>
                                        <p:tav tm="0">
                                          <p:val>
                                            <p:strVal val="1+#ppt_w/2"/>
                                          </p:val>
                                        </p:tav>
                                        <p:tav tm="100000">
                                          <p:val>
                                            <p:strVal val="#ppt_x"/>
                                          </p:val>
                                        </p:tav>
                                      </p:tavLst>
                                    </p:anim>
                                    <p:anim calcmode="lin" valueType="num">
                                      <p:cBhvr additive="base">
                                        <p:cTn id="21"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build="p"/>
      <p:bldP spid="13"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a:xfrm>
            <a:off x="251520" y="1196752"/>
            <a:ext cx="8987934" cy="4392488"/>
          </a:xfrm>
          <a:prstGeom prst="rect">
            <a:avLst/>
          </a:prstGeom>
        </p:spPr>
        <p:txBody>
          <a:bodyPr/>
          <a:lstStyle/>
          <a:p>
            <a:pPr marL="355600" lvl="2" indent="-355600" defTabSz="355600">
              <a:spcBef>
                <a:spcPts val="0"/>
              </a:spcBef>
              <a:buClr>
                <a:schemeClr val="bg1">
                  <a:lumMod val="75000"/>
                </a:schemeClr>
              </a:buClr>
              <a:buSzPct val="80000"/>
              <a:buFont typeface="Wingdings" panose="05000000000000000000" pitchFamily="2" charset="2"/>
              <a:buChar char="n"/>
              <a:tabLst>
                <a:tab pos="3851275" algn="l"/>
              </a:tabLst>
              <a:defRPr/>
            </a:pPr>
            <a:r>
              <a:rPr lang="en-US" altLang="zh-CN" sz="3600" dirty="0">
                <a:solidFill>
                  <a:schemeClr val="bg1">
                    <a:lumMod val="75000"/>
                  </a:schemeClr>
                </a:solidFill>
                <a:effectLst>
                  <a:outerShdw blurRad="38100" dist="38100" dir="2700000" algn="tl">
                    <a:srgbClr val="000000"/>
                  </a:outerShdw>
                </a:effectLst>
                <a:latin typeface="Times New Roman" panose="02020603050405020304" pitchFamily="18" charset="0"/>
                <a:ea typeface="楷体" panose="02010609060101010101" pitchFamily="49" charset="-122"/>
              </a:rPr>
              <a:t>IA-32</a:t>
            </a:r>
            <a:r>
              <a:rPr lang="zh-CN" altLang="en-US" sz="3600" dirty="0">
                <a:solidFill>
                  <a:schemeClr val="bg1">
                    <a:lumMod val="75000"/>
                  </a:schemeClr>
                </a:solidFill>
                <a:effectLst>
                  <a:outerShdw blurRad="38100" dist="38100" dir="2700000" algn="tl">
                    <a:srgbClr val="000000"/>
                  </a:outerShdw>
                </a:effectLst>
                <a:latin typeface="Times New Roman" panose="02020603050405020304" pitchFamily="18" charset="0"/>
                <a:ea typeface="楷体" panose="02010609060101010101" pitchFamily="49" charset="-122"/>
              </a:rPr>
              <a:t>支持纯段式、纯页式、段页式</a:t>
            </a:r>
            <a:endParaRPr lang="en-US" altLang="zh-CN" sz="3600" dirty="0">
              <a:solidFill>
                <a:schemeClr val="bg1">
                  <a:lumMod val="75000"/>
                </a:schemeClr>
              </a:solidFill>
              <a:effectLst>
                <a:outerShdw blurRad="38100" dist="38100" dir="2700000" algn="tl">
                  <a:srgbClr val="000000"/>
                </a:outerShdw>
              </a:effectLst>
              <a:latin typeface="Times New Roman" panose="02020603050405020304" pitchFamily="18" charset="0"/>
              <a:ea typeface="楷体" panose="02010609060101010101" pitchFamily="49" charset="-122"/>
            </a:endParaRPr>
          </a:p>
          <a:p>
            <a:pPr marL="812800" lvl="3" indent="-355600" defTabSz="355600">
              <a:buClr>
                <a:schemeClr val="bg2"/>
              </a:buClr>
              <a:buSzPct val="70000"/>
              <a:buFont typeface="Wingdings" panose="05000000000000000000" pitchFamily="2" charset="2"/>
              <a:buChar char="n"/>
              <a:tabLst>
                <a:tab pos="3851275" algn="l"/>
              </a:tabLst>
              <a:defRPr/>
            </a:pPr>
            <a:r>
              <a:rPr lang="zh-CN" altLang="en-US" dirty="0" smtClean="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控制</a:t>
            </a:r>
            <a:r>
              <a:rPr lang="zh-CN" altLang="en-US"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寄存器</a:t>
            </a:r>
            <a:r>
              <a:rPr lang="en-US" altLang="zh-CN"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CR0</a:t>
            </a:r>
            <a:r>
              <a:rPr lang="zh-CN" altLang="en-US"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的</a:t>
            </a:r>
            <a:r>
              <a:rPr lang="en-US" altLang="zh-CN"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PG</a:t>
            </a:r>
            <a:r>
              <a:rPr lang="zh-CN" altLang="en-US"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位</a:t>
            </a:r>
            <a:endParaRPr lang="en-US" altLang="zh-CN"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endParaRPr>
          </a:p>
          <a:p>
            <a:pPr marL="1270000" lvl="4" indent="-355600" defTabSz="355600">
              <a:buClr>
                <a:schemeClr val="bg2"/>
              </a:buClr>
              <a:buSzPct val="70000"/>
              <a:buFont typeface="Wingdings" panose="05000000000000000000" pitchFamily="2" charset="2"/>
              <a:buChar char="n"/>
              <a:tabLst>
                <a:tab pos="3851275" algn="l"/>
              </a:tabLst>
              <a:defRPr/>
            </a:pPr>
            <a:r>
              <a:rPr lang="en-US" altLang="zh-CN" dirty="0">
                <a:solidFill>
                  <a:srgbClr val="FF00FF"/>
                </a:solidFill>
                <a:effectLst>
                  <a:outerShdw blurRad="38100" dist="38100" dir="2700000" algn="tl">
                    <a:srgbClr val="000000"/>
                  </a:outerShdw>
                </a:effectLst>
                <a:latin typeface="Times New Roman" panose="02020603050405020304" pitchFamily="18" charset="0"/>
                <a:ea typeface="楷体" panose="02010609060101010101" pitchFamily="49" charset="-122"/>
              </a:rPr>
              <a:t>1: </a:t>
            </a:r>
            <a:r>
              <a:rPr lang="zh-CN" altLang="en-US" dirty="0">
                <a:solidFill>
                  <a:srgbClr val="FF00FF"/>
                </a:solidFill>
                <a:effectLst>
                  <a:outerShdw blurRad="38100" dist="38100" dir="2700000" algn="tl">
                    <a:srgbClr val="000000"/>
                  </a:outerShdw>
                </a:effectLst>
                <a:latin typeface="Times New Roman" panose="02020603050405020304" pitchFamily="18" charset="0"/>
                <a:ea typeface="楷体" panose="02010609060101010101" pitchFamily="49" charset="-122"/>
              </a:rPr>
              <a:t>启用分页</a:t>
            </a:r>
            <a:endParaRPr lang="en-US" altLang="zh-CN" dirty="0">
              <a:solidFill>
                <a:srgbClr val="FF00FF"/>
              </a:solidFill>
              <a:effectLst>
                <a:outerShdw blurRad="38100" dist="38100" dir="2700000" algn="tl">
                  <a:srgbClr val="000000"/>
                </a:outerShdw>
              </a:effectLst>
              <a:latin typeface="Times New Roman" panose="02020603050405020304" pitchFamily="18" charset="0"/>
              <a:ea typeface="楷体" panose="02010609060101010101" pitchFamily="49" charset="-122"/>
            </a:endParaRPr>
          </a:p>
          <a:p>
            <a:pPr marL="1270000" lvl="4" indent="-355600" defTabSz="355600">
              <a:buClr>
                <a:schemeClr val="bg2"/>
              </a:buClr>
              <a:buSzPct val="70000"/>
              <a:buFont typeface="Wingdings" panose="05000000000000000000" pitchFamily="2" charset="2"/>
              <a:buChar char="n"/>
              <a:tabLst>
                <a:tab pos="3851275" algn="l"/>
              </a:tabLst>
              <a:defRPr/>
            </a:pPr>
            <a:r>
              <a:rPr lang="en-US" altLang="zh-CN"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0: </a:t>
            </a:r>
            <a:r>
              <a:rPr lang="zh-CN" altLang="en-US" dirty="0" smtClean="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采用</a:t>
            </a:r>
            <a:r>
              <a:rPr lang="zh-CN" altLang="en-US"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分段</a:t>
            </a:r>
            <a:endParaRPr lang="en-US" altLang="zh-CN"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endParaRPr>
          </a:p>
          <a:p>
            <a:pPr marL="355600" lvl="2" indent="-355600" defTabSz="355600">
              <a:spcBef>
                <a:spcPts val="0"/>
              </a:spcBef>
              <a:buClr>
                <a:schemeClr val="bg1">
                  <a:lumMod val="75000"/>
                </a:schemeClr>
              </a:buClr>
              <a:buSzPct val="80000"/>
              <a:buFont typeface="Wingdings" panose="05000000000000000000" pitchFamily="2" charset="2"/>
              <a:buChar char="n"/>
              <a:tabLst>
                <a:tab pos="3851275" algn="l"/>
              </a:tabLst>
              <a:defRPr/>
            </a:pPr>
            <a:r>
              <a:rPr lang="zh-CN" altLang="en-US" sz="3600" dirty="0">
                <a:solidFill>
                  <a:schemeClr val="bg1">
                    <a:lumMod val="75000"/>
                  </a:schemeClr>
                </a:solidFill>
                <a:effectLst>
                  <a:outerShdw blurRad="38100" dist="38100" dir="2700000" algn="tl">
                    <a:srgbClr val="000000"/>
                  </a:outerShdw>
                </a:effectLst>
                <a:latin typeface="Times New Roman" panose="02020603050405020304" pitchFamily="18" charset="0"/>
                <a:ea typeface="楷体" panose="02010609060101010101" pitchFamily="49" charset="-122"/>
              </a:rPr>
              <a:t>页表实际采用几级受硬件的限制</a:t>
            </a:r>
            <a:endParaRPr lang="en-US" altLang="zh-CN" sz="3600" dirty="0">
              <a:solidFill>
                <a:schemeClr val="bg1">
                  <a:lumMod val="75000"/>
                </a:schemeClr>
              </a:solidFill>
              <a:effectLst>
                <a:outerShdw blurRad="38100" dist="38100" dir="2700000" algn="tl">
                  <a:srgbClr val="000000"/>
                </a:outerShdw>
              </a:effectLst>
              <a:latin typeface="Times New Roman" panose="02020603050405020304" pitchFamily="18" charset="0"/>
              <a:ea typeface="楷体" panose="02010609060101010101" pitchFamily="49" charset="-122"/>
            </a:endParaRPr>
          </a:p>
          <a:p>
            <a:pPr marL="812800" lvl="3" indent="-355600" defTabSz="355600">
              <a:buClr>
                <a:schemeClr val="bg2"/>
              </a:buClr>
              <a:buSzPct val="70000"/>
              <a:buFont typeface="Wingdings" panose="05000000000000000000" pitchFamily="2" charset="2"/>
              <a:buChar char="n"/>
              <a:tabLst>
                <a:tab pos="3851275" algn="l"/>
              </a:tabLst>
              <a:defRPr/>
            </a:pPr>
            <a:r>
              <a:rPr lang="en-US" altLang="zh-CN"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32</a:t>
            </a:r>
            <a:r>
              <a:rPr lang="zh-CN" altLang="en-US"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位的</a:t>
            </a:r>
            <a:r>
              <a:rPr lang="en-US" altLang="zh-CN"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CPU</a:t>
            </a:r>
            <a:r>
              <a:rPr lang="zh-CN" altLang="en-US"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：两</a:t>
            </a:r>
            <a:r>
              <a:rPr lang="zh-CN" altLang="en-US" dirty="0" smtClean="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级</a:t>
            </a:r>
            <a:endParaRPr lang="en-US" altLang="zh-CN"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endParaRPr>
          </a:p>
          <a:p>
            <a:pPr marL="812800" lvl="3" indent="-355600" defTabSz="355600">
              <a:buClr>
                <a:schemeClr val="bg2"/>
              </a:buClr>
              <a:buSzPct val="70000"/>
              <a:buFont typeface="Wingdings" panose="05000000000000000000" pitchFamily="2" charset="2"/>
              <a:buChar char="n"/>
              <a:tabLst>
                <a:tab pos="3851275" algn="l"/>
              </a:tabLst>
              <a:defRPr/>
            </a:pPr>
            <a:r>
              <a:rPr lang="en-US" altLang="zh-CN" dirty="0" smtClean="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x86-64</a:t>
            </a:r>
            <a:r>
              <a:rPr lang="zh-CN" altLang="en-US" dirty="0" smtClean="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的</a:t>
            </a:r>
            <a:r>
              <a:rPr lang="en-US" altLang="zh-CN"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CPU</a:t>
            </a:r>
            <a:r>
              <a:rPr lang="zh-CN" altLang="en-US"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：四级</a:t>
            </a:r>
            <a:r>
              <a:rPr lang="zh-CN" altLang="en-US" dirty="0" smtClean="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a:t>
            </a:r>
            <a:endParaRPr lang="zh-CN" altLang="en-US"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endParaRPr>
          </a:p>
        </p:txBody>
      </p:sp>
      <p:sp>
        <p:nvSpPr>
          <p:cNvPr id="2" name="矩形 1"/>
          <p:cNvSpPr/>
          <p:nvPr/>
        </p:nvSpPr>
        <p:spPr>
          <a:xfrm>
            <a:off x="1370643" y="-10035"/>
            <a:ext cx="6402715" cy="769441"/>
          </a:xfrm>
          <a:prstGeom prst="rect">
            <a:avLst/>
          </a:prstGeom>
        </p:spPr>
        <p:txBody>
          <a:bodyPr wrap="none">
            <a:spAutoFit/>
          </a:bodyPr>
          <a:lstStyle/>
          <a:p>
            <a:pPr marL="342900" indent="-342900" algn="ctr">
              <a:spcBef>
                <a:spcPct val="20000"/>
              </a:spcBef>
              <a:buClr>
                <a:srgbClr val="FFCC66"/>
              </a:buClr>
              <a:buSzPct val="90000"/>
              <a:defRPr/>
            </a:pPr>
            <a:r>
              <a:rPr lang="en-US" altLang="zh-CN" sz="4400" dirty="0" smtClean="0">
                <a:solidFill>
                  <a:srgbClr val="B2622C"/>
                </a:solidFill>
                <a:effectLst>
                  <a:outerShdw blurRad="38100" dist="38100" dir="2700000" algn="tl">
                    <a:srgbClr val="000000"/>
                  </a:outerShdw>
                </a:effectLst>
                <a:latin typeface="+mj-lt"/>
                <a:ea typeface="楷体_GB2312" pitchFamily="49" charset="-122"/>
                <a:cs typeface="+mj-cs"/>
              </a:rPr>
              <a:t>Linux</a:t>
            </a:r>
            <a:r>
              <a:rPr lang="zh-CN" altLang="en-US" sz="4400" dirty="0" smtClean="0">
                <a:solidFill>
                  <a:srgbClr val="B2622C"/>
                </a:solidFill>
                <a:effectLst>
                  <a:outerShdw blurRad="38100" dist="38100" dir="2700000" algn="tl">
                    <a:srgbClr val="000000"/>
                  </a:outerShdw>
                </a:effectLst>
                <a:latin typeface="+mj-lt"/>
                <a:ea typeface="楷体_GB2312" pitchFamily="49" charset="-122"/>
                <a:cs typeface="+mj-cs"/>
              </a:rPr>
              <a:t>在</a:t>
            </a:r>
            <a:r>
              <a:rPr lang="en-US" altLang="zh-CN" sz="4400" dirty="0">
                <a:solidFill>
                  <a:srgbClr val="B2622C"/>
                </a:solidFill>
                <a:effectLst>
                  <a:outerShdw blurRad="38100" dist="38100" dir="2700000" algn="tl">
                    <a:srgbClr val="000000"/>
                  </a:outerShdw>
                </a:effectLst>
                <a:latin typeface="+mj-lt"/>
                <a:ea typeface="楷体_GB2312" pitchFamily="49" charset="-122"/>
                <a:cs typeface="+mj-cs"/>
              </a:rPr>
              <a:t>IA-32</a:t>
            </a:r>
            <a:r>
              <a:rPr lang="zh-CN" altLang="en-US" sz="4400" dirty="0" smtClean="0">
                <a:solidFill>
                  <a:srgbClr val="B2622C"/>
                </a:solidFill>
                <a:effectLst>
                  <a:outerShdw blurRad="38100" dist="38100" dir="2700000" algn="tl">
                    <a:srgbClr val="000000"/>
                  </a:outerShdw>
                </a:effectLst>
                <a:latin typeface="+mj-lt"/>
                <a:ea typeface="楷体_GB2312" pitchFamily="49" charset="-122"/>
                <a:cs typeface="+mj-cs"/>
              </a:rPr>
              <a:t>上分</a:t>
            </a:r>
            <a:r>
              <a:rPr lang="zh-CN" altLang="en-US" sz="4400" dirty="0">
                <a:solidFill>
                  <a:srgbClr val="B2622C"/>
                </a:solidFill>
                <a:effectLst>
                  <a:outerShdw blurRad="38100" dist="38100" dir="2700000" algn="tl">
                    <a:srgbClr val="000000"/>
                  </a:outerShdw>
                </a:effectLst>
                <a:latin typeface="+mj-lt"/>
                <a:ea typeface="楷体_GB2312" pitchFamily="49" charset="-122"/>
                <a:cs typeface="+mj-cs"/>
              </a:rPr>
              <a:t>页机制</a:t>
            </a:r>
          </a:p>
        </p:txBody>
      </p:sp>
      <p:sp>
        <p:nvSpPr>
          <p:cNvPr id="4"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483609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a:xfrm>
            <a:off x="-47625" y="722173"/>
            <a:ext cx="9191625" cy="3000375"/>
          </a:xfrm>
          <a:prstGeom prst="rect">
            <a:avLst/>
          </a:prstGeom>
        </p:spPr>
        <p:txBody>
          <a:bodyPr/>
          <a:lstStyle/>
          <a:p>
            <a:pPr marL="355600" lvl="2" indent="-355600" defTabSz="355600">
              <a:spcBef>
                <a:spcPts val="0"/>
              </a:spcBef>
              <a:buClr>
                <a:schemeClr val="bg1"/>
              </a:buClr>
              <a:buSzPct val="80000"/>
              <a:buFont typeface="Wingdings" panose="05000000000000000000" pitchFamily="2" charset="2"/>
              <a:buChar char="n"/>
              <a:tabLst>
                <a:tab pos="3851275" algn="l"/>
              </a:tabLst>
              <a:defRPr/>
            </a:pPr>
            <a:r>
              <a:rPr lang="en-US" altLang="zh-CN" sz="3600" dirty="0">
                <a:solidFill>
                  <a:schemeClr val="bg1"/>
                </a:solidFill>
                <a:effectLst>
                  <a:outerShdw blurRad="38100" dist="38100" dir="2700000" algn="tl">
                    <a:srgbClr val="000000"/>
                  </a:outerShdw>
                </a:effectLst>
                <a:latin typeface="+mj-lt"/>
                <a:ea typeface="楷体" panose="02010609060101010101" pitchFamily="49" charset="-122"/>
              </a:rPr>
              <a:t>32</a:t>
            </a: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位的</a:t>
            </a:r>
            <a:r>
              <a:rPr lang="en-US" altLang="zh-CN" sz="3600" dirty="0">
                <a:solidFill>
                  <a:schemeClr val="bg1"/>
                </a:solidFill>
                <a:effectLst>
                  <a:outerShdw blurRad="38100" dist="38100" dir="2700000" algn="tl">
                    <a:srgbClr val="000000"/>
                  </a:outerShdw>
                </a:effectLst>
                <a:latin typeface="+mj-lt"/>
                <a:ea typeface="楷体" panose="02010609060101010101" pitchFamily="49" charset="-122"/>
              </a:rPr>
              <a:t>CPU </a:t>
            </a: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，虚拟地址是</a:t>
            </a:r>
            <a:r>
              <a:rPr lang="en-US" altLang="zh-CN" sz="3600" dirty="0">
                <a:solidFill>
                  <a:schemeClr val="bg1"/>
                </a:solidFill>
                <a:effectLst>
                  <a:outerShdw blurRad="38100" dist="38100" dir="2700000" algn="tl">
                    <a:srgbClr val="000000"/>
                  </a:outerShdw>
                </a:effectLst>
                <a:latin typeface="+mj-lt"/>
                <a:ea typeface="楷体" panose="02010609060101010101" pitchFamily="49" charset="-122"/>
              </a:rPr>
              <a:t>32</a:t>
            </a: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位。</a:t>
            </a:r>
            <a:endParaRPr lang="en-US" altLang="zh-CN" sz="3600" dirty="0">
              <a:solidFill>
                <a:schemeClr val="bg1"/>
              </a:solidFill>
              <a:effectLst>
                <a:outerShdw blurRad="38100" dist="38100" dir="2700000" algn="tl">
                  <a:srgbClr val="000000"/>
                </a:outerShdw>
              </a:effectLst>
              <a:latin typeface="+mj-lt"/>
              <a:ea typeface="楷体" panose="02010609060101010101" pitchFamily="49" charset="-122"/>
            </a:endParaRPr>
          </a:p>
          <a:p>
            <a:pPr marL="355600" lvl="2" indent="-355600" defTabSz="355600">
              <a:spcBef>
                <a:spcPts val="0"/>
              </a:spcBef>
              <a:buClr>
                <a:schemeClr val="bg1"/>
              </a:buClr>
              <a:buSzPct val="80000"/>
              <a:buFont typeface="Wingdings" panose="05000000000000000000" pitchFamily="2" charset="2"/>
              <a:buChar char="n"/>
              <a:tabLst>
                <a:tab pos="3851275" algn="l"/>
              </a:tabLst>
              <a:defRPr/>
            </a:pPr>
            <a:r>
              <a:rPr lang="en-US" altLang="zh-CN" sz="3600" dirty="0">
                <a:solidFill>
                  <a:schemeClr val="bg1"/>
                </a:solidFill>
                <a:effectLst>
                  <a:outerShdw blurRad="38100" dist="38100" dir="2700000" algn="tl">
                    <a:srgbClr val="000000"/>
                  </a:outerShdw>
                </a:effectLst>
                <a:latin typeface="+mj-lt"/>
                <a:ea typeface="楷体" panose="02010609060101010101" pitchFamily="49" charset="-122"/>
              </a:rPr>
              <a:t>Intel x86</a:t>
            </a: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系统上页的大小是</a:t>
            </a:r>
            <a:r>
              <a:rPr lang="en-US" altLang="zh-CN" sz="3600" dirty="0">
                <a:solidFill>
                  <a:schemeClr val="bg1"/>
                </a:solidFill>
                <a:effectLst>
                  <a:outerShdw blurRad="38100" dist="38100" dir="2700000" algn="tl">
                    <a:srgbClr val="000000"/>
                  </a:outerShdw>
                </a:effectLst>
                <a:latin typeface="+mj-lt"/>
                <a:ea typeface="楷体" panose="02010609060101010101" pitchFamily="49" charset="-122"/>
              </a:rPr>
              <a:t>4KB</a:t>
            </a:r>
            <a:r>
              <a:rPr lang="zh-CN" altLang="en-US" sz="3600" dirty="0">
                <a:solidFill>
                  <a:schemeClr val="bg1"/>
                </a:solidFill>
                <a:effectLst>
                  <a:outerShdw blurRad="38100" dist="38100" dir="2700000" algn="tl">
                    <a:srgbClr val="000000"/>
                  </a:outerShdw>
                </a:effectLst>
                <a:latin typeface="+mj-lt"/>
                <a:ea typeface="楷体" panose="02010609060101010101" pitchFamily="49" charset="-122"/>
              </a:rPr>
              <a:t>（</a:t>
            </a:r>
            <a:r>
              <a:rPr lang="en-US" altLang="zh-CN" sz="3600" dirty="0">
                <a:solidFill>
                  <a:schemeClr val="bg1"/>
                </a:solidFill>
                <a:effectLst>
                  <a:outerShdw blurRad="38100" dist="38100" dir="2700000" algn="tl">
                    <a:srgbClr val="000000"/>
                  </a:outerShdw>
                </a:effectLst>
                <a:latin typeface="+mj-lt"/>
                <a:ea typeface="楷体" panose="02010609060101010101" pitchFamily="49" charset="-122"/>
              </a:rPr>
              <a:t> 2</a:t>
            </a:r>
            <a:r>
              <a:rPr lang="en-US" altLang="zh-CN" sz="3600" baseline="30000" dirty="0">
                <a:solidFill>
                  <a:schemeClr val="bg1"/>
                </a:solidFill>
                <a:effectLst>
                  <a:outerShdw blurRad="38100" dist="38100" dir="2700000" algn="tl">
                    <a:srgbClr val="000000"/>
                  </a:outerShdw>
                </a:effectLst>
                <a:latin typeface="+mj-lt"/>
                <a:ea typeface="楷体" panose="02010609060101010101" pitchFamily="49" charset="-122"/>
              </a:rPr>
              <a:t>12</a:t>
            </a:r>
            <a:r>
              <a:rPr lang="en-US" altLang="zh-CN" sz="3600" dirty="0">
                <a:solidFill>
                  <a:schemeClr val="bg1"/>
                </a:solidFill>
                <a:effectLst>
                  <a:outerShdw blurRad="38100" dist="38100" dir="2700000" algn="tl">
                    <a:srgbClr val="000000"/>
                  </a:outerShdw>
                </a:effectLst>
                <a:latin typeface="+mj-lt"/>
                <a:ea typeface="楷体" panose="02010609060101010101" pitchFamily="49" charset="-122"/>
              </a:rPr>
              <a:t>)</a:t>
            </a:r>
          </a:p>
          <a:p>
            <a:pPr marL="1270000" lvl="4" indent="-355600" defTabSz="355600">
              <a:spcBef>
                <a:spcPts val="0"/>
              </a:spcBef>
              <a:buClr>
                <a:schemeClr val="bg2"/>
              </a:buClr>
              <a:buSzPct val="70000"/>
              <a:buFont typeface="Wingdings" panose="05000000000000000000" pitchFamily="2" charset="2"/>
              <a:buChar char="n"/>
              <a:tabLst>
                <a:tab pos="3851275" algn="l"/>
              </a:tabLst>
              <a:defRPr/>
            </a:pPr>
            <a:r>
              <a:rPr lang="zh-CN" altLang="en-US"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一个虚拟地址空间最多有                个页。</a:t>
            </a:r>
            <a:endParaRPr lang="en-US" altLang="zh-CN"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endParaRPr>
          </a:p>
          <a:p>
            <a:pPr marL="1270000" lvl="4" indent="-355600" defTabSz="355600">
              <a:spcBef>
                <a:spcPts val="0"/>
              </a:spcBef>
              <a:buClr>
                <a:schemeClr val="bg2"/>
              </a:buClr>
              <a:buSzPct val="70000"/>
              <a:buFont typeface="Wingdings" panose="05000000000000000000" pitchFamily="2" charset="2"/>
              <a:buChar char="n"/>
              <a:tabLst>
                <a:tab pos="3851275" algn="l"/>
              </a:tabLst>
              <a:defRPr/>
            </a:pPr>
            <a:r>
              <a:rPr lang="zh-CN" altLang="en-US"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页表有          个表项。</a:t>
            </a:r>
          </a:p>
          <a:p>
            <a:pPr marL="1270000" lvl="4" indent="-355600" defTabSz="355600">
              <a:spcBef>
                <a:spcPts val="0"/>
              </a:spcBef>
              <a:buClr>
                <a:schemeClr val="bg2"/>
              </a:buClr>
              <a:buSzPct val="70000"/>
              <a:buFont typeface="Wingdings" panose="05000000000000000000" pitchFamily="2" charset="2"/>
              <a:buChar char="n"/>
              <a:tabLst>
                <a:tab pos="3851275" algn="l"/>
              </a:tabLst>
              <a:defRPr/>
            </a:pPr>
            <a:r>
              <a:rPr lang="zh-CN" altLang="en-US"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若采用一级分页</a:t>
            </a:r>
            <a:r>
              <a:rPr lang="en-US" altLang="zh-CN"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 </a:t>
            </a:r>
            <a:r>
              <a:rPr lang="zh-CN" altLang="en-US"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页表项占</a:t>
            </a:r>
            <a:r>
              <a:rPr lang="en-US" altLang="zh-CN"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4B</a:t>
            </a:r>
            <a:r>
              <a:rPr lang="zh-CN" altLang="en-US"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，页表占                                </a:t>
            </a:r>
            <a:r>
              <a:rPr lang="en-US" altLang="zh-CN"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	</a:t>
            </a:r>
            <a:r>
              <a:rPr lang="zh-CN" altLang="en-US"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连续空间， 即  </a:t>
            </a:r>
            <a:r>
              <a:rPr lang="en-US" altLang="zh-CN"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   </a:t>
            </a:r>
            <a:r>
              <a:rPr lang="zh-CN" altLang="en-US"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个物理页。</a:t>
            </a:r>
            <a:endParaRPr lang="en-US" altLang="zh-CN"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endParaRPr>
          </a:p>
          <a:p>
            <a:pPr marL="342900" indent="-342900">
              <a:spcBef>
                <a:spcPct val="20000"/>
              </a:spcBef>
              <a:buClr>
                <a:schemeClr val="tx2"/>
              </a:buClr>
              <a:buSzPct val="90000"/>
              <a:defRPr/>
            </a:pPr>
            <a:r>
              <a:rPr lang="en-US" altLang="zh-CN" sz="2800" kern="0" dirty="0">
                <a:solidFill>
                  <a:schemeClr val="bg2"/>
                </a:solidFill>
                <a:latin typeface="+mn-lt"/>
                <a:ea typeface="+mn-ea"/>
              </a:rPr>
              <a:t>  </a:t>
            </a:r>
            <a:endParaRPr lang="zh-CN" altLang="en-US" sz="2800" kern="0" dirty="0">
              <a:solidFill>
                <a:schemeClr val="bg2"/>
              </a:solidFill>
              <a:latin typeface="+mn-lt"/>
              <a:ea typeface="+mn-ea"/>
            </a:endParaRPr>
          </a:p>
        </p:txBody>
      </p:sp>
      <p:sp>
        <p:nvSpPr>
          <p:cNvPr id="6" name="矩形 5"/>
          <p:cNvSpPr/>
          <p:nvPr/>
        </p:nvSpPr>
        <p:spPr>
          <a:xfrm>
            <a:off x="5780473" y="1828800"/>
            <a:ext cx="1539080" cy="584775"/>
          </a:xfrm>
          <a:prstGeom prst="rect">
            <a:avLst/>
          </a:prstGeom>
          <a:solidFill>
            <a:schemeClr val="tx1">
              <a:lumMod val="85000"/>
            </a:schemeClr>
          </a:solidFill>
        </p:spPr>
        <p:txBody>
          <a:bodyPr wrap="square">
            <a:spAutoFit/>
          </a:bodyPr>
          <a:lstStyle/>
          <a:p>
            <a:pPr eaLnBrk="1" hangingPunct="1">
              <a:defRPr/>
            </a:pPr>
            <a:r>
              <a:rPr lang="en-US" altLang="zh-CN" b="1" kern="0" dirty="0">
                <a:solidFill>
                  <a:srgbClr val="FF0000"/>
                </a:solidFill>
                <a:latin typeface="+mn-lt"/>
                <a:ea typeface="楷体_GB2312" pitchFamily="49" charset="-122"/>
              </a:rPr>
              <a:t>1M=2</a:t>
            </a:r>
            <a:r>
              <a:rPr lang="en-US" altLang="zh-CN" b="1" kern="0" baseline="30000" dirty="0">
                <a:solidFill>
                  <a:srgbClr val="FF0000"/>
                </a:solidFill>
                <a:latin typeface="+mn-lt"/>
                <a:ea typeface="楷体_GB2312" pitchFamily="49" charset="-122"/>
              </a:rPr>
              <a:t>20 </a:t>
            </a:r>
            <a:endParaRPr lang="zh-CN" altLang="en-US" dirty="0">
              <a:solidFill>
                <a:srgbClr val="FF0000"/>
              </a:solidFill>
              <a:latin typeface="+mn-lt"/>
            </a:endParaRPr>
          </a:p>
        </p:txBody>
      </p:sp>
      <p:sp>
        <p:nvSpPr>
          <p:cNvPr id="7" name="矩形 6"/>
          <p:cNvSpPr/>
          <p:nvPr/>
        </p:nvSpPr>
        <p:spPr>
          <a:xfrm>
            <a:off x="2603342" y="2300445"/>
            <a:ext cx="777777" cy="584775"/>
          </a:xfrm>
          <a:prstGeom prst="rect">
            <a:avLst/>
          </a:prstGeom>
          <a:solidFill>
            <a:schemeClr val="tx1">
              <a:lumMod val="85000"/>
            </a:schemeClr>
          </a:solidFill>
        </p:spPr>
        <p:txBody>
          <a:bodyPr wrap="none">
            <a:spAutoFit/>
          </a:bodyPr>
          <a:lstStyle/>
          <a:p>
            <a:pPr eaLnBrk="1" hangingPunct="1">
              <a:defRPr/>
            </a:pPr>
            <a:r>
              <a:rPr lang="en-US" altLang="zh-CN" b="1" kern="0" dirty="0">
                <a:solidFill>
                  <a:srgbClr val="FF0000"/>
                </a:solidFill>
                <a:latin typeface="+mn-lt"/>
                <a:ea typeface="楷体_GB2312" pitchFamily="49" charset="-122"/>
              </a:rPr>
              <a:t>1M</a:t>
            </a:r>
            <a:endParaRPr lang="zh-CN" altLang="en-US" dirty="0">
              <a:solidFill>
                <a:srgbClr val="FF0000"/>
              </a:solidFill>
              <a:latin typeface="+mn-lt"/>
            </a:endParaRPr>
          </a:p>
        </p:txBody>
      </p:sp>
      <p:sp>
        <p:nvSpPr>
          <p:cNvPr id="8" name="矩形 7"/>
          <p:cNvSpPr/>
          <p:nvPr/>
        </p:nvSpPr>
        <p:spPr>
          <a:xfrm>
            <a:off x="1187624" y="3302365"/>
            <a:ext cx="2666114" cy="584775"/>
          </a:xfrm>
          <a:prstGeom prst="rect">
            <a:avLst/>
          </a:prstGeom>
          <a:solidFill>
            <a:schemeClr val="tx1">
              <a:lumMod val="85000"/>
            </a:schemeClr>
          </a:solidFill>
        </p:spPr>
        <p:txBody>
          <a:bodyPr wrap="none">
            <a:spAutoFit/>
          </a:bodyPr>
          <a:lstStyle/>
          <a:p>
            <a:pPr eaLnBrk="1" hangingPunct="1">
              <a:defRPr/>
            </a:pPr>
            <a:r>
              <a:rPr lang="en-US" altLang="zh-CN" b="1" kern="0" dirty="0">
                <a:solidFill>
                  <a:srgbClr val="FF0000"/>
                </a:solidFill>
                <a:latin typeface="+mn-lt"/>
                <a:ea typeface="楷体_GB2312" pitchFamily="49" charset="-122"/>
              </a:rPr>
              <a:t> 4B*1M=4MB</a:t>
            </a:r>
            <a:endParaRPr lang="zh-CN" altLang="en-US" dirty="0">
              <a:solidFill>
                <a:srgbClr val="FF0000"/>
              </a:solidFill>
              <a:latin typeface="+mn-lt"/>
            </a:endParaRPr>
          </a:p>
        </p:txBody>
      </p:sp>
      <p:sp>
        <p:nvSpPr>
          <p:cNvPr id="10" name="TextBox 9"/>
          <p:cNvSpPr txBox="1">
            <a:spLocks noChangeArrowheads="1"/>
          </p:cNvSpPr>
          <p:nvPr/>
        </p:nvSpPr>
        <p:spPr bwMode="auto">
          <a:xfrm>
            <a:off x="2317453" y="5690986"/>
            <a:ext cx="4786312" cy="5842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defRPr/>
            </a:pPr>
            <a:r>
              <a:rPr lang="zh-CN" altLang="en-US" b="1" dirty="0">
                <a:solidFill>
                  <a:schemeClr val="bg2"/>
                </a:solidFill>
                <a:effectLst>
                  <a:outerShdw blurRad="38100" dist="38100" dir="2700000" algn="tl">
                    <a:srgbClr val="000000">
                      <a:alpha val="43137"/>
                    </a:srgbClr>
                  </a:outerShdw>
                </a:effectLst>
                <a:latin typeface="Calibri" panose="020F0502020204030204" pitchFamily="34" charset="0"/>
              </a:rPr>
              <a:t>将页表分成二级</a:t>
            </a:r>
            <a:endParaRPr lang="zh-CN" altLang="en-US" dirty="0">
              <a:solidFill>
                <a:schemeClr val="bg2"/>
              </a:solidFill>
              <a:effectLst>
                <a:outerShdw blurRad="38100" dist="38100" dir="2700000" algn="tl">
                  <a:srgbClr val="000000">
                    <a:alpha val="43137"/>
                  </a:srgbClr>
                </a:outerShdw>
              </a:effectLst>
            </a:endParaRPr>
          </a:p>
        </p:txBody>
      </p:sp>
      <p:sp>
        <p:nvSpPr>
          <p:cNvPr id="11" name="TextBox 10"/>
          <p:cNvSpPr txBox="1"/>
          <p:nvPr/>
        </p:nvSpPr>
        <p:spPr>
          <a:xfrm>
            <a:off x="210046" y="4432081"/>
            <a:ext cx="9001125" cy="1039812"/>
          </a:xfrm>
          <a:prstGeom prst="rect">
            <a:avLst/>
          </a:prstGeom>
          <a:solidFill>
            <a:srgbClr val="CCECFF"/>
          </a:solidFill>
        </p:spPr>
        <p:txBody>
          <a:bodyPr>
            <a:spAutoFit/>
          </a:bodyPr>
          <a:lstStyle/>
          <a:p>
            <a:pPr marL="174625" indent="-174625">
              <a:spcBef>
                <a:spcPct val="20000"/>
              </a:spcBef>
              <a:buSzPct val="70000"/>
              <a:buFont typeface="Wingdings" panose="05000000000000000000" pitchFamily="2" charset="2"/>
              <a:buChar char="l"/>
              <a:defRPr/>
            </a:pPr>
            <a:r>
              <a:rPr lang="zh-CN" altLang="en-US" sz="2800" b="1" kern="0" dirty="0">
                <a:solidFill>
                  <a:schemeClr val="bg2"/>
                </a:solidFill>
                <a:ea typeface="楷体_GB2312" pitchFamily="49" charset="-122"/>
              </a:rPr>
              <a:t>系统多个进程的页表将占据庞大的连续内存空间。</a:t>
            </a:r>
            <a:endParaRPr lang="en-US" altLang="zh-CN" sz="2800" b="1" kern="0" dirty="0">
              <a:solidFill>
                <a:schemeClr val="bg2"/>
              </a:solidFill>
              <a:ea typeface="楷体_GB2312" pitchFamily="49" charset="-122"/>
            </a:endParaRPr>
          </a:p>
          <a:p>
            <a:pPr marL="174625" indent="-174625">
              <a:spcBef>
                <a:spcPct val="20000"/>
              </a:spcBef>
              <a:buSzPct val="70000"/>
              <a:buFont typeface="Wingdings" panose="05000000000000000000" pitchFamily="2" charset="2"/>
              <a:buChar char="l"/>
              <a:defRPr/>
            </a:pPr>
            <a:r>
              <a:rPr lang="zh-CN" altLang="en-US" sz="2800" b="1" kern="0" dirty="0">
                <a:solidFill>
                  <a:schemeClr val="bg2"/>
                </a:solidFill>
                <a:ea typeface="楷体_GB2312" pitchFamily="49" charset="-122"/>
              </a:rPr>
              <a:t>进程的</a:t>
            </a:r>
            <a:r>
              <a:rPr lang="en-US" altLang="zh-CN" sz="2800" b="1" kern="0" dirty="0">
                <a:solidFill>
                  <a:schemeClr val="bg2"/>
                </a:solidFill>
                <a:latin typeface="+mn-lt"/>
                <a:ea typeface="楷体_GB2312" pitchFamily="49" charset="-122"/>
              </a:rPr>
              <a:t>1M</a:t>
            </a:r>
            <a:r>
              <a:rPr lang="zh-CN" altLang="en-US" sz="2800" b="1" kern="0" dirty="0">
                <a:solidFill>
                  <a:schemeClr val="bg2"/>
                </a:solidFill>
                <a:ea typeface="楷体_GB2312" pitchFamily="49" charset="-122"/>
              </a:rPr>
              <a:t>个页表项中，大部分空闲，内存浪费！</a:t>
            </a:r>
            <a:endParaRPr lang="zh-CN" altLang="en-US" sz="2800" dirty="0">
              <a:solidFill>
                <a:schemeClr val="bg2"/>
              </a:solidFill>
            </a:endParaRPr>
          </a:p>
        </p:txBody>
      </p:sp>
      <p:sp>
        <p:nvSpPr>
          <p:cNvPr id="12" name="矩形 11"/>
          <p:cNvSpPr/>
          <p:nvPr/>
        </p:nvSpPr>
        <p:spPr>
          <a:xfrm flipH="1">
            <a:off x="6444208" y="3280783"/>
            <a:ext cx="563116" cy="584774"/>
          </a:xfrm>
          <a:prstGeom prst="rect">
            <a:avLst/>
          </a:prstGeom>
          <a:solidFill>
            <a:schemeClr val="tx1">
              <a:lumMod val="85000"/>
            </a:schemeClr>
          </a:solidFill>
        </p:spPr>
        <p:txBody>
          <a:bodyPr wrap="square" lIns="0" rIns="0">
            <a:spAutoFit/>
          </a:bodyPr>
          <a:lstStyle/>
          <a:p>
            <a:pPr eaLnBrk="1" hangingPunct="1">
              <a:defRPr/>
            </a:pPr>
            <a:r>
              <a:rPr lang="en-US" altLang="zh-CN" b="1" kern="0" dirty="0">
                <a:solidFill>
                  <a:srgbClr val="FF0000"/>
                </a:solidFill>
                <a:latin typeface="+mn-lt"/>
                <a:ea typeface="楷体_GB2312" pitchFamily="49" charset="-122"/>
              </a:rPr>
              <a:t>1K</a:t>
            </a:r>
            <a:endParaRPr lang="zh-CN" altLang="en-US" dirty="0">
              <a:solidFill>
                <a:srgbClr val="FF0000"/>
              </a:solidFill>
              <a:latin typeface="+mn-lt"/>
            </a:endParaRPr>
          </a:p>
        </p:txBody>
      </p:sp>
      <p:sp>
        <p:nvSpPr>
          <p:cNvPr id="13" name="矩形 12">
            <a:extLst>
              <a:ext uri="{FF2B5EF4-FFF2-40B4-BE49-F238E27FC236}">
                <a16:creationId xmlns:a16="http://schemas.microsoft.com/office/drawing/2014/main" id="{9FBD8763-2F16-4650-8652-84163D12EB33}"/>
              </a:ext>
            </a:extLst>
          </p:cNvPr>
          <p:cNvSpPr/>
          <p:nvPr/>
        </p:nvSpPr>
        <p:spPr>
          <a:xfrm>
            <a:off x="2796516" y="0"/>
            <a:ext cx="3550972" cy="707886"/>
          </a:xfrm>
          <a:prstGeom prst="rect">
            <a:avLst/>
          </a:prstGeom>
        </p:spPr>
        <p:txBody>
          <a:bodyPr wrap="none">
            <a:spAutoFit/>
          </a:bodyPr>
          <a:lstStyle/>
          <a:p>
            <a:pPr marL="342900" indent="-342900" algn="ctr">
              <a:spcBef>
                <a:spcPct val="20000"/>
              </a:spcBef>
              <a:buClr>
                <a:srgbClr val="FFCC66"/>
              </a:buClr>
              <a:buSzPct val="90000"/>
              <a:defRPr/>
            </a:pPr>
            <a:r>
              <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rPr>
              <a:t>Linux</a:t>
            </a: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页表分级</a:t>
            </a:r>
          </a:p>
        </p:txBody>
      </p:sp>
      <p:sp>
        <p:nvSpPr>
          <p:cNvPr id="14"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4788541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500"/>
                                        <p:tgtEl>
                                          <p:spTgt spid="3">
                                            <p:txEl>
                                              <p:pRg st="1" end="1"/>
                                            </p:txEl>
                                          </p:spTgt>
                                        </p:tgtEl>
                                      </p:cBhvr>
                                    </p:animEffect>
                                  </p:childTnLst>
                                </p:cTn>
                              </p:par>
                              <p:par>
                                <p:cTn id="13" presetID="5" presetClass="entr" presetSubtype="1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checkerboard(across)">
                                      <p:cBhvr>
                                        <p:cTn id="15" dur="500"/>
                                        <p:tgtEl>
                                          <p:spTgt spid="3">
                                            <p:txEl>
                                              <p:pRg st="2" end="2"/>
                                            </p:txEl>
                                          </p:spTgt>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checkerboard(across)">
                                      <p:cBhvr>
                                        <p:cTn id="18" dur="500"/>
                                        <p:tgtEl>
                                          <p:spTgt spid="3">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dissolve">
                                      <p:cBhvr>
                                        <p:cTn id="23" dur="500"/>
                                        <p:tgtEl>
                                          <p:spTgt spid="6"/>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dissolve">
                                      <p:cBhvr>
                                        <p:cTn id="28" dur="500"/>
                                        <p:tgtEl>
                                          <p:spTgt spid="7"/>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fade">
                                      <p:cBhvr>
                                        <p:cTn id="33" dur="500"/>
                                        <p:tgtEl>
                                          <p:spTgt spid="3">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dissolve">
                                      <p:cBhvr>
                                        <p:cTn id="38" dur="500"/>
                                        <p:tgtEl>
                                          <p:spTgt spid="8"/>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dissolve">
                                      <p:cBhvr>
                                        <p:cTn id="43" dur="500"/>
                                        <p:tgtEl>
                                          <p:spTgt spid="12"/>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blinds(horizontal)">
                                      <p:cBhvr>
                                        <p:cTn id="48" dur="500"/>
                                        <p:tgtEl>
                                          <p:spTgt spid="11"/>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9" presetClass="entr" presetSubtype="0" fill="hold" grpId="0" nodeType="click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dissolve">
                                      <p:cBhvr>
                                        <p:cTn id="53" dur="500"/>
                                        <p:tgtEl>
                                          <p:spTgt spid="10"/>
                                        </p:tgtEl>
                                      </p:cBhvr>
                                    </p:animEffect>
                                  </p:childTnLst>
                                </p:cTn>
                              </p:par>
                            </p:childTnLst>
                          </p:cTn>
                        </p:par>
                        <p:par>
                          <p:cTn id="54" fill="hold">
                            <p:stCondLst>
                              <p:cond delay="500"/>
                            </p:stCondLst>
                            <p:childTnLst>
                              <p:par>
                                <p:cTn id="55" presetID="2" presetClass="entr" presetSubtype="6" fill="hold" grpId="0" nodeType="afterEffect">
                                  <p:stCondLst>
                                    <p:cond delay="0"/>
                                  </p:stCondLst>
                                  <p:childTnLst>
                                    <p:set>
                                      <p:cBhvr>
                                        <p:cTn id="56" dur="1" fill="hold">
                                          <p:stCondLst>
                                            <p:cond delay="0"/>
                                          </p:stCondLst>
                                        </p:cTn>
                                        <p:tgtEl>
                                          <p:spTgt spid="14"/>
                                        </p:tgtEl>
                                        <p:attrNameLst>
                                          <p:attrName>style.visibility</p:attrName>
                                        </p:attrNameLst>
                                      </p:cBhvr>
                                      <p:to>
                                        <p:strVal val="visible"/>
                                      </p:to>
                                    </p:set>
                                    <p:anim calcmode="lin" valueType="num">
                                      <p:cBhvr additive="base">
                                        <p:cTn id="57" dur="500" fill="hold"/>
                                        <p:tgtEl>
                                          <p:spTgt spid="14"/>
                                        </p:tgtEl>
                                        <p:attrNameLst>
                                          <p:attrName>ppt_x</p:attrName>
                                        </p:attrNameLst>
                                      </p:cBhvr>
                                      <p:tavLst>
                                        <p:tav tm="0">
                                          <p:val>
                                            <p:strVal val="1+#ppt_w/2"/>
                                          </p:val>
                                        </p:tav>
                                        <p:tav tm="100000">
                                          <p:val>
                                            <p:strVal val="#ppt_x"/>
                                          </p:val>
                                        </p:tav>
                                      </p:tavLst>
                                    </p:anim>
                                    <p:anim calcmode="lin" valueType="num">
                                      <p:cBhvr additive="base">
                                        <p:cTn id="5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uiExpand="1" animBg="1"/>
      <p:bldP spid="7" grpId="0" uiExpand="1" animBg="1"/>
      <p:bldP spid="8" grpId="0" animBg="1"/>
      <p:bldP spid="10" grpId="0" animBg="1"/>
      <p:bldP spid="11" grpId="0" animBg="1"/>
      <p:bldP spid="12" grpId="0" animBg="1"/>
      <p:bldP spid="14"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a:xfrm>
            <a:off x="77557" y="707886"/>
            <a:ext cx="9144000" cy="5601434"/>
          </a:xfrm>
          <a:prstGeom prst="rect">
            <a:avLst/>
          </a:prstGeom>
        </p:spPr>
        <p:txBody>
          <a:bodyPr/>
          <a:lstStyle/>
          <a:p>
            <a:pPr marL="355600" lvl="2" indent="-355600" defTabSz="355600">
              <a:spcBef>
                <a:spcPts val="0"/>
              </a:spcBef>
              <a:buSzPct val="80000"/>
              <a:buFont typeface="Wingdings" panose="05000000000000000000" pitchFamily="2" charset="2"/>
              <a:buChar char="n"/>
              <a:tabLst>
                <a:tab pos="3851275" algn="l"/>
              </a:tabLst>
              <a:defRPr/>
            </a:pPr>
            <a:r>
              <a:rPr lang="zh-CN" altLang="en-US" sz="3600" dirty="0">
                <a:solidFill>
                  <a:schemeClr val="bg1">
                    <a:lumMod val="75000"/>
                  </a:schemeClr>
                </a:solidFill>
                <a:effectLst>
                  <a:outerShdw blurRad="38100" dist="38100" dir="2700000" algn="tl">
                    <a:srgbClr val="000000"/>
                  </a:outerShdw>
                </a:effectLst>
                <a:latin typeface="+mj-lt"/>
                <a:ea typeface="楷体" panose="02010609060101010101" pitchFamily="49" charset="-122"/>
              </a:rPr>
              <a:t>每个页表占用一个物理页面（</a:t>
            </a:r>
            <a:r>
              <a:rPr lang="en-US" altLang="zh-CN" sz="3600" dirty="0">
                <a:solidFill>
                  <a:schemeClr val="bg1">
                    <a:lumMod val="75000"/>
                  </a:schemeClr>
                </a:solidFill>
                <a:effectLst>
                  <a:outerShdw blurRad="38100" dist="38100" dir="2700000" algn="tl">
                    <a:srgbClr val="000000"/>
                  </a:outerShdw>
                </a:effectLst>
                <a:latin typeface="+mj-lt"/>
                <a:ea typeface="楷体" panose="02010609060101010101" pitchFamily="49" charset="-122"/>
              </a:rPr>
              <a:t>4KB</a:t>
            </a:r>
            <a:r>
              <a:rPr lang="zh-CN" altLang="en-US" sz="3600" dirty="0">
                <a:solidFill>
                  <a:schemeClr val="bg1">
                    <a:lumMod val="75000"/>
                  </a:schemeClr>
                </a:solidFill>
                <a:effectLst>
                  <a:outerShdw blurRad="38100" dist="38100" dir="2700000" algn="tl">
                    <a:srgbClr val="000000"/>
                  </a:outerShdw>
                </a:effectLst>
                <a:latin typeface="+mj-lt"/>
                <a:ea typeface="楷体" panose="02010609060101010101" pitchFamily="49" charset="-122"/>
              </a:rPr>
              <a:t>）</a:t>
            </a:r>
            <a:r>
              <a:rPr lang="zh-CN" altLang="en-US" sz="3600" dirty="0">
                <a:solidFill>
                  <a:schemeClr val="bg2"/>
                </a:solidFill>
                <a:effectLst>
                  <a:outerShdw blurRad="38100" dist="38100" dir="2700000" algn="tl">
                    <a:srgbClr val="000000"/>
                  </a:outerShdw>
                </a:effectLst>
                <a:latin typeface="+mj-lt"/>
                <a:ea typeface="楷体" panose="02010609060101010101" pitchFamily="49" charset="-122"/>
              </a:rPr>
              <a:t>，页表项占</a:t>
            </a:r>
            <a:r>
              <a:rPr lang="en-US" altLang="zh-CN" sz="3600" dirty="0">
                <a:solidFill>
                  <a:schemeClr val="bg2"/>
                </a:solidFill>
                <a:effectLst>
                  <a:outerShdw blurRad="38100" dist="38100" dir="2700000" algn="tl">
                    <a:srgbClr val="000000"/>
                  </a:outerShdw>
                </a:effectLst>
                <a:latin typeface="+mj-lt"/>
                <a:ea typeface="楷体" panose="02010609060101010101" pitchFamily="49" charset="-122"/>
              </a:rPr>
              <a:t>4B</a:t>
            </a:r>
          </a:p>
          <a:p>
            <a:pPr marL="812800" lvl="3" indent="-355600" defTabSz="355600">
              <a:spcBef>
                <a:spcPts val="0"/>
              </a:spcBef>
              <a:buSzPct val="80000"/>
              <a:buFont typeface="Wingdings" panose="05000000000000000000" pitchFamily="2" charset="2"/>
              <a:buChar char="n"/>
              <a:tabLst>
                <a:tab pos="3851275" algn="l"/>
              </a:tabLst>
              <a:defRPr/>
            </a:pPr>
            <a:r>
              <a:rPr lang="zh-CN" altLang="en-US" dirty="0">
                <a:solidFill>
                  <a:schemeClr val="bg2"/>
                </a:solidFill>
                <a:effectLst>
                  <a:outerShdw blurRad="38100" dist="38100" dir="2700000" algn="tl">
                    <a:srgbClr val="000000"/>
                  </a:outerShdw>
                </a:effectLst>
                <a:latin typeface="+mj-lt"/>
                <a:ea typeface="楷体" panose="02010609060101010101" pitchFamily="49" charset="-122"/>
              </a:rPr>
              <a:t>每个页表           个表项。</a:t>
            </a:r>
            <a:endParaRPr lang="en-US" altLang="zh-CN" dirty="0">
              <a:solidFill>
                <a:schemeClr val="bg2"/>
              </a:solidFill>
              <a:effectLst>
                <a:outerShdw blurRad="38100" dist="38100" dir="2700000" algn="tl">
                  <a:srgbClr val="000000"/>
                </a:outerShdw>
              </a:effectLst>
              <a:latin typeface="+mj-lt"/>
              <a:ea typeface="楷体" panose="02010609060101010101" pitchFamily="49" charset="-122"/>
            </a:endParaRPr>
          </a:p>
          <a:p>
            <a:pPr marL="812800" lvl="3" indent="-355600" defTabSz="355600">
              <a:spcBef>
                <a:spcPts val="0"/>
              </a:spcBef>
              <a:buSzPct val="80000"/>
              <a:buFont typeface="Wingdings" panose="05000000000000000000" pitchFamily="2" charset="2"/>
              <a:buChar char="n"/>
              <a:tabLst>
                <a:tab pos="3851275" algn="l"/>
              </a:tabLst>
              <a:defRPr/>
            </a:pPr>
            <a:r>
              <a:rPr lang="zh-CN" altLang="en-US" dirty="0">
                <a:solidFill>
                  <a:schemeClr val="bg2"/>
                </a:solidFill>
                <a:effectLst>
                  <a:outerShdw blurRad="38100" dist="38100" dir="2700000" algn="tl">
                    <a:srgbClr val="000000"/>
                  </a:outerShdw>
                </a:effectLst>
                <a:latin typeface="+mj-lt"/>
                <a:ea typeface="楷体" panose="02010609060101010101" pitchFamily="49" charset="-122"/>
              </a:rPr>
              <a:t>一张页表覆盖           </a:t>
            </a:r>
            <a:r>
              <a:rPr lang="en-US" altLang="zh-CN" dirty="0">
                <a:solidFill>
                  <a:schemeClr val="bg2"/>
                </a:solidFill>
                <a:effectLst>
                  <a:outerShdw blurRad="38100" dist="38100" dir="2700000" algn="tl">
                    <a:srgbClr val="000000"/>
                  </a:outerShdw>
                </a:effectLst>
                <a:latin typeface="+mj-lt"/>
                <a:ea typeface="楷体" panose="02010609060101010101" pitchFamily="49" charset="-122"/>
              </a:rPr>
              <a:t>               </a:t>
            </a:r>
            <a:r>
              <a:rPr lang="zh-CN" altLang="en-US" dirty="0">
                <a:solidFill>
                  <a:schemeClr val="bg2"/>
                </a:solidFill>
                <a:effectLst>
                  <a:outerShdw blurRad="38100" dist="38100" dir="2700000" algn="tl">
                    <a:srgbClr val="000000"/>
                  </a:outerShdw>
                </a:effectLst>
                <a:latin typeface="+mj-lt"/>
                <a:ea typeface="楷体" panose="02010609060101010101" pitchFamily="49" charset="-122"/>
              </a:rPr>
              <a:t>的地址空间。</a:t>
            </a:r>
          </a:p>
          <a:p>
            <a:pPr marL="355600" lvl="2" indent="-355600" defTabSz="355600">
              <a:spcBef>
                <a:spcPts val="0"/>
              </a:spcBef>
              <a:buSzPct val="80000"/>
              <a:buFont typeface="Wingdings" panose="05000000000000000000" pitchFamily="2" charset="2"/>
              <a:buChar char="n"/>
              <a:tabLst>
                <a:tab pos="3851275" algn="l"/>
              </a:tabLst>
              <a:defRPr/>
            </a:pPr>
            <a:r>
              <a:rPr lang="zh-CN" altLang="en-US" sz="3600" dirty="0">
                <a:solidFill>
                  <a:schemeClr val="bg1">
                    <a:lumMod val="75000"/>
                  </a:schemeClr>
                </a:solidFill>
                <a:effectLst>
                  <a:outerShdw blurRad="38100" dist="38100" dir="2700000" algn="tl">
                    <a:srgbClr val="000000"/>
                  </a:outerShdw>
                </a:effectLst>
                <a:latin typeface="+mj-lt"/>
                <a:ea typeface="楷体" panose="02010609060101010101" pitchFamily="49" charset="-122"/>
              </a:rPr>
              <a:t>每个进程一个页表目录</a:t>
            </a:r>
            <a:r>
              <a:rPr lang="zh-CN" altLang="en-US" sz="3600" dirty="0">
                <a:solidFill>
                  <a:schemeClr val="bg2"/>
                </a:solidFill>
                <a:effectLst>
                  <a:outerShdw blurRad="38100" dist="38100" dir="2700000" algn="tl">
                    <a:srgbClr val="000000"/>
                  </a:outerShdw>
                </a:effectLst>
                <a:latin typeface="+mj-lt"/>
                <a:ea typeface="楷体" panose="02010609060101010101" pitchFamily="49" charset="-122"/>
              </a:rPr>
              <a:t>，记录该进程的各个页表的地址。</a:t>
            </a:r>
            <a:endParaRPr lang="en-US" altLang="zh-CN" sz="3600" dirty="0">
              <a:solidFill>
                <a:schemeClr val="bg2"/>
              </a:solidFill>
              <a:effectLst>
                <a:outerShdw blurRad="38100" dist="38100" dir="2700000" algn="tl">
                  <a:srgbClr val="000000"/>
                </a:outerShdw>
              </a:effectLst>
              <a:latin typeface="+mj-lt"/>
              <a:ea typeface="楷体" panose="02010609060101010101" pitchFamily="49" charset="-122"/>
            </a:endParaRPr>
          </a:p>
          <a:p>
            <a:pPr marL="812800" lvl="3" indent="-355600" defTabSz="355600">
              <a:spcBef>
                <a:spcPts val="0"/>
              </a:spcBef>
              <a:buSzPct val="80000"/>
              <a:buFont typeface="Wingdings" panose="05000000000000000000" pitchFamily="2" charset="2"/>
              <a:buChar char="n"/>
              <a:tabLst>
                <a:tab pos="3851275" algn="l"/>
              </a:tabLst>
              <a:defRPr/>
            </a:pPr>
            <a:r>
              <a:rPr lang="zh-CN" altLang="en-US" dirty="0">
                <a:solidFill>
                  <a:schemeClr val="bg2"/>
                </a:solidFill>
                <a:effectLst>
                  <a:outerShdw blurRad="38100" dist="38100" dir="2700000" algn="tl">
                    <a:srgbClr val="000000"/>
                  </a:outerShdw>
                </a:effectLst>
                <a:latin typeface="+mj-lt"/>
                <a:ea typeface="楷体" panose="02010609060101010101" pitchFamily="49" charset="-122"/>
              </a:rPr>
              <a:t>建立进程时，根据进程逻辑页数提供不同张数的页表</a:t>
            </a:r>
          </a:p>
          <a:p>
            <a:pPr marL="355600" lvl="2" indent="-355600" defTabSz="355600">
              <a:spcBef>
                <a:spcPts val="0"/>
              </a:spcBef>
              <a:buSzPct val="80000"/>
              <a:buFont typeface="Wingdings" panose="05000000000000000000" pitchFamily="2" charset="2"/>
              <a:buChar char="n"/>
              <a:tabLst>
                <a:tab pos="3851275" algn="l"/>
              </a:tabLst>
              <a:defRPr/>
            </a:pPr>
            <a:r>
              <a:rPr lang="zh-CN" altLang="en-US" sz="3600" dirty="0">
                <a:solidFill>
                  <a:schemeClr val="bg1">
                    <a:lumMod val="75000"/>
                  </a:schemeClr>
                </a:solidFill>
                <a:effectLst>
                  <a:outerShdw blurRad="38100" dist="38100" dir="2700000" algn="tl">
                    <a:srgbClr val="000000"/>
                  </a:outerShdw>
                </a:effectLst>
                <a:latin typeface="+mj-lt"/>
                <a:ea typeface="楷体" panose="02010609060101010101" pitchFamily="49" charset="-122"/>
              </a:rPr>
              <a:t>一个进程的多个页表离散地分布在内存。</a:t>
            </a:r>
          </a:p>
        </p:txBody>
      </p:sp>
      <p:sp>
        <p:nvSpPr>
          <p:cNvPr id="6" name="矩形 5"/>
          <p:cNvSpPr/>
          <p:nvPr/>
        </p:nvSpPr>
        <p:spPr>
          <a:xfrm>
            <a:off x="2843808" y="1789984"/>
            <a:ext cx="642938" cy="523875"/>
          </a:xfrm>
          <a:prstGeom prst="rect">
            <a:avLst/>
          </a:prstGeom>
          <a:solidFill>
            <a:schemeClr val="tx1">
              <a:lumMod val="85000"/>
            </a:schemeClr>
          </a:solidFill>
        </p:spPr>
        <p:txBody>
          <a:bodyPr wrap="none">
            <a:spAutoFit/>
          </a:bodyPr>
          <a:lstStyle/>
          <a:p>
            <a:pPr eaLnBrk="1" hangingPunct="1">
              <a:defRPr/>
            </a:pPr>
            <a:r>
              <a:rPr lang="en-US" altLang="zh-CN" sz="2800" b="1" kern="0" dirty="0">
                <a:solidFill>
                  <a:srgbClr val="FF0000"/>
                </a:solidFill>
                <a:latin typeface="Times New Roman"/>
                <a:ea typeface="宋体"/>
              </a:rPr>
              <a:t>1K</a:t>
            </a:r>
            <a:endParaRPr lang="zh-CN" altLang="en-US" dirty="0">
              <a:solidFill>
                <a:srgbClr val="FF0000"/>
              </a:solidFill>
            </a:endParaRPr>
          </a:p>
        </p:txBody>
      </p:sp>
      <p:sp>
        <p:nvSpPr>
          <p:cNvPr id="7" name="矩形 6"/>
          <p:cNvSpPr/>
          <p:nvPr/>
        </p:nvSpPr>
        <p:spPr>
          <a:xfrm>
            <a:off x="3486746" y="2323430"/>
            <a:ext cx="2500312" cy="523875"/>
          </a:xfrm>
          <a:prstGeom prst="rect">
            <a:avLst/>
          </a:prstGeom>
          <a:solidFill>
            <a:schemeClr val="tx1">
              <a:lumMod val="85000"/>
            </a:schemeClr>
          </a:solidFill>
        </p:spPr>
        <p:txBody>
          <a:bodyPr>
            <a:spAutoFit/>
          </a:bodyPr>
          <a:lstStyle/>
          <a:p>
            <a:pPr eaLnBrk="1" hangingPunct="1">
              <a:defRPr/>
            </a:pPr>
            <a:r>
              <a:rPr lang="en-US" altLang="zh-CN" sz="2800" b="1" kern="0" dirty="0">
                <a:solidFill>
                  <a:srgbClr val="FF0000"/>
                </a:solidFill>
                <a:latin typeface="Times New Roman"/>
                <a:ea typeface="宋体"/>
              </a:rPr>
              <a:t>1K*4KB=4MB</a:t>
            </a:r>
            <a:endParaRPr lang="zh-CN" altLang="en-US" dirty="0">
              <a:solidFill>
                <a:srgbClr val="FF0000"/>
              </a:solidFill>
            </a:endParaRPr>
          </a:p>
        </p:txBody>
      </p:sp>
      <p:sp>
        <p:nvSpPr>
          <p:cNvPr id="9" name="矩形 8">
            <a:extLst>
              <a:ext uri="{FF2B5EF4-FFF2-40B4-BE49-F238E27FC236}">
                <a16:creationId xmlns:a16="http://schemas.microsoft.com/office/drawing/2014/main" id="{458020D1-5A67-4F17-8B74-25F14643C1DC}"/>
              </a:ext>
            </a:extLst>
          </p:cNvPr>
          <p:cNvSpPr/>
          <p:nvPr/>
        </p:nvSpPr>
        <p:spPr>
          <a:xfrm>
            <a:off x="3448533" y="-38393"/>
            <a:ext cx="2239716" cy="707886"/>
          </a:xfrm>
          <a:prstGeom prst="rect">
            <a:avLst/>
          </a:prstGeom>
        </p:spPr>
        <p:txBody>
          <a:bodyPr wrap="none">
            <a:spAutoFit/>
          </a:bodyPr>
          <a:lstStyle/>
          <a:p>
            <a:pPr marL="342900" indent="-342900" algn="ctr">
              <a:spcBef>
                <a:spcPct val="20000"/>
              </a:spcBef>
              <a:buClr>
                <a:srgbClr val="FFCC66"/>
              </a:buClr>
              <a:buSzPct val="90000"/>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二级</a:t>
            </a:r>
            <a:r>
              <a:rPr lang="zh-CN" altLang="en-US" sz="4000" dirty="0" smtClean="0">
                <a:solidFill>
                  <a:srgbClr val="006699"/>
                </a:solidFill>
                <a:effectLst>
                  <a:outerShdw blurRad="38100" dist="38100" dir="2700000" algn="tl">
                    <a:srgbClr val="000000">
                      <a:alpha val="43137"/>
                    </a:srgbClr>
                  </a:outerShdw>
                </a:effectLst>
                <a:latin typeface="+mj-lt"/>
                <a:ea typeface="MS PGothic" pitchFamily="34" charset="-128"/>
                <a:cs typeface="+mj-cs"/>
              </a:rPr>
              <a:t>页表</a:t>
            </a:r>
            <a:endPar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endParaRPr>
          </a:p>
        </p:txBody>
      </p:sp>
      <p:sp>
        <p:nvSpPr>
          <p:cNvPr id="8"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638611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linds(horizontal)">
                                      <p:cBhvr>
                                        <p:cTn id="27" dur="500"/>
                                        <p:tgtEl>
                                          <p:spTgt spid="3">
                                            <p:txEl>
                                              <p:pRg st="5" end="5"/>
                                            </p:txEl>
                                          </p:spTgt>
                                        </p:tgtEl>
                                      </p:cBhvr>
                                    </p:animEffect>
                                  </p:childTnLst>
                                </p:cTn>
                              </p:par>
                            </p:childTnLst>
                          </p:cTn>
                        </p:par>
                        <p:par>
                          <p:cTn id="28" fill="hold">
                            <p:stCondLst>
                              <p:cond delay="500"/>
                            </p:stCondLst>
                            <p:childTnLst>
                              <p:par>
                                <p:cTn id="29" presetID="2" presetClass="entr" presetSubtype="6" fill="hold" grpId="0" nodeType="after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1+#ppt_w/2"/>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6" name="Object 4"/>
          <p:cNvGraphicFramePr>
            <a:graphicFrameLocks noChangeAspect="1"/>
          </p:cNvGraphicFramePr>
          <p:nvPr>
            <p:extLst>
              <p:ext uri="{D42A27DB-BD31-4B8C-83A1-F6EECF244321}">
                <p14:modId xmlns:p14="http://schemas.microsoft.com/office/powerpoint/2010/main" val="3203977589"/>
              </p:ext>
            </p:extLst>
          </p:nvPr>
        </p:nvGraphicFramePr>
        <p:xfrm>
          <a:off x="423178" y="2636912"/>
          <a:ext cx="6553200" cy="1219200"/>
        </p:xfrm>
        <a:graphic>
          <a:graphicData uri="http://schemas.openxmlformats.org/presentationml/2006/ole">
            <mc:AlternateContent xmlns:mc="http://schemas.openxmlformats.org/markup-compatibility/2006">
              <mc:Choice xmlns:v="urn:schemas-microsoft-com:vml" Requires="v">
                <p:oleObj spid="_x0000_s4419" name="位图图像" r:id="rId4" imgW="5761905" imgH="1219370" progId="Paint.Picture">
                  <p:embed/>
                </p:oleObj>
              </mc:Choice>
              <mc:Fallback>
                <p:oleObj name="位图图像" r:id="rId4" imgW="5761905" imgH="1219370" progId="Paint.Picture">
                  <p:embed/>
                  <p:pic>
                    <p:nvPicPr>
                      <p:cNvPr id="18436"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3178" y="2636912"/>
                        <a:ext cx="655320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0" name="AutoShape 5"/>
          <p:cNvSpPr>
            <a:spLocks noChangeArrowheads="1"/>
          </p:cNvSpPr>
          <p:nvPr/>
        </p:nvSpPr>
        <p:spPr bwMode="auto">
          <a:xfrm>
            <a:off x="6710372" y="2389037"/>
            <a:ext cx="1116124" cy="480019"/>
          </a:xfrm>
          <a:prstGeom prst="wedgeRoundRectCallout">
            <a:avLst>
              <a:gd name="adj1" fmla="val -73324"/>
              <a:gd name="adj2" fmla="val 116257"/>
              <a:gd name="adj3" fmla="val 16667"/>
            </a:avLst>
          </a:prstGeom>
          <a:solidFill>
            <a:srgbClr val="929EF8"/>
          </a:solidFill>
          <a:ln w="9525">
            <a:solidFill>
              <a:schemeClr val="tx1"/>
            </a:solidFill>
            <a:miter lim="800000"/>
            <a:headEnd/>
            <a:tailEnd/>
          </a:ln>
        </p:spPr>
        <p:txBody>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kumimoji="0" lang="zh-CN" altLang="en-US" sz="1800" b="1" dirty="0">
                <a:solidFill>
                  <a:schemeClr val="bg2"/>
                </a:solidFill>
                <a:latin typeface="Arial" panose="020B0604020202020204" pitchFamily="34" charset="0"/>
              </a:rPr>
              <a:t>有效位</a:t>
            </a:r>
          </a:p>
        </p:txBody>
      </p:sp>
      <p:sp>
        <p:nvSpPr>
          <p:cNvPr id="1031" name="AutoShape 6"/>
          <p:cNvSpPr>
            <a:spLocks noChangeArrowheads="1"/>
          </p:cNvSpPr>
          <p:nvPr/>
        </p:nvSpPr>
        <p:spPr bwMode="auto">
          <a:xfrm>
            <a:off x="5862015" y="3688397"/>
            <a:ext cx="2979042" cy="738016"/>
          </a:xfrm>
          <a:prstGeom prst="wedgeRoundRectCallout">
            <a:avLst>
              <a:gd name="adj1" fmla="val -44857"/>
              <a:gd name="adj2" fmla="val -116047"/>
              <a:gd name="adj3" fmla="val 16667"/>
            </a:avLst>
          </a:prstGeom>
          <a:solidFill>
            <a:srgbClr val="929EF8"/>
          </a:solidFill>
          <a:ln w="9525">
            <a:solidFill>
              <a:schemeClr val="tx1"/>
            </a:solidFill>
            <a:miter lim="800000"/>
            <a:headEnd/>
            <a:tailEnd/>
          </a:ln>
        </p:spPr>
        <p:txBody>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kumimoji="0" lang="zh-CN" altLang="en-US" sz="1800" b="1" dirty="0">
                <a:solidFill>
                  <a:schemeClr val="bg2"/>
                </a:solidFill>
                <a:latin typeface="Arial" panose="020B0604020202020204" pitchFamily="34" charset="0"/>
              </a:rPr>
              <a:t>读写位   </a:t>
            </a:r>
            <a:r>
              <a:rPr lang="en-US" altLang="zh-CN" sz="1800" dirty="0">
                <a:solidFill>
                  <a:srgbClr val="000000"/>
                </a:solidFill>
              </a:rPr>
              <a:t>0: </a:t>
            </a:r>
            <a:r>
              <a:rPr lang="zh-CN" altLang="en-US" sz="1800" dirty="0">
                <a:solidFill>
                  <a:srgbClr val="000000"/>
                </a:solidFill>
              </a:rPr>
              <a:t>只读 </a:t>
            </a:r>
            <a:r>
              <a:rPr lang="en-US" altLang="zh-CN" sz="1800" dirty="0">
                <a:solidFill>
                  <a:srgbClr val="000000"/>
                </a:solidFill>
              </a:rPr>
              <a:t>;1:</a:t>
            </a:r>
            <a:r>
              <a:rPr lang="zh-CN" altLang="en-US" sz="1800" dirty="0">
                <a:solidFill>
                  <a:srgbClr val="000000"/>
                </a:solidFill>
              </a:rPr>
              <a:t>读写</a:t>
            </a:r>
            <a:endParaRPr lang="en-US" altLang="zh-CN" sz="1800" dirty="0">
              <a:solidFill>
                <a:srgbClr val="000000"/>
              </a:solidFill>
            </a:endParaRPr>
          </a:p>
          <a:p>
            <a:pPr>
              <a:spcBef>
                <a:spcPct val="0"/>
              </a:spcBef>
              <a:buClrTx/>
              <a:buSzTx/>
              <a:buFontTx/>
              <a:buNone/>
            </a:pPr>
            <a:r>
              <a:rPr lang="zh-CN" altLang="en-US" sz="1800" dirty="0">
                <a:solidFill>
                  <a:srgbClr val="000000"/>
                </a:solidFill>
              </a:rPr>
              <a:t>进程共享页面时保护</a:t>
            </a:r>
          </a:p>
          <a:p>
            <a:pPr algn="ctr" eaLnBrk="1" hangingPunct="1">
              <a:spcBef>
                <a:spcPct val="0"/>
              </a:spcBef>
              <a:buClrTx/>
              <a:buSzTx/>
              <a:buFontTx/>
              <a:buNone/>
            </a:pPr>
            <a:endParaRPr kumimoji="0" lang="zh-CN" altLang="en-US" sz="1800" b="1" dirty="0">
              <a:solidFill>
                <a:schemeClr val="bg2"/>
              </a:solidFill>
              <a:latin typeface="Arial" panose="020B0604020202020204" pitchFamily="34" charset="0"/>
            </a:endParaRPr>
          </a:p>
        </p:txBody>
      </p:sp>
      <p:sp>
        <p:nvSpPr>
          <p:cNvPr id="1032" name="AutoShape 7"/>
          <p:cNvSpPr>
            <a:spLocks noChangeArrowheads="1"/>
          </p:cNvSpPr>
          <p:nvPr/>
        </p:nvSpPr>
        <p:spPr bwMode="auto">
          <a:xfrm>
            <a:off x="5479764" y="1905345"/>
            <a:ext cx="1752600" cy="357188"/>
          </a:xfrm>
          <a:prstGeom prst="wedgeRoundRectCallout">
            <a:avLst>
              <a:gd name="adj1" fmla="val -41783"/>
              <a:gd name="adj2" fmla="val 254044"/>
              <a:gd name="adj3" fmla="val 16667"/>
            </a:avLst>
          </a:prstGeom>
          <a:solidFill>
            <a:srgbClr val="929EF8"/>
          </a:solidFill>
          <a:ln w="9525">
            <a:solidFill>
              <a:schemeClr val="tx1"/>
            </a:solidFill>
            <a:miter lim="800000"/>
            <a:headEnd/>
            <a:tailEnd/>
          </a:ln>
        </p:spPr>
        <p:txBody>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kumimoji="0" lang="zh-CN" altLang="en-US" sz="1800" b="1">
                <a:solidFill>
                  <a:schemeClr val="bg2"/>
                </a:solidFill>
                <a:latin typeface="Arial" panose="020B0604020202020204" pitchFamily="34" charset="0"/>
              </a:rPr>
              <a:t>用户态</a:t>
            </a:r>
            <a:r>
              <a:rPr kumimoji="0" lang="en-US" altLang="zh-CN" sz="1800" b="1">
                <a:solidFill>
                  <a:schemeClr val="bg2"/>
                </a:solidFill>
                <a:latin typeface="Arial" panose="020B0604020202020204" pitchFamily="34" charset="0"/>
              </a:rPr>
              <a:t>/</a:t>
            </a:r>
            <a:r>
              <a:rPr kumimoji="0" lang="zh-CN" altLang="en-US" sz="1800" b="1">
                <a:solidFill>
                  <a:schemeClr val="bg2"/>
                </a:solidFill>
                <a:latin typeface="Arial" panose="020B0604020202020204" pitchFamily="34" charset="0"/>
              </a:rPr>
              <a:t>核心态</a:t>
            </a:r>
          </a:p>
        </p:txBody>
      </p:sp>
      <p:sp>
        <p:nvSpPr>
          <p:cNvPr id="1033" name="AutoShape 8"/>
          <p:cNvSpPr>
            <a:spLocks noChangeArrowheads="1"/>
          </p:cNvSpPr>
          <p:nvPr/>
        </p:nvSpPr>
        <p:spPr bwMode="auto">
          <a:xfrm>
            <a:off x="4291876" y="3789622"/>
            <a:ext cx="1439862" cy="695325"/>
          </a:xfrm>
          <a:prstGeom prst="wedgeRoundRectCallout">
            <a:avLst>
              <a:gd name="adj1" fmla="val 22043"/>
              <a:gd name="adj2" fmla="val -154752"/>
              <a:gd name="adj3" fmla="val 16667"/>
            </a:avLst>
          </a:prstGeom>
          <a:solidFill>
            <a:srgbClr val="929EF8"/>
          </a:solidFill>
          <a:ln w="9525">
            <a:solidFill>
              <a:schemeClr val="tx1"/>
            </a:solidFill>
            <a:miter lim="800000"/>
            <a:headEnd/>
            <a:tailEnd/>
          </a:ln>
        </p:spPr>
        <p:txBody>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kumimoji="0" lang="zh-CN" altLang="en-US" sz="1800" b="1" dirty="0">
                <a:solidFill>
                  <a:schemeClr val="bg2"/>
                </a:solidFill>
                <a:latin typeface="Arial" panose="020B0604020202020204" pitchFamily="34" charset="0"/>
              </a:rPr>
              <a:t>缓冲内存</a:t>
            </a:r>
            <a:endParaRPr kumimoji="0" lang="en-US" altLang="zh-CN" sz="1800" b="1" dirty="0">
              <a:solidFill>
                <a:schemeClr val="bg2"/>
              </a:solidFill>
              <a:latin typeface="Arial" panose="020B0604020202020204" pitchFamily="34" charset="0"/>
            </a:endParaRPr>
          </a:p>
          <a:p>
            <a:pPr algn="ctr" eaLnBrk="1" hangingPunct="1">
              <a:spcBef>
                <a:spcPct val="0"/>
              </a:spcBef>
              <a:buClrTx/>
              <a:buSzTx/>
              <a:buFontTx/>
              <a:buNone/>
            </a:pPr>
            <a:r>
              <a:rPr kumimoji="0" lang="zh-CN" altLang="en-US" sz="1800" b="1" dirty="0">
                <a:solidFill>
                  <a:schemeClr val="bg2"/>
                </a:solidFill>
                <a:latin typeface="Arial" panose="020B0604020202020204" pitchFamily="34" charset="0"/>
              </a:rPr>
              <a:t>工作方式</a:t>
            </a:r>
          </a:p>
        </p:txBody>
      </p:sp>
      <p:sp>
        <p:nvSpPr>
          <p:cNvPr id="1034" name="AutoShape 9"/>
          <p:cNvSpPr>
            <a:spLocks noChangeArrowheads="1"/>
          </p:cNvSpPr>
          <p:nvPr/>
        </p:nvSpPr>
        <p:spPr bwMode="auto">
          <a:xfrm>
            <a:off x="3862893" y="1847193"/>
            <a:ext cx="1439862" cy="647700"/>
          </a:xfrm>
          <a:prstGeom prst="wedgeRoundRectCallout">
            <a:avLst>
              <a:gd name="adj1" fmla="val 28500"/>
              <a:gd name="adj2" fmla="val 125787"/>
              <a:gd name="adj3" fmla="val 16667"/>
            </a:avLst>
          </a:prstGeom>
          <a:solidFill>
            <a:srgbClr val="929EF8"/>
          </a:solidFill>
          <a:ln w="9525">
            <a:solidFill>
              <a:schemeClr val="tx1"/>
            </a:solidFill>
            <a:miter lim="800000"/>
            <a:headEnd/>
            <a:tailEnd/>
          </a:ln>
        </p:spPr>
        <p:txBody>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kumimoji="0" lang="zh-CN" altLang="en-US" sz="1800" b="1">
                <a:solidFill>
                  <a:schemeClr val="bg2"/>
                </a:solidFill>
                <a:latin typeface="Arial" panose="020B0604020202020204" pitchFamily="34" charset="0"/>
              </a:rPr>
              <a:t>是否启用</a:t>
            </a:r>
            <a:endParaRPr kumimoji="0" lang="en-US" altLang="zh-CN" sz="1800" b="1">
              <a:solidFill>
                <a:schemeClr val="bg2"/>
              </a:solidFill>
              <a:latin typeface="Arial" panose="020B0604020202020204" pitchFamily="34" charset="0"/>
            </a:endParaRPr>
          </a:p>
          <a:p>
            <a:pPr algn="ctr" eaLnBrk="1" hangingPunct="1">
              <a:spcBef>
                <a:spcPct val="0"/>
              </a:spcBef>
              <a:buClrTx/>
              <a:buSzTx/>
              <a:buFontTx/>
              <a:buNone/>
            </a:pPr>
            <a:r>
              <a:rPr kumimoji="0" lang="zh-CN" altLang="en-US" sz="1800" b="1">
                <a:solidFill>
                  <a:schemeClr val="bg2"/>
                </a:solidFill>
                <a:latin typeface="Arial" panose="020B0604020202020204" pitchFamily="34" charset="0"/>
              </a:rPr>
              <a:t>高速缓存</a:t>
            </a:r>
          </a:p>
        </p:txBody>
      </p:sp>
      <p:sp>
        <p:nvSpPr>
          <p:cNvPr id="1035" name="AutoShape 10"/>
          <p:cNvSpPr>
            <a:spLocks noChangeArrowheads="1"/>
          </p:cNvSpPr>
          <p:nvPr/>
        </p:nvSpPr>
        <p:spPr bwMode="auto">
          <a:xfrm>
            <a:off x="3245959" y="3611822"/>
            <a:ext cx="1045917" cy="355600"/>
          </a:xfrm>
          <a:prstGeom prst="wedgeRoundRectCallout">
            <a:avLst>
              <a:gd name="adj1" fmla="val 68779"/>
              <a:gd name="adj2" fmla="val -161722"/>
              <a:gd name="adj3" fmla="val 16667"/>
            </a:avLst>
          </a:prstGeom>
          <a:solidFill>
            <a:srgbClr val="929EF8"/>
          </a:solidFill>
          <a:ln w="9525">
            <a:solidFill>
              <a:schemeClr val="tx1"/>
            </a:solidFill>
            <a:miter lim="800000"/>
            <a:headEnd/>
            <a:tailEnd/>
          </a:ln>
        </p:spPr>
        <p:txBody>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kumimoji="0" lang="zh-CN" altLang="en-US" sz="1800" b="1" dirty="0">
                <a:solidFill>
                  <a:schemeClr val="bg2"/>
                </a:solidFill>
                <a:latin typeface="Arial" panose="020B0604020202020204" pitchFamily="34" charset="0"/>
              </a:rPr>
              <a:t>访问位</a:t>
            </a:r>
          </a:p>
        </p:txBody>
      </p:sp>
      <p:sp>
        <p:nvSpPr>
          <p:cNvPr id="1036" name="AutoShape 11"/>
          <p:cNvSpPr>
            <a:spLocks noChangeArrowheads="1"/>
          </p:cNvSpPr>
          <p:nvPr/>
        </p:nvSpPr>
        <p:spPr bwMode="auto">
          <a:xfrm>
            <a:off x="2706209" y="2139532"/>
            <a:ext cx="1079500" cy="357187"/>
          </a:xfrm>
          <a:prstGeom prst="wedgeRoundRectCallout">
            <a:avLst>
              <a:gd name="adj1" fmla="val 81226"/>
              <a:gd name="adj2" fmla="val 194570"/>
              <a:gd name="adj3" fmla="val 16667"/>
            </a:avLst>
          </a:prstGeom>
          <a:solidFill>
            <a:srgbClr val="929EF8"/>
          </a:solidFill>
          <a:ln w="9525">
            <a:solidFill>
              <a:schemeClr val="tx1"/>
            </a:solidFill>
            <a:miter lim="800000"/>
            <a:headEnd/>
            <a:tailEnd/>
          </a:ln>
        </p:spPr>
        <p:txBody>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kumimoji="0" lang="zh-CN" altLang="en-US" sz="1800" b="1">
                <a:solidFill>
                  <a:schemeClr val="bg2"/>
                </a:solidFill>
                <a:latin typeface="Arial" panose="020B0604020202020204" pitchFamily="34" charset="0"/>
              </a:rPr>
              <a:t>修改位</a:t>
            </a:r>
          </a:p>
        </p:txBody>
      </p:sp>
      <p:sp>
        <p:nvSpPr>
          <p:cNvPr id="1037" name="AutoShape 12"/>
          <p:cNvSpPr>
            <a:spLocks noChangeArrowheads="1"/>
          </p:cNvSpPr>
          <p:nvPr/>
        </p:nvSpPr>
        <p:spPr bwMode="auto">
          <a:xfrm>
            <a:off x="361592" y="3563373"/>
            <a:ext cx="2786063" cy="695325"/>
          </a:xfrm>
          <a:prstGeom prst="wedgeRoundRectCallout">
            <a:avLst>
              <a:gd name="adj1" fmla="val 76352"/>
              <a:gd name="adj2" fmla="val -124862"/>
              <a:gd name="adj3" fmla="val 16667"/>
            </a:avLst>
          </a:prstGeom>
          <a:solidFill>
            <a:srgbClr val="929EF8"/>
          </a:solidFill>
          <a:ln w="9525">
            <a:solidFill>
              <a:schemeClr val="tx1"/>
            </a:solidFill>
            <a:miter lim="800000"/>
            <a:headEnd/>
            <a:tailEnd/>
          </a:ln>
        </p:spPr>
        <p:txBody>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1800" b="1">
                <a:solidFill>
                  <a:schemeClr val="bg2"/>
                </a:solidFill>
                <a:latin typeface="Arial" panose="020B0604020202020204" pitchFamily="34" charset="0"/>
              </a:rPr>
              <a:t>页大小，</a:t>
            </a:r>
            <a:r>
              <a:rPr kumimoji="0" lang="en-US" altLang="zh-CN" sz="1800" b="1">
                <a:solidFill>
                  <a:schemeClr val="bg2"/>
                </a:solidFill>
                <a:latin typeface="Arial" panose="020B0604020202020204" pitchFamily="34" charset="0"/>
              </a:rPr>
              <a:t>4K(0)</a:t>
            </a:r>
            <a:r>
              <a:rPr kumimoji="0" lang="zh-CN" altLang="en-US" sz="1800" b="1">
                <a:solidFill>
                  <a:schemeClr val="bg2"/>
                </a:solidFill>
                <a:latin typeface="Arial" panose="020B0604020202020204" pitchFamily="34" charset="0"/>
              </a:rPr>
              <a:t>或</a:t>
            </a:r>
            <a:r>
              <a:rPr kumimoji="0" lang="en-US" altLang="zh-CN" sz="1800" b="1">
                <a:solidFill>
                  <a:schemeClr val="bg2"/>
                </a:solidFill>
                <a:latin typeface="Arial" panose="020B0604020202020204" pitchFamily="34" charset="0"/>
              </a:rPr>
              <a:t>4M(1)</a:t>
            </a:r>
            <a:r>
              <a:rPr kumimoji="0" lang="zh-CN" altLang="en-US" sz="1800" b="1">
                <a:solidFill>
                  <a:schemeClr val="bg2"/>
                </a:solidFill>
                <a:latin typeface="Arial" panose="020B0604020202020204" pitchFamily="34" charset="0"/>
              </a:rPr>
              <a:t>，</a:t>
            </a:r>
            <a:endParaRPr kumimoji="0" lang="en-US" altLang="zh-CN" sz="1800" b="1">
              <a:solidFill>
                <a:schemeClr val="bg2"/>
              </a:solidFill>
              <a:latin typeface="Arial" panose="020B0604020202020204" pitchFamily="34" charset="0"/>
            </a:endParaRPr>
          </a:p>
          <a:p>
            <a:pPr eaLnBrk="1" hangingPunct="1">
              <a:spcBef>
                <a:spcPct val="0"/>
              </a:spcBef>
              <a:buClrTx/>
              <a:buSzTx/>
              <a:buFontTx/>
              <a:buNone/>
            </a:pPr>
            <a:r>
              <a:rPr kumimoji="0" lang="zh-CN" altLang="en-US" sz="1800" b="1">
                <a:solidFill>
                  <a:schemeClr val="bg2"/>
                </a:solidFill>
                <a:latin typeface="Arial" panose="020B0604020202020204" pitchFamily="34" charset="0"/>
              </a:rPr>
              <a:t>只适用于页目录表项</a:t>
            </a:r>
          </a:p>
        </p:txBody>
      </p:sp>
      <p:sp>
        <p:nvSpPr>
          <p:cNvPr id="22" name="矩形 21">
            <a:extLst>
              <a:ext uri="{FF2B5EF4-FFF2-40B4-BE49-F238E27FC236}">
                <a16:creationId xmlns:a16="http://schemas.microsoft.com/office/drawing/2014/main" id="{DA6D29AE-84E6-4970-9235-01FEB24945A6}"/>
              </a:ext>
            </a:extLst>
          </p:cNvPr>
          <p:cNvSpPr/>
          <p:nvPr/>
        </p:nvSpPr>
        <p:spPr>
          <a:xfrm>
            <a:off x="353626" y="-25060"/>
            <a:ext cx="8259740" cy="707886"/>
          </a:xfrm>
          <a:prstGeom prst="rect">
            <a:avLst/>
          </a:prstGeom>
        </p:spPr>
        <p:txBody>
          <a:bodyPr wrap="square">
            <a:spAutoFit/>
          </a:bodyPr>
          <a:lstStyle/>
          <a:p>
            <a:pPr marL="342900" indent="-342900" algn="ctr">
              <a:spcBef>
                <a:spcPct val="20000"/>
              </a:spcBef>
              <a:buClr>
                <a:srgbClr val="FFCC66"/>
              </a:buClr>
              <a:buSzPct val="90000"/>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页目录项</a:t>
            </a:r>
            <a:r>
              <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rPr>
              <a:t>/</a:t>
            </a: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页表项</a:t>
            </a:r>
          </a:p>
        </p:txBody>
      </p:sp>
      <p:sp>
        <p:nvSpPr>
          <p:cNvPr id="23" name="AutoShape 8">
            <a:hlinkClick r:id="rId6" action="ppaction://hlinksldjump" highlightClick="1"/>
          </p:cNvPr>
          <p:cNvSpPr>
            <a:spLocks noChangeArrowheads="1"/>
          </p:cNvSpPr>
          <p:nvPr/>
        </p:nvSpPr>
        <p:spPr bwMode="auto">
          <a:xfrm>
            <a:off x="8748464" y="6525344"/>
            <a:ext cx="395536" cy="346295"/>
          </a:xfrm>
          <a:prstGeom prst="actionButtonReturn">
            <a:avLst/>
          </a:prstGeom>
          <a:solidFill>
            <a:schemeClr val="tx1">
              <a:lumMod val="95000"/>
              <a:alpha val="89999"/>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6610799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37"/>
                                        </p:tgtEl>
                                        <p:attrNameLst>
                                          <p:attrName>style.visibility</p:attrName>
                                        </p:attrNameLst>
                                      </p:cBhvr>
                                      <p:to>
                                        <p:strVal val="visible"/>
                                      </p:to>
                                    </p:set>
                                    <p:animEffect transition="in" filter="blinds(horizontal)">
                                      <p:cBhvr>
                                        <p:cTn id="7" dur="500"/>
                                        <p:tgtEl>
                                          <p:spTgt spid="103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36"/>
                                        </p:tgtEl>
                                        <p:attrNameLst>
                                          <p:attrName>style.visibility</p:attrName>
                                        </p:attrNameLst>
                                      </p:cBhvr>
                                      <p:to>
                                        <p:strVal val="visible"/>
                                      </p:to>
                                    </p:set>
                                    <p:animEffect transition="in" filter="blinds(horizontal)">
                                      <p:cBhvr>
                                        <p:cTn id="12" dur="500"/>
                                        <p:tgtEl>
                                          <p:spTgt spid="103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35"/>
                                        </p:tgtEl>
                                        <p:attrNameLst>
                                          <p:attrName>style.visibility</p:attrName>
                                        </p:attrNameLst>
                                      </p:cBhvr>
                                      <p:to>
                                        <p:strVal val="visible"/>
                                      </p:to>
                                    </p:set>
                                    <p:animEffect transition="in" filter="blinds(horizontal)">
                                      <p:cBhvr>
                                        <p:cTn id="17" dur="500"/>
                                        <p:tgtEl>
                                          <p:spTgt spid="103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034"/>
                                        </p:tgtEl>
                                        <p:attrNameLst>
                                          <p:attrName>style.visibility</p:attrName>
                                        </p:attrNameLst>
                                      </p:cBhvr>
                                      <p:to>
                                        <p:strVal val="visible"/>
                                      </p:to>
                                    </p:set>
                                    <p:animEffect transition="in" filter="blinds(horizontal)">
                                      <p:cBhvr>
                                        <p:cTn id="22" dur="500"/>
                                        <p:tgtEl>
                                          <p:spTgt spid="103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033"/>
                                        </p:tgtEl>
                                        <p:attrNameLst>
                                          <p:attrName>style.visibility</p:attrName>
                                        </p:attrNameLst>
                                      </p:cBhvr>
                                      <p:to>
                                        <p:strVal val="visible"/>
                                      </p:to>
                                    </p:set>
                                    <p:animEffect transition="in" filter="blinds(horizontal)">
                                      <p:cBhvr>
                                        <p:cTn id="27" dur="500"/>
                                        <p:tgtEl>
                                          <p:spTgt spid="103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032"/>
                                        </p:tgtEl>
                                        <p:attrNameLst>
                                          <p:attrName>style.visibility</p:attrName>
                                        </p:attrNameLst>
                                      </p:cBhvr>
                                      <p:to>
                                        <p:strVal val="visible"/>
                                      </p:to>
                                    </p:set>
                                    <p:animEffect transition="in" filter="blinds(horizontal)">
                                      <p:cBhvr>
                                        <p:cTn id="32" dur="500"/>
                                        <p:tgtEl>
                                          <p:spTgt spid="103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031"/>
                                        </p:tgtEl>
                                        <p:attrNameLst>
                                          <p:attrName>style.visibility</p:attrName>
                                        </p:attrNameLst>
                                      </p:cBhvr>
                                      <p:to>
                                        <p:strVal val="visible"/>
                                      </p:to>
                                    </p:set>
                                    <p:animEffect transition="in" filter="blinds(horizontal)">
                                      <p:cBhvr>
                                        <p:cTn id="37" dur="500"/>
                                        <p:tgtEl>
                                          <p:spTgt spid="103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030"/>
                                        </p:tgtEl>
                                        <p:attrNameLst>
                                          <p:attrName>style.visibility</p:attrName>
                                        </p:attrNameLst>
                                      </p:cBhvr>
                                      <p:to>
                                        <p:strVal val="visible"/>
                                      </p:to>
                                    </p:set>
                                    <p:animEffect transition="in" filter="blinds(horizontal)">
                                      <p:cBhvr>
                                        <p:cTn id="42" dur="500"/>
                                        <p:tgtEl>
                                          <p:spTgt spid="1030"/>
                                        </p:tgtEl>
                                      </p:cBhvr>
                                    </p:animEffect>
                                  </p:childTnLst>
                                </p:cTn>
                              </p:par>
                            </p:childTnLst>
                          </p:cTn>
                        </p:par>
                        <p:par>
                          <p:cTn id="43" fill="hold">
                            <p:stCondLst>
                              <p:cond delay="500"/>
                            </p:stCondLst>
                            <p:childTnLst>
                              <p:par>
                                <p:cTn id="44" presetID="4" presetClass="entr" presetSubtype="16" fill="hold" grpId="0" nodeType="after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box(in)">
                                      <p:cBhvr>
                                        <p:cTn id="46"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0" grpId="0" animBg="1"/>
      <p:bldP spid="1031" grpId="0" animBg="1"/>
      <p:bldP spid="1032" grpId="0" animBg="1"/>
      <p:bldP spid="1033" grpId="0" animBg="1"/>
      <p:bldP spid="1034" grpId="0" animBg="1"/>
      <p:bldP spid="1035" grpId="0" animBg="1"/>
      <p:bldP spid="1036" grpId="0" animBg="1"/>
      <p:bldP spid="1037" grpId="0" animBg="1"/>
      <p:bldP spid="23"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3" name="图片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55576" y="1052736"/>
            <a:ext cx="7115175" cy="4067175"/>
          </a:xfrm>
          <a:prstGeom prst="rect">
            <a:avLst/>
          </a:prstGeom>
          <a:noFill/>
          <a:ln w="5715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 name="线形标注 1 1"/>
          <p:cNvSpPr>
            <a:spLocks/>
          </p:cNvSpPr>
          <p:nvPr/>
        </p:nvSpPr>
        <p:spPr bwMode="auto">
          <a:xfrm>
            <a:off x="2303461" y="801117"/>
            <a:ext cx="4068739" cy="489299"/>
          </a:xfrm>
          <a:prstGeom prst="borderCallout1">
            <a:avLst>
              <a:gd name="adj1" fmla="val 103226"/>
              <a:gd name="adj2" fmla="val 28494"/>
              <a:gd name="adj3" fmla="val 206819"/>
              <a:gd name="adj4" fmla="val 23063"/>
            </a:avLst>
          </a:prstGeom>
          <a:solidFill>
            <a:srgbClr val="00B0F0"/>
          </a:solidFill>
          <a:ln w="57150" cap="sq" algn="ctr">
            <a:solidFill>
              <a:srgbClr val="00B0F0"/>
            </a:solidFill>
            <a:round/>
            <a:headEnd type="none" w="sm" len="sm"/>
            <a:tailEnd type="none" w="sm" len="sm"/>
          </a:ln>
        </p:spPr>
        <p:txBody>
          <a:bodyPr wrap="none"/>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400" b="1" dirty="0" smtClean="0">
                <a:solidFill>
                  <a:srgbClr val="002060"/>
                </a:solidFill>
              </a:rPr>
              <a:t>对</a:t>
            </a:r>
            <a:r>
              <a:rPr lang="zh-CN" altLang="en-US" sz="2400" b="1" dirty="0">
                <a:solidFill>
                  <a:srgbClr val="002060"/>
                </a:solidFill>
              </a:rPr>
              <a:t>物理内存页的分配和回收</a:t>
            </a:r>
          </a:p>
        </p:txBody>
      </p:sp>
      <p:sp>
        <p:nvSpPr>
          <p:cNvPr id="7" name="线形标注 1 6"/>
          <p:cNvSpPr>
            <a:spLocks/>
          </p:cNvSpPr>
          <p:nvPr/>
        </p:nvSpPr>
        <p:spPr bwMode="auto">
          <a:xfrm>
            <a:off x="3392623" y="5119911"/>
            <a:ext cx="5472113" cy="430213"/>
          </a:xfrm>
          <a:prstGeom prst="borderCallout1">
            <a:avLst>
              <a:gd name="adj1" fmla="val -5643"/>
              <a:gd name="adj2" fmla="val 26042"/>
              <a:gd name="adj3" fmla="val -241562"/>
              <a:gd name="adj4" fmla="val 22294"/>
            </a:avLst>
          </a:prstGeom>
          <a:solidFill>
            <a:srgbClr val="00B0F0"/>
          </a:solidFill>
          <a:ln w="57150" cap="sq" algn="ctr">
            <a:solidFill>
              <a:srgbClr val="00B0F0"/>
            </a:solidFill>
            <a:round/>
            <a:headEnd type="none" w="sm" len="sm"/>
            <a:tailEnd type="none" w="sm" len="sm"/>
          </a:ln>
        </p:spPr>
        <p:txBody>
          <a:bodyPr wrap="none"/>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400" b="1" dirty="0">
                <a:solidFill>
                  <a:srgbClr val="002060"/>
                </a:solidFill>
              </a:rPr>
              <a:t>为用户进程提供虚拟页面的分配和回收</a:t>
            </a:r>
            <a:br>
              <a:rPr lang="zh-CN" altLang="en-US" sz="2400" b="1" dirty="0">
                <a:solidFill>
                  <a:srgbClr val="002060"/>
                </a:solidFill>
              </a:rPr>
            </a:br>
            <a:r>
              <a:rPr lang="zh-CN" altLang="en-US" sz="2400" dirty="0"/>
              <a:t/>
            </a:r>
            <a:br>
              <a:rPr lang="zh-CN" altLang="en-US" sz="2400" dirty="0"/>
            </a:br>
            <a:endParaRPr lang="zh-CN" altLang="en-US" sz="2800" b="1" dirty="0">
              <a:solidFill>
                <a:srgbClr val="002060"/>
              </a:solidFill>
            </a:endParaRPr>
          </a:p>
        </p:txBody>
      </p:sp>
      <p:sp>
        <p:nvSpPr>
          <p:cNvPr id="8" name="线形标注 1 7"/>
          <p:cNvSpPr>
            <a:spLocks/>
          </p:cNvSpPr>
          <p:nvPr/>
        </p:nvSpPr>
        <p:spPr bwMode="auto">
          <a:xfrm>
            <a:off x="107504" y="5729644"/>
            <a:ext cx="5022850" cy="428625"/>
          </a:xfrm>
          <a:prstGeom prst="borderCallout1">
            <a:avLst>
              <a:gd name="adj1" fmla="val -6893"/>
              <a:gd name="adj2" fmla="val 32129"/>
              <a:gd name="adj3" fmla="val -390500"/>
              <a:gd name="adj4" fmla="val 40136"/>
            </a:avLst>
          </a:prstGeom>
          <a:solidFill>
            <a:srgbClr val="00B0F0"/>
          </a:solidFill>
          <a:ln w="57150" cap="sq" algn="ctr">
            <a:solidFill>
              <a:srgbClr val="00B0F0"/>
            </a:solidFill>
            <a:round/>
            <a:headEnd type="none" w="sm" len="sm"/>
            <a:tailEnd type="none" w="sm" len="sm"/>
          </a:ln>
        </p:spPr>
        <p:txBody>
          <a:bodyPr wrap="none"/>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400" b="1" dirty="0">
                <a:solidFill>
                  <a:srgbClr val="002060"/>
                </a:solidFill>
              </a:rPr>
              <a:t>为</a:t>
            </a:r>
            <a:r>
              <a:rPr lang="zh-CN" altLang="en-US" sz="2400" b="1" dirty="0">
                <a:solidFill>
                  <a:srgbClr val="000000"/>
                </a:solidFill>
                <a:latin typeface="宋体" panose="02010600030101010101" pitchFamily="2" charset="-122"/>
              </a:rPr>
              <a:t>内核提供各种大小的物理内存块</a:t>
            </a:r>
            <a:r>
              <a:rPr lang="zh-CN" altLang="en-US" sz="2400" dirty="0"/>
              <a:t/>
            </a:r>
            <a:br>
              <a:rPr lang="zh-CN" altLang="en-US" sz="2400" dirty="0"/>
            </a:br>
            <a:endParaRPr lang="zh-CN" altLang="en-US" sz="2800" b="1" dirty="0">
              <a:solidFill>
                <a:srgbClr val="002060"/>
              </a:solidFill>
            </a:endParaRPr>
          </a:p>
        </p:txBody>
      </p:sp>
      <p:sp>
        <p:nvSpPr>
          <p:cNvPr id="9" name="矩形 4">
            <a:extLst>
              <a:ext uri="{FF2B5EF4-FFF2-40B4-BE49-F238E27FC236}">
                <a16:creationId xmlns:a16="http://schemas.microsoft.com/office/drawing/2014/main" id="{90F941B0-7AC6-4A22-8564-BDC38E9EA14E}"/>
              </a:ext>
            </a:extLst>
          </p:cNvPr>
          <p:cNvSpPr>
            <a:spLocks noChangeArrowheads="1"/>
          </p:cNvSpPr>
          <p:nvPr/>
        </p:nvSpPr>
        <p:spPr bwMode="auto">
          <a:xfrm>
            <a:off x="1646321" y="-88758"/>
            <a:ext cx="6103769"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77850" indent="-577850">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lvl="1" eaLnBrk="1" hangingPunct="1">
              <a:spcBef>
                <a:spcPct val="0"/>
              </a:spcBef>
              <a:buNone/>
              <a:defRPr/>
            </a:pPr>
            <a:r>
              <a:rPr lang="en-US" altLang="zh-CN" sz="4400" dirty="0">
                <a:solidFill>
                  <a:srgbClr val="B2622C"/>
                </a:solidFill>
                <a:effectLst>
                  <a:outerShdw blurRad="38100" dist="38100" dir="2700000" algn="tl">
                    <a:srgbClr val="000000"/>
                  </a:outerShdw>
                </a:effectLst>
                <a:latin typeface="+mj-lt"/>
                <a:ea typeface="楷体_GB2312" pitchFamily="49" charset="-122"/>
                <a:cs typeface="+mj-cs"/>
              </a:rPr>
              <a:t>Linux</a:t>
            </a:r>
            <a:r>
              <a:rPr lang="zh-CN" altLang="en-US" sz="4400" dirty="0">
                <a:solidFill>
                  <a:srgbClr val="B2622C"/>
                </a:solidFill>
                <a:effectLst>
                  <a:outerShdw blurRad="38100" dist="38100" dir="2700000" algn="tl">
                    <a:srgbClr val="000000"/>
                  </a:outerShdw>
                </a:effectLst>
                <a:latin typeface="+mj-lt"/>
                <a:ea typeface="楷体_GB2312" pitchFamily="49" charset="-122"/>
                <a:cs typeface="+mj-cs"/>
              </a:rPr>
              <a:t>内存管理子系统</a:t>
            </a:r>
          </a:p>
        </p:txBody>
      </p:sp>
      <p:sp>
        <p:nvSpPr>
          <p:cNvPr id="12"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9226218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par>
                          <p:cTn id="24" fill="hold">
                            <p:stCondLst>
                              <p:cond delay="1000"/>
                            </p:stCondLst>
                            <p:childTnLst>
                              <p:par>
                                <p:cTn id="25" presetID="2" presetClass="entr" presetSubtype="6"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1+#ppt_w/2"/>
                                          </p:val>
                                        </p:tav>
                                        <p:tav tm="100000">
                                          <p:val>
                                            <p:strVal val="#ppt_x"/>
                                          </p:val>
                                        </p:tav>
                                      </p:tavLst>
                                    </p:anim>
                                    <p:anim calcmode="lin" valueType="num">
                                      <p:cBhvr additive="base">
                                        <p:cTn id="2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P spid="12"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1"/>
          <p:cNvSpPr>
            <a:spLocks noGrp="1"/>
          </p:cNvSpPr>
          <p:nvPr>
            <p:ph type="sldNum" sz="quarter" idx="12"/>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fld id="{7316ACF8-F1F5-4F93-91BE-05718413C455}" type="slidenum">
              <a:rPr kumimoji="0" lang="en-US" altLang="zh-CN" sz="1400" smtClean="0"/>
              <a:pPr>
                <a:spcBef>
                  <a:spcPct val="0"/>
                </a:spcBef>
                <a:buClrTx/>
                <a:buSzTx/>
                <a:buFontTx/>
                <a:buNone/>
              </a:pPr>
              <a:t>66</a:t>
            </a:fld>
            <a:endParaRPr kumimoji="0" lang="en-US" altLang="zh-CN" sz="1400"/>
          </a:p>
        </p:txBody>
      </p:sp>
      <p:sp>
        <p:nvSpPr>
          <p:cNvPr id="3" name="Rectangle 2"/>
          <p:cNvSpPr txBox="1">
            <a:spLocks noChangeArrowheads="1"/>
          </p:cNvSpPr>
          <p:nvPr/>
        </p:nvSpPr>
        <p:spPr>
          <a:xfrm>
            <a:off x="2071688" y="0"/>
            <a:ext cx="5214937" cy="836613"/>
          </a:xfrm>
          <a:prstGeom prst="rect">
            <a:avLst/>
          </a:prstGeom>
        </p:spPr>
        <p:txBody>
          <a:bodyPr/>
          <a:lstStyle/>
          <a:p>
            <a:pPr marL="342900" indent="-342900" algn="ctr">
              <a:spcBef>
                <a:spcPct val="20000"/>
              </a:spcBef>
              <a:buClr>
                <a:srgbClr val="FFCC66"/>
              </a:buClr>
              <a:buSzPct val="90000"/>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物理内存管理器</a:t>
            </a:r>
          </a:p>
        </p:txBody>
      </p:sp>
      <p:sp>
        <p:nvSpPr>
          <p:cNvPr id="20484" name="TextBox 3"/>
          <p:cNvSpPr txBox="1">
            <a:spLocks noChangeArrowheads="1"/>
          </p:cNvSpPr>
          <p:nvPr/>
        </p:nvSpPr>
        <p:spPr bwMode="auto">
          <a:xfrm>
            <a:off x="622971" y="2407096"/>
            <a:ext cx="8143875" cy="123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en-US" altLang="zh-CN" b="1" dirty="0">
                <a:solidFill>
                  <a:schemeClr val="bg2"/>
                </a:solidFill>
                <a:ea typeface="楷体_GB2312" pitchFamily="49" charset="-122"/>
              </a:rPr>
              <a:t>80x86</a:t>
            </a:r>
            <a:r>
              <a:rPr kumimoji="0" lang="zh-CN" altLang="en-US" b="1" dirty="0">
                <a:solidFill>
                  <a:schemeClr val="bg2"/>
                </a:solidFill>
                <a:ea typeface="楷体_GB2312" pitchFamily="49" charset="-122"/>
              </a:rPr>
              <a:t>上</a:t>
            </a:r>
            <a:r>
              <a:rPr kumimoji="0" lang="en-US" altLang="zh-CN" b="1" dirty="0">
                <a:solidFill>
                  <a:schemeClr val="bg2"/>
                </a:solidFill>
                <a:ea typeface="楷体_GB2312" pitchFamily="49" charset="-122"/>
              </a:rPr>
              <a:t>32</a:t>
            </a:r>
            <a:r>
              <a:rPr kumimoji="0" lang="zh-CN" altLang="en-US" b="1" dirty="0">
                <a:solidFill>
                  <a:schemeClr val="bg2"/>
                </a:solidFill>
                <a:ea typeface="楷体_GB2312" pitchFamily="49" charset="-122"/>
              </a:rPr>
              <a:t>位处理器</a:t>
            </a:r>
            <a:endParaRPr kumimoji="0" lang="en-US" altLang="zh-CN" b="1" dirty="0">
              <a:solidFill>
                <a:schemeClr val="bg2"/>
              </a:solidFill>
              <a:ea typeface="楷体_GB2312" pitchFamily="49" charset="-122"/>
            </a:endParaRPr>
          </a:p>
          <a:p>
            <a:pPr eaLnBrk="1" hangingPunct="1">
              <a:spcBef>
                <a:spcPts val="1200"/>
              </a:spcBef>
              <a:buClrTx/>
              <a:buSzTx/>
              <a:buFontTx/>
              <a:buNone/>
            </a:pPr>
            <a:r>
              <a:rPr kumimoji="0" lang="zh-CN" altLang="en-US" b="1" dirty="0">
                <a:solidFill>
                  <a:schemeClr val="bg2"/>
                </a:solidFill>
                <a:ea typeface="楷体_GB2312" pitchFamily="49" charset="-122"/>
              </a:rPr>
              <a:t>物理地址空间的范围</a:t>
            </a:r>
            <a:r>
              <a:rPr kumimoji="0" lang="en-US" altLang="zh-CN" b="1" dirty="0">
                <a:solidFill>
                  <a:schemeClr val="bg2"/>
                </a:solidFill>
                <a:ea typeface="楷体_GB2312" pitchFamily="49" charset="-122"/>
              </a:rPr>
              <a:t>:</a:t>
            </a:r>
            <a:r>
              <a:rPr kumimoji="0" lang="zh-CN" altLang="en-US" b="1" dirty="0">
                <a:solidFill>
                  <a:schemeClr val="bg2"/>
                </a:solidFill>
                <a:ea typeface="楷体_GB2312" pitchFamily="49" charset="-122"/>
              </a:rPr>
              <a:t>  </a:t>
            </a:r>
            <a:r>
              <a:rPr kumimoji="0" lang="en-US" altLang="zh-CN" b="1" dirty="0">
                <a:solidFill>
                  <a:schemeClr val="bg2"/>
                </a:solidFill>
                <a:ea typeface="楷体_GB2312" pitchFamily="49" charset="-122"/>
              </a:rPr>
              <a:t>2</a:t>
            </a:r>
            <a:r>
              <a:rPr kumimoji="0" lang="en-US" altLang="zh-CN" b="1" baseline="30000" dirty="0">
                <a:solidFill>
                  <a:schemeClr val="bg2"/>
                </a:solidFill>
                <a:ea typeface="楷体_GB2312" pitchFamily="49" charset="-122"/>
              </a:rPr>
              <a:t>32</a:t>
            </a:r>
            <a:r>
              <a:rPr kumimoji="0" lang="en-US" altLang="zh-CN" b="1" dirty="0">
                <a:solidFill>
                  <a:schemeClr val="bg2"/>
                </a:solidFill>
                <a:ea typeface="楷体_GB2312" pitchFamily="49" charset="-122"/>
              </a:rPr>
              <a:t>B</a:t>
            </a:r>
            <a:r>
              <a:rPr kumimoji="0" lang="zh-CN" altLang="en-US" b="1" dirty="0">
                <a:solidFill>
                  <a:schemeClr val="bg2"/>
                </a:solidFill>
                <a:ea typeface="楷体_GB2312" pitchFamily="49" charset="-122"/>
              </a:rPr>
              <a:t>，即</a:t>
            </a:r>
            <a:r>
              <a:rPr kumimoji="0" lang="en-US" altLang="zh-CN" b="1" dirty="0">
                <a:solidFill>
                  <a:schemeClr val="bg2"/>
                </a:solidFill>
                <a:ea typeface="楷体_GB2312" pitchFamily="49" charset="-122"/>
              </a:rPr>
              <a:t>4GB</a:t>
            </a:r>
            <a:r>
              <a:rPr kumimoji="0" lang="zh-CN" altLang="en-US" sz="2800" b="1" dirty="0">
                <a:solidFill>
                  <a:schemeClr val="bg2"/>
                </a:solidFill>
                <a:ea typeface="楷体_GB2312" pitchFamily="49" charset="-122"/>
              </a:rPr>
              <a:t>。</a:t>
            </a:r>
            <a:endParaRPr lang="zh-CN" altLang="en-US" sz="2400" dirty="0">
              <a:solidFill>
                <a:schemeClr val="bg2"/>
              </a:solidFill>
            </a:endParaRPr>
          </a:p>
        </p:txBody>
      </p:sp>
      <p:sp>
        <p:nvSpPr>
          <p:cNvPr id="20485" name="TextBox 5"/>
          <p:cNvSpPr txBox="1">
            <a:spLocks noChangeArrowheads="1"/>
          </p:cNvSpPr>
          <p:nvPr/>
        </p:nvSpPr>
        <p:spPr bwMode="auto">
          <a:xfrm>
            <a:off x="1214438" y="1000125"/>
            <a:ext cx="7548562" cy="1077218"/>
          </a:xfrm>
          <a:prstGeom prst="rect">
            <a:avLst/>
          </a:prstGeom>
          <a:solidFill>
            <a:schemeClr val="tx1">
              <a:lumMod val="85000"/>
            </a:schemeClr>
          </a:solidFill>
          <a:ln>
            <a:noFill/>
          </a:ln>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b="1" dirty="0">
                <a:solidFill>
                  <a:srgbClr val="FF0000"/>
                </a:solidFill>
              </a:rPr>
              <a:t>物理地址</a:t>
            </a:r>
            <a:r>
              <a:rPr lang="zh-CN" altLang="en-US" b="1" dirty="0">
                <a:solidFill>
                  <a:schemeClr val="bg2"/>
                </a:solidFill>
              </a:rPr>
              <a:t>：出现在地址总线上的地址。</a:t>
            </a:r>
            <a:endParaRPr lang="en-US" altLang="zh-CN" b="1" dirty="0">
              <a:solidFill>
                <a:schemeClr val="bg2"/>
              </a:solidFill>
            </a:endParaRPr>
          </a:p>
          <a:p>
            <a:pPr eaLnBrk="1" hangingPunct="1">
              <a:spcBef>
                <a:spcPct val="0"/>
              </a:spcBef>
              <a:buClrTx/>
              <a:buSzTx/>
              <a:buFontTx/>
              <a:buNone/>
            </a:pPr>
            <a:r>
              <a:rPr lang="zh-CN" altLang="en-US" b="1" dirty="0">
                <a:solidFill>
                  <a:schemeClr val="bg2"/>
                </a:solidFill>
              </a:rPr>
              <a:t>内存的最大容量由物理地址长度决定。</a:t>
            </a:r>
          </a:p>
        </p:txBody>
      </p:sp>
      <p:sp>
        <p:nvSpPr>
          <p:cNvPr id="20487" name="文本框 1"/>
          <p:cNvSpPr txBox="1">
            <a:spLocks noChangeArrowheads="1"/>
          </p:cNvSpPr>
          <p:nvPr/>
        </p:nvSpPr>
        <p:spPr bwMode="auto">
          <a:xfrm>
            <a:off x="508000" y="3968750"/>
            <a:ext cx="7448376" cy="646331"/>
          </a:xfrm>
          <a:prstGeom prst="rect">
            <a:avLst/>
          </a:prstGeom>
          <a:solidFill>
            <a:srgbClr val="FFFF00"/>
          </a:solidFill>
          <a:ln>
            <a:noFill/>
          </a:ln>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 typeface="Symbol" panose="05050102010706020507" pitchFamily="18" charset="2"/>
              <a:buNone/>
            </a:pPr>
            <a:r>
              <a:rPr lang="zh-CN" altLang="en-US" sz="3600" dirty="0">
                <a:solidFill>
                  <a:schemeClr val="bg2"/>
                </a:solidFill>
                <a:effectLst>
                  <a:outerShdw blurRad="38100" dist="38100" dir="2700000" algn="tl">
                    <a:srgbClr val="000000">
                      <a:alpha val="43137"/>
                    </a:srgbClr>
                  </a:outerShdw>
                </a:effectLst>
                <a:latin typeface="Arial" panose="020B0604020202020204" pitchFamily="34" charset="0"/>
              </a:rPr>
              <a:t>空闲</a:t>
            </a:r>
            <a:r>
              <a:rPr lang="zh-CN" altLang="en-US" sz="3600" b="1" dirty="0">
                <a:solidFill>
                  <a:schemeClr val="bg2"/>
                </a:solidFill>
                <a:effectLst>
                  <a:outerShdw blurRad="38100" dist="38100" dir="2700000" algn="tl">
                    <a:srgbClr val="000000">
                      <a:alpha val="43137"/>
                    </a:srgbClr>
                  </a:outerShdw>
                </a:effectLst>
                <a:latin typeface="Arial" panose="020B0604020202020204" pitchFamily="34" charset="0"/>
              </a:rPr>
              <a:t>页块组链表</a:t>
            </a:r>
            <a:r>
              <a:rPr lang="zh-CN" altLang="en-US" sz="3600" b="1" dirty="0">
                <a:solidFill>
                  <a:schemeClr val="bg2"/>
                </a:solidFill>
                <a:effectLst>
                  <a:outerShdw blurRad="38100" dist="38100" dir="2700000" algn="tl">
                    <a:srgbClr val="000000">
                      <a:alpha val="43137"/>
                    </a:srgbClr>
                  </a:outerShdw>
                </a:effectLst>
              </a:rPr>
              <a:t>和</a:t>
            </a:r>
            <a:r>
              <a:rPr lang="zh-CN" altLang="en-US" sz="3600" b="1" dirty="0">
                <a:solidFill>
                  <a:schemeClr val="bg2"/>
                </a:solidFill>
                <a:effectLst>
                  <a:outerShdw blurRad="38100" dist="38100" dir="2700000" algn="tl">
                    <a:srgbClr val="000000">
                      <a:alpha val="43137"/>
                    </a:srgbClr>
                  </a:outerShdw>
                </a:effectLst>
                <a:latin typeface="Arial" panose="020B0604020202020204" pitchFamily="34" charset="0"/>
              </a:rPr>
              <a:t>位图</a:t>
            </a:r>
            <a:r>
              <a:rPr lang="zh-CN" altLang="en-US" sz="3600" b="1" dirty="0">
                <a:solidFill>
                  <a:schemeClr val="bg2"/>
                </a:solidFill>
                <a:effectLst>
                  <a:outerShdw blurRad="38100" dist="38100" dir="2700000" algn="tl">
                    <a:srgbClr val="000000">
                      <a:alpha val="43137"/>
                    </a:srgbClr>
                  </a:outerShdw>
                </a:effectLst>
              </a:rPr>
              <a:t>结合</a:t>
            </a:r>
          </a:p>
        </p:txBody>
      </p:sp>
      <p:sp>
        <p:nvSpPr>
          <p:cNvPr id="7"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732924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文本框 2"/>
          <p:cNvSpPr txBox="1">
            <a:spLocks noChangeArrowheads="1"/>
          </p:cNvSpPr>
          <p:nvPr/>
        </p:nvSpPr>
        <p:spPr bwMode="auto">
          <a:xfrm>
            <a:off x="131763" y="981075"/>
            <a:ext cx="8821737" cy="5078313"/>
          </a:xfrm>
          <a:prstGeom prst="rect">
            <a:avLst/>
          </a:prstGeom>
          <a:noFill/>
          <a:ln>
            <a:noFill/>
          </a:ln>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defRPr/>
            </a:pPr>
            <a:r>
              <a:rPr lang="en-US" altLang="zh-CN" sz="2800" dirty="0" err="1">
                <a:solidFill>
                  <a:schemeClr val="bg2"/>
                </a:solidFill>
              </a:rPr>
              <a:t>typedef</a:t>
            </a:r>
            <a:r>
              <a:rPr lang="en-US" altLang="zh-CN" sz="2800" dirty="0">
                <a:solidFill>
                  <a:schemeClr val="bg2"/>
                </a:solidFill>
              </a:rPr>
              <a:t> </a:t>
            </a:r>
            <a:r>
              <a:rPr lang="en-US" altLang="zh-CN" sz="2800" b="1" dirty="0" err="1">
                <a:solidFill>
                  <a:srgbClr val="FF0000"/>
                </a:solidFill>
              </a:rPr>
              <a:t>struct</a:t>
            </a:r>
            <a:r>
              <a:rPr lang="en-US" altLang="zh-CN" sz="2800" dirty="0">
                <a:solidFill>
                  <a:srgbClr val="FF0000"/>
                </a:solidFill>
              </a:rPr>
              <a:t> </a:t>
            </a:r>
            <a:r>
              <a:rPr lang="en-US" altLang="zh-CN" sz="2800" b="1" dirty="0">
                <a:solidFill>
                  <a:srgbClr val="FF0000"/>
                </a:solidFill>
              </a:rPr>
              <a:t>page</a:t>
            </a:r>
            <a:r>
              <a:rPr lang="en-US" altLang="zh-CN" sz="2800" dirty="0">
                <a:solidFill>
                  <a:srgbClr val="FF0000"/>
                </a:solidFill>
              </a:rPr>
              <a:t> </a:t>
            </a:r>
            <a:r>
              <a:rPr lang="en-US" altLang="zh-CN" sz="2800" dirty="0">
                <a:solidFill>
                  <a:schemeClr val="bg2"/>
                </a:solidFill>
              </a:rPr>
              <a:t>{/</a:t>
            </a:r>
            <a:r>
              <a:rPr lang="zh-CN" altLang="en-US" sz="2800" dirty="0">
                <a:solidFill>
                  <a:schemeClr val="bg2"/>
                </a:solidFill>
              </a:rPr>
              <a:t>*</a:t>
            </a:r>
            <a:r>
              <a:rPr lang="zh-CN" altLang="en-US" sz="2400" b="1" dirty="0">
                <a:solidFill>
                  <a:srgbClr val="FF0000"/>
                </a:solidFill>
              </a:rPr>
              <a:t>页描述符</a:t>
            </a:r>
            <a:r>
              <a:rPr lang="zh-CN" altLang="en-US" sz="2800" dirty="0">
                <a:solidFill>
                  <a:schemeClr val="bg2"/>
                </a:solidFill>
              </a:rPr>
              <a:t>*</a:t>
            </a:r>
            <a:r>
              <a:rPr lang="en-US" altLang="zh-CN" sz="2800" dirty="0">
                <a:solidFill>
                  <a:schemeClr val="bg2"/>
                </a:solidFill>
              </a:rPr>
              <a:t>/</a:t>
            </a:r>
            <a:endParaRPr lang="zh-CN" altLang="zh-CN" sz="2800" dirty="0">
              <a:solidFill>
                <a:schemeClr val="bg2"/>
              </a:solidFill>
            </a:endParaRPr>
          </a:p>
          <a:p>
            <a:pPr>
              <a:spcBef>
                <a:spcPct val="0"/>
              </a:spcBef>
              <a:buClrTx/>
              <a:buSzTx/>
              <a:buFontTx/>
              <a:buNone/>
              <a:defRPr/>
            </a:pPr>
            <a:r>
              <a:rPr lang="en-US" altLang="zh-CN" sz="2800" dirty="0">
                <a:solidFill>
                  <a:schemeClr val="bg2"/>
                </a:solidFill>
              </a:rPr>
              <a:t>    </a:t>
            </a:r>
            <a:r>
              <a:rPr lang="en-US" altLang="zh-CN" sz="2800" dirty="0" err="1">
                <a:solidFill>
                  <a:schemeClr val="bg2"/>
                </a:solidFill>
              </a:rPr>
              <a:t>struct</a:t>
            </a:r>
            <a:r>
              <a:rPr lang="en-US" altLang="zh-CN" sz="2800" dirty="0">
                <a:solidFill>
                  <a:schemeClr val="bg2"/>
                </a:solidFill>
              </a:rPr>
              <a:t> page *</a:t>
            </a:r>
            <a:r>
              <a:rPr lang="en-US" altLang="zh-CN" sz="2800" b="1" dirty="0">
                <a:solidFill>
                  <a:schemeClr val="bg2">
                    <a:lumMod val="60000"/>
                    <a:lumOff val="40000"/>
                  </a:schemeClr>
                </a:solidFill>
              </a:rPr>
              <a:t>next</a:t>
            </a:r>
            <a:r>
              <a:rPr lang="en-US" altLang="zh-CN" sz="2000" dirty="0">
                <a:solidFill>
                  <a:schemeClr val="bg2"/>
                </a:solidFill>
              </a:rPr>
              <a:t>; /</a:t>
            </a:r>
            <a:r>
              <a:rPr lang="zh-CN" altLang="en-US" sz="2000" dirty="0">
                <a:solidFill>
                  <a:schemeClr val="bg2"/>
                </a:solidFill>
              </a:rPr>
              <a:t> *在 </a:t>
            </a:r>
            <a:r>
              <a:rPr lang="en-US" altLang="zh-CN" sz="2400" b="1" dirty="0" err="1">
                <a:solidFill>
                  <a:schemeClr val="bg2">
                    <a:lumMod val="60000"/>
                    <a:lumOff val="40000"/>
                  </a:schemeClr>
                </a:solidFill>
              </a:rPr>
              <a:t>free_area</a:t>
            </a:r>
            <a:r>
              <a:rPr lang="en-US" altLang="zh-CN" sz="2000" dirty="0">
                <a:solidFill>
                  <a:schemeClr val="bg2"/>
                </a:solidFill>
              </a:rPr>
              <a:t> </a:t>
            </a:r>
            <a:r>
              <a:rPr lang="zh-CN" altLang="en-US" sz="2000" dirty="0">
                <a:solidFill>
                  <a:schemeClr val="bg2"/>
                </a:solidFill>
              </a:rPr>
              <a:t>中建立 </a:t>
            </a:r>
            <a:r>
              <a:rPr lang="en-US" altLang="zh-CN" sz="2000" dirty="0" err="1">
                <a:solidFill>
                  <a:schemeClr val="bg2"/>
                </a:solidFill>
              </a:rPr>
              <a:t>mem_map_t</a:t>
            </a:r>
            <a:r>
              <a:rPr lang="en-US" altLang="zh-CN" sz="2000" dirty="0">
                <a:solidFill>
                  <a:schemeClr val="bg2"/>
                </a:solidFill>
              </a:rPr>
              <a:t> </a:t>
            </a:r>
            <a:r>
              <a:rPr lang="zh-CN" altLang="en-US" sz="2000" dirty="0">
                <a:solidFill>
                  <a:schemeClr val="bg2"/>
                </a:solidFill>
              </a:rPr>
              <a:t>的双向链表</a:t>
            </a:r>
            <a:r>
              <a:rPr lang="en-US" altLang="zh-CN" sz="2000" dirty="0">
                <a:solidFill>
                  <a:schemeClr val="bg2"/>
                </a:solidFill>
              </a:rPr>
              <a:t>*/</a:t>
            </a:r>
            <a:r>
              <a:rPr lang="zh-CN" altLang="en-US" sz="2000" dirty="0">
                <a:solidFill>
                  <a:schemeClr val="bg2"/>
                </a:solidFill>
              </a:rPr>
              <a:t/>
            </a:r>
            <a:br>
              <a:rPr lang="zh-CN" altLang="en-US" sz="2000" dirty="0">
                <a:solidFill>
                  <a:schemeClr val="bg2"/>
                </a:solidFill>
              </a:rPr>
            </a:br>
            <a:r>
              <a:rPr lang="en-US" altLang="zh-CN" sz="2800" dirty="0">
                <a:solidFill>
                  <a:schemeClr val="bg2"/>
                </a:solidFill>
              </a:rPr>
              <a:t>    </a:t>
            </a:r>
            <a:r>
              <a:rPr lang="en-US" altLang="zh-CN" sz="2800" dirty="0" err="1">
                <a:solidFill>
                  <a:schemeClr val="bg2"/>
                </a:solidFill>
              </a:rPr>
              <a:t>struct</a:t>
            </a:r>
            <a:r>
              <a:rPr lang="en-US" altLang="zh-CN" sz="2800" dirty="0">
                <a:solidFill>
                  <a:schemeClr val="bg2"/>
                </a:solidFill>
              </a:rPr>
              <a:t> page *</a:t>
            </a:r>
            <a:r>
              <a:rPr lang="en-US" altLang="zh-CN" sz="2800" b="1" dirty="0" err="1">
                <a:solidFill>
                  <a:schemeClr val="bg2">
                    <a:lumMod val="60000"/>
                    <a:lumOff val="40000"/>
                  </a:schemeClr>
                </a:solidFill>
              </a:rPr>
              <a:t>prev</a:t>
            </a:r>
            <a:r>
              <a:rPr lang="en-US" altLang="zh-CN" sz="2800" dirty="0">
                <a:solidFill>
                  <a:schemeClr val="bg2"/>
                </a:solidFill>
              </a:rPr>
              <a:t>;</a:t>
            </a:r>
            <a:br>
              <a:rPr lang="en-US" altLang="zh-CN" sz="2800" dirty="0">
                <a:solidFill>
                  <a:schemeClr val="bg2"/>
                </a:solidFill>
              </a:rPr>
            </a:br>
            <a:r>
              <a:rPr lang="en-US" altLang="zh-CN" sz="2800" dirty="0">
                <a:solidFill>
                  <a:schemeClr val="bg2"/>
                </a:solidFill>
              </a:rPr>
              <a:t>    </a:t>
            </a:r>
            <a:r>
              <a:rPr lang="en-US" altLang="zh-CN" sz="2800" dirty="0" err="1">
                <a:solidFill>
                  <a:schemeClr val="bg2"/>
                </a:solidFill>
              </a:rPr>
              <a:t>struct</a:t>
            </a:r>
            <a:r>
              <a:rPr lang="en-US" altLang="zh-CN" sz="2800" dirty="0">
                <a:solidFill>
                  <a:schemeClr val="bg2"/>
                </a:solidFill>
              </a:rPr>
              <a:t> </a:t>
            </a:r>
            <a:r>
              <a:rPr lang="en-US" altLang="zh-CN" sz="2800" dirty="0" err="1">
                <a:solidFill>
                  <a:schemeClr val="bg2"/>
                </a:solidFill>
              </a:rPr>
              <a:t>inode</a:t>
            </a:r>
            <a:r>
              <a:rPr lang="en-US" altLang="zh-CN" sz="2800" dirty="0">
                <a:solidFill>
                  <a:schemeClr val="bg2"/>
                </a:solidFill>
              </a:rPr>
              <a:t> *</a:t>
            </a:r>
            <a:r>
              <a:rPr lang="en-US" altLang="zh-CN" sz="2800" dirty="0" err="1">
                <a:solidFill>
                  <a:schemeClr val="bg2"/>
                </a:solidFill>
              </a:rPr>
              <a:t>inode</a:t>
            </a:r>
            <a:r>
              <a:rPr lang="en-US" altLang="zh-CN" sz="2800" dirty="0">
                <a:solidFill>
                  <a:schemeClr val="bg2"/>
                </a:solidFill>
              </a:rPr>
              <a:t>;</a:t>
            </a:r>
            <a:br>
              <a:rPr lang="en-US" altLang="zh-CN" sz="2800" dirty="0">
                <a:solidFill>
                  <a:schemeClr val="bg2"/>
                </a:solidFill>
              </a:rPr>
            </a:br>
            <a:r>
              <a:rPr lang="en-US" altLang="zh-CN" sz="2800" dirty="0">
                <a:solidFill>
                  <a:schemeClr val="bg2"/>
                </a:solidFill>
              </a:rPr>
              <a:t>    </a:t>
            </a:r>
            <a:r>
              <a:rPr lang="en-US" altLang="zh-CN" sz="2800" dirty="0" err="1">
                <a:solidFill>
                  <a:schemeClr val="bg2"/>
                </a:solidFill>
              </a:rPr>
              <a:t>atomic_t</a:t>
            </a:r>
            <a:r>
              <a:rPr lang="en-US" altLang="zh-CN" sz="2800" dirty="0">
                <a:solidFill>
                  <a:schemeClr val="bg2"/>
                </a:solidFill>
              </a:rPr>
              <a:t> count;	</a:t>
            </a:r>
            <a:r>
              <a:rPr lang="en-US" altLang="zh-CN" sz="2000" dirty="0">
                <a:solidFill>
                  <a:schemeClr val="bg2"/>
                </a:solidFill>
              </a:rPr>
              <a:t>   /* </a:t>
            </a:r>
            <a:r>
              <a:rPr lang="zh-CN" altLang="en-US" sz="2000" dirty="0">
                <a:solidFill>
                  <a:schemeClr val="bg2"/>
                </a:solidFill>
              </a:rPr>
              <a:t>使用该</a:t>
            </a:r>
            <a:r>
              <a:rPr lang="zh-CN" altLang="zh-CN" sz="2000" dirty="0">
                <a:solidFill>
                  <a:schemeClr val="bg2"/>
                </a:solidFill>
              </a:rPr>
              <a:t>页</a:t>
            </a:r>
            <a:r>
              <a:rPr lang="zh-CN" altLang="en-US" sz="2000" dirty="0">
                <a:solidFill>
                  <a:schemeClr val="bg2"/>
                </a:solidFill>
              </a:rPr>
              <a:t>的进程</a:t>
            </a:r>
            <a:r>
              <a:rPr lang="zh-CN" altLang="zh-CN" sz="2000" dirty="0">
                <a:solidFill>
                  <a:schemeClr val="bg2"/>
                </a:solidFill>
              </a:rPr>
              <a:t>个数</a:t>
            </a:r>
            <a:r>
              <a:rPr lang="en-US" altLang="zh-CN" sz="2000" dirty="0">
                <a:solidFill>
                  <a:schemeClr val="bg2"/>
                </a:solidFill>
              </a:rPr>
              <a:t> */</a:t>
            </a:r>
            <a:endParaRPr lang="zh-CN" altLang="zh-CN" sz="2000" dirty="0">
              <a:solidFill>
                <a:schemeClr val="bg2"/>
              </a:solidFill>
            </a:endParaRPr>
          </a:p>
          <a:p>
            <a:pPr>
              <a:spcBef>
                <a:spcPct val="0"/>
              </a:spcBef>
              <a:buClrTx/>
              <a:buSzTx/>
              <a:buFontTx/>
              <a:buNone/>
              <a:defRPr/>
            </a:pPr>
            <a:r>
              <a:rPr lang="en-US" altLang="zh-CN" sz="2800" dirty="0">
                <a:solidFill>
                  <a:schemeClr val="bg2"/>
                </a:solidFill>
              </a:rPr>
              <a:t>   unsigned long             ; </a:t>
            </a:r>
            <a:r>
              <a:rPr lang="en-US" altLang="zh-CN" sz="2400" b="1" dirty="0">
                <a:solidFill>
                  <a:schemeClr val="bg2"/>
                </a:solidFill>
              </a:rPr>
              <a:t>/* </a:t>
            </a:r>
            <a:r>
              <a:rPr lang="zh-CN" altLang="zh-CN" sz="2400" b="1" dirty="0">
                <a:solidFill>
                  <a:schemeClr val="bg2"/>
                </a:solidFill>
              </a:rPr>
              <a:t>页中各种不同的属性 </a:t>
            </a:r>
            <a:r>
              <a:rPr lang="en-US" altLang="zh-CN" sz="2400" b="1" dirty="0">
                <a:solidFill>
                  <a:schemeClr val="bg2"/>
                </a:solidFill>
              </a:rPr>
              <a:t>*/</a:t>
            </a:r>
            <a:endParaRPr lang="zh-CN" altLang="zh-CN" sz="2400" b="1" dirty="0">
              <a:solidFill>
                <a:schemeClr val="bg2"/>
              </a:solidFill>
            </a:endParaRPr>
          </a:p>
          <a:p>
            <a:pPr>
              <a:spcBef>
                <a:spcPct val="0"/>
              </a:spcBef>
              <a:buClrTx/>
              <a:buSzTx/>
              <a:buFontTx/>
              <a:buNone/>
              <a:defRPr/>
            </a:pPr>
            <a:r>
              <a:rPr lang="en-US" altLang="zh-CN" sz="2800" dirty="0">
                <a:solidFill>
                  <a:schemeClr val="bg2"/>
                </a:solidFill>
              </a:rPr>
              <a:t>   </a:t>
            </a:r>
            <a:r>
              <a:rPr lang="en-US" altLang="zh-CN" sz="2800" dirty="0" err="1">
                <a:solidFill>
                  <a:schemeClr val="bg2"/>
                </a:solidFill>
              </a:rPr>
              <a:t>struct</a:t>
            </a:r>
            <a:r>
              <a:rPr lang="en-US" altLang="zh-CN" sz="2800" dirty="0">
                <a:solidFill>
                  <a:schemeClr val="bg2"/>
                </a:solidFill>
              </a:rPr>
              <a:t> page **</a:t>
            </a:r>
            <a:r>
              <a:rPr lang="en-US" altLang="zh-CN" sz="2800" dirty="0" err="1">
                <a:solidFill>
                  <a:schemeClr val="bg2"/>
                </a:solidFill>
              </a:rPr>
              <a:t>pprev_hash</a:t>
            </a:r>
            <a:r>
              <a:rPr lang="en-US" altLang="zh-CN" sz="2800" dirty="0">
                <a:solidFill>
                  <a:schemeClr val="bg2"/>
                </a:solidFill>
              </a:rPr>
              <a:t>;	</a:t>
            </a:r>
            <a:r>
              <a:rPr lang="en-US" altLang="zh-CN" sz="2000" dirty="0">
                <a:solidFill>
                  <a:schemeClr val="bg2"/>
                </a:solidFill>
              </a:rPr>
              <a:t>  /* </a:t>
            </a:r>
            <a:r>
              <a:rPr lang="zh-CN" altLang="zh-CN" sz="2000" dirty="0">
                <a:solidFill>
                  <a:schemeClr val="bg2"/>
                </a:solidFill>
              </a:rPr>
              <a:t>与</a:t>
            </a:r>
            <a:r>
              <a:rPr lang="en-US" altLang="zh-CN" sz="2000" dirty="0" err="1">
                <a:solidFill>
                  <a:schemeClr val="bg2"/>
                </a:solidFill>
              </a:rPr>
              <a:t>next_hash</a:t>
            </a:r>
            <a:r>
              <a:rPr lang="zh-CN" altLang="zh-CN" sz="2000" dirty="0">
                <a:solidFill>
                  <a:schemeClr val="bg2"/>
                </a:solidFill>
              </a:rPr>
              <a:t>相对应</a:t>
            </a:r>
            <a:r>
              <a:rPr lang="en-US" altLang="zh-CN" sz="2000" dirty="0">
                <a:solidFill>
                  <a:schemeClr val="bg2"/>
                </a:solidFill>
              </a:rPr>
              <a:t> */</a:t>
            </a:r>
          </a:p>
          <a:p>
            <a:pPr>
              <a:spcBef>
                <a:spcPct val="0"/>
              </a:spcBef>
              <a:buClrTx/>
              <a:buSzTx/>
              <a:buFontTx/>
              <a:buNone/>
              <a:defRPr/>
            </a:pPr>
            <a:r>
              <a:rPr lang="en-US" altLang="zh-CN" sz="2800" b="1" dirty="0">
                <a:solidFill>
                  <a:srgbClr val="FF0000"/>
                </a:solidFill>
              </a:rPr>
              <a:t>……</a:t>
            </a:r>
          </a:p>
          <a:p>
            <a:pPr>
              <a:spcBef>
                <a:spcPct val="0"/>
              </a:spcBef>
              <a:buClrTx/>
              <a:buSzTx/>
              <a:buFontTx/>
              <a:buNone/>
              <a:defRPr/>
            </a:pPr>
            <a:r>
              <a:rPr lang="en-US" altLang="zh-CN" sz="2800" b="1" dirty="0">
                <a:solidFill>
                  <a:schemeClr val="bg2"/>
                </a:solidFill>
              </a:rPr>
              <a:t>}</a:t>
            </a:r>
            <a:r>
              <a:rPr lang="en-US" altLang="zh-CN" sz="2800" b="1" dirty="0">
                <a:solidFill>
                  <a:srgbClr val="C00000"/>
                </a:solidFill>
              </a:rPr>
              <a:t> </a:t>
            </a:r>
            <a:r>
              <a:rPr lang="en-US" altLang="zh-CN" sz="2800" b="1" dirty="0" err="1">
                <a:solidFill>
                  <a:srgbClr val="FF00FF"/>
                </a:solidFill>
              </a:rPr>
              <a:t>mem_map_t</a:t>
            </a:r>
            <a:r>
              <a:rPr lang="en-US" altLang="zh-CN" sz="2800" b="1" dirty="0">
                <a:solidFill>
                  <a:srgbClr val="C00000"/>
                </a:solidFill>
              </a:rPr>
              <a:t>;</a:t>
            </a:r>
            <a:endParaRPr lang="zh-CN" altLang="zh-CN" sz="2800" b="1" dirty="0">
              <a:solidFill>
                <a:srgbClr val="C00000"/>
              </a:solidFill>
            </a:endParaRPr>
          </a:p>
          <a:p>
            <a:pPr>
              <a:spcBef>
                <a:spcPct val="0"/>
              </a:spcBef>
              <a:buClrTx/>
              <a:buSzTx/>
              <a:buFontTx/>
              <a:buNone/>
              <a:defRPr/>
            </a:pPr>
            <a:endParaRPr lang="zh-CN" altLang="zh-CN" sz="2800" dirty="0">
              <a:solidFill>
                <a:schemeClr val="bg2"/>
              </a:solidFill>
            </a:endParaRPr>
          </a:p>
          <a:p>
            <a:pPr>
              <a:spcBef>
                <a:spcPct val="0"/>
              </a:spcBef>
              <a:buClrTx/>
              <a:buSzTx/>
              <a:buFontTx/>
              <a:buNone/>
              <a:defRPr/>
            </a:pPr>
            <a:endParaRPr lang="zh-CN" altLang="en-US" sz="2400" dirty="0"/>
          </a:p>
        </p:txBody>
      </p:sp>
      <p:sp>
        <p:nvSpPr>
          <p:cNvPr id="5" name="Rectangle 14"/>
          <p:cNvSpPr>
            <a:spLocks noChangeArrowheads="1"/>
          </p:cNvSpPr>
          <p:nvPr/>
        </p:nvSpPr>
        <p:spPr bwMode="auto">
          <a:xfrm>
            <a:off x="1908175" y="0"/>
            <a:ext cx="5328121" cy="646113"/>
          </a:xfrm>
          <a:prstGeom prst="rect">
            <a:avLst/>
          </a:prstGeom>
          <a:solidFill>
            <a:srgbClr val="00CC00"/>
          </a:solidFill>
          <a:ln w="12700" cap="sq">
            <a:noFill/>
            <a:miter lim="800000"/>
            <a:headEnd type="none" w="sm" len="sm"/>
            <a:tailEnd type="none" w="sm" len="sm"/>
          </a:ln>
        </p:spPr>
        <p:txBody>
          <a:bodyPr wrap="square">
            <a:spAutoFit/>
          </a:bodyPr>
          <a:lstStyle/>
          <a:p>
            <a:pPr marL="342900" indent="-342900" algn="ctr" eaLnBrk="1" hangingPunct="1">
              <a:spcBef>
                <a:spcPct val="20000"/>
              </a:spcBef>
              <a:buClr>
                <a:srgbClr val="EEB00B"/>
              </a:buClr>
              <a:buSzPct val="70000"/>
              <a:defRPr/>
            </a:pPr>
            <a:r>
              <a:rPr lang="zh-CN" altLang="zh-CN" sz="3600" kern="0" dirty="0">
                <a:solidFill>
                  <a:schemeClr val="bg2"/>
                </a:solidFill>
                <a:effectLst>
                  <a:outerShdw blurRad="38100" dist="38100" dir="2700000" algn="tl">
                    <a:srgbClr val="000000">
                      <a:alpha val="43137"/>
                    </a:srgbClr>
                  </a:outerShdw>
                </a:effectLst>
                <a:latin typeface="+mn-lt"/>
                <a:ea typeface="楷体_GB2312" pitchFamily="49" charset="-122"/>
              </a:rPr>
              <a:t>物理页框</a:t>
            </a:r>
            <a:r>
              <a:rPr lang="en-US" altLang="zh-CN" sz="3600" kern="0" dirty="0">
                <a:solidFill>
                  <a:schemeClr val="bg2"/>
                </a:solidFill>
                <a:effectLst>
                  <a:outerShdw blurRad="38100" dist="38100" dir="2700000" algn="tl">
                    <a:srgbClr val="000000">
                      <a:alpha val="43137"/>
                    </a:srgbClr>
                  </a:outerShdw>
                </a:effectLst>
                <a:latin typeface="+mn-lt"/>
                <a:ea typeface="楷体_GB2312" pitchFamily="49" charset="-122"/>
              </a:rPr>
              <a:t> struct page </a:t>
            </a:r>
            <a:endParaRPr lang="zh-CN" altLang="en-US" sz="3600" kern="0" dirty="0">
              <a:solidFill>
                <a:schemeClr val="bg2"/>
              </a:solidFill>
              <a:effectLst>
                <a:outerShdw blurRad="38100" dist="38100" dir="2700000" algn="tl">
                  <a:srgbClr val="000000">
                    <a:alpha val="43137"/>
                  </a:srgbClr>
                </a:outerShdw>
              </a:effectLst>
              <a:latin typeface="+mn-lt"/>
              <a:ea typeface="楷体_GB2312" pitchFamily="49" charset="-122"/>
            </a:endParaRPr>
          </a:p>
        </p:txBody>
      </p:sp>
      <p:pic>
        <p:nvPicPr>
          <p:cNvPr id="19460" name="图片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779838" y="1989138"/>
            <a:ext cx="5078412" cy="332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a:spLocks noChangeArrowheads="1"/>
          </p:cNvSpPr>
          <p:nvPr/>
        </p:nvSpPr>
        <p:spPr bwMode="auto">
          <a:xfrm>
            <a:off x="2699792" y="3387725"/>
            <a:ext cx="9017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lang="en-US" altLang="zh-CN" sz="2800" b="1" dirty="0">
                <a:solidFill>
                  <a:srgbClr val="CA14A7"/>
                </a:solidFill>
              </a:rPr>
              <a:t>flags</a:t>
            </a:r>
            <a:endParaRPr lang="zh-CN" altLang="en-US" sz="2800" b="1" dirty="0"/>
          </a:p>
        </p:txBody>
      </p:sp>
      <p:sp>
        <p:nvSpPr>
          <p:cNvPr id="3" name="文本框 2"/>
          <p:cNvSpPr txBox="1">
            <a:spLocks noChangeArrowheads="1"/>
          </p:cNvSpPr>
          <p:nvPr/>
        </p:nvSpPr>
        <p:spPr bwMode="auto">
          <a:xfrm>
            <a:off x="312738" y="5938838"/>
            <a:ext cx="8439150" cy="522287"/>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lang="zh-CN" altLang="en-US" sz="2800" b="1" dirty="0">
                <a:solidFill>
                  <a:schemeClr val="bg2"/>
                </a:solidFill>
                <a:effectLst>
                  <a:outerShdw blurRad="38100" dist="38100" dir="2700000" algn="tl">
                    <a:srgbClr val="000000">
                      <a:alpha val="43137"/>
                    </a:srgbClr>
                  </a:outerShdw>
                </a:effectLst>
              </a:rPr>
              <a:t>系统中的所有物理页用一个 </a:t>
            </a:r>
            <a:r>
              <a:rPr lang="en-US" altLang="zh-CN" sz="2800" b="1" dirty="0" err="1">
                <a:solidFill>
                  <a:srgbClr val="FF0000"/>
                </a:solidFill>
                <a:effectLst>
                  <a:outerShdw blurRad="38100" dist="38100" dir="2700000" algn="tl">
                    <a:srgbClr val="000000">
                      <a:alpha val="43137"/>
                    </a:srgbClr>
                  </a:outerShdw>
                </a:effectLst>
              </a:rPr>
              <a:t>mem_map</a:t>
            </a:r>
            <a:r>
              <a:rPr lang="en-US" altLang="zh-CN" sz="2800" b="1" dirty="0">
                <a:solidFill>
                  <a:schemeClr val="bg2"/>
                </a:solidFill>
                <a:effectLst>
                  <a:outerShdw blurRad="38100" dist="38100" dir="2700000" algn="tl">
                    <a:srgbClr val="000000">
                      <a:alpha val="43137"/>
                    </a:srgbClr>
                  </a:outerShdw>
                </a:effectLst>
              </a:rPr>
              <a:t> </a:t>
            </a:r>
            <a:r>
              <a:rPr lang="zh-CN" altLang="en-US" sz="2800" b="1" dirty="0">
                <a:solidFill>
                  <a:schemeClr val="bg2"/>
                </a:solidFill>
                <a:effectLst>
                  <a:outerShdw blurRad="38100" dist="38100" dir="2700000" algn="tl">
                    <a:srgbClr val="000000">
                      <a:alpha val="43137"/>
                    </a:srgbClr>
                  </a:outerShdw>
                </a:effectLst>
              </a:rPr>
              <a:t>数组描述</a:t>
            </a:r>
          </a:p>
        </p:txBody>
      </p:sp>
      <p:sp>
        <p:nvSpPr>
          <p:cNvPr id="8"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37270250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mph" presetSubtype="0" fill="hold" nodeType="clickEffect">
                                  <p:stCondLst>
                                    <p:cond delay="0"/>
                                  </p:stCondLst>
                                  <p:childTnLst>
                                    <p:animScale>
                                      <p:cBhvr>
                                        <p:cTn id="6" dur="2000" fill="hold"/>
                                        <p:tgtEl>
                                          <p:spTgt spid="2">
                                            <p:txEl>
                                              <p:pRg st="0" end="0"/>
                                            </p:txEl>
                                          </p:spTgt>
                                        </p:tgtEl>
                                      </p:cBhvr>
                                      <p:by x="150000" y="150000"/>
                                    </p:animScale>
                                  </p:childTnLst>
                                </p:cTn>
                              </p:par>
                            </p:childTnLst>
                          </p:cTn>
                        </p:par>
                      </p:childTnLst>
                    </p:cTn>
                  </p:par>
                  <p:par>
                    <p:cTn id="7" fill="hold" nodeType="clickPar">
                      <p:stCondLst>
                        <p:cond delay="indefinite"/>
                      </p:stCondLst>
                      <p:childTnLst>
                        <p:par>
                          <p:cTn id="8" fill="hold" nodeType="withGroup">
                            <p:stCondLst>
                              <p:cond delay="0"/>
                            </p:stCondLst>
                            <p:childTnLst>
                              <p:par>
                                <p:cTn id="9" presetID="10" presetClass="entr" presetSubtype="0" fill="hold" nodeType="clickEffect">
                                  <p:stCondLst>
                                    <p:cond delay="0"/>
                                  </p:stCondLst>
                                  <p:childTnLst>
                                    <p:set>
                                      <p:cBhvr>
                                        <p:cTn id="10" dur="1" fill="hold">
                                          <p:stCondLst>
                                            <p:cond delay="0"/>
                                          </p:stCondLst>
                                        </p:cTn>
                                        <p:tgtEl>
                                          <p:spTgt spid="19460"/>
                                        </p:tgtEl>
                                        <p:attrNameLst>
                                          <p:attrName>style.visibility</p:attrName>
                                        </p:attrNameLst>
                                      </p:cBhvr>
                                      <p:to>
                                        <p:strVal val="visible"/>
                                      </p:to>
                                    </p:set>
                                    <p:animEffect transition="in" filter="fade">
                                      <p:cBhvr>
                                        <p:cTn id="11" dur="500"/>
                                        <p:tgtEl>
                                          <p:spTgt spid="1946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2" presetClass="entr" presetSubtype="0" fill="hold" grpId="0"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1000"/>
                                        <p:tgtEl>
                                          <p:spTgt spid="3"/>
                                        </p:tgtEl>
                                      </p:cBhvr>
                                    </p:animEffect>
                                    <p:anim calcmode="lin" valueType="num">
                                      <p:cBhvr>
                                        <p:cTn id="17" dur="1000" fill="hold"/>
                                        <p:tgtEl>
                                          <p:spTgt spid="3"/>
                                        </p:tgtEl>
                                        <p:attrNameLst>
                                          <p:attrName>ppt_x</p:attrName>
                                        </p:attrNameLst>
                                      </p:cBhvr>
                                      <p:tavLst>
                                        <p:tav tm="0">
                                          <p:val>
                                            <p:strVal val="#ppt_x"/>
                                          </p:val>
                                        </p:tav>
                                        <p:tav tm="100000">
                                          <p:val>
                                            <p:strVal val="#ppt_x"/>
                                          </p:val>
                                        </p:tav>
                                      </p:tavLst>
                                    </p:anim>
                                    <p:anim calcmode="lin" valueType="num">
                                      <p:cBhvr>
                                        <p:cTn id="18" dur="1000" fill="hold"/>
                                        <p:tgtEl>
                                          <p:spTgt spid="3"/>
                                        </p:tgtEl>
                                        <p:attrNameLst>
                                          <p:attrName>ppt_y</p:attrName>
                                        </p:attrNameLst>
                                      </p:cBhvr>
                                      <p:tavLst>
                                        <p:tav tm="0">
                                          <p:val>
                                            <p:strVal val="#ppt_y+.1"/>
                                          </p:val>
                                        </p:tav>
                                        <p:tav tm="100000">
                                          <p:val>
                                            <p:strVal val="#ppt_y"/>
                                          </p:val>
                                        </p:tav>
                                      </p:tavLst>
                                    </p:anim>
                                  </p:childTnLst>
                                </p:cTn>
                              </p:par>
                            </p:childTnLst>
                          </p:cTn>
                        </p:par>
                        <p:par>
                          <p:cTn id="19" fill="hold">
                            <p:stCondLst>
                              <p:cond delay="1000"/>
                            </p:stCondLst>
                            <p:childTnLst>
                              <p:par>
                                <p:cTn id="20" presetID="2" presetClass="entr" presetSubtype="6"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500" fill="hold"/>
                                        <p:tgtEl>
                                          <p:spTgt spid="8"/>
                                        </p:tgtEl>
                                        <p:attrNameLst>
                                          <p:attrName>ppt_x</p:attrName>
                                        </p:attrNameLst>
                                      </p:cBhvr>
                                      <p:tavLst>
                                        <p:tav tm="0">
                                          <p:val>
                                            <p:strVal val="1+#ppt_w/2"/>
                                          </p:val>
                                        </p:tav>
                                        <p:tav tm="100000">
                                          <p:val>
                                            <p:strVal val="#ppt_x"/>
                                          </p:val>
                                        </p:tav>
                                      </p:tavLst>
                                    </p:anim>
                                    <p:anim calcmode="lin" valueType="num">
                                      <p:cBhvr additive="base">
                                        <p:cTn id="2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a:xfrm>
            <a:off x="89592" y="1200528"/>
            <a:ext cx="9022291" cy="3020560"/>
          </a:xfrm>
          <a:prstGeom prst="rect">
            <a:avLst/>
          </a:prstGeom>
          <a:solidFill>
            <a:srgbClr val="EAEAEA"/>
          </a:solidFill>
        </p:spPr>
        <p:txBody>
          <a:bodyPr/>
          <a:lstStyle/>
          <a:p>
            <a:pPr marL="342900" indent="-342900">
              <a:spcBef>
                <a:spcPts val="0"/>
              </a:spcBef>
              <a:buClr>
                <a:schemeClr val="tx2"/>
              </a:buClr>
              <a:buSzPct val="90000"/>
              <a:defRPr/>
            </a:pPr>
            <a:r>
              <a:rPr lang="en-US" altLang="zh-CN" sz="2800" b="1" kern="0" dirty="0" err="1" smtClean="0">
                <a:solidFill>
                  <a:schemeClr val="bg2"/>
                </a:solidFill>
                <a:latin typeface="+mn-lt"/>
                <a:ea typeface="+mn-ea"/>
              </a:rPr>
              <a:t>struct</a:t>
            </a:r>
            <a:r>
              <a:rPr lang="en-US" altLang="zh-CN" sz="2800" b="1" kern="0" dirty="0" smtClean="0">
                <a:solidFill>
                  <a:schemeClr val="bg2"/>
                </a:solidFill>
                <a:latin typeface="+mn-lt"/>
                <a:ea typeface="+mn-ea"/>
              </a:rPr>
              <a:t> </a:t>
            </a:r>
            <a:r>
              <a:rPr lang="en-US" altLang="zh-CN" sz="2800" b="1" kern="0" dirty="0">
                <a:solidFill>
                  <a:srgbClr val="FF0000"/>
                </a:solidFill>
                <a:latin typeface="+mn-lt"/>
                <a:ea typeface="+mn-ea"/>
              </a:rPr>
              <a:t>free_area_struct</a:t>
            </a:r>
          </a:p>
          <a:p>
            <a:pPr marL="342900" indent="-342900">
              <a:spcBef>
                <a:spcPts val="0"/>
              </a:spcBef>
              <a:buClr>
                <a:schemeClr val="tx2"/>
              </a:buClr>
              <a:buSzPct val="90000"/>
              <a:buFont typeface="Wingdings" pitchFamily="2" charset="2"/>
              <a:buNone/>
              <a:defRPr/>
            </a:pPr>
            <a:r>
              <a:rPr lang="en-US" altLang="zh-CN" sz="2800" b="1" kern="0" dirty="0" smtClean="0">
                <a:solidFill>
                  <a:schemeClr val="bg2"/>
                </a:solidFill>
                <a:latin typeface="+mn-lt"/>
                <a:ea typeface="+mn-ea"/>
              </a:rPr>
              <a:t>{</a:t>
            </a:r>
            <a:r>
              <a:rPr lang="en-US" altLang="zh-CN" sz="2800" kern="0" dirty="0" err="1" smtClean="0">
                <a:solidFill>
                  <a:schemeClr val="bg2"/>
                </a:solidFill>
                <a:latin typeface="+mn-lt"/>
                <a:ea typeface="+mn-ea"/>
              </a:rPr>
              <a:t>struct</a:t>
            </a:r>
            <a:r>
              <a:rPr lang="en-US" altLang="zh-CN" sz="2800" b="1" kern="0" dirty="0">
                <a:solidFill>
                  <a:schemeClr val="bg2"/>
                </a:solidFill>
                <a:latin typeface="+mn-lt"/>
                <a:ea typeface="+mn-ea"/>
              </a:rPr>
              <a:t> </a:t>
            </a:r>
            <a:r>
              <a:rPr lang="en-US" altLang="zh-CN" sz="2800" b="1" kern="0" dirty="0" err="1">
                <a:solidFill>
                  <a:schemeClr val="bg2"/>
                </a:solidFill>
                <a:latin typeface="+mn-lt"/>
                <a:ea typeface="+mn-ea"/>
              </a:rPr>
              <a:t>list_head</a:t>
            </a:r>
            <a:r>
              <a:rPr lang="en-US" altLang="zh-CN" sz="2800" b="1" kern="0" dirty="0">
                <a:solidFill>
                  <a:schemeClr val="bg2"/>
                </a:solidFill>
                <a:latin typeface="+mn-lt"/>
                <a:ea typeface="+mn-ea"/>
              </a:rPr>
              <a:t>     </a:t>
            </a:r>
            <a:r>
              <a:rPr lang="en-US" altLang="zh-CN" sz="2800" b="1" kern="0" dirty="0" err="1">
                <a:solidFill>
                  <a:srgbClr val="FF0000"/>
                </a:solidFill>
                <a:latin typeface="+mn-lt"/>
                <a:ea typeface="+mn-ea"/>
              </a:rPr>
              <a:t>free_list</a:t>
            </a:r>
            <a:r>
              <a:rPr lang="en-US" altLang="zh-CN" sz="2800" dirty="0">
                <a:solidFill>
                  <a:schemeClr val="bg2"/>
                </a:solidFill>
              </a:rPr>
              <a:t>;</a:t>
            </a:r>
            <a:endParaRPr lang="en-US" altLang="zh-CN" sz="2800" b="1" kern="0" dirty="0">
              <a:solidFill>
                <a:schemeClr val="bg2"/>
              </a:solidFill>
              <a:latin typeface="+mn-lt"/>
              <a:ea typeface="+mn-ea"/>
            </a:endParaRPr>
          </a:p>
          <a:p>
            <a:pPr marL="342900" indent="-342900">
              <a:spcBef>
                <a:spcPct val="20000"/>
              </a:spcBef>
              <a:buClr>
                <a:schemeClr val="tx2"/>
              </a:buClr>
              <a:buSzPct val="90000"/>
              <a:buFont typeface="Wingdings" pitchFamily="2" charset="2"/>
              <a:buNone/>
              <a:defRPr/>
            </a:pPr>
            <a:r>
              <a:rPr lang="en-US" altLang="zh-CN" sz="2800" b="1" kern="0" dirty="0">
                <a:solidFill>
                  <a:schemeClr val="bg2"/>
                </a:solidFill>
                <a:latin typeface="+mn-lt"/>
                <a:ea typeface="+mn-ea"/>
              </a:rPr>
              <a:t>unsigned int  *</a:t>
            </a:r>
            <a:r>
              <a:rPr lang="en-US" altLang="zh-CN" sz="2800" b="1" kern="0" dirty="0">
                <a:solidFill>
                  <a:srgbClr val="FF0000"/>
                </a:solidFill>
                <a:latin typeface="+mn-lt"/>
                <a:ea typeface="+mn-ea"/>
              </a:rPr>
              <a:t>map</a:t>
            </a:r>
            <a:r>
              <a:rPr lang="en-US" altLang="zh-CN" sz="2800" b="1" kern="0" dirty="0">
                <a:solidFill>
                  <a:schemeClr val="bg2"/>
                </a:solidFill>
                <a:latin typeface="+mn-lt"/>
                <a:ea typeface="+mn-ea"/>
              </a:rPr>
              <a:t>; 	/*</a:t>
            </a:r>
            <a:r>
              <a:rPr lang="zh-CN" altLang="en-US" sz="2800" b="1" kern="0" dirty="0">
                <a:solidFill>
                  <a:schemeClr val="bg2"/>
                </a:solidFill>
                <a:latin typeface="+mn-lt"/>
                <a:ea typeface="+mn-ea"/>
              </a:rPr>
              <a:t>指向相应页块的位图*</a:t>
            </a:r>
            <a:r>
              <a:rPr lang="en-US" altLang="zh-CN" sz="2800" b="1" kern="0" dirty="0">
                <a:solidFill>
                  <a:schemeClr val="bg2"/>
                </a:solidFill>
                <a:latin typeface="+mn-lt"/>
                <a:ea typeface="+mn-ea"/>
              </a:rPr>
              <a:t>/</a:t>
            </a:r>
          </a:p>
          <a:p>
            <a:pPr marL="342900" indent="-342900">
              <a:spcBef>
                <a:spcPct val="20000"/>
              </a:spcBef>
              <a:buClr>
                <a:schemeClr val="tx2"/>
              </a:buClr>
              <a:buSzPct val="90000"/>
              <a:defRPr/>
            </a:pPr>
            <a:r>
              <a:rPr lang="en-US" altLang="zh-CN" sz="2800" kern="0" dirty="0">
                <a:solidFill>
                  <a:schemeClr val="bg2"/>
                </a:solidFill>
                <a:latin typeface="+mn-lt"/>
                <a:ea typeface="+mn-ea"/>
              </a:rPr>
              <a:t>} </a:t>
            </a:r>
          </a:p>
          <a:p>
            <a:pPr marL="342900" indent="-342900">
              <a:spcBef>
                <a:spcPct val="20000"/>
              </a:spcBef>
              <a:buClr>
                <a:schemeClr val="tx2"/>
              </a:buClr>
              <a:buSzPct val="90000"/>
              <a:defRPr/>
            </a:pPr>
            <a:endParaRPr lang="en-US" altLang="zh-CN" sz="2800" kern="0" dirty="0" smtClean="0">
              <a:solidFill>
                <a:schemeClr val="bg2"/>
              </a:solidFill>
              <a:latin typeface="+mn-lt"/>
              <a:ea typeface="+mn-ea"/>
            </a:endParaRPr>
          </a:p>
          <a:p>
            <a:pPr marL="342900" indent="-342900">
              <a:spcBef>
                <a:spcPct val="20000"/>
              </a:spcBef>
              <a:buClr>
                <a:schemeClr val="tx2"/>
              </a:buClr>
              <a:buSzPct val="90000"/>
              <a:defRPr/>
            </a:pPr>
            <a:r>
              <a:rPr lang="en-US" altLang="zh-CN" sz="2800" kern="0" dirty="0" smtClean="0">
                <a:solidFill>
                  <a:schemeClr val="bg2"/>
                </a:solidFill>
                <a:latin typeface="+mn-lt"/>
                <a:ea typeface="+mn-ea"/>
              </a:rPr>
              <a:t>static </a:t>
            </a:r>
            <a:r>
              <a:rPr lang="en-US" altLang="zh-CN" sz="2800" kern="0" dirty="0">
                <a:solidFill>
                  <a:schemeClr val="bg2"/>
                </a:solidFill>
                <a:latin typeface="+mn-lt"/>
                <a:ea typeface="+mn-ea"/>
              </a:rPr>
              <a:t>struct </a:t>
            </a:r>
            <a:r>
              <a:rPr lang="en-US" altLang="zh-CN" sz="2800" kern="0" dirty="0" err="1">
                <a:solidFill>
                  <a:srgbClr val="FF0000"/>
                </a:solidFill>
                <a:latin typeface="+mn-lt"/>
                <a:ea typeface="+mn-ea"/>
              </a:rPr>
              <a:t>free_area_struct</a:t>
            </a:r>
            <a:r>
              <a:rPr lang="en-US" altLang="zh-CN" sz="2800" kern="0" dirty="0">
                <a:solidFill>
                  <a:srgbClr val="FF0000"/>
                </a:solidFill>
                <a:latin typeface="+mn-lt"/>
                <a:ea typeface="+mn-ea"/>
              </a:rPr>
              <a:t>    </a:t>
            </a:r>
            <a:r>
              <a:rPr lang="en-US" altLang="zh-CN" kern="0" dirty="0" err="1" smtClean="0">
                <a:solidFill>
                  <a:srgbClr val="FF00FF"/>
                </a:solidFill>
                <a:effectLst>
                  <a:outerShdw blurRad="38100" dist="38100" dir="2700000" algn="tl">
                    <a:srgbClr val="000000">
                      <a:alpha val="43137"/>
                    </a:srgbClr>
                  </a:outerShdw>
                </a:effectLst>
                <a:latin typeface="+mn-lt"/>
                <a:ea typeface="+mn-ea"/>
              </a:rPr>
              <a:t>free_area</a:t>
            </a:r>
            <a:r>
              <a:rPr lang="en-US" altLang="zh-CN" sz="2800" kern="0" dirty="0" smtClean="0">
                <a:solidFill>
                  <a:schemeClr val="bg2"/>
                </a:solidFill>
                <a:latin typeface="+mn-lt"/>
                <a:ea typeface="+mn-ea"/>
              </a:rPr>
              <a:t>[</a:t>
            </a:r>
            <a:r>
              <a:rPr lang="en-US" altLang="zh-CN" sz="2000" kern="0" dirty="0" smtClean="0">
                <a:solidFill>
                  <a:schemeClr val="bg2"/>
                </a:solidFill>
                <a:latin typeface="+mn-lt"/>
                <a:ea typeface="+mn-ea"/>
              </a:rPr>
              <a:t>NR_MEM_LISTS</a:t>
            </a:r>
            <a:r>
              <a:rPr lang="en-US" altLang="zh-CN" sz="2800" kern="0" dirty="0" smtClean="0">
                <a:solidFill>
                  <a:schemeClr val="bg2"/>
                </a:solidFill>
                <a:latin typeface="+mn-lt"/>
                <a:ea typeface="+mn-ea"/>
              </a:rPr>
              <a:t>];</a:t>
            </a:r>
            <a:endParaRPr lang="en-US" altLang="zh-CN" sz="2800" kern="0" dirty="0">
              <a:solidFill>
                <a:schemeClr val="bg2"/>
              </a:solidFill>
              <a:latin typeface="+mn-lt"/>
              <a:ea typeface="+mn-ea"/>
            </a:endParaRPr>
          </a:p>
          <a:p>
            <a:pPr marL="342900" indent="-342900">
              <a:spcBef>
                <a:spcPct val="20000"/>
              </a:spcBef>
              <a:buClr>
                <a:schemeClr val="tx2"/>
              </a:buClr>
              <a:buSzPct val="90000"/>
              <a:buFont typeface="Wingdings" pitchFamily="2" charset="2"/>
              <a:buNone/>
              <a:defRPr/>
            </a:pPr>
            <a:endParaRPr lang="en-US" altLang="zh-CN" sz="2800" b="1" kern="0" dirty="0">
              <a:solidFill>
                <a:schemeClr val="bg2"/>
              </a:solidFill>
              <a:latin typeface="+mn-lt"/>
              <a:ea typeface="+mn-ea"/>
            </a:endParaRPr>
          </a:p>
        </p:txBody>
      </p:sp>
      <p:sp>
        <p:nvSpPr>
          <p:cNvPr id="6" name="Rectangle 14"/>
          <p:cNvSpPr>
            <a:spLocks noChangeArrowheads="1"/>
          </p:cNvSpPr>
          <p:nvPr/>
        </p:nvSpPr>
        <p:spPr bwMode="auto">
          <a:xfrm>
            <a:off x="1891058" y="0"/>
            <a:ext cx="5256363" cy="1077218"/>
          </a:xfrm>
          <a:prstGeom prst="rect">
            <a:avLst/>
          </a:prstGeom>
          <a:solidFill>
            <a:srgbClr val="00CC00"/>
          </a:solidFill>
          <a:ln w="12700" cap="sq">
            <a:noFill/>
            <a:miter lim="800000"/>
            <a:headEnd type="none" w="sm" len="sm"/>
            <a:tailEnd type="none" w="sm" len="sm"/>
          </a:ln>
        </p:spPr>
        <p:txBody>
          <a:bodyPr wrap="square">
            <a:spAutoFit/>
          </a:bodyPr>
          <a:lstStyle/>
          <a:p>
            <a:pPr marL="342900" indent="-342900" algn="ctr" eaLnBrk="1" hangingPunct="1">
              <a:spcBef>
                <a:spcPct val="20000"/>
              </a:spcBef>
              <a:buClr>
                <a:srgbClr val="EEB00B"/>
              </a:buClr>
              <a:buSzPct val="70000"/>
              <a:defRPr/>
            </a:pPr>
            <a:r>
              <a:rPr lang="zh-CN" altLang="en-US" sz="3600" b="1" kern="0" dirty="0">
                <a:solidFill>
                  <a:schemeClr val="bg2"/>
                </a:solidFill>
                <a:effectLst>
                  <a:outerShdw blurRad="38100" dist="38100" dir="2700000" algn="tl">
                    <a:srgbClr val="000000">
                      <a:alpha val="43137"/>
                    </a:srgbClr>
                  </a:outerShdw>
                </a:effectLst>
                <a:latin typeface="楷体_GB2312" pitchFamily="49" charset="-122"/>
                <a:ea typeface="楷体_GB2312" pitchFamily="49" charset="-122"/>
              </a:rPr>
              <a:t>空闲页块</a:t>
            </a:r>
            <a:r>
              <a:rPr lang="zh-CN" altLang="en-US" sz="3600" b="1" kern="0" dirty="0" smtClean="0">
                <a:solidFill>
                  <a:schemeClr val="bg2"/>
                </a:solidFill>
                <a:effectLst>
                  <a:outerShdw blurRad="38100" dist="38100" dir="2700000" algn="tl">
                    <a:srgbClr val="000000">
                      <a:alpha val="43137"/>
                    </a:srgbClr>
                  </a:outerShdw>
                </a:effectLst>
                <a:latin typeface="楷体_GB2312" pitchFamily="49" charset="-122"/>
                <a:ea typeface="楷体_GB2312" pitchFamily="49" charset="-122"/>
              </a:rPr>
              <a:t>组</a:t>
            </a:r>
            <a:endParaRPr lang="en-US" altLang="zh-CN" sz="3600" b="1" kern="0" dirty="0" smtClean="0">
              <a:solidFill>
                <a:schemeClr val="bg2"/>
              </a:solidFill>
              <a:effectLst>
                <a:outerShdw blurRad="38100" dist="38100" dir="2700000" algn="tl">
                  <a:srgbClr val="000000">
                    <a:alpha val="43137"/>
                  </a:srgbClr>
                </a:outerShdw>
              </a:effectLst>
              <a:latin typeface="楷体_GB2312" pitchFamily="49" charset="-122"/>
              <a:ea typeface="楷体_GB2312" pitchFamily="49" charset="-122"/>
            </a:endParaRPr>
          </a:p>
          <a:p>
            <a:pPr marL="342900" indent="-342900" algn="ctr" eaLnBrk="1" hangingPunct="1">
              <a:spcBef>
                <a:spcPts val="0"/>
              </a:spcBef>
              <a:buClr>
                <a:srgbClr val="EEB00B"/>
              </a:buClr>
              <a:buSzPct val="70000"/>
              <a:defRPr/>
            </a:pPr>
            <a:r>
              <a:rPr lang="en-US" altLang="zh-CN" sz="2800" kern="0" dirty="0" err="1" smtClean="0">
                <a:solidFill>
                  <a:schemeClr val="bg2"/>
                </a:solidFill>
                <a:latin typeface="+mn-lt"/>
                <a:ea typeface="+mn-ea"/>
              </a:rPr>
              <a:t>free_area_struct</a:t>
            </a:r>
            <a:endParaRPr lang="zh-CN" altLang="en-US" sz="3200" b="1" kern="0" dirty="0">
              <a:solidFill>
                <a:schemeClr val="bg2"/>
              </a:solidFill>
              <a:effectLst>
                <a:outerShdw blurRad="38100" dist="38100" dir="2700000" algn="tl">
                  <a:srgbClr val="000000">
                    <a:alpha val="43137"/>
                  </a:srgbClr>
                </a:outerShdw>
              </a:effectLst>
              <a:latin typeface="+mn-lt"/>
              <a:ea typeface="楷体_GB2312" pitchFamily="49" charset="-122"/>
            </a:endParaRPr>
          </a:p>
        </p:txBody>
      </p:sp>
      <p:sp>
        <p:nvSpPr>
          <p:cNvPr id="7" name="Rectangle 3"/>
          <p:cNvSpPr txBox="1">
            <a:spLocks noChangeArrowheads="1"/>
          </p:cNvSpPr>
          <p:nvPr/>
        </p:nvSpPr>
        <p:spPr>
          <a:xfrm>
            <a:off x="0" y="4518886"/>
            <a:ext cx="9306495" cy="1612622"/>
          </a:xfrm>
          <a:prstGeom prst="rect">
            <a:avLst/>
          </a:prstGeom>
        </p:spPr>
        <p:txBody>
          <a:bodyPr/>
          <a:lstStyle/>
          <a:p>
            <a:pPr marL="355600" lvl="2" indent="-355600" defTabSz="355600">
              <a:spcBef>
                <a:spcPts val="0"/>
              </a:spcBef>
              <a:buClr>
                <a:schemeClr val="bg1">
                  <a:lumMod val="75000"/>
                </a:schemeClr>
              </a:buClr>
              <a:buSzPct val="80000"/>
              <a:buFont typeface="Wingdings" panose="05000000000000000000" pitchFamily="2" charset="2"/>
              <a:buChar char="n"/>
              <a:tabLst>
                <a:tab pos="3851275" algn="l"/>
              </a:tabLst>
              <a:defRPr/>
            </a:pPr>
            <a:r>
              <a:rPr lang="zh-CN" altLang="en-US" dirty="0">
                <a:solidFill>
                  <a:schemeClr val="bg1">
                    <a:lumMod val="75000"/>
                  </a:schemeClr>
                </a:solidFill>
                <a:effectLst>
                  <a:outerShdw blurRad="38100" dist="38100" dir="2700000" algn="tl">
                    <a:srgbClr val="000000"/>
                  </a:outerShdw>
                </a:effectLst>
                <a:latin typeface="+mj-lt"/>
                <a:ea typeface="楷体" panose="02010609060101010101" pitchFamily="49" charset="-122"/>
              </a:rPr>
              <a:t>连续的空闲页面组成页框块，按照</a:t>
            </a:r>
            <a:r>
              <a:rPr lang="en-US" altLang="zh-CN" dirty="0">
                <a:solidFill>
                  <a:schemeClr val="bg1">
                    <a:lumMod val="75000"/>
                  </a:schemeClr>
                </a:solidFill>
                <a:effectLst>
                  <a:outerShdw blurRad="38100" dist="38100" dir="2700000" algn="tl">
                    <a:srgbClr val="000000"/>
                  </a:outerShdw>
                </a:effectLst>
                <a:latin typeface="+mj-lt"/>
                <a:ea typeface="楷体" panose="02010609060101010101" pitchFamily="49" charset="-122"/>
              </a:rPr>
              <a:t>2</a:t>
            </a:r>
            <a:r>
              <a:rPr lang="en-US" altLang="zh-CN" baseline="30000" dirty="0">
                <a:solidFill>
                  <a:schemeClr val="bg1">
                    <a:lumMod val="75000"/>
                  </a:schemeClr>
                </a:solidFill>
                <a:effectLst>
                  <a:outerShdw blurRad="38100" dist="38100" dir="2700000" algn="tl">
                    <a:srgbClr val="000000"/>
                  </a:outerShdw>
                </a:effectLst>
                <a:latin typeface="+mj-lt"/>
                <a:ea typeface="楷体" panose="02010609060101010101" pitchFamily="49" charset="-122"/>
              </a:rPr>
              <a:t>n</a:t>
            </a:r>
            <a:r>
              <a:rPr lang="zh-CN" altLang="en-US" dirty="0" smtClean="0">
                <a:solidFill>
                  <a:schemeClr val="bg1">
                    <a:lumMod val="75000"/>
                  </a:schemeClr>
                </a:solidFill>
                <a:effectLst>
                  <a:outerShdw blurRad="38100" dist="38100" dir="2700000" algn="tl">
                    <a:srgbClr val="000000"/>
                  </a:outerShdw>
                </a:effectLst>
                <a:latin typeface="+mj-lt"/>
                <a:ea typeface="楷体" panose="02010609060101010101" pitchFamily="49" charset="-122"/>
              </a:rPr>
              <a:t>划分</a:t>
            </a:r>
            <a:endParaRPr lang="en-US" altLang="zh-CN" dirty="0" smtClean="0">
              <a:solidFill>
                <a:schemeClr val="bg1">
                  <a:lumMod val="75000"/>
                </a:schemeClr>
              </a:solidFill>
              <a:effectLst>
                <a:outerShdw blurRad="38100" dist="38100" dir="2700000" algn="tl">
                  <a:srgbClr val="000000"/>
                </a:outerShdw>
              </a:effectLst>
              <a:latin typeface="+mj-lt"/>
              <a:ea typeface="楷体" panose="02010609060101010101" pitchFamily="49" charset="-122"/>
            </a:endParaRPr>
          </a:p>
          <a:p>
            <a:pPr marL="355600" lvl="2" indent="-355600" defTabSz="355600">
              <a:spcBef>
                <a:spcPts val="0"/>
              </a:spcBef>
              <a:buClr>
                <a:schemeClr val="bg1">
                  <a:lumMod val="75000"/>
                </a:schemeClr>
              </a:buClr>
              <a:buSzPct val="80000"/>
              <a:buFont typeface="Wingdings" panose="05000000000000000000" pitchFamily="2" charset="2"/>
              <a:buChar char="n"/>
              <a:tabLst>
                <a:tab pos="3851275" algn="l"/>
              </a:tabLst>
              <a:defRPr/>
            </a:pPr>
            <a:r>
              <a:rPr lang="zh-CN" altLang="en-US" dirty="0" smtClean="0">
                <a:solidFill>
                  <a:schemeClr val="bg1">
                    <a:lumMod val="75000"/>
                  </a:schemeClr>
                </a:solidFill>
                <a:effectLst>
                  <a:outerShdw blurRad="38100" dist="38100" dir="2700000" algn="tl">
                    <a:srgbClr val="000000"/>
                  </a:outerShdw>
                </a:effectLst>
                <a:latin typeface="+mj-lt"/>
                <a:ea typeface="楷体" panose="02010609060101010101" pitchFamily="49" charset="-122"/>
              </a:rPr>
              <a:t>每</a:t>
            </a:r>
            <a:r>
              <a:rPr lang="zh-CN" altLang="en-US" dirty="0">
                <a:solidFill>
                  <a:schemeClr val="bg1">
                    <a:lumMod val="75000"/>
                  </a:schemeClr>
                </a:solidFill>
                <a:effectLst>
                  <a:outerShdw blurRad="38100" dist="38100" dir="2700000" algn="tl">
                    <a:srgbClr val="000000"/>
                  </a:outerShdw>
                </a:effectLst>
                <a:latin typeface="+mj-lt"/>
                <a:ea typeface="楷体" panose="02010609060101010101" pitchFamily="49" charset="-122"/>
              </a:rPr>
              <a:t>种大小页</a:t>
            </a:r>
            <a:r>
              <a:rPr lang="zh-CN" altLang="en-US" dirty="0" smtClean="0">
                <a:solidFill>
                  <a:schemeClr val="bg1">
                    <a:lumMod val="75000"/>
                  </a:schemeClr>
                </a:solidFill>
                <a:effectLst>
                  <a:outerShdw blurRad="38100" dist="38100" dir="2700000" algn="tl">
                    <a:srgbClr val="000000"/>
                  </a:outerShdw>
                </a:effectLst>
                <a:latin typeface="+mj-lt"/>
                <a:ea typeface="楷体" panose="02010609060101010101" pitchFamily="49" charset="-122"/>
              </a:rPr>
              <a:t>框块按先后两两结合成</a:t>
            </a:r>
            <a:r>
              <a:rPr lang="en-US" altLang="zh-CN" dirty="0" smtClean="0">
                <a:solidFill>
                  <a:schemeClr val="bg1">
                    <a:lumMod val="75000"/>
                  </a:schemeClr>
                </a:solidFill>
                <a:effectLst>
                  <a:outerShdw blurRad="38100" dist="38100" dir="2700000" algn="tl">
                    <a:srgbClr val="000000"/>
                  </a:outerShdw>
                </a:effectLst>
                <a:latin typeface="+mj-lt"/>
                <a:ea typeface="楷体" panose="02010609060101010101" pitchFamily="49" charset="-122"/>
              </a:rPr>
              <a:t>buddy“</a:t>
            </a:r>
            <a:r>
              <a:rPr lang="zh-CN" altLang="en-US" dirty="0" smtClean="0">
                <a:solidFill>
                  <a:schemeClr val="bg1">
                    <a:lumMod val="75000"/>
                  </a:schemeClr>
                </a:solidFill>
                <a:effectLst>
                  <a:outerShdw blurRad="38100" dist="38100" dir="2700000" algn="tl">
                    <a:srgbClr val="000000"/>
                  </a:outerShdw>
                </a:effectLst>
                <a:latin typeface="+mj-lt"/>
                <a:ea typeface="楷体" panose="02010609060101010101" pitchFamily="49" charset="-122"/>
              </a:rPr>
              <a:t>伙伴”</a:t>
            </a:r>
            <a:endParaRPr lang="en-US" altLang="zh-CN" dirty="0" smtClean="0">
              <a:solidFill>
                <a:schemeClr val="bg1">
                  <a:lumMod val="75000"/>
                </a:schemeClr>
              </a:solidFill>
              <a:effectLst>
                <a:outerShdw blurRad="38100" dist="38100" dir="2700000" algn="tl">
                  <a:srgbClr val="000000"/>
                </a:outerShdw>
              </a:effectLst>
              <a:latin typeface="+mj-lt"/>
              <a:ea typeface="楷体" panose="02010609060101010101" pitchFamily="49" charset="-122"/>
            </a:endParaRPr>
          </a:p>
          <a:p>
            <a:pPr marL="1270000" lvl="4" indent="-355600" defTabSz="355600">
              <a:spcBef>
                <a:spcPts val="0"/>
              </a:spcBef>
              <a:buClr>
                <a:schemeClr val="bg2"/>
              </a:buClr>
              <a:buSzPct val="70000"/>
              <a:buFont typeface="Wingdings" panose="05000000000000000000" pitchFamily="2" charset="2"/>
              <a:buChar char="n"/>
              <a:tabLst>
                <a:tab pos="3851275" algn="l"/>
              </a:tabLst>
              <a:defRPr/>
            </a:pPr>
            <a:r>
              <a:rPr lang="zh-CN" altLang="en-US" dirty="0" smtClean="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大小相同、物理</a:t>
            </a:r>
            <a:r>
              <a:rPr lang="zh-CN" altLang="en-US"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rPr>
              <a:t>空间上连续</a:t>
            </a:r>
            <a:endParaRPr lang="en-US" altLang="zh-CN" dirty="0">
              <a:solidFill>
                <a:schemeClr val="bg2"/>
              </a:solidFill>
              <a:effectLst>
                <a:outerShdw blurRad="38100" dist="38100" dir="2700000" algn="tl">
                  <a:srgbClr val="000000"/>
                </a:outerShdw>
              </a:effectLst>
              <a:latin typeface="Times New Roman" panose="02020603050405020304" pitchFamily="18" charset="0"/>
              <a:ea typeface="楷体" panose="02010609060101010101" pitchFamily="49" charset="-122"/>
            </a:endParaRPr>
          </a:p>
        </p:txBody>
      </p:sp>
      <p:sp>
        <p:nvSpPr>
          <p:cNvPr id="8" name="线形标注 1 7"/>
          <p:cNvSpPr>
            <a:spLocks/>
          </p:cNvSpPr>
          <p:nvPr/>
        </p:nvSpPr>
        <p:spPr bwMode="auto">
          <a:xfrm>
            <a:off x="2041314" y="3195464"/>
            <a:ext cx="3096344" cy="432048"/>
          </a:xfrm>
          <a:prstGeom prst="borderCallout1">
            <a:avLst>
              <a:gd name="adj1" fmla="val 100159"/>
              <a:gd name="adj2" fmla="val 59033"/>
              <a:gd name="adj3" fmla="val 163887"/>
              <a:gd name="adj4" fmla="val 98809"/>
            </a:avLst>
          </a:prstGeom>
          <a:solidFill>
            <a:srgbClr val="00B0F0"/>
          </a:solidFill>
          <a:ln w="57150" cap="sq" algn="ctr">
            <a:solidFill>
              <a:srgbClr val="00B0F0"/>
            </a:solidFill>
            <a:round/>
            <a:headEnd type="none" w="sm" len="sm"/>
            <a:tailEnd type="none" w="sm" len="sm"/>
          </a:ln>
        </p:spPr>
        <p:txBody>
          <a:bodyPr wrap="none"/>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400" dirty="0" smtClean="0">
                <a:solidFill>
                  <a:srgbClr val="002060"/>
                </a:solidFill>
              </a:rPr>
              <a:t>记录</a:t>
            </a:r>
            <a:r>
              <a:rPr lang="zh-CN" altLang="en-US" sz="2400" dirty="0">
                <a:solidFill>
                  <a:srgbClr val="002060"/>
                </a:solidFill>
              </a:rPr>
              <a:t>每个链的头指针</a:t>
            </a:r>
          </a:p>
        </p:txBody>
      </p:sp>
      <p:sp>
        <p:nvSpPr>
          <p:cNvPr id="9" name="线形标注 1 8"/>
          <p:cNvSpPr>
            <a:spLocks/>
          </p:cNvSpPr>
          <p:nvPr/>
        </p:nvSpPr>
        <p:spPr bwMode="auto">
          <a:xfrm>
            <a:off x="5376333" y="3110947"/>
            <a:ext cx="3542177" cy="504056"/>
          </a:xfrm>
          <a:prstGeom prst="borderCallout1">
            <a:avLst>
              <a:gd name="adj1" fmla="val 100159"/>
              <a:gd name="adj2" fmla="val 59033"/>
              <a:gd name="adj3" fmla="val 151618"/>
              <a:gd name="adj4" fmla="val 48082"/>
            </a:avLst>
          </a:prstGeom>
          <a:solidFill>
            <a:srgbClr val="00B0F0"/>
          </a:solidFill>
          <a:ln w="57150" cap="sq" algn="ctr">
            <a:solidFill>
              <a:srgbClr val="00B0F0"/>
            </a:solidFill>
            <a:round/>
            <a:headEnd type="none" w="sm" len="sm"/>
            <a:tailEnd type="none" w="sm" len="sm"/>
          </a:ln>
        </p:spPr>
        <p:txBody>
          <a:bodyPr wrap="none"/>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buNone/>
              <a:defRPr/>
            </a:pPr>
            <a:r>
              <a:rPr lang="en-US" altLang="zh-CN" sz="2400" dirty="0" smtClean="0">
                <a:solidFill>
                  <a:schemeClr val="bg2"/>
                </a:solidFill>
                <a:ea typeface="楷体" panose="02010609060101010101" pitchFamily="49" charset="-122"/>
              </a:rPr>
              <a:t>linux2.0</a:t>
            </a:r>
            <a:r>
              <a:rPr lang="zh-CN" altLang="en-US" sz="2400" dirty="0" smtClean="0">
                <a:solidFill>
                  <a:schemeClr val="bg2"/>
                </a:solidFill>
                <a:ea typeface="楷体" panose="02010609060101010101" pitchFamily="49" charset="-122"/>
              </a:rPr>
              <a:t>：</a:t>
            </a:r>
            <a:r>
              <a:rPr lang="en-US" altLang="zh-CN" sz="2400" dirty="0" smtClean="0">
                <a:solidFill>
                  <a:schemeClr val="bg2"/>
                </a:solidFill>
                <a:ea typeface="楷体" panose="02010609060101010101" pitchFamily="49" charset="-122"/>
              </a:rPr>
              <a:t>6</a:t>
            </a:r>
            <a:r>
              <a:rPr lang="zh-CN" altLang="en-US" sz="2400" dirty="0" smtClean="0">
                <a:solidFill>
                  <a:schemeClr val="bg2"/>
                </a:solidFill>
                <a:ea typeface="楷体" panose="02010609060101010101" pitchFamily="49" charset="-122"/>
              </a:rPr>
              <a:t>；</a:t>
            </a:r>
            <a:r>
              <a:rPr lang="en-US" altLang="zh-CN" sz="2400" dirty="0" smtClean="0">
                <a:solidFill>
                  <a:schemeClr val="bg2"/>
                </a:solidFill>
                <a:ea typeface="楷体" panose="02010609060101010101" pitchFamily="49" charset="-122"/>
              </a:rPr>
              <a:t>linux2.6</a:t>
            </a:r>
            <a:r>
              <a:rPr lang="zh-CN" altLang="en-US" sz="2400" dirty="0" smtClean="0">
                <a:solidFill>
                  <a:schemeClr val="bg2"/>
                </a:solidFill>
                <a:ea typeface="楷体" panose="02010609060101010101" pitchFamily="49" charset="-122"/>
              </a:rPr>
              <a:t>：</a:t>
            </a:r>
            <a:r>
              <a:rPr lang="en-US" altLang="zh-CN" sz="2400" dirty="0" smtClean="0">
                <a:solidFill>
                  <a:schemeClr val="bg2"/>
                </a:solidFill>
                <a:ea typeface="楷体" panose="02010609060101010101" pitchFamily="49" charset="-122"/>
              </a:rPr>
              <a:t>11</a:t>
            </a:r>
            <a:endParaRPr lang="en-US" altLang="zh-CN" sz="2400" dirty="0">
              <a:solidFill>
                <a:schemeClr val="bg2"/>
              </a:solidFill>
              <a:ea typeface="楷体" panose="02010609060101010101" pitchFamily="49" charset="-122"/>
            </a:endParaRPr>
          </a:p>
          <a:p>
            <a:pPr>
              <a:buNone/>
              <a:defRPr/>
            </a:pPr>
            <a:endParaRPr lang="en-US" altLang="zh-CN" sz="2400" dirty="0">
              <a:solidFill>
                <a:schemeClr val="bg2"/>
              </a:solidFill>
              <a:effectLst>
                <a:outerShdw blurRad="38100" dist="38100" dir="2700000" algn="tl">
                  <a:srgbClr val="000000"/>
                </a:outerShdw>
              </a:effectLst>
              <a:ea typeface="楷体" panose="02010609060101010101" pitchFamily="49" charset="-122"/>
            </a:endParaRPr>
          </a:p>
        </p:txBody>
      </p:sp>
      <p:sp>
        <p:nvSpPr>
          <p:cNvPr id="10"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87667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7">
                                            <p:txEl>
                                              <p:pRg st="0" end="0"/>
                                            </p:txEl>
                                          </p:spTgt>
                                        </p:tgtEl>
                                        <p:attrNameLst>
                                          <p:attrName>style.visibility</p:attrName>
                                        </p:attrNameLst>
                                      </p:cBhvr>
                                      <p:to>
                                        <p:strVal val="visible"/>
                                      </p:to>
                                    </p:set>
                                    <p:animEffect transition="in" filter="blinds(horizontal)">
                                      <p:cBhvr>
                                        <p:cTn id="21" dur="500"/>
                                        <p:tgtEl>
                                          <p:spTgt spid="7">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7">
                                            <p:txEl>
                                              <p:pRg st="1" end="1"/>
                                            </p:txEl>
                                          </p:spTgt>
                                        </p:tgtEl>
                                        <p:attrNameLst>
                                          <p:attrName>style.visibility</p:attrName>
                                        </p:attrNameLst>
                                      </p:cBhvr>
                                      <p:to>
                                        <p:strVal val="visible"/>
                                      </p:to>
                                    </p:set>
                                    <p:animEffect transition="in" filter="blinds(horizontal)">
                                      <p:cBhvr>
                                        <p:cTn id="26" dur="500"/>
                                        <p:tgtEl>
                                          <p:spTgt spid="7">
                                            <p:txEl>
                                              <p:pRg st="1" end="1"/>
                                            </p:txEl>
                                          </p:spTgt>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7">
                                            <p:txEl>
                                              <p:pRg st="2" end="2"/>
                                            </p:txEl>
                                          </p:spTgt>
                                        </p:tgtEl>
                                        <p:attrNameLst>
                                          <p:attrName>style.visibility</p:attrName>
                                        </p:attrNameLst>
                                      </p:cBhvr>
                                      <p:to>
                                        <p:strVal val="visible"/>
                                      </p:to>
                                    </p:set>
                                    <p:animEffect transition="in" filter="blinds(horizontal)">
                                      <p:cBhvr>
                                        <p:cTn id="29" dur="500"/>
                                        <p:tgtEl>
                                          <p:spTgt spid="7">
                                            <p:txEl>
                                              <p:pRg st="2" end="2"/>
                                            </p:txEl>
                                          </p:spTgt>
                                        </p:tgtEl>
                                      </p:cBhvr>
                                    </p:animEffect>
                                  </p:childTnLst>
                                </p:cTn>
                              </p:par>
                            </p:childTnLst>
                          </p:cTn>
                        </p:par>
                        <p:par>
                          <p:cTn id="30" fill="hold">
                            <p:stCondLst>
                              <p:cond delay="500"/>
                            </p:stCondLst>
                            <p:childTnLst>
                              <p:par>
                                <p:cTn id="31" presetID="2" presetClass="entr" presetSubtype="6" fill="hold" grpId="0" nodeType="after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additive="base">
                                        <p:cTn id="33" dur="500" fill="hold"/>
                                        <p:tgtEl>
                                          <p:spTgt spid="10"/>
                                        </p:tgtEl>
                                        <p:attrNameLst>
                                          <p:attrName>ppt_x</p:attrName>
                                        </p:attrNameLst>
                                      </p:cBhvr>
                                      <p:tavLst>
                                        <p:tav tm="0">
                                          <p:val>
                                            <p:strVal val="1+#ppt_w/2"/>
                                          </p:val>
                                        </p:tav>
                                        <p:tav tm="100000">
                                          <p:val>
                                            <p:strVal val="#ppt_x"/>
                                          </p:val>
                                        </p:tav>
                                      </p:tavLst>
                                    </p:anim>
                                    <p:anim calcmode="lin" valueType="num">
                                      <p:cBhvr additive="base">
                                        <p:cTn id="3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8" grpId="0" animBg="1"/>
      <p:bldP spid="9" grpId="0" animBg="1"/>
      <p:bldP spid="10"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70923" y="-128587"/>
            <a:ext cx="8850313" cy="774700"/>
          </a:xfrm>
        </p:spPr>
        <p:txBody>
          <a:bodyPr/>
          <a:lstStyle/>
          <a:p>
            <a:pPr marL="342900" indent="-342900" algn="ctr">
              <a:spcBef>
                <a:spcPct val="20000"/>
              </a:spcBef>
              <a:buClr>
                <a:srgbClr val="FFCC66"/>
              </a:buClr>
              <a:buSzPct val="90000"/>
              <a:defRPr/>
            </a:pPr>
            <a:r>
              <a:rPr lang="zh-CN" altLang="en-US" sz="4000" b="1" kern="1200" dirty="0">
                <a:solidFill>
                  <a:srgbClr val="006699"/>
                </a:solidFill>
                <a:effectLst>
                  <a:outerShdw blurRad="38100" dist="38100" dir="2700000" algn="tl">
                    <a:srgbClr val="000000">
                      <a:alpha val="43137"/>
                    </a:srgbClr>
                  </a:outerShdw>
                </a:effectLst>
                <a:ea typeface="MS PGothic" pitchFamily="34" charset="-128"/>
              </a:rPr>
              <a:t>内核内存管理器</a:t>
            </a:r>
            <a:r>
              <a:rPr lang="en-US" altLang="zh-CN" sz="4000" b="1" kern="1200" dirty="0">
                <a:solidFill>
                  <a:srgbClr val="006699"/>
                </a:solidFill>
                <a:effectLst>
                  <a:outerShdw blurRad="38100" dist="38100" dir="2700000" algn="tl">
                    <a:srgbClr val="000000">
                      <a:alpha val="43137"/>
                    </a:srgbClr>
                  </a:outerShdw>
                </a:effectLst>
                <a:ea typeface="MS PGothic" pitchFamily="34" charset="-128"/>
              </a:rPr>
              <a:t>(</a:t>
            </a:r>
            <a:r>
              <a:rPr lang="zh-CN" altLang="en-US" sz="4000" b="1" kern="1200" dirty="0">
                <a:solidFill>
                  <a:srgbClr val="006699"/>
                </a:solidFill>
                <a:effectLst>
                  <a:outerShdw blurRad="38100" dist="38100" dir="2700000" algn="tl">
                    <a:srgbClr val="000000">
                      <a:alpha val="43137"/>
                    </a:srgbClr>
                  </a:outerShdw>
                </a:effectLst>
                <a:ea typeface="MS PGothic" pitchFamily="34" charset="-128"/>
              </a:rPr>
              <a:t>页面分配器</a:t>
            </a:r>
            <a:r>
              <a:rPr lang="en-US" altLang="zh-CN" sz="4000" b="1" kern="1200" dirty="0">
                <a:solidFill>
                  <a:srgbClr val="006699"/>
                </a:solidFill>
                <a:effectLst>
                  <a:outerShdw blurRad="38100" dist="38100" dir="2700000" algn="tl">
                    <a:srgbClr val="000000">
                      <a:alpha val="43137"/>
                    </a:srgbClr>
                  </a:outerShdw>
                </a:effectLst>
                <a:ea typeface="MS PGothic" pitchFamily="34" charset="-128"/>
              </a:rPr>
              <a:t>)</a:t>
            </a:r>
            <a:endParaRPr lang="zh-CN" altLang="en-US" sz="4000" b="1" kern="1200" dirty="0">
              <a:solidFill>
                <a:srgbClr val="006699"/>
              </a:solidFill>
              <a:effectLst>
                <a:outerShdw blurRad="38100" dist="38100" dir="2700000" algn="tl">
                  <a:srgbClr val="000000">
                    <a:alpha val="43137"/>
                  </a:srgbClr>
                </a:outerShdw>
              </a:effectLst>
              <a:ea typeface="MS PGothic" pitchFamily="34" charset="-128"/>
            </a:endParaRPr>
          </a:p>
        </p:txBody>
      </p:sp>
      <p:sp>
        <p:nvSpPr>
          <p:cNvPr id="41987" name="内容占位符 2"/>
          <p:cNvSpPr>
            <a:spLocks noGrp="1"/>
          </p:cNvSpPr>
          <p:nvPr>
            <p:ph idx="1"/>
          </p:nvPr>
        </p:nvSpPr>
        <p:spPr>
          <a:xfrm>
            <a:off x="-15421" y="577850"/>
            <a:ext cx="9104312" cy="5503862"/>
          </a:xfrm>
        </p:spPr>
        <p:txBody>
          <a:bodyPr/>
          <a:lstStyle/>
          <a:p>
            <a:pPr marL="355600" lvl="2" indent="-355600" defTabSz="355600">
              <a:spcBef>
                <a:spcPts val="0"/>
              </a:spcBef>
              <a:buClr>
                <a:schemeClr val="bg1">
                  <a:lumMod val="75000"/>
                </a:schemeClr>
              </a:buClr>
              <a:buSzPct val="80000"/>
              <a:buFont typeface="Wingdings" panose="05000000000000000000" pitchFamily="2" charset="2"/>
              <a:buChar char="n"/>
              <a:tabLst>
                <a:tab pos="3851275" algn="l"/>
              </a:tabLst>
              <a:defRPr/>
            </a:pPr>
            <a:r>
              <a:rPr lang="zh-CN" altLang="en-US" sz="3600" b="1" kern="1200" dirty="0">
                <a:solidFill>
                  <a:schemeClr val="bg1">
                    <a:lumMod val="75000"/>
                  </a:schemeClr>
                </a:solidFill>
                <a:latin typeface="+mj-lt"/>
                <a:ea typeface="楷体" panose="02010609060101010101" pitchFamily="49" charset="-122"/>
                <a:cs typeface="+mn-cs"/>
              </a:rPr>
              <a:t>内核内存的特点</a:t>
            </a:r>
            <a:endParaRPr lang="en-US" altLang="zh-CN" sz="3600" b="1" kern="1200" dirty="0">
              <a:solidFill>
                <a:schemeClr val="bg1">
                  <a:lumMod val="75000"/>
                </a:schemeClr>
              </a:solidFill>
              <a:latin typeface="+mj-lt"/>
              <a:ea typeface="楷体" panose="02010609060101010101" pitchFamily="49" charset="-122"/>
              <a:cs typeface="+mn-cs"/>
            </a:endParaRPr>
          </a:p>
          <a:p>
            <a:pPr marL="623888" lvl="4" indent="290513" defTabSz="355600">
              <a:spcBef>
                <a:spcPts val="0"/>
              </a:spcBef>
              <a:buClr>
                <a:schemeClr val="bg2"/>
              </a:buClr>
              <a:buSzPct val="70000"/>
              <a:buFont typeface="Wingdings" panose="05000000000000000000" pitchFamily="2" charset="2"/>
              <a:buChar char="n"/>
              <a:tabLst>
                <a:tab pos="3851275" algn="l"/>
              </a:tabLst>
              <a:defRPr/>
            </a:pPr>
            <a:r>
              <a:rPr lang="zh-CN" altLang="en-US" sz="3200" b="1" kern="1200" dirty="0">
                <a:solidFill>
                  <a:schemeClr val="bg2"/>
                </a:solidFill>
                <a:latin typeface="Times New Roman" panose="02020603050405020304" pitchFamily="18" charset="0"/>
                <a:ea typeface="楷体" panose="02010609060101010101" pitchFamily="49" charset="-122"/>
                <a:cs typeface="+mn-cs"/>
              </a:rPr>
              <a:t>内核使用，一般不参与交换；</a:t>
            </a:r>
            <a:endParaRPr lang="en-US" altLang="zh-CN" sz="3200" b="1" kern="1200" dirty="0">
              <a:solidFill>
                <a:schemeClr val="bg2"/>
              </a:solidFill>
              <a:latin typeface="Times New Roman" panose="02020603050405020304" pitchFamily="18" charset="0"/>
              <a:ea typeface="楷体" panose="02010609060101010101" pitchFamily="49" charset="-122"/>
              <a:cs typeface="+mn-cs"/>
            </a:endParaRPr>
          </a:p>
          <a:p>
            <a:pPr marL="623888" lvl="4" indent="290513" defTabSz="355600">
              <a:spcBef>
                <a:spcPts val="0"/>
              </a:spcBef>
              <a:buClr>
                <a:schemeClr val="bg2"/>
              </a:buClr>
              <a:buSzPct val="70000"/>
              <a:buFont typeface="Wingdings" panose="05000000000000000000" pitchFamily="2" charset="2"/>
              <a:buChar char="n"/>
              <a:tabLst>
                <a:tab pos="3851275" algn="l"/>
              </a:tabLst>
              <a:defRPr/>
            </a:pPr>
            <a:r>
              <a:rPr lang="zh-CN" altLang="en-US" sz="3200" b="1" kern="1200" dirty="0">
                <a:solidFill>
                  <a:schemeClr val="bg2"/>
                </a:solidFill>
                <a:latin typeface="Times New Roman" panose="02020603050405020304" pitchFamily="18" charset="0"/>
                <a:ea typeface="楷体" panose="02010609060101010101" pitchFamily="49" charset="-122"/>
                <a:cs typeface="+mn-cs"/>
              </a:rPr>
              <a:t>使用时间较短；</a:t>
            </a:r>
            <a:endParaRPr lang="en-US" altLang="zh-CN" sz="3200" b="1" kern="1200" dirty="0">
              <a:solidFill>
                <a:schemeClr val="bg2"/>
              </a:solidFill>
              <a:latin typeface="Times New Roman" panose="02020603050405020304" pitchFamily="18" charset="0"/>
              <a:ea typeface="楷体" panose="02010609060101010101" pitchFamily="49" charset="-122"/>
              <a:cs typeface="+mn-cs"/>
            </a:endParaRPr>
          </a:p>
          <a:p>
            <a:pPr marL="623888" lvl="4" indent="290513" defTabSz="355600">
              <a:spcBef>
                <a:spcPts val="0"/>
              </a:spcBef>
              <a:buClr>
                <a:schemeClr val="bg2"/>
              </a:buClr>
              <a:buSzPct val="70000"/>
              <a:buFont typeface="Wingdings" panose="05000000000000000000" pitchFamily="2" charset="2"/>
              <a:buChar char="n"/>
              <a:tabLst>
                <a:tab pos="3851275" algn="l"/>
              </a:tabLst>
              <a:defRPr/>
            </a:pPr>
            <a:r>
              <a:rPr lang="zh-CN" altLang="en-US" sz="3200" b="1" kern="1200" dirty="0">
                <a:solidFill>
                  <a:schemeClr val="bg2"/>
                </a:solidFill>
                <a:latin typeface="Times New Roman" panose="02020603050405020304" pitchFamily="18" charset="0"/>
                <a:ea typeface="楷体" panose="02010609060101010101" pitchFamily="49" charset="-122"/>
                <a:cs typeface="+mn-cs"/>
              </a:rPr>
              <a:t>要求动态分配和回收；</a:t>
            </a:r>
            <a:endParaRPr lang="en-US" altLang="zh-CN" sz="3200" b="1" kern="1200" dirty="0">
              <a:solidFill>
                <a:schemeClr val="bg2"/>
              </a:solidFill>
              <a:latin typeface="Times New Roman" panose="02020603050405020304" pitchFamily="18" charset="0"/>
              <a:ea typeface="楷体" panose="02010609060101010101" pitchFamily="49" charset="-122"/>
              <a:cs typeface="+mn-cs"/>
            </a:endParaRPr>
          </a:p>
          <a:p>
            <a:pPr marL="623888" lvl="4" indent="290513" defTabSz="355600">
              <a:spcBef>
                <a:spcPts val="0"/>
              </a:spcBef>
              <a:buClr>
                <a:schemeClr val="bg2"/>
              </a:buClr>
              <a:buSzPct val="70000"/>
              <a:buFont typeface="Wingdings" panose="05000000000000000000" pitchFamily="2" charset="2"/>
              <a:buChar char="n"/>
              <a:tabLst>
                <a:tab pos="3851275" algn="l"/>
              </a:tabLst>
              <a:defRPr/>
            </a:pPr>
            <a:r>
              <a:rPr lang="zh-CN" altLang="en-US" sz="3200" b="1" kern="1200" dirty="0">
                <a:solidFill>
                  <a:schemeClr val="bg2"/>
                </a:solidFill>
                <a:latin typeface="Times New Roman" panose="02020603050405020304" pitchFamily="18" charset="0"/>
                <a:ea typeface="楷体" panose="02010609060101010101" pitchFamily="49" charset="-122"/>
                <a:cs typeface="+mn-cs"/>
              </a:rPr>
              <a:t>要求响应时间快，分配较慢的管理器会导致整个系统性能的下降；</a:t>
            </a:r>
            <a:endParaRPr lang="en-US" altLang="zh-CN" sz="3200" b="1" kern="1200" dirty="0">
              <a:solidFill>
                <a:schemeClr val="bg2"/>
              </a:solidFill>
              <a:latin typeface="Times New Roman" panose="02020603050405020304" pitchFamily="18" charset="0"/>
              <a:ea typeface="楷体" panose="02010609060101010101" pitchFamily="49" charset="-122"/>
              <a:cs typeface="+mn-cs"/>
            </a:endParaRPr>
          </a:p>
          <a:p>
            <a:pPr marL="623888" lvl="4" indent="290513" defTabSz="355600">
              <a:spcBef>
                <a:spcPts val="0"/>
              </a:spcBef>
              <a:buClr>
                <a:schemeClr val="bg2"/>
              </a:buClr>
              <a:buSzPct val="70000"/>
              <a:buFont typeface="Wingdings" panose="05000000000000000000" pitchFamily="2" charset="2"/>
              <a:buChar char="n"/>
              <a:tabLst>
                <a:tab pos="3851275" algn="l"/>
              </a:tabLst>
              <a:defRPr/>
            </a:pPr>
            <a:r>
              <a:rPr lang="zh-CN" altLang="en-US" sz="3200" b="1" kern="1200" dirty="0">
                <a:solidFill>
                  <a:schemeClr val="bg2"/>
                </a:solidFill>
                <a:latin typeface="Times New Roman" panose="02020603050405020304" pitchFamily="18" charset="0"/>
                <a:ea typeface="楷体" panose="02010609060101010101" pitchFamily="49" charset="-122"/>
                <a:cs typeface="+mn-cs"/>
              </a:rPr>
              <a:t>尺寸一般都很小，远远小于一页。</a:t>
            </a:r>
            <a:endParaRPr lang="en-US" altLang="zh-CN" sz="3200" b="1" kern="1200" dirty="0">
              <a:solidFill>
                <a:schemeClr val="bg2"/>
              </a:solidFill>
              <a:latin typeface="Times New Roman" panose="02020603050405020304" pitchFamily="18" charset="0"/>
              <a:ea typeface="楷体" panose="02010609060101010101" pitchFamily="49" charset="-122"/>
              <a:cs typeface="+mn-cs"/>
            </a:endParaRPr>
          </a:p>
          <a:p>
            <a:pPr marL="1081088" lvl="5" indent="290513" defTabSz="355600">
              <a:spcBef>
                <a:spcPts val="0"/>
              </a:spcBef>
              <a:buClr>
                <a:schemeClr val="bg2"/>
              </a:buClr>
              <a:buSzPct val="70000"/>
              <a:buFont typeface="Wingdings" panose="05000000000000000000" pitchFamily="2" charset="2"/>
              <a:buChar char="n"/>
              <a:tabLst>
                <a:tab pos="3851275" algn="l"/>
              </a:tabLst>
              <a:defRPr/>
            </a:pPr>
            <a:r>
              <a:rPr lang="zh-CN" altLang="en-US" sz="3200" b="1" kern="1200" dirty="0">
                <a:solidFill>
                  <a:schemeClr val="bg2"/>
                </a:solidFill>
                <a:latin typeface="Times New Roman" panose="02020603050405020304" pitchFamily="18" charset="0"/>
                <a:ea typeface="楷体" panose="02010609060101010101" pitchFamily="49" charset="-122"/>
                <a:cs typeface="+mn-cs"/>
              </a:rPr>
              <a:t>如存放文件描述符、进程描述符、虚拟内存区域描述符等行为所需的内存都不足一页</a:t>
            </a:r>
            <a:endParaRPr lang="en-US" altLang="zh-CN" sz="3200" b="1" kern="1200" dirty="0">
              <a:solidFill>
                <a:schemeClr val="bg2"/>
              </a:solidFill>
              <a:latin typeface="Times New Roman" panose="02020603050405020304" pitchFamily="18" charset="0"/>
              <a:ea typeface="楷体" panose="02010609060101010101" pitchFamily="49" charset="-122"/>
              <a:cs typeface="+mn-cs"/>
            </a:endParaRPr>
          </a:p>
          <a:p>
            <a:pPr marL="1081088" lvl="5" indent="290513" defTabSz="355600">
              <a:spcBef>
                <a:spcPts val="0"/>
              </a:spcBef>
              <a:buClr>
                <a:schemeClr val="bg2"/>
              </a:buClr>
              <a:buSzPct val="70000"/>
              <a:buFont typeface="Wingdings" panose="05000000000000000000" pitchFamily="2" charset="2"/>
              <a:buChar char="n"/>
              <a:tabLst>
                <a:tab pos="3851275" algn="l"/>
              </a:tabLst>
              <a:defRPr/>
            </a:pPr>
            <a:r>
              <a:rPr lang="zh-CN" altLang="en-US" sz="3200" b="1" kern="1200" dirty="0">
                <a:solidFill>
                  <a:schemeClr val="bg2"/>
                </a:solidFill>
                <a:latin typeface="Times New Roman" panose="02020603050405020304" pitchFamily="18" charset="0"/>
                <a:ea typeface="楷体" panose="02010609060101010101" pitchFamily="49" charset="-122"/>
                <a:cs typeface="+mn-cs"/>
              </a:rPr>
              <a:t>一个整页中聚集多个小块内存、频繁地生成</a:t>
            </a:r>
            <a:r>
              <a:rPr lang="en-US" altLang="zh-CN" sz="3200" b="1" kern="1200" dirty="0">
                <a:solidFill>
                  <a:schemeClr val="bg2"/>
                </a:solidFill>
                <a:latin typeface="Times New Roman" panose="02020603050405020304" pitchFamily="18" charset="0"/>
                <a:ea typeface="楷体" panose="02010609060101010101" pitchFamily="49" charset="-122"/>
                <a:cs typeface="+mn-cs"/>
              </a:rPr>
              <a:t>/</a:t>
            </a:r>
            <a:r>
              <a:rPr lang="zh-CN" altLang="en-US" sz="3200" b="1" kern="1200" dirty="0">
                <a:solidFill>
                  <a:schemeClr val="bg2"/>
                </a:solidFill>
                <a:latin typeface="Times New Roman" panose="02020603050405020304" pitchFamily="18" charset="0"/>
                <a:ea typeface="楷体" panose="02010609060101010101" pitchFamily="49" charset="-122"/>
                <a:cs typeface="+mn-cs"/>
              </a:rPr>
              <a:t>销毁。</a:t>
            </a:r>
          </a:p>
        </p:txBody>
      </p:sp>
      <p:sp>
        <p:nvSpPr>
          <p:cNvPr id="48133" name="文本框 4"/>
          <p:cNvSpPr txBox="1">
            <a:spLocks noChangeArrowheads="1"/>
          </p:cNvSpPr>
          <p:nvPr/>
        </p:nvSpPr>
        <p:spPr bwMode="auto">
          <a:xfrm>
            <a:off x="411416" y="6202361"/>
            <a:ext cx="8569325" cy="585788"/>
          </a:xfrm>
          <a:prstGeom prst="rect">
            <a:avLst/>
          </a:prstGeom>
          <a:solidFill>
            <a:srgbClr val="FFFF00"/>
          </a:solidFill>
          <a:ln>
            <a:noFill/>
          </a:ln>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defRPr/>
            </a:pPr>
            <a:r>
              <a:rPr lang="zh-CN" altLang="en-US" b="1" dirty="0">
                <a:solidFill>
                  <a:srgbClr val="000000"/>
                </a:solidFill>
                <a:effectLst>
                  <a:outerShdw blurRad="38100" dist="38100" dir="2700000" algn="tl">
                    <a:srgbClr val="000000">
                      <a:alpha val="43137"/>
                    </a:srgbClr>
                  </a:outerShdw>
                </a:effectLst>
              </a:rPr>
              <a:t>需要一套独立的机制来实现更细粒度上的管理</a:t>
            </a:r>
            <a:endParaRPr lang="zh-CN" altLang="en-US" dirty="0">
              <a:solidFill>
                <a:srgbClr val="00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599469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8133"/>
                                        </p:tgtEl>
                                        <p:attrNameLst>
                                          <p:attrName>style.visibility</p:attrName>
                                        </p:attrNameLst>
                                      </p:cBhvr>
                                      <p:to>
                                        <p:strVal val="visible"/>
                                      </p:to>
                                    </p:set>
                                    <p:animEffect transition="in" filter="dissolve">
                                      <p:cBhvr>
                                        <p:cTn id="7" dur="500"/>
                                        <p:tgtEl>
                                          <p:spTgt spid="48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3"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内容占位符 2"/>
          <p:cNvSpPr>
            <a:spLocks noGrp="1"/>
          </p:cNvSpPr>
          <p:nvPr>
            <p:ph idx="1"/>
          </p:nvPr>
        </p:nvSpPr>
        <p:spPr>
          <a:xfrm>
            <a:off x="0" y="908050"/>
            <a:ext cx="9036050" cy="4495800"/>
          </a:xfrm>
        </p:spPr>
        <p:txBody>
          <a:bodyPr/>
          <a:lstStyle/>
          <a:p>
            <a:pPr marL="355600" lvl="2" indent="-355600" defTabSz="355600">
              <a:spcBef>
                <a:spcPts val="0"/>
              </a:spcBef>
              <a:buClr>
                <a:schemeClr val="bg1">
                  <a:lumMod val="75000"/>
                </a:schemeClr>
              </a:buClr>
              <a:buSzPct val="80000"/>
              <a:buFont typeface="Wingdings" panose="05000000000000000000" pitchFamily="2" charset="2"/>
              <a:buChar char="n"/>
              <a:tabLst>
                <a:tab pos="3851275" algn="l"/>
              </a:tabLst>
              <a:defRPr/>
            </a:pPr>
            <a:r>
              <a:rPr lang="zh-CN" altLang="en-US" sz="3600" b="1" kern="1200" dirty="0">
                <a:solidFill>
                  <a:schemeClr val="bg1">
                    <a:lumMod val="75000"/>
                  </a:schemeClr>
                </a:solidFill>
                <a:latin typeface="+mj-lt"/>
                <a:ea typeface="楷体" panose="02010609060101010101" pitchFamily="49" charset="-122"/>
                <a:cs typeface="+mn-cs"/>
              </a:rPr>
              <a:t>运行在伙伴系统之上；</a:t>
            </a:r>
            <a:endParaRPr lang="en-US" altLang="zh-CN" sz="3600" b="1" kern="1200" dirty="0">
              <a:solidFill>
                <a:schemeClr val="bg1">
                  <a:lumMod val="75000"/>
                </a:schemeClr>
              </a:solidFill>
              <a:latin typeface="+mj-lt"/>
              <a:ea typeface="楷体" panose="02010609060101010101" pitchFamily="49" charset="-122"/>
              <a:cs typeface="+mn-cs"/>
            </a:endParaRPr>
          </a:p>
          <a:p>
            <a:pPr marL="355600" lvl="2" indent="-355600" defTabSz="355600">
              <a:spcBef>
                <a:spcPts val="0"/>
              </a:spcBef>
              <a:buClr>
                <a:schemeClr val="bg1">
                  <a:lumMod val="75000"/>
                </a:schemeClr>
              </a:buClr>
              <a:buSzPct val="80000"/>
              <a:buFont typeface="Wingdings" panose="05000000000000000000" pitchFamily="2" charset="2"/>
              <a:buChar char="n"/>
              <a:tabLst>
                <a:tab pos="3851275" algn="l"/>
              </a:tabLst>
              <a:defRPr/>
            </a:pPr>
            <a:r>
              <a:rPr lang="zh-CN" altLang="en-US" sz="3600" b="1" kern="1200" dirty="0">
                <a:solidFill>
                  <a:schemeClr val="bg1">
                    <a:lumMod val="75000"/>
                  </a:schemeClr>
                </a:solidFill>
                <a:latin typeface="+mj-lt"/>
                <a:ea typeface="楷体" panose="02010609060101010101" pitchFamily="49" charset="-122"/>
                <a:cs typeface="+mn-cs"/>
              </a:rPr>
              <a:t>将空闲页块链表撕碎成众多小内存块。</a:t>
            </a:r>
            <a:endParaRPr lang="en-US" altLang="zh-CN" sz="3600" b="1" kern="1200" dirty="0">
              <a:solidFill>
                <a:schemeClr val="bg1">
                  <a:lumMod val="75000"/>
                </a:schemeClr>
              </a:solidFill>
              <a:latin typeface="+mj-lt"/>
              <a:ea typeface="楷体" panose="02010609060101010101" pitchFamily="49" charset="-122"/>
              <a:cs typeface="+mn-cs"/>
            </a:endParaRPr>
          </a:p>
          <a:p>
            <a:pPr marL="623888" lvl="4" indent="290513" defTabSz="355600">
              <a:spcBef>
                <a:spcPts val="0"/>
              </a:spcBef>
              <a:buClr>
                <a:schemeClr val="bg2"/>
              </a:buClr>
              <a:buSzPct val="70000"/>
              <a:buFont typeface="Wingdings" panose="05000000000000000000" pitchFamily="2" charset="2"/>
              <a:buChar char="n"/>
              <a:tabLst>
                <a:tab pos="3851275" algn="l"/>
              </a:tabLst>
              <a:defRPr/>
            </a:pPr>
            <a:r>
              <a:rPr lang="en-US" altLang="zh-CN" sz="3200" b="1" kern="1200" dirty="0">
                <a:solidFill>
                  <a:schemeClr val="bg2"/>
                </a:solidFill>
                <a:latin typeface="Times New Roman" panose="02020603050405020304" pitchFamily="18" charset="0"/>
                <a:ea typeface="楷体" panose="02010609060101010101" pitchFamily="49" charset="-122"/>
                <a:cs typeface="+mn-cs"/>
              </a:rPr>
              <a:t>Pentium/x86</a:t>
            </a:r>
            <a:r>
              <a:rPr lang="zh-CN" altLang="en-US" sz="3200" b="1" kern="1200" dirty="0">
                <a:solidFill>
                  <a:schemeClr val="bg2"/>
                </a:solidFill>
                <a:latin typeface="Times New Roman" panose="02020603050405020304" pitchFamily="18" charset="0"/>
                <a:ea typeface="楷体" panose="02010609060101010101" pitchFamily="49" charset="-122"/>
                <a:cs typeface="+mn-cs"/>
              </a:rPr>
              <a:t>上页大小</a:t>
            </a:r>
            <a:r>
              <a:rPr lang="en-US" altLang="zh-CN" sz="3200" b="1" kern="1200" dirty="0">
                <a:solidFill>
                  <a:schemeClr val="bg2"/>
                </a:solidFill>
                <a:latin typeface="Times New Roman" panose="02020603050405020304" pitchFamily="18" charset="0"/>
                <a:ea typeface="楷体" panose="02010609060101010101" pitchFamily="49" charset="-122"/>
                <a:cs typeface="+mn-cs"/>
              </a:rPr>
              <a:t>4KB, </a:t>
            </a:r>
            <a:r>
              <a:rPr lang="zh-CN" altLang="en-US" sz="3200" b="1" kern="1200" dirty="0">
                <a:solidFill>
                  <a:schemeClr val="bg2"/>
                </a:solidFill>
                <a:latin typeface="Times New Roman" panose="02020603050405020304" pitchFamily="18" charset="0"/>
                <a:ea typeface="楷体" panose="02010609060101010101" pitchFamily="49" charset="-122"/>
                <a:cs typeface="+mn-cs"/>
              </a:rPr>
              <a:t>划分成</a:t>
            </a:r>
            <a:r>
              <a:rPr lang="en-US" altLang="zh-CN" sz="3200" b="1" kern="1200" dirty="0">
                <a:solidFill>
                  <a:schemeClr val="bg2"/>
                </a:solidFill>
                <a:latin typeface="Times New Roman" panose="02020603050405020304" pitchFamily="18" charset="0"/>
                <a:ea typeface="楷体" panose="02010609060101010101" pitchFamily="49" charset="-122"/>
                <a:cs typeface="+mn-cs"/>
              </a:rPr>
              <a:t>32B </a:t>
            </a:r>
            <a:r>
              <a:rPr lang="zh-CN" altLang="en-US" sz="3200" b="1" kern="1200" dirty="0">
                <a:solidFill>
                  <a:schemeClr val="bg2"/>
                </a:solidFill>
                <a:latin typeface="Times New Roman" panose="02020603050405020304" pitchFamily="18" charset="0"/>
                <a:ea typeface="楷体" panose="02010609060101010101" pitchFamily="49" charset="-122"/>
                <a:cs typeface="+mn-cs"/>
              </a:rPr>
              <a:t>、</a:t>
            </a:r>
            <a:r>
              <a:rPr lang="en-US" altLang="zh-CN" sz="3200" b="1" kern="1200" dirty="0">
                <a:solidFill>
                  <a:schemeClr val="bg2"/>
                </a:solidFill>
                <a:latin typeface="Times New Roman" panose="02020603050405020304" pitchFamily="18" charset="0"/>
                <a:ea typeface="楷体" panose="02010609060101010101" pitchFamily="49" charset="-122"/>
                <a:cs typeface="+mn-cs"/>
              </a:rPr>
              <a:t>64B</a:t>
            </a:r>
            <a:r>
              <a:rPr lang="zh-CN" altLang="en-US" sz="3200" b="1" kern="1200" dirty="0">
                <a:solidFill>
                  <a:schemeClr val="bg2"/>
                </a:solidFill>
                <a:latin typeface="Times New Roman" panose="02020603050405020304" pitchFamily="18" charset="0"/>
                <a:ea typeface="楷体" panose="02010609060101010101" pitchFamily="49" charset="-122"/>
                <a:cs typeface="+mn-cs"/>
              </a:rPr>
              <a:t>、</a:t>
            </a:r>
            <a:r>
              <a:rPr lang="en-US" altLang="zh-CN" sz="3200" b="1" kern="1200" dirty="0">
                <a:solidFill>
                  <a:schemeClr val="bg2"/>
                </a:solidFill>
                <a:latin typeface="Times New Roman" panose="02020603050405020304" pitchFamily="18" charset="0"/>
                <a:ea typeface="楷体" panose="02010609060101010101" pitchFamily="49" charset="-122"/>
                <a:cs typeface="+mn-cs"/>
              </a:rPr>
              <a:t>128B</a:t>
            </a:r>
            <a:r>
              <a:rPr lang="zh-CN" altLang="en-US" sz="3200" b="1" kern="1200" dirty="0">
                <a:solidFill>
                  <a:schemeClr val="bg2"/>
                </a:solidFill>
                <a:latin typeface="Times New Roman" panose="02020603050405020304" pitchFamily="18" charset="0"/>
                <a:ea typeface="楷体" panose="02010609060101010101" pitchFamily="49" charset="-122"/>
                <a:cs typeface="+mn-cs"/>
              </a:rPr>
              <a:t>、</a:t>
            </a:r>
            <a:r>
              <a:rPr lang="en-US" altLang="zh-CN" sz="3200" b="1" kern="1200" dirty="0">
                <a:solidFill>
                  <a:schemeClr val="bg2"/>
                </a:solidFill>
                <a:latin typeface="Times New Roman" panose="02020603050405020304" pitchFamily="18" charset="0"/>
                <a:ea typeface="楷体" panose="02010609060101010101" pitchFamily="49" charset="-122"/>
                <a:cs typeface="+mn-cs"/>
              </a:rPr>
              <a:t>……64KB</a:t>
            </a:r>
            <a:r>
              <a:rPr lang="zh-CN" altLang="en-US" sz="3200" b="1" kern="1200" dirty="0">
                <a:solidFill>
                  <a:schemeClr val="bg2"/>
                </a:solidFill>
                <a:latin typeface="Times New Roman" panose="02020603050405020304" pitchFamily="18" charset="0"/>
                <a:ea typeface="楷体" panose="02010609060101010101" pitchFamily="49" charset="-122"/>
                <a:cs typeface="+mn-cs"/>
              </a:rPr>
              <a:t>、</a:t>
            </a:r>
            <a:r>
              <a:rPr lang="en-US" altLang="zh-CN" sz="3200" b="1" kern="1200" dirty="0">
                <a:solidFill>
                  <a:schemeClr val="bg2"/>
                </a:solidFill>
                <a:latin typeface="Times New Roman" panose="02020603050405020304" pitchFamily="18" charset="0"/>
                <a:ea typeface="楷体" panose="02010609060101010101" pitchFamily="49" charset="-122"/>
                <a:cs typeface="+mn-cs"/>
              </a:rPr>
              <a:t>128KB</a:t>
            </a:r>
            <a:r>
              <a:rPr lang="zh-CN" altLang="en-US" sz="3200" b="1" kern="1200" dirty="0">
                <a:solidFill>
                  <a:schemeClr val="bg2"/>
                </a:solidFill>
                <a:latin typeface="Times New Roman" panose="02020603050405020304" pitchFamily="18" charset="0"/>
                <a:ea typeface="楷体" panose="02010609060101010101" pitchFamily="49" charset="-122"/>
                <a:cs typeface="+mn-cs"/>
              </a:rPr>
              <a:t>大小的块；</a:t>
            </a:r>
            <a:endParaRPr lang="en-US" altLang="zh-CN" sz="3200" b="1" kern="1200" dirty="0">
              <a:solidFill>
                <a:schemeClr val="bg2"/>
              </a:solidFill>
              <a:latin typeface="Times New Roman" panose="02020603050405020304" pitchFamily="18" charset="0"/>
              <a:ea typeface="楷体" panose="02010609060101010101" pitchFamily="49" charset="-122"/>
              <a:cs typeface="+mn-cs"/>
            </a:endParaRPr>
          </a:p>
          <a:p>
            <a:pPr marL="623888" lvl="4" indent="290513" defTabSz="355600">
              <a:spcBef>
                <a:spcPts val="0"/>
              </a:spcBef>
              <a:buClr>
                <a:schemeClr val="bg2"/>
              </a:buClr>
              <a:buSzPct val="70000"/>
              <a:buFont typeface="Wingdings" panose="05000000000000000000" pitchFamily="2" charset="2"/>
              <a:buChar char="n"/>
              <a:tabLst>
                <a:tab pos="3851275" algn="l"/>
              </a:tabLst>
              <a:defRPr/>
            </a:pPr>
            <a:r>
              <a:rPr lang="zh-CN" altLang="en-US" sz="3200" b="1" kern="1200" dirty="0">
                <a:solidFill>
                  <a:schemeClr val="bg2"/>
                </a:solidFill>
                <a:latin typeface="Times New Roman" panose="02020603050405020304" pitchFamily="18" charset="0"/>
                <a:ea typeface="楷体" panose="02010609060101010101" pitchFamily="49" charset="-122"/>
                <a:cs typeface="+mn-cs"/>
              </a:rPr>
              <a:t>维护一组链表，每种块大小对应一个链；</a:t>
            </a:r>
            <a:endParaRPr lang="en-US" altLang="zh-CN" sz="3200" b="1" kern="1200" dirty="0">
              <a:solidFill>
                <a:schemeClr val="bg2"/>
              </a:solidFill>
              <a:latin typeface="Times New Roman" panose="02020603050405020304" pitchFamily="18" charset="0"/>
              <a:ea typeface="楷体" panose="02010609060101010101" pitchFamily="49" charset="-122"/>
              <a:cs typeface="+mn-cs"/>
            </a:endParaRPr>
          </a:p>
          <a:p>
            <a:pPr marL="355600" lvl="2" indent="-355600" defTabSz="355600">
              <a:spcBef>
                <a:spcPts val="0"/>
              </a:spcBef>
              <a:buClr>
                <a:schemeClr val="bg1">
                  <a:lumMod val="75000"/>
                </a:schemeClr>
              </a:buClr>
              <a:buSzPct val="80000"/>
              <a:buFont typeface="Wingdings" panose="05000000000000000000" pitchFamily="2" charset="2"/>
              <a:buChar char="n"/>
              <a:tabLst>
                <a:tab pos="3851275" algn="l"/>
              </a:tabLst>
              <a:defRPr/>
            </a:pPr>
            <a:r>
              <a:rPr lang="zh-CN" altLang="en-US" sz="3600" b="1" kern="1200" dirty="0">
                <a:solidFill>
                  <a:schemeClr val="bg1">
                    <a:lumMod val="75000"/>
                  </a:schemeClr>
                </a:solidFill>
                <a:latin typeface="+mj-lt"/>
                <a:ea typeface="楷体" panose="02010609060101010101" pitchFamily="49" charset="-122"/>
                <a:cs typeface="+mn-cs"/>
              </a:rPr>
              <a:t>块按类似伙伴算法的方式分裂或合并，并且可以在链表间移动。</a:t>
            </a:r>
          </a:p>
        </p:txBody>
      </p:sp>
      <p:sp>
        <p:nvSpPr>
          <p:cNvPr id="5" name="文本框 5"/>
          <p:cNvSpPr txBox="1">
            <a:spLocks noChangeArrowheads="1"/>
          </p:cNvSpPr>
          <p:nvPr/>
        </p:nvSpPr>
        <p:spPr bwMode="auto">
          <a:xfrm>
            <a:off x="2741612" y="0"/>
            <a:ext cx="36607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marL="342900" indent="-342900" algn="ctr">
              <a:spcBef>
                <a:spcPct val="20000"/>
              </a:spcBef>
              <a:buClr>
                <a:srgbClr val="FFCC66"/>
              </a:buClr>
              <a:buSzPct val="90000"/>
              <a:buFontTx/>
              <a:buNone/>
              <a:defRPr sz="4000" b="1" kern="0">
                <a:solidFill>
                  <a:srgbClr val="FF9900"/>
                </a:solidFill>
                <a:effectLst>
                  <a:outerShdw blurRad="38100" dist="38100" dir="2700000" algn="tl">
                    <a:srgbClr val="000000">
                      <a:alpha val="43137"/>
                    </a:srgbClr>
                  </a:outerShdw>
                </a:effectLst>
                <a:latin typeface="Times New Roman"/>
                <a:ea typeface="宋体"/>
              </a:defRPr>
            </a:lvl1pPr>
            <a:lvl2pPr marL="742950" indent="-285750">
              <a:spcBef>
                <a:spcPct val="20000"/>
              </a:spcBef>
              <a:buChar char="–"/>
              <a:defRPr sz="2800"/>
            </a:lvl2pPr>
            <a:lvl3pPr marL="1143000" indent="-228600">
              <a:spcBef>
                <a:spcPct val="20000"/>
              </a:spcBef>
              <a:buChar char="•"/>
            </a:lvl3pPr>
            <a:lvl4pPr marL="1600200" indent="-228600">
              <a:spcBef>
                <a:spcPct val="20000"/>
              </a:spcBef>
              <a:buChar char="–"/>
              <a:defRPr sz="2000"/>
            </a:lvl4pPr>
            <a:lvl5pPr marL="2057400" indent="-228600">
              <a:spcBef>
                <a:spcPct val="20000"/>
              </a:spcBef>
              <a:buChar char="•"/>
              <a:defRPr sz="2000"/>
            </a:lvl5pPr>
            <a:lvl6pPr marL="2514600" indent="-228600" eaLnBrk="0" fontAlgn="base" hangingPunct="0">
              <a:spcBef>
                <a:spcPct val="20000"/>
              </a:spcBef>
              <a:spcAft>
                <a:spcPct val="0"/>
              </a:spcAft>
              <a:buChar char="•"/>
              <a:defRPr sz="2000"/>
            </a:lvl6pPr>
            <a:lvl7pPr marL="2971800" indent="-228600" eaLnBrk="0" fontAlgn="base" hangingPunct="0">
              <a:spcBef>
                <a:spcPct val="20000"/>
              </a:spcBef>
              <a:spcAft>
                <a:spcPct val="0"/>
              </a:spcAft>
              <a:buChar char="•"/>
              <a:defRPr sz="2000"/>
            </a:lvl7pPr>
            <a:lvl8pPr marL="3429000" indent="-228600" eaLnBrk="0" fontAlgn="base" hangingPunct="0">
              <a:spcBef>
                <a:spcPct val="20000"/>
              </a:spcBef>
              <a:spcAft>
                <a:spcPct val="0"/>
              </a:spcAft>
              <a:buChar char="•"/>
              <a:defRPr sz="2000"/>
            </a:lvl8pPr>
            <a:lvl9pPr marL="3886200" indent="-228600" eaLnBrk="0" fontAlgn="base" hangingPunct="0">
              <a:spcBef>
                <a:spcPct val="20000"/>
              </a:spcBef>
              <a:spcAft>
                <a:spcPct val="0"/>
              </a:spcAft>
              <a:buChar char="•"/>
              <a:defRPr sz="2000"/>
            </a:lvl9pPr>
          </a:lstStyle>
          <a:p>
            <a:pPr eaLnBrk="1" hangingPunct="1">
              <a:buClr>
                <a:srgbClr val="EEB00B"/>
              </a:buClr>
              <a:buSzPct val="70000"/>
              <a:defRPr/>
            </a:pPr>
            <a:r>
              <a:rPr lang="en-US" altLang="zh-CN" sz="3600" dirty="0">
                <a:solidFill>
                  <a:schemeClr val="bg2"/>
                </a:solidFill>
                <a:ea typeface="楷体_GB2312" pitchFamily="49" charset="-122"/>
              </a:rPr>
              <a:t>Slab </a:t>
            </a:r>
            <a:r>
              <a:rPr lang="zh-CN" altLang="en-US" sz="3600" dirty="0">
                <a:solidFill>
                  <a:schemeClr val="bg2"/>
                </a:solidFill>
                <a:ea typeface="楷体_GB2312" pitchFamily="49" charset="-122"/>
              </a:rPr>
              <a:t>分配器</a:t>
            </a:r>
          </a:p>
        </p:txBody>
      </p:sp>
      <p:sp>
        <p:nvSpPr>
          <p:cNvPr id="6"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621708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6"/>
          <p:cNvSpPr>
            <a:spLocks noChangeArrowheads="1"/>
          </p:cNvSpPr>
          <p:nvPr/>
        </p:nvSpPr>
        <p:spPr bwMode="auto">
          <a:xfrm>
            <a:off x="1872456" y="1368913"/>
            <a:ext cx="5399087" cy="596856"/>
          </a:xfrm>
          <a:prstGeom prst="rect">
            <a:avLst/>
          </a:prstGeom>
          <a:solidFill>
            <a:schemeClr val="tx1">
              <a:lumMod val="85000"/>
            </a:schemeClr>
          </a:solidFill>
          <a:ln w="9525" algn="ctr">
            <a:solidFill>
              <a:schemeClr val="tx1"/>
            </a:solid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lang="en-US" altLang="zh-CN" b="1" dirty="0">
                <a:solidFill>
                  <a:schemeClr val="bg2"/>
                </a:solidFill>
              </a:rPr>
              <a:t>include/</a:t>
            </a:r>
            <a:r>
              <a:rPr lang="en-US" altLang="zh-CN" b="1" dirty="0" err="1">
                <a:solidFill>
                  <a:schemeClr val="bg2"/>
                </a:solidFill>
              </a:rPr>
              <a:t>linux</a:t>
            </a:r>
            <a:r>
              <a:rPr lang="en-US" altLang="zh-CN" b="1" dirty="0">
                <a:solidFill>
                  <a:schemeClr val="bg2"/>
                </a:solidFill>
              </a:rPr>
              <a:t>/</a:t>
            </a:r>
            <a:r>
              <a:rPr lang="en-US" altLang="zh-CN" b="1" dirty="0" err="1">
                <a:solidFill>
                  <a:schemeClr val="bg2"/>
                </a:solidFill>
              </a:rPr>
              <a:t>sched.h</a:t>
            </a:r>
            <a:endParaRPr lang="en-US" altLang="zh-CN" b="1" dirty="0">
              <a:solidFill>
                <a:schemeClr val="bg2"/>
              </a:solidFill>
            </a:endParaRPr>
          </a:p>
        </p:txBody>
      </p:sp>
      <p:sp>
        <p:nvSpPr>
          <p:cNvPr id="7" name="Rectangle 6"/>
          <p:cNvSpPr>
            <a:spLocks noChangeArrowheads="1"/>
          </p:cNvSpPr>
          <p:nvPr/>
        </p:nvSpPr>
        <p:spPr bwMode="auto">
          <a:xfrm>
            <a:off x="19310" y="2013257"/>
            <a:ext cx="9144000" cy="4585871"/>
          </a:xfrm>
          <a:prstGeom prst="rect">
            <a:avLst/>
          </a:prstGeom>
          <a:solidFill>
            <a:schemeClr val="tx1">
              <a:lumMod val="85000"/>
            </a:schemeClr>
          </a:solidFill>
          <a:ln w="9525" algn="ctr">
            <a:noFill/>
            <a:miter lim="800000"/>
            <a:headEnd/>
            <a:tailEnd/>
          </a:ln>
        </p:spPr>
        <p:txBody>
          <a:bodyPr anchor="ctr">
            <a:spAutoFit/>
          </a:bodyPr>
          <a:lstStyle/>
          <a:p>
            <a:pPr eaLnBrk="1" hangingPunct="1">
              <a:defRPr/>
            </a:pPr>
            <a:r>
              <a:rPr lang="en-US" altLang="zh-CN" sz="2800" dirty="0">
                <a:solidFill>
                  <a:schemeClr val="bg1">
                    <a:lumMod val="75000"/>
                  </a:schemeClr>
                </a:solidFill>
                <a:latin typeface="+mn-lt"/>
              </a:rPr>
              <a:t>struct </a:t>
            </a:r>
            <a:r>
              <a:rPr lang="en-US" altLang="zh-CN" sz="2800" b="1" dirty="0" err="1">
                <a:solidFill>
                  <a:schemeClr val="bg1">
                    <a:lumMod val="75000"/>
                  </a:schemeClr>
                </a:solidFill>
                <a:latin typeface="+mn-lt"/>
              </a:rPr>
              <a:t>mm_struct</a:t>
            </a:r>
            <a:r>
              <a:rPr lang="en-US" altLang="zh-CN" sz="2000" b="1" dirty="0">
                <a:solidFill>
                  <a:schemeClr val="tx1">
                    <a:lumMod val="10000"/>
                  </a:schemeClr>
                </a:solidFill>
                <a:latin typeface="+mn-lt"/>
              </a:rPr>
              <a:t>{</a:t>
            </a:r>
          </a:p>
          <a:p>
            <a:pPr indent="266700" eaLnBrk="1" hangingPunct="1">
              <a:defRPr/>
            </a:pPr>
            <a:r>
              <a:rPr lang="en-US" altLang="zh-CN" sz="2000" b="1" dirty="0">
                <a:solidFill>
                  <a:schemeClr val="tx1">
                    <a:lumMod val="10000"/>
                  </a:schemeClr>
                </a:solidFill>
                <a:latin typeface="+mn-lt"/>
              </a:rPr>
              <a:t>int count</a:t>
            </a:r>
            <a:r>
              <a:rPr lang="zh-CN" altLang="en-US" sz="2000" b="1" dirty="0">
                <a:solidFill>
                  <a:schemeClr val="tx1">
                    <a:lumMod val="10000"/>
                  </a:schemeClr>
                </a:solidFill>
                <a:latin typeface="+mn-lt"/>
              </a:rPr>
              <a:t>；		</a:t>
            </a:r>
            <a:r>
              <a:rPr lang="en-US" altLang="zh-CN" sz="2000" b="1" dirty="0">
                <a:solidFill>
                  <a:schemeClr val="tx1">
                    <a:lumMod val="10000"/>
                  </a:schemeClr>
                </a:solidFill>
                <a:latin typeface="+mn-lt"/>
              </a:rPr>
              <a:t>/*</a:t>
            </a:r>
            <a:r>
              <a:rPr lang="zh-CN" altLang="en-US" sz="2000" b="1" dirty="0">
                <a:solidFill>
                  <a:schemeClr val="tx1">
                    <a:lumMod val="10000"/>
                  </a:schemeClr>
                </a:solidFill>
                <a:latin typeface="+mn-lt"/>
              </a:rPr>
              <a:t>共享进程数*</a:t>
            </a:r>
            <a:r>
              <a:rPr lang="en-US" altLang="zh-CN" sz="2000" b="1" dirty="0">
                <a:solidFill>
                  <a:schemeClr val="tx1">
                    <a:lumMod val="10000"/>
                  </a:schemeClr>
                </a:solidFill>
                <a:latin typeface="+mn-lt"/>
              </a:rPr>
              <a:t>/</a:t>
            </a:r>
          </a:p>
          <a:p>
            <a:pPr indent="266700" eaLnBrk="1" hangingPunct="1">
              <a:defRPr/>
            </a:pPr>
            <a:r>
              <a:rPr lang="en-US" altLang="zh-CN" sz="2000" b="1" dirty="0">
                <a:solidFill>
                  <a:schemeClr val="tx1">
                    <a:lumMod val="10000"/>
                  </a:schemeClr>
                </a:solidFill>
                <a:latin typeface="+mn-lt"/>
              </a:rPr>
              <a:t>pdg_t  </a:t>
            </a:r>
            <a:r>
              <a:rPr lang="en-US" altLang="zh-CN" sz="2000" b="1" dirty="0">
                <a:solidFill>
                  <a:srgbClr val="C00000"/>
                </a:solidFill>
                <a:latin typeface="+mn-lt"/>
              </a:rPr>
              <a:t>*</a:t>
            </a:r>
            <a:r>
              <a:rPr lang="en-US" altLang="zh-CN" b="1" dirty="0">
                <a:solidFill>
                  <a:srgbClr val="C00000"/>
                </a:solidFill>
                <a:latin typeface="+mn-lt"/>
              </a:rPr>
              <a:t>pgd</a:t>
            </a:r>
            <a:r>
              <a:rPr lang="en-US" altLang="zh-CN" sz="2000" b="1" dirty="0">
                <a:solidFill>
                  <a:schemeClr val="tx1">
                    <a:lumMod val="10000"/>
                  </a:schemeClr>
                </a:solidFill>
                <a:latin typeface="+mn-lt"/>
              </a:rPr>
              <a:t>;	</a:t>
            </a:r>
            <a:r>
              <a:rPr lang="en-US" altLang="zh-CN" sz="2000" b="1" dirty="0">
                <a:solidFill>
                  <a:srgbClr val="C00000"/>
                </a:solidFill>
                <a:latin typeface="+mn-lt"/>
              </a:rPr>
              <a:t>/*</a:t>
            </a:r>
            <a:r>
              <a:rPr lang="zh-CN" altLang="en-US" sz="2000" b="1" dirty="0">
                <a:solidFill>
                  <a:srgbClr val="C00000"/>
                </a:solidFill>
                <a:latin typeface="+mn-lt"/>
              </a:rPr>
              <a:t>进程页目录表*</a:t>
            </a:r>
            <a:r>
              <a:rPr lang="en-US" altLang="zh-CN" sz="2000" b="1" dirty="0">
                <a:solidFill>
                  <a:srgbClr val="C00000"/>
                </a:solidFill>
                <a:latin typeface="+mn-lt"/>
              </a:rPr>
              <a:t>/</a:t>
            </a:r>
          </a:p>
          <a:p>
            <a:pPr indent="266700" eaLnBrk="1" hangingPunct="1">
              <a:defRPr/>
            </a:pPr>
            <a:r>
              <a:rPr lang="en-US" altLang="zh-CN" sz="2000" b="1" dirty="0">
                <a:solidFill>
                  <a:schemeClr val="tx1">
                    <a:lumMod val="10000"/>
                  </a:schemeClr>
                </a:solidFill>
                <a:latin typeface="+mn-lt"/>
              </a:rPr>
              <a:t>unsigned long context;	/*</a:t>
            </a:r>
            <a:r>
              <a:rPr lang="zh-CN" altLang="en-US" sz="2000" b="1" dirty="0">
                <a:solidFill>
                  <a:schemeClr val="tx1">
                    <a:lumMod val="10000"/>
                  </a:schemeClr>
                </a:solidFill>
                <a:latin typeface="+mn-lt"/>
              </a:rPr>
              <a:t>进程上下文地址*</a:t>
            </a:r>
            <a:r>
              <a:rPr lang="en-US" altLang="zh-CN" sz="2000" b="1" dirty="0">
                <a:solidFill>
                  <a:schemeClr val="tx1">
                    <a:lumMod val="10000"/>
                  </a:schemeClr>
                </a:solidFill>
                <a:latin typeface="+mn-lt"/>
              </a:rPr>
              <a:t>/</a:t>
            </a:r>
          </a:p>
          <a:p>
            <a:pPr indent="266700" eaLnBrk="1" hangingPunct="1">
              <a:defRPr/>
            </a:pPr>
            <a:r>
              <a:rPr lang="en-US" altLang="zh-CN" sz="2000" b="1" dirty="0">
                <a:solidFill>
                  <a:schemeClr val="tx1">
                    <a:lumMod val="10000"/>
                  </a:schemeClr>
                </a:solidFill>
                <a:latin typeface="+mn-lt"/>
              </a:rPr>
              <a:t>unsigned long </a:t>
            </a:r>
            <a:r>
              <a:rPr lang="en-US" altLang="zh-CN" sz="2000" b="1" dirty="0" err="1">
                <a:solidFill>
                  <a:srgbClr val="C00000"/>
                </a:solidFill>
                <a:latin typeface="+mn-lt"/>
              </a:rPr>
              <a:t>start_code,end_code</a:t>
            </a:r>
            <a:r>
              <a:rPr lang="en-US" altLang="zh-CN" sz="2000" b="1" dirty="0">
                <a:solidFill>
                  <a:srgbClr val="C00000"/>
                </a:solidFill>
                <a:latin typeface="+mn-lt"/>
              </a:rPr>
              <a:t>,</a:t>
            </a:r>
          </a:p>
          <a:p>
            <a:pPr indent="266700" eaLnBrk="1" hangingPunct="1">
              <a:defRPr/>
            </a:pPr>
            <a:r>
              <a:rPr lang="en-US" altLang="zh-CN" sz="2000" b="1" dirty="0">
                <a:solidFill>
                  <a:srgbClr val="C00000"/>
                </a:solidFill>
                <a:latin typeface="+mn-lt"/>
              </a:rPr>
              <a:t>                        </a:t>
            </a:r>
            <a:r>
              <a:rPr lang="en-US" altLang="zh-CN" sz="2000" b="1" dirty="0" err="1">
                <a:solidFill>
                  <a:srgbClr val="C00000"/>
                </a:solidFill>
                <a:latin typeface="+mn-lt"/>
              </a:rPr>
              <a:t>start_data,end_data</a:t>
            </a:r>
            <a:r>
              <a:rPr lang="en-US" altLang="zh-CN" sz="2000" b="1" dirty="0">
                <a:solidFill>
                  <a:schemeClr val="tx1">
                    <a:lumMod val="10000"/>
                  </a:schemeClr>
                </a:solidFill>
                <a:latin typeface="+mn-lt"/>
              </a:rPr>
              <a:t>; /*</a:t>
            </a:r>
            <a:r>
              <a:rPr lang="zh-CN" altLang="en-US" sz="2000" b="1" dirty="0">
                <a:solidFill>
                  <a:schemeClr val="tx1">
                    <a:lumMod val="10000"/>
                  </a:schemeClr>
                </a:solidFill>
                <a:latin typeface="+mn-lt"/>
              </a:rPr>
              <a:t>代码段、数据段的首、终地址*</a:t>
            </a:r>
            <a:r>
              <a:rPr lang="en-US" altLang="zh-CN" sz="2000" b="1" dirty="0">
                <a:solidFill>
                  <a:schemeClr val="tx1">
                    <a:lumMod val="10000"/>
                  </a:schemeClr>
                </a:solidFill>
                <a:latin typeface="+mn-lt"/>
              </a:rPr>
              <a:t>/</a:t>
            </a:r>
          </a:p>
          <a:p>
            <a:pPr indent="266700" eaLnBrk="1" hangingPunct="1">
              <a:defRPr/>
            </a:pPr>
            <a:r>
              <a:rPr lang="en-US" altLang="zh-CN" sz="2000" b="1" dirty="0">
                <a:solidFill>
                  <a:schemeClr val="tx1">
                    <a:lumMod val="10000"/>
                  </a:schemeClr>
                </a:solidFill>
                <a:latin typeface="+mn-lt"/>
              </a:rPr>
              <a:t>unsigned long</a:t>
            </a:r>
            <a:r>
              <a:rPr lang="en-US" altLang="zh-CN" sz="2000" dirty="0">
                <a:solidFill>
                  <a:schemeClr val="bg2"/>
                </a:solidFill>
                <a:latin typeface="+mn-lt"/>
              </a:rPr>
              <a:t> </a:t>
            </a:r>
            <a:r>
              <a:rPr lang="en-US" altLang="zh-CN" sz="2000" b="1" dirty="0" err="1">
                <a:solidFill>
                  <a:srgbClr val="C00000"/>
                </a:solidFill>
                <a:latin typeface="+mn-lt"/>
              </a:rPr>
              <a:t>start_brk</a:t>
            </a:r>
            <a:r>
              <a:rPr lang="en-US" altLang="zh-CN" sz="2000" b="1" dirty="0">
                <a:solidFill>
                  <a:srgbClr val="C00000"/>
                </a:solidFill>
                <a:latin typeface="+mn-lt"/>
              </a:rPr>
              <a:t>,  </a:t>
            </a:r>
            <a:r>
              <a:rPr lang="en-US" altLang="zh-CN" sz="2000" b="1" dirty="0" err="1">
                <a:solidFill>
                  <a:srgbClr val="C00000"/>
                </a:solidFill>
                <a:latin typeface="+mn-lt"/>
              </a:rPr>
              <a:t>brk</a:t>
            </a:r>
            <a:r>
              <a:rPr lang="en-US" altLang="zh-CN" sz="2000" b="1" dirty="0">
                <a:solidFill>
                  <a:srgbClr val="C00000"/>
                </a:solidFill>
                <a:latin typeface="+mn-lt"/>
              </a:rPr>
              <a:t>,  </a:t>
            </a:r>
            <a:r>
              <a:rPr lang="en-US" altLang="zh-CN" sz="2000" b="1" dirty="0" err="1">
                <a:solidFill>
                  <a:srgbClr val="C00000"/>
                </a:solidFill>
                <a:latin typeface="+mn-lt"/>
              </a:rPr>
              <a:t>start_stack</a:t>
            </a:r>
            <a:r>
              <a:rPr lang="en-US" altLang="zh-CN" sz="2000" b="1" dirty="0">
                <a:solidFill>
                  <a:srgbClr val="C00000"/>
                </a:solidFill>
                <a:latin typeface="+mn-lt"/>
              </a:rPr>
              <a:t>;</a:t>
            </a:r>
            <a:endParaRPr lang="en-US" altLang="zh-CN" sz="2000" b="1" dirty="0">
              <a:solidFill>
                <a:schemeClr val="tx1">
                  <a:lumMod val="10000"/>
                </a:schemeClr>
              </a:solidFill>
              <a:latin typeface="+mn-lt"/>
            </a:endParaRPr>
          </a:p>
          <a:p>
            <a:pPr indent="266700" eaLnBrk="1" hangingPunct="1">
              <a:defRPr/>
            </a:pPr>
            <a:r>
              <a:rPr lang="en-US" altLang="zh-CN" sz="2000" b="1" dirty="0">
                <a:solidFill>
                  <a:schemeClr val="tx1">
                    <a:lumMod val="10000"/>
                  </a:schemeClr>
                </a:solidFill>
                <a:latin typeface="+mn-lt"/>
              </a:rPr>
              <a:t>/</a:t>
            </a:r>
            <a:r>
              <a:rPr lang="zh-CN" altLang="en-US" sz="2000" b="1" dirty="0">
                <a:solidFill>
                  <a:schemeClr val="tx1">
                    <a:lumMod val="10000"/>
                  </a:schemeClr>
                </a:solidFill>
                <a:latin typeface="+mn-lt"/>
              </a:rPr>
              <a:t>堆空间的起始地址、 </a:t>
            </a:r>
            <a:r>
              <a:rPr lang="zh-CN" altLang="en-US" sz="2000" dirty="0">
                <a:solidFill>
                  <a:schemeClr val="tx1">
                    <a:lumMod val="10000"/>
                  </a:schemeClr>
                </a:solidFill>
                <a:latin typeface="+mn-lt"/>
              </a:rPr>
              <a:t>堆区域当前的结束地址、</a:t>
            </a:r>
            <a:r>
              <a:rPr lang="zh-CN" altLang="en-US" sz="2000" b="1" dirty="0">
                <a:solidFill>
                  <a:schemeClr val="tx1">
                    <a:lumMod val="10000"/>
                  </a:schemeClr>
                </a:solidFill>
                <a:latin typeface="+mn-lt"/>
              </a:rPr>
              <a:t>栈空间的起始地址*</a:t>
            </a:r>
            <a:r>
              <a:rPr lang="en-US" altLang="zh-CN" sz="2000" b="1" dirty="0">
                <a:solidFill>
                  <a:schemeClr val="tx1">
                    <a:lumMod val="10000"/>
                  </a:schemeClr>
                </a:solidFill>
                <a:latin typeface="+mn-lt"/>
              </a:rPr>
              <a:t>/</a:t>
            </a:r>
            <a:r>
              <a:rPr lang="en-US" altLang="zh-CN" sz="2000" b="1" dirty="0">
                <a:solidFill>
                  <a:schemeClr val="bg2"/>
                </a:solidFill>
                <a:latin typeface="+mn-lt"/>
              </a:rPr>
              <a:t>	</a:t>
            </a:r>
            <a:endParaRPr lang="en-US" altLang="zh-CN" sz="2000" b="1" dirty="0">
              <a:solidFill>
                <a:schemeClr val="tx1">
                  <a:lumMod val="10000"/>
                </a:schemeClr>
              </a:solidFill>
              <a:latin typeface="+mn-lt"/>
            </a:endParaRPr>
          </a:p>
          <a:p>
            <a:pPr indent="266700" eaLnBrk="1" hangingPunct="1">
              <a:defRPr/>
            </a:pPr>
            <a:r>
              <a:rPr lang="en-US" altLang="zh-CN" sz="2000" b="1" dirty="0">
                <a:solidFill>
                  <a:schemeClr val="tx1">
                    <a:lumMod val="10000"/>
                  </a:schemeClr>
                </a:solidFill>
                <a:latin typeface="+mn-lt"/>
              </a:rPr>
              <a:t>unsigned long </a:t>
            </a:r>
            <a:r>
              <a:rPr lang="en-US" altLang="zh-CN" sz="2000" b="1" dirty="0" err="1">
                <a:solidFill>
                  <a:schemeClr val="tx1">
                    <a:lumMod val="10000"/>
                  </a:schemeClr>
                </a:solidFill>
                <a:latin typeface="+mn-lt"/>
              </a:rPr>
              <a:t>rss,total_vm,locked_vm</a:t>
            </a:r>
            <a:r>
              <a:rPr lang="en-US" altLang="zh-CN" sz="2000" b="1" dirty="0">
                <a:solidFill>
                  <a:schemeClr val="tx1">
                    <a:lumMod val="10000"/>
                  </a:schemeClr>
                </a:solidFill>
                <a:latin typeface="+mn-lt"/>
              </a:rPr>
              <a:t>;	/* </a:t>
            </a:r>
            <a:r>
              <a:rPr lang="en-US" altLang="zh-CN" sz="2000" b="1" dirty="0" err="1">
                <a:solidFill>
                  <a:schemeClr val="tx1">
                    <a:lumMod val="10000"/>
                  </a:schemeClr>
                </a:solidFill>
                <a:latin typeface="+mn-lt"/>
              </a:rPr>
              <a:t>total_vm</a:t>
            </a:r>
            <a:r>
              <a:rPr lang="zh-CN" altLang="en-US" sz="2000" b="1" dirty="0">
                <a:solidFill>
                  <a:schemeClr val="tx1">
                    <a:lumMod val="10000"/>
                  </a:schemeClr>
                </a:solidFill>
                <a:latin typeface="+mn-lt"/>
              </a:rPr>
              <a:t>占用的虚拟内存总量*</a:t>
            </a:r>
            <a:r>
              <a:rPr lang="en-US" altLang="zh-CN" sz="2000" b="1" dirty="0">
                <a:solidFill>
                  <a:schemeClr val="tx1">
                    <a:lumMod val="10000"/>
                  </a:schemeClr>
                </a:solidFill>
                <a:latin typeface="+mn-lt"/>
              </a:rPr>
              <a:t>/</a:t>
            </a:r>
          </a:p>
          <a:p>
            <a:pPr indent="266700" eaLnBrk="1" hangingPunct="1">
              <a:defRPr/>
            </a:pPr>
            <a:r>
              <a:rPr lang="en-US" altLang="zh-CN" sz="2000" b="1" dirty="0">
                <a:solidFill>
                  <a:schemeClr val="tx1">
                    <a:lumMod val="10000"/>
                  </a:schemeClr>
                </a:solidFill>
                <a:latin typeface="+mn-lt"/>
              </a:rPr>
              <a:t>unsigned long def_flags;</a:t>
            </a:r>
          </a:p>
          <a:p>
            <a:pPr indent="266700" eaLnBrk="1" hangingPunct="1">
              <a:defRPr/>
            </a:pPr>
            <a:r>
              <a:rPr lang="en-US" altLang="zh-CN" sz="2000" b="1" dirty="0">
                <a:solidFill>
                  <a:srgbClr val="C00000"/>
                </a:solidFill>
                <a:latin typeface="+mn-lt"/>
              </a:rPr>
              <a:t>struct </a:t>
            </a:r>
            <a:r>
              <a:rPr lang="en-US" altLang="zh-CN" sz="2000" b="1" dirty="0" err="1">
                <a:solidFill>
                  <a:srgbClr val="C00000"/>
                </a:solidFill>
                <a:latin typeface="+mn-lt"/>
              </a:rPr>
              <a:t>vm_area_struct</a:t>
            </a:r>
            <a:r>
              <a:rPr lang="en-US" altLang="zh-CN" sz="2000" b="1" dirty="0">
                <a:solidFill>
                  <a:srgbClr val="C00000"/>
                </a:solidFill>
                <a:latin typeface="+mn-lt"/>
              </a:rPr>
              <a:t>    *</a:t>
            </a:r>
            <a:r>
              <a:rPr lang="en-US" altLang="zh-CN" b="1" dirty="0">
                <a:solidFill>
                  <a:srgbClr val="FF00FF"/>
                </a:solidFill>
                <a:latin typeface="+mn-lt"/>
              </a:rPr>
              <a:t>mmap</a:t>
            </a:r>
            <a:r>
              <a:rPr lang="en-US" altLang="zh-CN" sz="2000" b="1" dirty="0">
                <a:solidFill>
                  <a:srgbClr val="FF0000"/>
                </a:solidFill>
                <a:latin typeface="+mn-lt"/>
              </a:rPr>
              <a:t>;	</a:t>
            </a:r>
            <a:r>
              <a:rPr lang="en-US" altLang="zh-CN" sz="2000" b="1" dirty="0" smtClean="0">
                <a:solidFill>
                  <a:srgbClr val="C00000"/>
                </a:solidFill>
                <a:latin typeface="+mn-lt"/>
              </a:rPr>
              <a:t>/*</a:t>
            </a:r>
            <a:r>
              <a:rPr lang="zh-CN" altLang="en-US" sz="2000" b="1" dirty="0" smtClean="0">
                <a:solidFill>
                  <a:schemeClr val="bg2"/>
                </a:solidFill>
                <a:latin typeface="+mn-lt"/>
              </a:rPr>
              <a:t>进程</a:t>
            </a:r>
            <a:r>
              <a:rPr lang="zh-CN" altLang="en-US" sz="2000" b="1" dirty="0">
                <a:solidFill>
                  <a:srgbClr val="FF00FF"/>
                </a:solidFill>
                <a:latin typeface="+mn-lt"/>
              </a:rPr>
              <a:t>虚拟区域</a:t>
            </a:r>
            <a:r>
              <a:rPr lang="zh-CN" altLang="en-US" sz="2000" b="1" dirty="0">
                <a:solidFill>
                  <a:schemeClr val="bg2"/>
                </a:solidFill>
                <a:latin typeface="+mn-lt"/>
              </a:rPr>
              <a:t>链表首地址</a:t>
            </a:r>
            <a:r>
              <a:rPr lang="zh-CN" altLang="en-US" sz="2000" b="1" dirty="0">
                <a:solidFill>
                  <a:srgbClr val="C00000"/>
                </a:solidFill>
                <a:latin typeface="+mn-lt"/>
              </a:rPr>
              <a:t>*</a:t>
            </a:r>
            <a:r>
              <a:rPr lang="en-US" altLang="zh-CN" sz="2000" b="1" dirty="0">
                <a:solidFill>
                  <a:srgbClr val="C00000"/>
                </a:solidFill>
                <a:latin typeface="+mn-lt"/>
              </a:rPr>
              <a:t>/</a:t>
            </a:r>
          </a:p>
          <a:p>
            <a:pPr indent="266700" eaLnBrk="1" hangingPunct="1">
              <a:defRPr/>
            </a:pPr>
            <a:r>
              <a:rPr lang="en-US" altLang="zh-CN" sz="2000" b="1" dirty="0">
                <a:solidFill>
                  <a:schemeClr val="tx1">
                    <a:lumMod val="10000"/>
                  </a:schemeClr>
                </a:solidFill>
                <a:latin typeface="+mn-lt"/>
              </a:rPr>
              <a:t>......</a:t>
            </a:r>
          </a:p>
          <a:p>
            <a:pPr indent="266700" eaLnBrk="1" hangingPunct="1">
              <a:defRPr/>
            </a:pPr>
            <a:r>
              <a:rPr lang="en-US" altLang="zh-CN" sz="2000" b="1" dirty="0">
                <a:solidFill>
                  <a:schemeClr val="tx1">
                    <a:lumMod val="10000"/>
                  </a:schemeClr>
                </a:solidFill>
                <a:latin typeface="+mn-lt"/>
              </a:rPr>
              <a:t>}</a:t>
            </a:r>
          </a:p>
        </p:txBody>
      </p:sp>
      <p:sp>
        <p:nvSpPr>
          <p:cNvPr id="8" name="Rectangle 14"/>
          <p:cNvSpPr>
            <a:spLocks noChangeArrowheads="1"/>
          </p:cNvSpPr>
          <p:nvPr/>
        </p:nvSpPr>
        <p:spPr bwMode="auto">
          <a:xfrm>
            <a:off x="1324686" y="675313"/>
            <a:ext cx="6494626" cy="646112"/>
          </a:xfrm>
          <a:prstGeom prst="rect">
            <a:avLst/>
          </a:prstGeom>
          <a:solidFill>
            <a:srgbClr val="3BE15B"/>
          </a:solidFill>
          <a:ln w="12700" cap="sq">
            <a:noFill/>
            <a:miter lim="800000"/>
            <a:headEnd type="none" w="sm" len="sm"/>
            <a:tailEnd type="none" w="sm" len="sm"/>
          </a:ln>
        </p:spPr>
        <p:txBody>
          <a:bodyPr wrap="square">
            <a:spAutoFit/>
          </a:bodyPr>
          <a:lstStyle/>
          <a:p>
            <a:pPr algn="ctr" eaLnBrk="1" hangingPunct="1">
              <a:defRPr/>
            </a:pPr>
            <a:r>
              <a:rPr lang="zh-CN" altLang="en-US" sz="3600" b="1" kern="0" dirty="0">
                <a:solidFill>
                  <a:schemeClr val="bg2"/>
                </a:solidFill>
                <a:effectLst>
                  <a:outerShdw blurRad="38100" dist="38100" dir="2700000" algn="tl">
                    <a:srgbClr val="000000">
                      <a:alpha val="43137"/>
                    </a:srgbClr>
                  </a:outerShdw>
                </a:effectLst>
                <a:latin typeface="Times New Roman"/>
                <a:ea typeface="宋体"/>
              </a:rPr>
              <a:t>进程虚内存描述 </a:t>
            </a:r>
            <a:r>
              <a:rPr lang="en-US" altLang="zh-CN" sz="3600" b="1" kern="0" dirty="0" err="1">
                <a:solidFill>
                  <a:schemeClr val="bg2"/>
                </a:solidFill>
                <a:effectLst>
                  <a:outerShdw blurRad="38100" dist="38100" dir="2700000" algn="tl">
                    <a:srgbClr val="000000">
                      <a:alpha val="43137"/>
                    </a:srgbClr>
                  </a:outerShdw>
                </a:effectLst>
                <a:latin typeface="Times New Roman"/>
                <a:ea typeface="宋体"/>
              </a:rPr>
              <a:t>mm_struct</a:t>
            </a:r>
            <a:endParaRPr lang="zh-CN" altLang="en-US" sz="3600" b="1" dirty="0">
              <a:solidFill>
                <a:schemeClr val="bg2"/>
              </a:solidFill>
              <a:effectLst>
                <a:outerShdw blurRad="38100" dist="38100" dir="2700000" algn="tl">
                  <a:srgbClr val="000000">
                    <a:alpha val="43137"/>
                  </a:srgbClr>
                </a:outerShdw>
              </a:effectLst>
            </a:endParaRPr>
          </a:p>
        </p:txBody>
      </p:sp>
      <p:sp>
        <p:nvSpPr>
          <p:cNvPr id="4" name="矩形 3"/>
          <p:cNvSpPr/>
          <p:nvPr/>
        </p:nvSpPr>
        <p:spPr>
          <a:xfrm>
            <a:off x="2689860" y="42863"/>
            <a:ext cx="3775393" cy="707886"/>
          </a:xfrm>
          <a:prstGeom prst="rect">
            <a:avLst/>
          </a:prstGeom>
        </p:spPr>
        <p:txBody>
          <a:bodyPr wrap="none">
            <a:spAutoFit/>
          </a:bodyPr>
          <a:lstStyle/>
          <a:p>
            <a:pPr marL="342900" indent="-342900" algn="ctr">
              <a:spcBef>
                <a:spcPct val="20000"/>
              </a:spcBef>
              <a:buClr>
                <a:srgbClr val="FFCC66"/>
              </a:buClr>
              <a:buSzPct val="90000"/>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虚拟内存管理器</a:t>
            </a:r>
            <a:endPar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endParaRPr>
          </a:p>
        </p:txBody>
      </p:sp>
      <p:sp>
        <p:nvSpPr>
          <p:cNvPr id="9"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603614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a:xfrm>
            <a:off x="1259632" y="986952"/>
            <a:ext cx="7311259" cy="1616819"/>
          </a:xfrm>
          <a:prstGeom prst="rect">
            <a:avLst/>
          </a:prstGeom>
          <a:noFill/>
        </p:spPr>
        <p:txBody>
          <a:bodyPr/>
          <a:lstStyle/>
          <a:p>
            <a:pPr marL="457200" indent="-457200">
              <a:spcBef>
                <a:spcPts val="0"/>
              </a:spcBef>
              <a:buSzPct val="70000"/>
              <a:buFont typeface="Wingdings" panose="05000000000000000000" pitchFamily="2" charset="2"/>
              <a:buChar char="n"/>
              <a:defRPr/>
            </a:pPr>
            <a:r>
              <a:rPr lang="zh-CN" altLang="en-US" sz="3200" b="1" kern="0" dirty="0">
                <a:solidFill>
                  <a:schemeClr val="bg2"/>
                </a:solidFill>
                <a:latin typeface="楷体" panose="02010609060101010101" pitchFamily="49" charset="-122"/>
                <a:ea typeface="楷体" panose="02010609060101010101" pitchFamily="49" charset="-122"/>
              </a:rPr>
              <a:t>虚存空间中连续的区域；</a:t>
            </a:r>
            <a:endParaRPr lang="en-US" altLang="zh-CN" sz="3200" b="1" kern="0" dirty="0">
              <a:solidFill>
                <a:schemeClr val="bg2"/>
              </a:solidFill>
              <a:latin typeface="楷体" panose="02010609060101010101" pitchFamily="49" charset="-122"/>
              <a:ea typeface="楷体" panose="02010609060101010101" pitchFamily="49" charset="-122"/>
            </a:endParaRPr>
          </a:p>
          <a:p>
            <a:pPr marL="457200" indent="-457200">
              <a:spcBef>
                <a:spcPts val="0"/>
              </a:spcBef>
              <a:buSzPct val="70000"/>
              <a:buFont typeface="Wingdings" panose="05000000000000000000" pitchFamily="2" charset="2"/>
              <a:buChar char="n"/>
              <a:defRPr/>
            </a:pPr>
            <a:r>
              <a:rPr lang="zh-CN" altLang="en-US" kern="0" dirty="0">
                <a:solidFill>
                  <a:schemeClr val="bg2"/>
                </a:solidFill>
                <a:latin typeface="楷体" panose="02010609060101010101" pitchFamily="49" charset="-122"/>
                <a:ea typeface="楷体" panose="02010609060101010101" pitchFamily="49" charset="-122"/>
              </a:rPr>
              <a:t>具有相同的操作和访问</a:t>
            </a:r>
            <a:r>
              <a:rPr lang="zh-CN" altLang="en-US" kern="0" dirty="0" smtClean="0">
                <a:solidFill>
                  <a:schemeClr val="bg2"/>
                </a:solidFill>
                <a:latin typeface="楷体" panose="02010609060101010101" pitchFamily="49" charset="-122"/>
                <a:ea typeface="楷体" panose="02010609060101010101" pitchFamily="49" charset="-122"/>
              </a:rPr>
              <a:t>特性</a:t>
            </a:r>
            <a:r>
              <a:rPr lang="en-US" altLang="zh-CN" kern="0" dirty="0" smtClean="0">
                <a:solidFill>
                  <a:schemeClr val="bg2"/>
                </a:solidFill>
                <a:latin typeface="楷体" panose="02010609060101010101" pitchFamily="49" charset="-122"/>
                <a:ea typeface="楷体" panose="02010609060101010101" pitchFamily="49" charset="-122"/>
              </a:rPr>
              <a:t>;</a:t>
            </a:r>
            <a:endParaRPr lang="zh-CN" altLang="en-US" kern="0" dirty="0">
              <a:solidFill>
                <a:schemeClr val="bg2"/>
              </a:solidFill>
              <a:latin typeface="楷体" panose="02010609060101010101" pitchFamily="49" charset="-122"/>
              <a:ea typeface="楷体" panose="02010609060101010101" pitchFamily="49" charset="-122"/>
            </a:endParaRPr>
          </a:p>
          <a:p>
            <a:pPr marL="457200" indent="-457200">
              <a:spcBef>
                <a:spcPts val="0"/>
              </a:spcBef>
              <a:buSzPct val="70000"/>
              <a:buFont typeface="Wingdings" panose="05000000000000000000" pitchFamily="2" charset="2"/>
              <a:buChar char="n"/>
              <a:defRPr/>
            </a:pPr>
            <a:r>
              <a:rPr lang="zh-CN" altLang="en-US" kern="0" dirty="0">
                <a:solidFill>
                  <a:schemeClr val="bg2"/>
                </a:solidFill>
                <a:latin typeface="楷体" panose="02010609060101010101" pitchFamily="49" charset="-122"/>
                <a:ea typeface="楷体" panose="02010609060101010101" pitchFamily="49" charset="-122"/>
              </a:rPr>
              <a:t>大小为物理内存页面的整数</a:t>
            </a:r>
            <a:r>
              <a:rPr lang="zh-CN" altLang="en-US" kern="0" dirty="0" smtClean="0">
                <a:solidFill>
                  <a:schemeClr val="bg2"/>
                </a:solidFill>
                <a:latin typeface="楷体" panose="02010609060101010101" pitchFamily="49" charset="-122"/>
                <a:ea typeface="楷体" panose="02010609060101010101" pitchFamily="49" charset="-122"/>
              </a:rPr>
              <a:t>倍。</a:t>
            </a:r>
            <a:endParaRPr lang="en-US" altLang="zh-CN" kern="0" dirty="0">
              <a:solidFill>
                <a:schemeClr val="bg2"/>
              </a:solidFill>
              <a:latin typeface="楷体" panose="02010609060101010101" pitchFamily="49" charset="-122"/>
              <a:ea typeface="楷体" panose="02010609060101010101" pitchFamily="49" charset="-122"/>
            </a:endParaRPr>
          </a:p>
        </p:txBody>
      </p:sp>
      <p:sp>
        <p:nvSpPr>
          <p:cNvPr id="5" name="Rectangle 14"/>
          <p:cNvSpPr>
            <a:spLocks noChangeArrowheads="1"/>
          </p:cNvSpPr>
          <p:nvPr/>
        </p:nvSpPr>
        <p:spPr bwMode="auto">
          <a:xfrm>
            <a:off x="1115616" y="108323"/>
            <a:ext cx="7143750" cy="646113"/>
          </a:xfrm>
          <a:prstGeom prst="rect">
            <a:avLst/>
          </a:prstGeom>
          <a:solidFill>
            <a:srgbClr val="00CC00"/>
          </a:solidFill>
          <a:ln w="12700" cap="sq">
            <a:noFill/>
            <a:miter lim="800000"/>
            <a:headEnd type="none" w="sm" len="sm"/>
            <a:tailEnd type="none" w="sm" len="sm"/>
          </a:ln>
        </p:spPr>
        <p:txBody>
          <a:bodyPr>
            <a:spAutoFit/>
          </a:bodyPr>
          <a:lstStyle/>
          <a:p>
            <a:pPr algn="ctr">
              <a:defRPr/>
            </a:pPr>
            <a:r>
              <a:rPr lang="zh-CN" altLang="en-US" sz="3600" kern="0" dirty="0">
                <a:solidFill>
                  <a:schemeClr val="bg2"/>
                </a:solidFill>
                <a:effectLst>
                  <a:outerShdw blurRad="38100" dist="38100" dir="2700000" algn="tl">
                    <a:srgbClr val="000000">
                      <a:alpha val="43137"/>
                    </a:srgbClr>
                  </a:outerShdw>
                </a:effectLst>
                <a:ea typeface="楷体_GB2312" pitchFamily="49" charset="-122"/>
              </a:rPr>
              <a:t>虚存区域 </a:t>
            </a:r>
            <a:r>
              <a:rPr lang="en-US" altLang="zh-CN" sz="3600" kern="0" dirty="0" err="1">
                <a:solidFill>
                  <a:schemeClr val="bg2"/>
                </a:solidFill>
                <a:effectLst>
                  <a:outerShdw blurRad="38100" dist="38100" dir="2700000" algn="tl">
                    <a:srgbClr val="000000">
                      <a:alpha val="43137"/>
                    </a:srgbClr>
                  </a:outerShdw>
                </a:effectLst>
                <a:latin typeface="+mn-lt"/>
                <a:ea typeface="楷体_GB2312" pitchFamily="49" charset="-122"/>
              </a:rPr>
              <a:t>vm_area_struct</a:t>
            </a:r>
            <a:r>
              <a:rPr lang="zh-CN" altLang="en-US" sz="3600" kern="0" dirty="0">
                <a:solidFill>
                  <a:schemeClr val="bg2"/>
                </a:solidFill>
                <a:effectLst>
                  <a:outerShdw blurRad="38100" dist="38100" dir="2700000" algn="tl">
                    <a:srgbClr val="000000">
                      <a:alpha val="43137"/>
                    </a:srgbClr>
                  </a:outerShdw>
                </a:effectLst>
                <a:latin typeface="+mn-lt"/>
                <a:ea typeface="楷体_GB2312" pitchFamily="49" charset="-122"/>
              </a:rPr>
              <a:t>（</a:t>
            </a:r>
            <a:r>
              <a:rPr lang="en-US" altLang="zh-CN" sz="3600" kern="0" dirty="0">
                <a:solidFill>
                  <a:schemeClr val="bg2"/>
                </a:solidFill>
                <a:effectLst>
                  <a:outerShdw blurRad="38100" dist="38100" dir="2700000" algn="tl">
                    <a:srgbClr val="000000">
                      <a:alpha val="43137"/>
                    </a:srgbClr>
                  </a:outerShdw>
                </a:effectLst>
                <a:latin typeface="+mn-lt"/>
                <a:ea typeface="楷体_GB2312" pitchFamily="49" charset="-122"/>
              </a:rPr>
              <a:t>1</a:t>
            </a:r>
            <a:r>
              <a:rPr lang="zh-CN" altLang="en-US" sz="3600" kern="0" dirty="0">
                <a:solidFill>
                  <a:schemeClr val="bg2"/>
                </a:solidFill>
                <a:effectLst>
                  <a:outerShdw blurRad="38100" dist="38100" dir="2700000" algn="tl">
                    <a:srgbClr val="000000">
                      <a:alpha val="43137"/>
                    </a:srgbClr>
                  </a:outerShdw>
                </a:effectLst>
                <a:latin typeface="+mn-lt"/>
                <a:ea typeface="楷体_GB2312" pitchFamily="49" charset="-122"/>
              </a:rPr>
              <a:t>）</a:t>
            </a:r>
          </a:p>
        </p:txBody>
      </p:sp>
      <p:sp>
        <p:nvSpPr>
          <p:cNvPr id="7" name="Rectangle 33"/>
          <p:cNvSpPr>
            <a:spLocks noChangeArrowheads="1"/>
          </p:cNvSpPr>
          <p:nvPr/>
        </p:nvSpPr>
        <p:spPr bwMode="auto">
          <a:xfrm>
            <a:off x="447924" y="2648340"/>
            <a:ext cx="8443912" cy="3170099"/>
          </a:xfrm>
          <a:prstGeom prst="rect">
            <a:avLst/>
          </a:prstGeom>
          <a:solidFill>
            <a:srgbClr val="F8F8F8"/>
          </a:solidFill>
          <a:ln w="9525" algn="ctr">
            <a:noFill/>
            <a:miter lim="800000"/>
            <a:headEnd/>
            <a:tailEnd/>
          </a:ln>
        </p:spPr>
        <p:txBody>
          <a:bodyPr wrap="square" anchor="ctr">
            <a:spAutoFit/>
          </a:bodyPr>
          <a:lstStyle/>
          <a:p>
            <a:pPr eaLnBrk="1" hangingPunct="1">
              <a:defRPr/>
            </a:pPr>
            <a:r>
              <a:rPr lang="en-US" altLang="zh-CN" sz="2400" b="1" dirty="0">
                <a:solidFill>
                  <a:schemeClr val="bg1">
                    <a:lumMod val="75000"/>
                  </a:schemeClr>
                </a:solidFill>
                <a:latin typeface="Times New Roman" panose="02020603050405020304" pitchFamily="18" charset="0"/>
                <a:cs typeface="Times New Roman" panose="02020603050405020304" pitchFamily="18" charset="0"/>
              </a:rPr>
              <a:t>struct   </a:t>
            </a:r>
            <a:r>
              <a:rPr lang="en-US" altLang="zh-CN" sz="2800" b="1" dirty="0" err="1">
                <a:solidFill>
                  <a:schemeClr val="bg1">
                    <a:lumMod val="75000"/>
                  </a:schemeClr>
                </a:solidFill>
                <a:latin typeface="Times New Roman" panose="02020603050405020304" pitchFamily="18" charset="0"/>
                <a:cs typeface="Times New Roman" panose="02020603050405020304" pitchFamily="18" charset="0"/>
              </a:rPr>
              <a:t>vm_area_struct</a:t>
            </a:r>
            <a:r>
              <a:rPr lang="en-US" altLang="zh-CN" sz="2400" dirty="0">
                <a:solidFill>
                  <a:schemeClr val="bg2"/>
                </a:solidFill>
                <a:latin typeface="Times New Roman" panose="02020603050405020304" pitchFamily="18" charset="0"/>
                <a:cs typeface="Times New Roman" panose="02020603050405020304" pitchFamily="18" charset="0"/>
              </a:rPr>
              <a:t>{</a:t>
            </a:r>
          </a:p>
          <a:p>
            <a:pPr indent="266700" eaLnBrk="1" hangingPunct="1">
              <a:defRPr/>
            </a:pPr>
            <a:r>
              <a:rPr lang="en-US" altLang="zh-CN" sz="2400" b="1" dirty="0">
                <a:solidFill>
                  <a:srgbClr val="C00000"/>
                </a:solidFill>
                <a:latin typeface="Times New Roman" panose="02020603050405020304" pitchFamily="18" charset="0"/>
                <a:cs typeface="Times New Roman" panose="02020603050405020304" pitchFamily="18" charset="0"/>
              </a:rPr>
              <a:t>struct mm_struct   *</a:t>
            </a:r>
            <a:r>
              <a:rPr lang="en-US" altLang="zh-CN" sz="2800" b="1" dirty="0">
                <a:solidFill>
                  <a:srgbClr val="C00000"/>
                </a:solidFill>
                <a:latin typeface="Times New Roman" panose="02020603050405020304" pitchFamily="18" charset="0"/>
                <a:cs typeface="Times New Roman" panose="02020603050405020304" pitchFamily="18" charset="0"/>
              </a:rPr>
              <a:t>vm_mm</a:t>
            </a:r>
            <a:r>
              <a:rPr lang="en-US" altLang="zh-CN" sz="2400" b="1" dirty="0">
                <a:solidFill>
                  <a:srgbClr val="C00000"/>
                </a:solidFill>
                <a:latin typeface="Times New Roman" panose="02020603050405020304" pitchFamily="18" charset="0"/>
                <a:cs typeface="Times New Roman" panose="02020603050405020304" pitchFamily="18" charset="0"/>
              </a:rPr>
              <a:t>;  /*</a:t>
            </a:r>
            <a:r>
              <a:rPr lang="zh-CN" altLang="en-US" sz="2400" b="1" dirty="0">
                <a:solidFill>
                  <a:srgbClr val="C00000"/>
                </a:solidFill>
                <a:latin typeface="Times New Roman" panose="02020603050405020304" pitchFamily="18" charset="0"/>
                <a:cs typeface="Times New Roman" panose="02020603050405020304" pitchFamily="18" charset="0"/>
              </a:rPr>
              <a:t>属哪个进程虚拟内存*</a:t>
            </a:r>
            <a:r>
              <a:rPr lang="en-US" altLang="zh-CN" sz="2400" b="1" dirty="0">
                <a:solidFill>
                  <a:srgbClr val="C00000"/>
                </a:solidFill>
                <a:latin typeface="Times New Roman" panose="02020603050405020304" pitchFamily="18" charset="0"/>
                <a:cs typeface="Times New Roman" panose="02020603050405020304" pitchFamily="18" charset="0"/>
              </a:rPr>
              <a:t>/</a:t>
            </a:r>
          </a:p>
          <a:p>
            <a:pPr indent="266700" eaLnBrk="1" hangingPunct="1">
              <a:defRPr/>
            </a:pPr>
            <a:r>
              <a:rPr lang="en-US" altLang="zh-CN" sz="2400" b="1" dirty="0">
                <a:solidFill>
                  <a:srgbClr val="A72594"/>
                </a:solidFill>
                <a:latin typeface="Times New Roman" panose="02020603050405020304" pitchFamily="18" charset="0"/>
                <a:cs typeface="Times New Roman" panose="02020603050405020304" pitchFamily="18" charset="0"/>
              </a:rPr>
              <a:t>unsigned long vm_start;	/*</a:t>
            </a:r>
            <a:r>
              <a:rPr lang="zh-CN" altLang="en-US" sz="2400" b="1" dirty="0">
                <a:solidFill>
                  <a:srgbClr val="A72594"/>
                </a:solidFill>
                <a:latin typeface="Times New Roman" panose="02020603050405020304" pitchFamily="18" charset="0"/>
                <a:cs typeface="Times New Roman" panose="02020603050405020304" pitchFamily="18" charset="0"/>
              </a:rPr>
              <a:t>首地址*</a:t>
            </a:r>
            <a:r>
              <a:rPr lang="en-US" altLang="zh-CN" sz="2400" b="1" dirty="0">
                <a:solidFill>
                  <a:srgbClr val="A72594"/>
                </a:solidFill>
                <a:latin typeface="Times New Roman" panose="02020603050405020304" pitchFamily="18" charset="0"/>
                <a:cs typeface="Times New Roman" panose="02020603050405020304" pitchFamily="18" charset="0"/>
              </a:rPr>
              <a:t>/</a:t>
            </a:r>
          </a:p>
          <a:p>
            <a:pPr indent="266700" eaLnBrk="1" hangingPunct="1">
              <a:defRPr/>
            </a:pPr>
            <a:r>
              <a:rPr lang="en-US" altLang="zh-CN" sz="2400" b="1" dirty="0">
                <a:solidFill>
                  <a:srgbClr val="A72594"/>
                </a:solidFill>
                <a:latin typeface="Times New Roman" panose="02020603050405020304" pitchFamily="18" charset="0"/>
                <a:cs typeface="Times New Roman" panose="02020603050405020304" pitchFamily="18" charset="0"/>
              </a:rPr>
              <a:t>unsigned long vm_end;	/*</a:t>
            </a:r>
            <a:r>
              <a:rPr lang="zh-CN" altLang="en-US" sz="2400" b="1" dirty="0">
                <a:solidFill>
                  <a:srgbClr val="A72594"/>
                </a:solidFill>
                <a:latin typeface="Times New Roman" panose="02020603050405020304" pitchFamily="18" charset="0"/>
                <a:cs typeface="Times New Roman" panose="02020603050405020304" pitchFamily="18" charset="0"/>
              </a:rPr>
              <a:t>终止地址*</a:t>
            </a:r>
            <a:r>
              <a:rPr lang="en-US" altLang="zh-CN" sz="2400" b="1" dirty="0">
                <a:solidFill>
                  <a:srgbClr val="A72594"/>
                </a:solidFill>
                <a:latin typeface="Times New Roman" panose="02020603050405020304" pitchFamily="18" charset="0"/>
                <a:cs typeface="Times New Roman" panose="02020603050405020304" pitchFamily="18" charset="0"/>
              </a:rPr>
              <a:t>/</a:t>
            </a:r>
          </a:p>
          <a:p>
            <a:pPr indent="266700" eaLnBrk="1" hangingPunct="1">
              <a:defRPr/>
            </a:pPr>
            <a:r>
              <a:rPr lang="en-US" altLang="zh-CN" sz="2400" dirty="0" err="1">
                <a:solidFill>
                  <a:srgbClr val="000000"/>
                </a:solidFill>
                <a:latin typeface="Times New Roman" panose="02020603050405020304" pitchFamily="18" charset="0"/>
                <a:cs typeface="Times New Roman" panose="02020603050405020304" pitchFamily="18" charset="0"/>
              </a:rPr>
              <a:t>pgprot_t</a:t>
            </a:r>
            <a:r>
              <a:rPr lang="en-US" altLang="zh-CN" sz="2400" dirty="0">
                <a:solidFill>
                  <a:srgbClr val="000000"/>
                </a:solidFill>
                <a:latin typeface="Times New Roman" panose="02020603050405020304" pitchFamily="18" charset="0"/>
                <a:cs typeface="Times New Roman" panose="02020603050405020304" pitchFamily="18" charset="0"/>
              </a:rPr>
              <a:t>   </a:t>
            </a:r>
            <a:r>
              <a:rPr lang="en-US" altLang="zh-CN" sz="2400" dirty="0" err="1">
                <a:solidFill>
                  <a:srgbClr val="000000"/>
                </a:solidFill>
                <a:latin typeface="Times New Roman" panose="02020603050405020304" pitchFamily="18" charset="0"/>
                <a:cs typeface="Times New Roman" panose="02020603050405020304" pitchFamily="18" charset="0"/>
              </a:rPr>
              <a:t>vm_page_prot</a:t>
            </a:r>
            <a:r>
              <a:rPr lang="en-US" altLang="zh-CN" sz="2400" dirty="0">
                <a:solidFill>
                  <a:srgbClr val="000000"/>
                </a:solidFill>
                <a:latin typeface="Times New Roman" panose="02020603050405020304" pitchFamily="18" charset="0"/>
                <a:cs typeface="Times New Roman" panose="02020603050405020304" pitchFamily="18" charset="0"/>
              </a:rPr>
              <a:t>;	/*</a:t>
            </a:r>
            <a:r>
              <a:rPr lang="zh-CN" altLang="en-US" sz="2400" dirty="0">
                <a:solidFill>
                  <a:srgbClr val="000000"/>
                </a:solidFill>
                <a:latin typeface="Times New Roman" panose="02020603050405020304" pitchFamily="18" charset="0"/>
                <a:cs typeface="Times New Roman" panose="02020603050405020304" pitchFamily="18" charset="0"/>
              </a:rPr>
              <a:t>页面的保护特性*</a:t>
            </a:r>
            <a:r>
              <a:rPr lang="en-US" altLang="zh-CN" sz="2400" dirty="0">
                <a:solidFill>
                  <a:srgbClr val="000000"/>
                </a:solidFill>
                <a:latin typeface="Times New Roman" panose="02020603050405020304" pitchFamily="18" charset="0"/>
                <a:cs typeface="Times New Roman" panose="02020603050405020304" pitchFamily="18" charset="0"/>
              </a:rPr>
              <a:t>/</a:t>
            </a:r>
          </a:p>
          <a:p>
            <a:pPr indent="266700" eaLnBrk="1" hangingPunct="1">
              <a:defRPr/>
            </a:pPr>
            <a:r>
              <a:rPr lang="en-US" altLang="zh-CN" sz="2400" dirty="0">
                <a:solidFill>
                  <a:srgbClr val="000000"/>
                </a:solidFill>
                <a:latin typeface="Times New Roman" panose="02020603050405020304" pitchFamily="18" charset="0"/>
                <a:cs typeface="Times New Roman" panose="02020603050405020304" pitchFamily="18" charset="0"/>
              </a:rPr>
              <a:t>unsigned short  </a:t>
            </a:r>
            <a:r>
              <a:rPr lang="en-US" altLang="zh-CN" sz="2400" dirty="0" err="1">
                <a:solidFill>
                  <a:srgbClr val="000000"/>
                </a:solidFill>
                <a:latin typeface="Times New Roman" panose="02020603050405020304" pitchFamily="18" charset="0"/>
                <a:cs typeface="Times New Roman" panose="02020603050405020304" pitchFamily="18" charset="0"/>
              </a:rPr>
              <a:t>vm_flags</a:t>
            </a:r>
            <a:r>
              <a:rPr lang="en-US" altLang="zh-CN" sz="2400" dirty="0">
                <a:solidFill>
                  <a:srgbClr val="000000"/>
                </a:solidFill>
                <a:latin typeface="Times New Roman" panose="02020603050405020304" pitchFamily="18" charset="0"/>
                <a:cs typeface="Times New Roman" panose="02020603050405020304" pitchFamily="18" charset="0"/>
              </a:rPr>
              <a:t>;	/*</a:t>
            </a:r>
            <a:r>
              <a:rPr lang="zh-CN" altLang="en-US" sz="2400" dirty="0">
                <a:solidFill>
                  <a:srgbClr val="000000"/>
                </a:solidFill>
                <a:latin typeface="Times New Roman" panose="02020603050405020304" pitchFamily="18" charset="0"/>
                <a:cs typeface="Times New Roman" panose="02020603050405020304" pitchFamily="18" charset="0"/>
              </a:rPr>
              <a:t>操作特性*</a:t>
            </a:r>
            <a:r>
              <a:rPr lang="en-US" altLang="zh-CN" sz="2400" dirty="0">
                <a:solidFill>
                  <a:srgbClr val="000000"/>
                </a:solidFill>
                <a:latin typeface="Times New Roman" panose="02020603050405020304" pitchFamily="18" charset="0"/>
                <a:cs typeface="Times New Roman" panose="02020603050405020304" pitchFamily="18" charset="0"/>
              </a:rPr>
              <a:t>/</a:t>
            </a:r>
          </a:p>
          <a:p>
            <a:pPr indent="266700" eaLnBrk="1" hangingPunct="1">
              <a:defRPr/>
            </a:pPr>
            <a:r>
              <a:rPr lang="en-US" altLang="zh-CN" sz="2400" dirty="0">
                <a:solidFill>
                  <a:schemeClr val="bg2"/>
                </a:solidFill>
                <a:latin typeface="Times New Roman" panose="02020603050405020304" pitchFamily="18" charset="0"/>
                <a:cs typeface="Times New Roman" panose="02020603050405020304" pitchFamily="18" charset="0"/>
              </a:rPr>
              <a:t>......</a:t>
            </a:r>
          </a:p>
          <a:p>
            <a:pPr indent="266700" eaLnBrk="1" hangingPunct="1">
              <a:defRPr/>
            </a:pPr>
            <a:r>
              <a:rPr lang="en-US" altLang="zh-CN" sz="2400" dirty="0">
                <a:solidFill>
                  <a:schemeClr val="bg2"/>
                </a:solidFill>
                <a:latin typeface="Times New Roman" panose="02020603050405020304" pitchFamily="18" charset="0"/>
                <a:cs typeface="Times New Roman" panose="02020603050405020304" pitchFamily="18" charset="0"/>
              </a:rPr>
              <a:t>}</a:t>
            </a:r>
          </a:p>
        </p:txBody>
      </p:sp>
      <p:sp>
        <p:nvSpPr>
          <p:cNvPr id="2" name="文本框 1"/>
          <p:cNvSpPr txBox="1">
            <a:spLocks noChangeArrowheads="1"/>
          </p:cNvSpPr>
          <p:nvPr/>
        </p:nvSpPr>
        <p:spPr bwMode="auto">
          <a:xfrm>
            <a:off x="107391" y="6082725"/>
            <a:ext cx="8710612" cy="58477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SzTx/>
              <a:buFontTx/>
              <a:buNone/>
            </a:pPr>
            <a:r>
              <a:rPr lang="zh-CN" altLang="en-US" b="1" dirty="0">
                <a:solidFill>
                  <a:srgbClr val="000000"/>
                </a:solidFill>
                <a:effectLst>
                  <a:outerShdw blurRad="38100" dist="38100" dir="2700000" algn="tl">
                    <a:srgbClr val="000000">
                      <a:alpha val="43137"/>
                    </a:srgbClr>
                  </a:outerShdw>
                </a:effectLst>
              </a:rPr>
              <a:t>内核把所有</a:t>
            </a:r>
            <a:r>
              <a:rPr lang="en-US" altLang="zh-CN" b="1" dirty="0" err="1">
                <a:solidFill>
                  <a:srgbClr val="000000"/>
                </a:solidFill>
                <a:effectLst>
                  <a:outerShdw blurRad="38100" dist="38100" dir="2700000" algn="tl">
                    <a:srgbClr val="000000">
                      <a:alpha val="43137"/>
                    </a:srgbClr>
                  </a:outerShdw>
                </a:effectLst>
              </a:rPr>
              <a:t>vm_area_struct</a:t>
            </a:r>
            <a:r>
              <a:rPr lang="en-US" altLang="zh-CN" b="1" dirty="0">
                <a:solidFill>
                  <a:srgbClr val="000000"/>
                </a:solidFill>
                <a:effectLst>
                  <a:outerShdw blurRad="38100" dist="38100" dir="2700000" algn="tl">
                    <a:srgbClr val="000000">
                      <a:alpha val="43137"/>
                    </a:srgbClr>
                  </a:outerShdw>
                </a:effectLst>
              </a:rPr>
              <a:t> </a:t>
            </a:r>
            <a:r>
              <a:rPr lang="zh-CN" altLang="en-US" b="1" dirty="0">
                <a:solidFill>
                  <a:srgbClr val="000000"/>
                </a:solidFill>
                <a:effectLst>
                  <a:outerShdw blurRad="38100" dist="38100" dir="2700000" algn="tl">
                    <a:srgbClr val="000000">
                      <a:alpha val="43137"/>
                    </a:srgbClr>
                  </a:outerShdw>
                </a:effectLst>
              </a:rPr>
              <a:t>结构组成一个</a:t>
            </a:r>
            <a:r>
              <a:rPr lang="en-US" altLang="zh-CN" b="1" dirty="0">
                <a:solidFill>
                  <a:srgbClr val="000000"/>
                </a:solidFill>
                <a:effectLst>
                  <a:outerShdw blurRad="38100" dist="38100" dir="2700000" algn="tl">
                    <a:srgbClr val="000000">
                      <a:alpha val="43137"/>
                    </a:srgbClr>
                  </a:outerShdw>
                </a:effectLst>
              </a:rPr>
              <a:t>AVL</a:t>
            </a:r>
            <a:r>
              <a:rPr lang="zh-CN" altLang="en-US" sz="2800" b="1" dirty="0">
                <a:solidFill>
                  <a:srgbClr val="000000"/>
                </a:solidFill>
              </a:rPr>
              <a:t>。</a:t>
            </a:r>
          </a:p>
        </p:txBody>
      </p:sp>
      <p:sp>
        <p:nvSpPr>
          <p:cNvPr id="9"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4145978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plus(in)">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par>
                          <p:cTn id="12" fill="hold">
                            <p:stCondLst>
                              <p:cond delay="0"/>
                            </p:stCondLst>
                            <p:childTnLst>
                              <p:par>
                                <p:cTn id="13" presetID="2" presetClass="entr" presetSubtype="6"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1+#ppt_w/2"/>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 grpId="0" animBg="1"/>
      <p:bldP spid="9"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61C0D687-13E5-4167-A53F-FE1888FCFF9A}"/>
              </a:ext>
            </a:extLst>
          </p:cNvPr>
          <p:cNvPicPr>
            <a:picLocks noChangeAspect="1"/>
          </p:cNvPicPr>
          <p:nvPr/>
        </p:nvPicPr>
        <p:blipFill>
          <a:blip r:embed="rId3"/>
          <a:stretch>
            <a:fillRect/>
          </a:stretch>
        </p:blipFill>
        <p:spPr>
          <a:xfrm>
            <a:off x="1691681" y="804804"/>
            <a:ext cx="5328592" cy="5690677"/>
          </a:xfrm>
          <a:prstGeom prst="rect">
            <a:avLst/>
          </a:prstGeom>
        </p:spPr>
      </p:pic>
      <p:sp>
        <p:nvSpPr>
          <p:cNvPr id="8" name="Rectangle 14">
            <a:extLst>
              <a:ext uri="{FF2B5EF4-FFF2-40B4-BE49-F238E27FC236}">
                <a16:creationId xmlns:a16="http://schemas.microsoft.com/office/drawing/2014/main" id="{0A9ECAD0-ECA7-4005-A4E4-B9CAF0BA58E6}"/>
              </a:ext>
            </a:extLst>
          </p:cNvPr>
          <p:cNvSpPr>
            <a:spLocks noChangeArrowheads="1"/>
          </p:cNvSpPr>
          <p:nvPr/>
        </p:nvSpPr>
        <p:spPr bwMode="auto">
          <a:xfrm>
            <a:off x="1071563" y="0"/>
            <a:ext cx="7143750" cy="646113"/>
          </a:xfrm>
          <a:prstGeom prst="rect">
            <a:avLst/>
          </a:prstGeom>
          <a:solidFill>
            <a:srgbClr val="00CC00"/>
          </a:solidFill>
          <a:ln w="12700" cap="sq">
            <a:noFill/>
            <a:miter lim="800000"/>
            <a:headEnd type="none" w="sm" len="sm"/>
            <a:tailEnd type="none" w="sm" len="sm"/>
          </a:ln>
        </p:spPr>
        <p:txBody>
          <a:bodyPr>
            <a:spAutoFit/>
          </a:bodyPr>
          <a:lstStyle/>
          <a:p>
            <a:pPr algn="ctr">
              <a:defRPr/>
            </a:pPr>
            <a:r>
              <a:rPr lang="zh-CN" altLang="en-US" sz="3600" kern="0" dirty="0">
                <a:solidFill>
                  <a:schemeClr val="bg2"/>
                </a:solidFill>
                <a:effectLst>
                  <a:outerShdw blurRad="38100" dist="38100" dir="2700000" algn="tl">
                    <a:srgbClr val="000000">
                      <a:alpha val="43137"/>
                    </a:srgbClr>
                  </a:outerShdw>
                </a:effectLst>
                <a:ea typeface="楷体_GB2312" pitchFamily="49" charset="-122"/>
              </a:rPr>
              <a:t>虚存区域 </a:t>
            </a:r>
            <a:r>
              <a:rPr lang="en-US" altLang="zh-CN" sz="3600" kern="0" dirty="0" err="1">
                <a:solidFill>
                  <a:schemeClr val="bg2"/>
                </a:solidFill>
                <a:effectLst>
                  <a:outerShdw blurRad="38100" dist="38100" dir="2700000" algn="tl">
                    <a:srgbClr val="000000">
                      <a:alpha val="43137"/>
                    </a:srgbClr>
                  </a:outerShdw>
                </a:effectLst>
                <a:latin typeface="+mn-lt"/>
                <a:ea typeface="楷体_GB2312" pitchFamily="49" charset="-122"/>
              </a:rPr>
              <a:t>vm_area_struct</a:t>
            </a:r>
            <a:r>
              <a:rPr lang="zh-CN" altLang="en-US" sz="3600" kern="0" dirty="0" smtClean="0">
                <a:solidFill>
                  <a:schemeClr val="bg2"/>
                </a:solidFill>
                <a:effectLst>
                  <a:outerShdw blurRad="38100" dist="38100" dir="2700000" algn="tl">
                    <a:srgbClr val="000000">
                      <a:alpha val="43137"/>
                    </a:srgbClr>
                  </a:outerShdw>
                </a:effectLst>
                <a:ea typeface="楷体_GB2312" pitchFamily="49" charset="-122"/>
              </a:rPr>
              <a:t>（</a:t>
            </a:r>
            <a:r>
              <a:rPr lang="en-US" altLang="zh-CN" sz="3600" kern="0" dirty="0" smtClean="0">
                <a:solidFill>
                  <a:schemeClr val="bg2"/>
                </a:solidFill>
                <a:effectLst>
                  <a:outerShdw blurRad="38100" dist="38100" dir="2700000" algn="tl">
                    <a:srgbClr val="000000">
                      <a:alpha val="43137"/>
                    </a:srgbClr>
                  </a:outerShdw>
                </a:effectLst>
                <a:ea typeface="楷体_GB2312" pitchFamily="49" charset="-122"/>
              </a:rPr>
              <a:t>2</a:t>
            </a:r>
            <a:r>
              <a:rPr lang="zh-CN" altLang="en-US" sz="3600" kern="0" dirty="0" smtClean="0">
                <a:solidFill>
                  <a:schemeClr val="bg2"/>
                </a:solidFill>
                <a:effectLst>
                  <a:outerShdw blurRad="38100" dist="38100" dir="2700000" algn="tl">
                    <a:srgbClr val="000000">
                      <a:alpha val="43137"/>
                    </a:srgbClr>
                  </a:outerShdw>
                </a:effectLst>
                <a:ea typeface="楷体_GB2312" pitchFamily="49" charset="-122"/>
              </a:rPr>
              <a:t>）</a:t>
            </a:r>
            <a:endParaRPr lang="zh-CN" altLang="en-US" sz="3600" kern="0" dirty="0">
              <a:solidFill>
                <a:schemeClr val="bg2"/>
              </a:solidFill>
              <a:effectLst>
                <a:outerShdw blurRad="38100" dist="38100" dir="2700000" algn="tl">
                  <a:srgbClr val="000000">
                    <a:alpha val="43137"/>
                  </a:srgbClr>
                </a:outerShdw>
              </a:effectLst>
              <a:latin typeface="+mn-lt"/>
              <a:ea typeface="楷体_GB2312" pitchFamily="49" charset="-122"/>
            </a:endParaRPr>
          </a:p>
        </p:txBody>
      </p:sp>
      <p:sp>
        <p:nvSpPr>
          <p:cNvPr id="2" name="矩形 1"/>
          <p:cNvSpPr/>
          <p:nvPr/>
        </p:nvSpPr>
        <p:spPr>
          <a:xfrm>
            <a:off x="755576" y="6484895"/>
            <a:ext cx="8208912" cy="369332"/>
          </a:xfrm>
          <a:prstGeom prst="rect">
            <a:avLst/>
          </a:prstGeom>
        </p:spPr>
        <p:txBody>
          <a:bodyPr wrap="square">
            <a:spAutoFit/>
          </a:bodyPr>
          <a:lstStyle/>
          <a:p>
            <a:pPr algn="ctr"/>
            <a:r>
              <a:rPr lang="en-US" altLang="zh-CN" sz="1800" dirty="0">
                <a:solidFill>
                  <a:schemeClr val="bg2"/>
                </a:solidFill>
                <a:latin typeface="+mn-lt"/>
              </a:rPr>
              <a:t>https://manybutfinite.com/post/how-the-kernel-manages-your-memory/</a:t>
            </a:r>
            <a:endParaRPr lang="zh-CN" altLang="en-US" sz="1800" dirty="0">
              <a:solidFill>
                <a:schemeClr val="bg2"/>
              </a:solidFill>
              <a:latin typeface="+mn-lt"/>
            </a:endParaRPr>
          </a:p>
        </p:txBody>
      </p:sp>
      <p:sp>
        <p:nvSpPr>
          <p:cNvPr id="5"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821637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文本框 4"/>
          <p:cNvSpPr txBox="1">
            <a:spLocks noChangeArrowheads="1"/>
          </p:cNvSpPr>
          <p:nvPr/>
        </p:nvSpPr>
        <p:spPr bwMode="auto">
          <a:xfrm>
            <a:off x="1312373" y="0"/>
            <a:ext cx="651925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lang="zh-CN" altLang="en-US" sz="3600" kern="0" dirty="0">
                <a:solidFill>
                  <a:schemeClr val="bg2"/>
                </a:solidFill>
                <a:effectLst>
                  <a:outerShdw blurRad="38100" dist="38100" dir="2700000" algn="tl">
                    <a:srgbClr val="000000">
                      <a:alpha val="43137"/>
                    </a:srgbClr>
                  </a:outerShdw>
                </a:effectLst>
                <a:latin typeface="宋体" panose="02010600030101010101" pitchFamily="2" charset="-122"/>
                <a:ea typeface="楷体_GB2312" pitchFamily="49" charset="-122"/>
              </a:rPr>
              <a:t>内核空间和用户进程空间布局</a:t>
            </a:r>
          </a:p>
        </p:txBody>
      </p:sp>
      <p:pic>
        <p:nvPicPr>
          <p:cNvPr id="48133" name="图片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61950" y="590586"/>
            <a:ext cx="8420100" cy="581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584288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9"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76387" y="698500"/>
            <a:ext cx="6638925"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0" name="文本框 1"/>
          <p:cNvSpPr txBox="1">
            <a:spLocks noChangeArrowheads="1"/>
          </p:cNvSpPr>
          <p:nvPr/>
        </p:nvSpPr>
        <p:spPr bwMode="auto">
          <a:xfrm>
            <a:off x="2411413" y="6165850"/>
            <a:ext cx="49688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lang="zh-CN" altLang="en-US" sz="2800" b="1" dirty="0"/>
              <a:t>用户进程空间布局</a:t>
            </a:r>
          </a:p>
        </p:txBody>
      </p:sp>
      <p:sp>
        <p:nvSpPr>
          <p:cNvPr id="5" name="文本框 4">
            <a:extLst>
              <a:ext uri="{FF2B5EF4-FFF2-40B4-BE49-F238E27FC236}">
                <a16:creationId xmlns:a16="http://schemas.microsoft.com/office/drawing/2014/main" id="{DB2C2399-A047-463E-B125-47B4863737E2}"/>
              </a:ext>
            </a:extLst>
          </p:cNvPr>
          <p:cNvSpPr txBox="1">
            <a:spLocks noChangeArrowheads="1"/>
          </p:cNvSpPr>
          <p:nvPr/>
        </p:nvSpPr>
        <p:spPr bwMode="auto">
          <a:xfrm>
            <a:off x="1312373" y="0"/>
            <a:ext cx="651925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0"/>
              </a:spcBef>
              <a:buClrTx/>
              <a:buSzTx/>
              <a:buFontTx/>
              <a:buNone/>
            </a:pPr>
            <a:r>
              <a:rPr lang="zh-CN" altLang="en-US" sz="3600" kern="0" dirty="0">
                <a:solidFill>
                  <a:schemeClr val="bg2"/>
                </a:solidFill>
                <a:effectLst>
                  <a:outerShdw blurRad="38100" dist="38100" dir="2700000" algn="tl">
                    <a:srgbClr val="000000">
                      <a:alpha val="43137"/>
                    </a:srgbClr>
                  </a:outerShdw>
                </a:effectLst>
                <a:latin typeface="宋体" panose="02010600030101010101" pitchFamily="2" charset="-122"/>
                <a:ea typeface="楷体_GB2312" pitchFamily="49" charset="-122"/>
              </a:rPr>
              <a:t>用户进程空间布局</a:t>
            </a:r>
          </a:p>
        </p:txBody>
      </p:sp>
      <p:sp>
        <p:nvSpPr>
          <p:cNvPr id="6"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198724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3"/>
          <p:cNvSpPr>
            <a:spLocks noChangeArrowheads="1"/>
          </p:cNvSpPr>
          <p:nvPr/>
        </p:nvSpPr>
        <p:spPr bwMode="auto">
          <a:xfrm>
            <a:off x="0" y="1196752"/>
            <a:ext cx="9036496"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71463" indent="-271463">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55600" lvl="2" indent="-355600" defTabSz="355600">
              <a:spcBef>
                <a:spcPts val="0"/>
              </a:spcBef>
              <a:buClr>
                <a:schemeClr val="bg1">
                  <a:lumMod val="75000"/>
                </a:schemeClr>
              </a:buClr>
              <a:buSzPct val="80000"/>
              <a:buFont typeface="Wingdings" panose="05000000000000000000" pitchFamily="2" charset="2"/>
              <a:buChar char="n"/>
              <a:tabLst>
                <a:tab pos="3851275" algn="l"/>
              </a:tabLst>
              <a:defRPr/>
            </a:pPr>
            <a:r>
              <a:rPr lang="zh-CN" altLang="en-US" sz="3600" dirty="0">
                <a:solidFill>
                  <a:schemeClr val="bg1">
                    <a:lumMod val="75000"/>
                  </a:schemeClr>
                </a:solidFill>
                <a:effectLst>
                  <a:outerShdw blurRad="38100" dist="38100" dir="2700000" algn="tl">
                    <a:srgbClr val="000000"/>
                  </a:outerShdw>
                </a:effectLst>
                <a:latin typeface="+mj-lt"/>
                <a:ea typeface="楷体" panose="02010609060101010101" pitchFamily="49" charset="-122"/>
              </a:rPr>
              <a:t>系统努力维持一定数量的空闲物理页面；</a:t>
            </a:r>
            <a:endParaRPr lang="en-US" altLang="zh-CN" sz="3600" dirty="0">
              <a:solidFill>
                <a:schemeClr val="bg1">
                  <a:lumMod val="75000"/>
                </a:schemeClr>
              </a:solidFill>
              <a:effectLst>
                <a:outerShdw blurRad="38100" dist="38100" dir="2700000" algn="tl">
                  <a:srgbClr val="000000"/>
                </a:outerShdw>
              </a:effectLst>
              <a:latin typeface="+mj-lt"/>
              <a:ea typeface="楷体" panose="02010609060101010101" pitchFamily="49" charset="-122"/>
            </a:endParaRPr>
          </a:p>
          <a:p>
            <a:pPr marL="355600" lvl="2" indent="-355600" defTabSz="355600">
              <a:spcBef>
                <a:spcPts val="0"/>
              </a:spcBef>
              <a:buClr>
                <a:schemeClr val="bg1">
                  <a:lumMod val="75000"/>
                </a:schemeClr>
              </a:buClr>
              <a:buSzPct val="80000"/>
              <a:buFont typeface="Wingdings" panose="05000000000000000000" pitchFamily="2" charset="2"/>
              <a:buChar char="n"/>
              <a:tabLst>
                <a:tab pos="3851275" algn="l"/>
              </a:tabLst>
              <a:defRPr/>
            </a:pPr>
            <a:r>
              <a:rPr lang="zh-CN" altLang="en-US" sz="3600" dirty="0">
                <a:solidFill>
                  <a:schemeClr val="bg1">
                    <a:lumMod val="75000"/>
                  </a:schemeClr>
                </a:solidFill>
                <a:effectLst>
                  <a:outerShdw blurRad="38100" dist="38100" dir="2700000" algn="tl">
                    <a:srgbClr val="000000"/>
                  </a:outerShdw>
                </a:effectLst>
                <a:latin typeface="+mj-lt"/>
                <a:ea typeface="楷体" panose="02010609060101010101" pitchFamily="49" charset="-122"/>
              </a:rPr>
              <a:t>缺页中断发生时，直接申请一个空闲物理页面；</a:t>
            </a:r>
            <a:endParaRPr lang="en-US" altLang="zh-CN" sz="3600" dirty="0">
              <a:solidFill>
                <a:schemeClr val="bg1">
                  <a:lumMod val="75000"/>
                </a:schemeClr>
              </a:solidFill>
              <a:effectLst>
                <a:outerShdw blurRad="38100" dist="38100" dir="2700000" algn="tl">
                  <a:srgbClr val="000000"/>
                </a:outerShdw>
              </a:effectLst>
              <a:latin typeface="+mj-lt"/>
              <a:ea typeface="楷体" panose="02010609060101010101" pitchFamily="49" charset="-122"/>
            </a:endParaRPr>
          </a:p>
          <a:p>
            <a:pPr marL="355600" lvl="2" indent="-355600" defTabSz="355600">
              <a:spcBef>
                <a:spcPts val="0"/>
              </a:spcBef>
              <a:buClr>
                <a:schemeClr val="bg1">
                  <a:lumMod val="75000"/>
                </a:schemeClr>
              </a:buClr>
              <a:buSzPct val="80000"/>
              <a:buFont typeface="Wingdings" panose="05000000000000000000" pitchFamily="2" charset="2"/>
              <a:buChar char="n"/>
              <a:tabLst>
                <a:tab pos="3851275" algn="l"/>
              </a:tabLst>
              <a:defRPr/>
            </a:pPr>
            <a:r>
              <a:rPr lang="zh-CN" altLang="en-US" sz="3600" dirty="0">
                <a:solidFill>
                  <a:schemeClr val="bg1">
                    <a:lumMod val="75000"/>
                  </a:schemeClr>
                </a:solidFill>
                <a:effectLst>
                  <a:outerShdw blurRad="38100" dist="38100" dir="2700000" algn="tl">
                    <a:srgbClr val="000000"/>
                  </a:outerShdw>
                </a:effectLst>
                <a:latin typeface="+mj-lt"/>
                <a:ea typeface="楷体" panose="02010609060101010101" pitchFamily="49" charset="-122"/>
              </a:rPr>
              <a:t>页面置换发生的时机在于</a:t>
            </a:r>
            <a:r>
              <a:rPr lang="zh-CN" altLang="en-US" sz="3600" dirty="0">
                <a:solidFill>
                  <a:srgbClr val="FF0000"/>
                </a:solidFill>
                <a:effectLst>
                  <a:outerShdw blurRad="38100" dist="38100" dir="2700000" algn="tl">
                    <a:srgbClr val="000000"/>
                  </a:outerShdw>
                </a:effectLst>
                <a:latin typeface="+mj-lt"/>
                <a:ea typeface="楷体" panose="02010609060101010101" pitchFamily="49" charset="-122"/>
              </a:rPr>
              <a:t>平时</a:t>
            </a:r>
            <a:r>
              <a:rPr lang="zh-CN" altLang="en-US" sz="3600" dirty="0">
                <a:solidFill>
                  <a:schemeClr val="bg1">
                    <a:lumMod val="75000"/>
                  </a:schemeClr>
                </a:solidFill>
                <a:effectLst>
                  <a:outerShdw blurRad="38100" dist="38100" dir="2700000" algn="tl">
                    <a:srgbClr val="000000"/>
                  </a:outerShdw>
                </a:effectLst>
                <a:latin typeface="+mj-lt"/>
                <a:ea typeface="楷体" panose="02010609060101010101" pitchFamily="49" charset="-122"/>
              </a:rPr>
              <a:t>，而不是发生缺页中断的时候。</a:t>
            </a:r>
          </a:p>
        </p:txBody>
      </p:sp>
      <p:sp>
        <p:nvSpPr>
          <p:cNvPr id="6" name="Rectangle 2"/>
          <p:cNvSpPr txBox="1">
            <a:spLocks noChangeArrowheads="1"/>
          </p:cNvSpPr>
          <p:nvPr/>
        </p:nvSpPr>
        <p:spPr>
          <a:xfrm>
            <a:off x="2000250" y="115888"/>
            <a:ext cx="5214938" cy="836612"/>
          </a:xfrm>
          <a:prstGeom prst="rect">
            <a:avLst/>
          </a:prstGeom>
        </p:spPr>
        <p:txBody>
          <a:bodyPr/>
          <a:lstStyle/>
          <a:p>
            <a:pPr marL="0" lvl="1" indent="-285750" algn="ctr" eaLnBrk="1" hangingPunct="1">
              <a:defRPr/>
            </a:pPr>
            <a:r>
              <a:rPr lang="zh-CN" altLang="en-US" sz="4000" dirty="0">
                <a:solidFill>
                  <a:srgbClr val="B2622C"/>
                </a:solidFill>
                <a:effectLst>
                  <a:outerShdw blurRad="38100" dist="38100" dir="2700000" algn="tl">
                    <a:srgbClr val="000000"/>
                  </a:outerShdw>
                </a:effectLst>
                <a:latin typeface="+mj-lt"/>
                <a:ea typeface="楷体_GB2312" pitchFamily="49" charset="-122"/>
                <a:cs typeface="+mj-cs"/>
              </a:rPr>
              <a:t>页 面 置 换</a:t>
            </a:r>
          </a:p>
        </p:txBody>
      </p:sp>
      <p:sp>
        <p:nvSpPr>
          <p:cNvPr id="5"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248049106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2" name="文本框 4"/>
          <p:cNvSpPr txBox="1">
            <a:spLocks noChangeArrowheads="1"/>
          </p:cNvSpPr>
          <p:nvPr/>
        </p:nvSpPr>
        <p:spPr bwMode="auto">
          <a:xfrm>
            <a:off x="0" y="787660"/>
            <a:ext cx="9234264" cy="2739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55600" lvl="2" indent="-355600" defTabSz="355600">
              <a:spcBef>
                <a:spcPts val="0"/>
              </a:spcBef>
              <a:buSzPct val="80000"/>
              <a:buFont typeface="Wingdings" panose="05000000000000000000" pitchFamily="2" charset="2"/>
              <a:buChar char="n"/>
              <a:tabLst>
                <a:tab pos="3851275" algn="l"/>
              </a:tabLst>
              <a:defRPr/>
            </a:pPr>
            <a:r>
              <a:rPr lang="zh-CN" altLang="zh-CN" sz="3600" dirty="0">
                <a:solidFill>
                  <a:schemeClr val="bg2"/>
                </a:solidFill>
                <a:effectLst>
                  <a:outerShdw blurRad="38100" dist="38100" dir="2700000" algn="tl">
                    <a:srgbClr val="000000"/>
                  </a:outerShdw>
                </a:effectLst>
                <a:latin typeface="+mj-lt"/>
                <a:ea typeface="楷体" panose="02010609060101010101" pitchFamily="49" charset="-122"/>
              </a:rPr>
              <a:t>保证系统中具有足够的空闲页面，使内存管理子系统能够有效运行。</a:t>
            </a:r>
          </a:p>
          <a:p>
            <a:pPr marL="355600" lvl="2" indent="-355600" defTabSz="355600">
              <a:spcBef>
                <a:spcPts val="0"/>
              </a:spcBef>
              <a:buSzPct val="80000"/>
              <a:buFont typeface="Wingdings" panose="05000000000000000000" pitchFamily="2" charset="2"/>
              <a:buChar char="n"/>
              <a:tabLst>
                <a:tab pos="3851275" algn="l"/>
              </a:tabLst>
              <a:defRPr/>
            </a:pPr>
            <a:r>
              <a:rPr lang="zh-CN" altLang="en-US" sz="3600" dirty="0">
                <a:solidFill>
                  <a:schemeClr val="bg2"/>
                </a:solidFill>
                <a:effectLst>
                  <a:outerShdw blurRad="38100" dist="38100" dir="2700000" algn="tl">
                    <a:srgbClr val="000000"/>
                  </a:outerShdw>
                </a:effectLst>
                <a:latin typeface="+mj-lt"/>
                <a:ea typeface="楷体" panose="02010609060101010101" pitchFamily="49" charset="-122"/>
              </a:rPr>
              <a:t>一般处于等待状态；</a:t>
            </a:r>
            <a:endParaRPr lang="en-US" altLang="zh-CN" sz="3600" dirty="0">
              <a:solidFill>
                <a:schemeClr val="bg2"/>
              </a:solidFill>
              <a:effectLst>
                <a:outerShdw blurRad="38100" dist="38100" dir="2700000" algn="tl">
                  <a:srgbClr val="000000"/>
                </a:outerShdw>
              </a:effectLst>
              <a:latin typeface="+mj-lt"/>
              <a:ea typeface="楷体" panose="02010609060101010101" pitchFamily="49" charset="-122"/>
            </a:endParaRPr>
          </a:p>
          <a:p>
            <a:pPr marL="812800" lvl="3" indent="-355600" defTabSz="355600">
              <a:spcBef>
                <a:spcPts val="0"/>
              </a:spcBef>
              <a:buSzPct val="80000"/>
              <a:buFont typeface="Wingdings" panose="05000000000000000000" pitchFamily="2" charset="2"/>
              <a:buChar char="n"/>
              <a:tabLst>
                <a:tab pos="3851275" algn="l"/>
              </a:tabLst>
              <a:defRPr/>
            </a:pPr>
            <a:r>
              <a:rPr lang="zh-CN" altLang="en-US" sz="3200" dirty="0">
                <a:solidFill>
                  <a:schemeClr val="bg2"/>
                </a:solidFill>
                <a:effectLst>
                  <a:outerShdw blurRad="38100" dist="38100" dir="2700000" algn="tl">
                    <a:srgbClr val="000000"/>
                  </a:outerShdw>
                </a:effectLst>
                <a:latin typeface="+mj-lt"/>
                <a:ea typeface="楷体" panose="02010609060101010101" pitchFamily="49" charset="-122"/>
              </a:rPr>
              <a:t>等待内核</a:t>
            </a:r>
            <a:r>
              <a:rPr lang="en-US" altLang="zh-CN" sz="3200" dirty="0">
                <a:solidFill>
                  <a:schemeClr val="bg2"/>
                </a:solidFill>
                <a:effectLst>
                  <a:outerShdw blurRad="38100" dist="38100" dir="2700000" algn="tl">
                    <a:srgbClr val="000000"/>
                  </a:outerShdw>
                </a:effectLst>
                <a:latin typeface="+mj-lt"/>
                <a:ea typeface="楷体" panose="02010609060101010101" pitchFamily="49" charset="-122"/>
              </a:rPr>
              <a:t>timer</a:t>
            </a:r>
            <a:r>
              <a:rPr lang="zh-CN" altLang="en-US" sz="3200" dirty="0">
                <a:solidFill>
                  <a:schemeClr val="bg2"/>
                </a:solidFill>
                <a:effectLst>
                  <a:outerShdw blurRad="38100" dist="38100" dir="2700000" algn="tl">
                    <a:srgbClr val="000000"/>
                  </a:outerShdw>
                </a:effectLst>
                <a:latin typeface="+mj-lt"/>
                <a:ea typeface="楷体" panose="02010609060101010101" pitchFamily="49" charset="-122"/>
              </a:rPr>
              <a:t>机制中断，</a:t>
            </a:r>
            <a:r>
              <a:rPr lang="zh-CN" altLang="en-US" sz="3200" dirty="0">
                <a:solidFill>
                  <a:schemeClr val="bg1">
                    <a:lumMod val="75000"/>
                  </a:schemeClr>
                </a:solidFill>
                <a:effectLst>
                  <a:outerShdw blurRad="38100" dist="38100" dir="2700000" algn="tl">
                    <a:srgbClr val="000000"/>
                  </a:outerShdw>
                </a:effectLst>
                <a:latin typeface="+mj-lt"/>
                <a:ea typeface="楷体" panose="02010609060101010101" pitchFamily="49" charset="-122"/>
              </a:rPr>
              <a:t>每隔</a:t>
            </a:r>
            <a:r>
              <a:rPr lang="en-US" altLang="zh-CN" sz="3200" dirty="0">
                <a:solidFill>
                  <a:schemeClr val="bg1">
                    <a:lumMod val="75000"/>
                  </a:schemeClr>
                </a:solidFill>
                <a:effectLst>
                  <a:outerShdw blurRad="38100" dist="38100" dir="2700000" algn="tl">
                    <a:srgbClr val="000000"/>
                  </a:outerShdw>
                </a:effectLst>
                <a:latin typeface="+mj-lt"/>
                <a:ea typeface="楷体" panose="02010609060101010101" pitchFamily="49" charset="-122"/>
              </a:rPr>
              <a:t>1</a:t>
            </a:r>
            <a:r>
              <a:rPr lang="zh-CN" altLang="en-US" sz="3200" dirty="0">
                <a:solidFill>
                  <a:schemeClr val="bg1">
                    <a:lumMod val="75000"/>
                  </a:schemeClr>
                </a:solidFill>
                <a:effectLst>
                  <a:outerShdw blurRad="38100" dist="38100" dir="2700000" algn="tl">
                    <a:srgbClr val="000000"/>
                  </a:outerShdw>
                </a:effectLst>
                <a:latin typeface="+mj-lt"/>
                <a:ea typeface="楷体" panose="02010609060101010101" pitchFamily="49" charset="-122"/>
              </a:rPr>
              <a:t>秒运行一次；</a:t>
            </a:r>
            <a:endParaRPr lang="en-US" altLang="zh-CN" sz="3200" dirty="0">
              <a:solidFill>
                <a:schemeClr val="bg1">
                  <a:lumMod val="75000"/>
                </a:schemeClr>
              </a:solidFill>
              <a:effectLst>
                <a:outerShdw blurRad="38100" dist="38100" dir="2700000" algn="tl">
                  <a:srgbClr val="000000"/>
                </a:outerShdw>
              </a:effectLst>
              <a:latin typeface="+mj-lt"/>
              <a:ea typeface="楷体" panose="02010609060101010101" pitchFamily="49" charset="-122"/>
            </a:endParaRPr>
          </a:p>
          <a:p>
            <a:pPr marL="812800" lvl="3" indent="-355600" defTabSz="355600">
              <a:spcBef>
                <a:spcPts val="0"/>
              </a:spcBef>
              <a:buSzPct val="80000"/>
              <a:buFont typeface="Wingdings" panose="05000000000000000000" pitchFamily="2" charset="2"/>
              <a:buChar char="n"/>
              <a:tabLst>
                <a:tab pos="3851275" algn="l"/>
              </a:tabLst>
              <a:defRPr/>
            </a:pPr>
            <a:r>
              <a:rPr lang="zh-CN" altLang="en-US" sz="3200" dirty="0">
                <a:solidFill>
                  <a:schemeClr val="bg1">
                    <a:lumMod val="75000"/>
                  </a:schemeClr>
                </a:solidFill>
                <a:effectLst>
                  <a:outerShdw blurRad="38100" dist="38100" dir="2700000" algn="tl">
                    <a:srgbClr val="000000"/>
                  </a:outerShdw>
                </a:effectLst>
                <a:latin typeface="+mj-lt"/>
                <a:ea typeface="楷体" panose="02010609060101010101" pitchFamily="49" charset="-122"/>
              </a:rPr>
              <a:t>需要时被紧急唤醒</a:t>
            </a:r>
            <a:r>
              <a:rPr lang="zh-CN" altLang="en-US" sz="3200" dirty="0">
                <a:solidFill>
                  <a:schemeClr val="bg2"/>
                </a:solidFill>
                <a:effectLst>
                  <a:outerShdw blurRad="38100" dist="38100" dir="2700000" algn="tl">
                    <a:srgbClr val="000000"/>
                  </a:outerShdw>
                </a:effectLst>
                <a:latin typeface="+mj-lt"/>
                <a:ea typeface="楷体" panose="02010609060101010101" pitchFamily="49" charset="-122"/>
              </a:rPr>
              <a:t>。</a:t>
            </a:r>
            <a:endParaRPr lang="en-US" altLang="zh-CN" sz="3200" dirty="0">
              <a:solidFill>
                <a:schemeClr val="bg2"/>
              </a:solidFill>
              <a:effectLst>
                <a:outerShdw blurRad="38100" dist="38100" dir="2700000" algn="tl">
                  <a:srgbClr val="000000"/>
                </a:outerShdw>
              </a:effectLst>
              <a:latin typeface="+mj-lt"/>
              <a:ea typeface="楷体" panose="02010609060101010101" pitchFamily="49" charset="-122"/>
            </a:endParaRPr>
          </a:p>
        </p:txBody>
      </p:sp>
      <p:sp>
        <p:nvSpPr>
          <p:cNvPr id="6" name="文本框 3"/>
          <p:cNvSpPr txBox="1">
            <a:spLocks noChangeArrowheads="1"/>
          </p:cNvSpPr>
          <p:nvPr/>
        </p:nvSpPr>
        <p:spPr bwMode="auto">
          <a:xfrm>
            <a:off x="1692275" y="0"/>
            <a:ext cx="626427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42900" indent="-342900" algn="ctr">
              <a:buClr>
                <a:srgbClr val="FFCC66"/>
              </a:buClr>
              <a:buFontTx/>
              <a:buNone/>
              <a:defRPr/>
            </a:pP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内核交换守护进程 </a:t>
            </a:r>
            <a:r>
              <a:rPr lang="en-US" altLang="zh-CN" sz="4000" dirty="0" err="1">
                <a:solidFill>
                  <a:srgbClr val="006699"/>
                </a:solidFill>
                <a:effectLst>
                  <a:outerShdw blurRad="38100" dist="38100" dir="2700000" algn="tl">
                    <a:srgbClr val="000000">
                      <a:alpha val="43137"/>
                    </a:srgbClr>
                  </a:outerShdw>
                </a:effectLst>
                <a:latin typeface="+mj-lt"/>
                <a:ea typeface="MS PGothic" pitchFamily="34" charset="-128"/>
                <a:cs typeface="+mj-cs"/>
              </a:rPr>
              <a:t>kswapd</a:t>
            </a:r>
            <a:endPar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endParaRPr>
          </a:p>
        </p:txBody>
      </p:sp>
      <p:sp>
        <p:nvSpPr>
          <p:cNvPr id="8" name="文本框 7"/>
          <p:cNvSpPr txBox="1"/>
          <p:nvPr/>
        </p:nvSpPr>
        <p:spPr>
          <a:xfrm>
            <a:off x="-90263" y="4500680"/>
            <a:ext cx="9234264" cy="1569660"/>
          </a:xfrm>
          <a:prstGeom prst="rect">
            <a:avLst/>
          </a:prstGeom>
          <a:solidFill>
            <a:srgbClr val="FFFF00"/>
          </a:solidFill>
        </p:spPr>
        <p:txBody>
          <a:bodyPr wrap="square" rtlCol="0">
            <a:spAutoFit/>
          </a:bodyPr>
          <a:lstStyle/>
          <a:p>
            <a:r>
              <a:rPr lang="zh-CN" altLang="en-US" sz="3200" b="1" dirty="0">
                <a:solidFill>
                  <a:schemeClr val="bg2"/>
                </a:solidFill>
                <a:effectLst>
                  <a:outerShdw blurRad="38100" dist="38100" dir="2700000" algn="tl">
                    <a:srgbClr val="000000">
                      <a:alpha val="43137"/>
                    </a:srgbClr>
                  </a:outerShdw>
                </a:effectLst>
              </a:rPr>
              <a:t>既要保证空闲页面余量</a:t>
            </a:r>
            <a:r>
              <a:rPr lang="en-US" altLang="zh-CN" sz="3200" b="1" dirty="0">
                <a:solidFill>
                  <a:schemeClr val="bg2"/>
                </a:solidFill>
                <a:effectLst>
                  <a:outerShdw blurRad="38100" dist="38100" dir="2700000" algn="tl">
                    <a:srgbClr val="000000">
                      <a:alpha val="43137"/>
                    </a:srgbClr>
                  </a:outerShdw>
                </a:effectLst>
              </a:rPr>
              <a:t> </a:t>
            </a:r>
            <a:r>
              <a:rPr lang="zh-CN" altLang="en-US" sz="3200" b="1" dirty="0">
                <a:solidFill>
                  <a:schemeClr val="bg2"/>
                </a:solidFill>
                <a:effectLst>
                  <a:outerShdw blurRad="38100" dist="38100" dir="2700000" algn="tl">
                    <a:srgbClr val="000000">
                      <a:alpha val="43137"/>
                    </a:srgbClr>
                  </a:outerShdw>
                </a:effectLst>
              </a:rPr>
              <a:t>、满足新的页面请求，</a:t>
            </a:r>
            <a:endParaRPr lang="en-US" altLang="zh-CN" sz="3200" b="1" dirty="0">
              <a:solidFill>
                <a:schemeClr val="bg2"/>
              </a:solidFill>
              <a:effectLst>
                <a:outerShdw blurRad="38100" dist="38100" dir="2700000" algn="tl">
                  <a:srgbClr val="000000">
                    <a:alpha val="43137"/>
                  </a:srgbClr>
                </a:outerShdw>
              </a:effectLst>
            </a:endParaRPr>
          </a:p>
          <a:p>
            <a:r>
              <a:rPr lang="zh-CN" altLang="en-US" sz="3200" b="1" dirty="0">
                <a:solidFill>
                  <a:schemeClr val="bg2"/>
                </a:solidFill>
                <a:effectLst>
                  <a:outerShdw blurRad="38100" dist="38100" dir="2700000" algn="tl">
                    <a:srgbClr val="000000">
                      <a:alpha val="43137"/>
                    </a:srgbClr>
                  </a:outerShdw>
                </a:effectLst>
              </a:rPr>
              <a:t>又要避免过度回收，造成性能上的损失。</a:t>
            </a:r>
            <a:endParaRPr lang="en-US" altLang="zh-CN" sz="3200" b="1" dirty="0">
              <a:solidFill>
                <a:schemeClr val="bg2"/>
              </a:solidFill>
              <a:effectLst>
                <a:outerShdw blurRad="38100" dist="38100" dir="2700000" algn="tl">
                  <a:srgbClr val="000000">
                    <a:alpha val="43137"/>
                  </a:srgbClr>
                </a:outerShdw>
              </a:effectLst>
            </a:endParaRPr>
          </a:p>
          <a:p>
            <a:r>
              <a:rPr lang="zh-CN" altLang="en-US" sz="3200" b="1" dirty="0">
                <a:solidFill>
                  <a:schemeClr val="bg2"/>
                </a:solidFill>
                <a:effectLst>
                  <a:outerShdw blurRad="38100" dist="38100" dir="2700000" algn="tl">
                    <a:srgbClr val="000000">
                      <a:alpha val="43137"/>
                    </a:srgbClr>
                  </a:outerShdw>
                </a:effectLst>
              </a:rPr>
              <a:t>涉及复杂的页面交换技术、与磁盘相关的文件操作</a:t>
            </a:r>
          </a:p>
        </p:txBody>
      </p:sp>
    </p:spTree>
    <p:extLst>
      <p:ext uri="{BB962C8B-B14F-4D97-AF65-F5344CB8AC3E}">
        <p14:creationId xmlns:p14="http://schemas.microsoft.com/office/powerpoint/2010/main" val="1334622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ChangeArrowheads="1"/>
          </p:cNvSpPr>
          <p:nvPr/>
        </p:nvSpPr>
        <p:spPr bwMode="auto">
          <a:xfrm>
            <a:off x="142875" y="2373311"/>
            <a:ext cx="8858250"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8925" indent="-288925">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355600" lvl="2" indent="-355600" defTabSz="355600">
              <a:spcBef>
                <a:spcPts val="0"/>
              </a:spcBef>
              <a:buSzPct val="80000"/>
              <a:buFont typeface="Wingdings" panose="05000000000000000000" pitchFamily="2" charset="2"/>
              <a:buChar char="n"/>
              <a:tabLst>
                <a:tab pos="3851275" algn="l"/>
              </a:tabLst>
              <a:defRPr/>
            </a:pPr>
            <a:r>
              <a:rPr lang="zh-CN" altLang="en-US" sz="3600" dirty="0">
                <a:solidFill>
                  <a:schemeClr val="bg2"/>
                </a:solidFill>
                <a:effectLst>
                  <a:outerShdw blurRad="38100" dist="38100" dir="2700000" algn="tl">
                    <a:srgbClr val="000000"/>
                  </a:outerShdw>
                </a:effectLst>
                <a:latin typeface="+mj-lt"/>
                <a:ea typeface="楷体" panose="02010609060101010101" pitchFamily="49" charset="-122"/>
              </a:rPr>
              <a:t>改进：页面增加属性</a:t>
            </a:r>
            <a:r>
              <a:rPr lang="en-US" altLang="zh-CN" sz="3600" dirty="0">
                <a:solidFill>
                  <a:schemeClr val="bg2"/>
                </a:solidFill>
                <a:effectLst>
                  <a:outerShdw blurRad="38100" dist="38100" dir="2700000" algn="tl">
                    <a:srgbClr val="000000"/>
                  </a:outerShdw>
                </a:effectLst>
                <a:latin typeface="+mj-lt"/>
                <a:ea typeface="楷体" panose="02010609060101010101" pitchFamily="49" charset="-122"/>
              </a:rPr>
              <a:t>age</a:t>
            </a:r>
            <a:r>
              <a:rPr lang="zh-CN" altLang="en-US" sz="3600" dirty="0">
                <a:solidFill>
                  <a:schemeClr val="bg2"/>
                </a:solidFill>
                <a:effectLst>
                  <a:outerShdw blurRad="38100" dist="38100" dir="2700000" algn="tl">
                    <a:srgbClr val="000000"/>
                  </a:outerShdw>
                </a:effectLst>
                <a:latin typeface="+mj-lt"/>
                <a:ea typeface="楷体" panose="02010609060101010101" pitchFamily="49" charset="-122"/>
              </a:rPr>
              <a:t>，</a:t>
            </a:r>
            <a:endParaRPr lang="en-US" altLang="zh-CN" sz="3600" dirty="0">
              <a:solidFill>
                <a:schemeClr val="bg2"/>
              </a:solidFill>
              <a:effectLst>
                <a:outerShdw blurRad="38100" dist="38100" dir="2700000" algn="tl">
                  <a:srgbClr val="000000"/>
                </a:outerShdw>
              </a:effectLst>
              <a:latin typeface="+mj-lt"/>
              <a:ea typeface="楷体" panose="02010609060101010101" pitchFamily="49" charset="-122"/>
            </a:endParaRPr>
          </a:p>
          <a:p>
            <a:pPr marL="355600" lvl="2" indent="-355600" defTabSz="355600">
              <a:spcBef>
                <a:spcPts val="0"/>
              </a:spcBef>
              <a:buSzPct val="80000"/>
              <a:buFont typeface="Wingdings" panose="05000000000000000000" pitchFamily="2" charset="2"/>
              <a:buChar char="n"/>
              <a:tabLst>
                <a:tab pos="3851275" algn="l"/>
              </a:tabLst>
              <a:defRPr/>
            </a:pPr>
            <a:r>
              <a:rPr lang="zh-CN" altLang="en-US" sz="3600" dirty="0">
                <a:solidFill>
                  <a:schemeClr val="bg2"/>
                </a:solidFill>
                <a:effectLst>
                  <a:outerShdw blurRad="38100" dist="38100" dir="2700000" algn="tl">
                    <a:srgbClr val="000000"/>
                  </a:outerShdw>
                </a:effectLst>
                <a:latin typeface="+mj-lt"/>
                <a:ea typeface="楷体" panose="02010609060101010101" pitchFamily="49" charset="-122"/>
              </a:rPr>
              <a:t>一个内存块被访问，其</a:t>
            </a:r>
            <a:r>
              <a:rPr lang="en-US" altLang="zh-CN" sz="3600" dirty="0">
                <a:solidFill>
                  <a:schemeClr val="bg2"/>
                </a:solidFill>
                <a:effectLst>
                  <a:outerShdw blurRad="38100" dist="38100" dir="2700000" algn="tl">
                    <a:srgbClr val="000000"/>
                  </a:outerShdw>
                </a:effectLst>
                <a:latin typeface="+mj-lt"/>
                <a:ea typeface="楷体" panose="02010609060101010101" pitchFamily="49" charset="-122"/>
              </a:rPr>
              <a:t>age</a:t>
            </a:r>
            <a:r>
              <a:rPr lang="zh-CN" altLang="en-US" sz="3600" dirty="0">
                <a:solidFill>
                  <a:schemeClr val="bg2"/>
                </a:solidFill>
                <a:effectLst>
                  <a:outerShdw blurRad="38100" dist="38100" dir="2700000" algn="tl">
                    <a:srgbClr val="000000"/>
                  </a:outerShdw>
                </a:effectLst>
                <a:latin typeface="+mj-lt"/>
                <a:ea typeface="楷体" panose="02010609060101010101" pitchFamily="49" charset="-122"/>
              </a:rPr>
              <a:t>值加</a:t>
            </a:r>
            <a:r>
              <a:rPr lang="en-US" altLang="zh-CN" sz="3600" dirty="0">
                <a:solidFill>
                  <a:schemeClr val="bg2"/>
                </a:solidFill>
                <a:effectLst>
                  <a:outerShdw blurRad="38100" dist="38100" dir="2700000" algn="tl">
                    <a:srgbClr val="000000"/>
                  </a:outerShdw>
                </a:effectLst>
                <a:latin typeface="+mj-lt"/>
                <a:ea typeface="楷体" panose="02010609060101010101" pitchFamily="49" charset="-122"/>
              </a:rPr>
              <a:t>1</a:t>
            </a:r>
            <a:r>
              <a:rPr lang="zh-CN" altLang="en-US" sz="3600" dirty="0">
                <a:solidFill>
                  <a:schemeClr val="bg2"/>
                </a:solidFill>
                <a:effectLst>
                  <a:outerShdw blurRad="38100" dist="38100" dir="2700000" algn="tl">
                    <a:srgbClr val="000000"/>
                  </a:outerShdw>
                </a:effectLst>
                <a:latin typeface="+mj-lt"/>
                <a:ea typeface="楷体" panose="02010609060101010101" pitchFamily="49" charset="-122"/>
              </a:rPr>
              <a:t>；</a:t>
            </a:r>
            <a:endParaRPr lang="en-US" altLang="zh-CN" sz="3600" dirty="0">
              <a:solidFill>
                <a:schemeClr val="bg2"/>
              </a:solidFill>
              <a:effectLst>
                <a:outerShdw blurRad="38100" dist="38100" dir="2700000" algn="tl">
                  <a:srgbClr val="000000"/>
                </a:outerShdw>
              </a:effectLst>
              <a:latin typeface="+mj-lt"/>
              <a:ea typeface="楷体" panose="02010609060101010101" pitchFamily="49" charset="-122"/>
            </a:endParaRPr>
          </a:p>
          <a:p>
            <a:pPr marL="812800" lvl="3" indent="-355600" defTabSz="355600">
              <a:spcBef>
                <a:spcPts val="0"/>
              </a:spcBef>
              <a:buSzPct val="80000"/>
              <a:buFont typeface="Wingdings" panose="05000000000000000000" pitchFamily="2" charset="2"/>
              <a:buChar char="n"/>
              <a:tabLst>
                <a:tab pos="3851275" algn="l"/>
              </a:tabLst>
              <a:defRPr/>
            </a:pPr>
            <a:r>
              <a:rPr lang="zh-CN" altLang="en-US" sz="3200" dirty="0">
                <a:solidFill>
                  <a:schemeClr val="bg2"/>
                </a:solidFill>
                <a:effectLst>
                  <a:outerShdw blurRad="38100" dist="38100" dir="2700000" algn="tl">
                    <a:srgbClr val="000000"/>
                  </a:outerShdw>
                </a:effectLst>
                <a:latin typeface="+mj-lt"/>
                <a:ea typeface="楷体" panose="02010609060101010101" pitchFamily="49" charset="-122"/>
              </a:rPr>
              <a:t>访问频率越高的页面其</a:t>
            </a:r>
            <a:r>
              <a:rPr lang="en-US" altLang="zh-CN" sz="3200" dirty="0">
                <a:solidFill>
                  <a:schemeClr val="bg2"/>
                </a:solidFill>
                <a:effectLst>
                  <a:outerShdw blurRad="38100" dist="38100" dir="2700000" algn="tl">
                    <a:srgbClr val="000000"/>
                  </a:outerShdw>
                </a:effectLst>
                <a:latin typeface="+mj-lt"/>
                <a:ea typeface="楷体" panose="02010609060101010101" pitchFamily="49" charset="-122"/>
              </a:rPr>
              <a:t>age</a:t>
            </a:r>
            <a:r>
              <a:rPr lang="zh-CN" altLang="en-US" sz="3200" dirty="0">
                <a:solidFill>
                  <a:schemeClr val="bg2"/>
                </a:solidFill>
                <a:effectLst>
                  <a:outerShdw blurRad="38100" dist="38100" dir="2700000" algn="tl">
                    <a:srgbClr val="000000"/>
                  </a:outerShdw>
                </a:effectLst>
                <a:latin typeface="+mj-lt"/>
                <a:ea typeface="楷体" panose="02010609060101010101" pitchFamily="49" charset="-122"/>
              </a:rPr>
              <a:t>值越大</a:t>
            </a:r>
            <a:endParaRPr lang="en-US" altLang="zh-CN" sz="3200" dirty="0">
              <a:solidFill>
                <a:schemeClr val="bg2"/>
              </a:solidFill>
              <a:effectLst>
                <a:outerShdw blurRad="38100" dist="38100" dir="2700000" algn="tl">
                  <a:srgbClr val="000000"/>
                </a:outerShdw>
              </a:effectLst>
              <a:latin typeface="+mj-lt"/>
              <a:ea typeface="楷体" panose="02010609060101010101" pitchFamily="49" charset="-122"/>
            </a:endParaRPr>
          </a:p>
          <a:p>
            <a:pPr marL="355600" lvl="2" indent="-355600" defTabSz="355600">
              <a:spcBef>
                <a:spcPts val="0"/>
              </a:spcBef>
              <a:buSzPct val="80000"/>
              <a:buFont typeface="Wingdings" panose="05000000000000000000" pitchFamily="2" charset="2"/>
              <a:buChar char="n"/>
              <a:tabLst>
                <a:tab pos="3851275" algn="l"/>
              </a:tabLst>
              <a:defRPr/>
            </a:pPr>
            <a:r>
              <a:rPr lang="en-US" altLang="zh-CN" sz="3600" dirty="0">
                <a:solidFill>
                  <a:schemeClr val="bg2"/>
                </a:solidFill>
                <a:effectLst>
                  <a:outerShdw blurRad="38100" dist="38100" dir="2700000" algn="tl">
                    <a:srgbClr val="000000"/>
                  </a:outerShdw>
                </a:effectLst>
                <a:latin typeface="+mj-lt"/>
                <a:ea typeface="楷体" panose="02010609060101010101" pitchFamily="49" charset="-122"/>
              </a:rPr>
              <a:t>Linux</a:t>
            </a:r>
            <a:r>
              <a:rPr lang="zh-CN" altLang="en-US" sz="3600" dirty="0">
                <a:solidFill>
                  <a:schemeClr val="bg2"/>
                </a:solidFill>
                <a:effectLst>
                  <a:outerShdw blurRad="38100" dist="38100" dir="2700000" algn="tl">
                    <a:srgbClr val="000000"/>
                  </a:outerShdw>
                </a:effectLst>
                <a:latin typeface="+mj-lt"/>
                <a:ea typeface="楷体" panose="02010609060101010101" pitchFamily="49" charset="-122"/>
              </a:rPr>
              <a:t>定时对所有内存块进行扫描</a:t>
            </a:r>
            <a:endParaRPr lang="en-US" altLang="zh-CN" sz="3600" dirty="0">
              <a:solidFill>
                <a:schemeClr val="bg2"/>
              </a:solidFill>
              <a:effectLst>
                <a:outerShdw blurRad="38100" dist="38100" dir="2700000" algn="tl">
                  <a:srgbClr val="000000"/>
                </a:outerShdw>
              </a:effectLst>
              <a:latin typeface="+mj-lt"/>
              <a:ea typeface="楷体" panose="02010609060101010101" pitchFamily="49" charset="-122"/>
            </a:endParaRPr>
          </a:p>
          <a:p>
            <a:pPr marL="812800" lvl="3" indent="-355600" defTabSz="355600">
              <a:spcBef>
                <a:spcPts val="0"/>
              </a:spcBef>
              <a:buSzPct val="80000"/>
              <a:buFont typeface="Wingdings" panose="05000000000000000000" pitchFamily="2" charset="2"/>
              <a:buChar char="n"/>
              <a:tabLst>
                <a:tab pos="3851275" algn="l"/>
              </a:tabLst>
              <a:defRPr/>
            </a:pPr>
            <a:r>
              <a:rPr lang="zh-CN" altLang="en-US" sz="3200" dirty="0">
                <a:solidFill>
                  <a:schemeClr val="bg2"/>
                </a:solidFill>
                <a:effectLst>
                  <a:outerShdw blurRad="38100" dist="38100" dir="2700000" algn="tl">
                    <a:srgbClr val="000000"/>
                  </a:outerShdw>
                </a:effectLst>
                <a:latin typeface="+mj-lt"/>
                <a:ea typeface="楷体" panose="02010609060101010101" pitchFamily="49" charset="-122"/>
              </a:rPr>
              <a:t>如果其</a:t>
            </a:r>
            <a:r>
              <a:rPr lang="en-US" altLang="zh-CN" sz="3200" dirty="0">
                <a:solidFill>
                  <a:schemeClr val="bg2"/>
                </a:solidFill>
                <a:effectLst>
                  <a:outerShdw blurRad="38100" dist="38100" dir="2700000" algn="tl">
                    <a:srgbClr val="000000"/>
                  </a:outerShdw>
                </a:effectLst>
                <a:latin typeface="+mj-lt"/>
                <a:ea typeface="楷体" panose="02010609060101010101" pitchFamily="49" charset="-122"/>
              </a:rPr>
              <a:t>age</a:t>
            </a:r>
            <a:r>
              <a:rPr lang="zh-CN" altLang="en-US" sz="3200" dirty="0">
                <a:solidFill>
                  <a:schemeClr val="bg2"/>
                </a:solidFill>
                <a:effectLst>
                  <a:outerShdw blurRad="38100" dist="38100" dir="2700000" algn="tl">
                    <a:srgbClr val="000000"/>
                  </a:outerShdw>
                </a:effectLst>
                <a:latin typeface="+mj-lt"/>
                <a:ea typeface="楷体" panose="02010609060101010101" pitchFamily="49" charset="-122"/>
              </a:rPr>
              <a:t>值不为</a:t>
            </a:r>
            <a:r>
              <a:rPr lang="en-US" altLang="zh-CN" sz="3200" dirty="0">
                <a:solidFill>
                  <a:schemeClr val="bg2"/>
                </a:solidFill>
                <a:effectLst>
                  <a:outerShdw blurRad="38100" dist="38100" dir="2700000" algn="tl">
                    <a:srgbClr val="000000"/>
                  </a:outerShdw>
                </a:effectLst>
                <a:latin typeface="+mj-lt"/>
                <a:ea typeface="楷体" panose="02010609060101010101" pitchFamily="49" charset="-122"/>
              </a:rPr>
              <a:t>0</a:t>
            </a:r>
            <a:r>
              <a:rPr lang="zh-CN" altLang="en-US" sz="3200" dirty="0">
                <a:solidFill>
                  <a:schemeClr val="bg2"/>
                </a:solidFill>
                <a:effectLst>
                  <a:outerShdw blurRad="38100" dist="38100" dir="2700000" algn="tl">
                    <a:srgbClr val="000000"/>
                  </a:outerShdw>
                </a:effectLst>
                <a:latin typeface="+mj-lt"/>
                <a:ea typeface="楷体" panose="02010609060101010101" pitchFamily="49" charset="-122"/>
              </a:rPr>
              <a:t>，就减</a:t>
            </a:r>
            <a:r>
              <a:rPr lang="en-US" altLang="zh-CN" sz="3200" dirty="0">
                <a:solidFill>
                  <a:schemeClr val="bg2"/>
                </a:solidFill>
                <a:effectLst>
                  <a:outerShdw blurRad="38100" dist="38100" dir="2700000" algn="tl">
                    <a:srgbClr val="000000"/>
                  </a:outerShdw>
                </a:effectLst>
                <a:latin typeface="+mj-lt"/>
                <a:ea typeface="楷体" panose="02010609060101010101" pitchFamily="49" charset="-122"/>
              </a:rPr>
              <a:t>1</a:t>
            </a:r>
            <a:r>
              <a:rPr lang="zh-CN" altLang="en-US" sz="3200" dirty="0">
                <a:solidFill>
                  <a:schemeClr val="bg2"/>
                </a:solidFill>
                <a:effectLst>
                  <a:outerShdw blurRad="38100" dist="38100" dir="2700000" algn="tl">
                    <a:srgbClr val="000000"/>
                  </a:outerShdw>
                </a:effectLst>
                <a:latin typeface="+mj-lt"/>
                <a:ea typeface="楷体" panose="02010609060101010101" pitchFamily="49" charset="-122"/>
              </a:rPr>
              <a:t>；</a:t>
            </a:r>
            <a:endParaRPr lang="en-US" altLang="zh-CN" sz="3200" dirty="0">
              <a:solidFill>
                <a:schemeClr val="bg2"/>
              </a:solidFill>
              <a:effectLst>
                <a:outerShdw blurRad="38100" dist="38100" dir="2700000" algn="tl">
                  <a:srgbClr val="000000"/>
                </a:outerShdw>
              </a:effectLst>
              <a:latin typeface="+mj-lt"/>
              <a:ea typeface="楷体" panose="02010609060101010101" pitchFamily="49" charset="-122"/>
            </a:endParaRPr>
          </a:p>
          <a:p>
            <a:pPr marL="355600" lvl="2" indent="-355600" defTabSz="355600">
              <a:spcBef>
                <a:spcPts val="0"/>
              </a:spcBef>
              <a:buSzPct val="80000"/>
              <a:buFont typeface="Wingdings" panose="05000000000000000000" pitchFamily="2" charset="2"/>
              <a:buChar char="n"/>
              <a:tabLst>
                <a:tab pos="3851275" algn="l"/>
              </a:tabLst>
              <a:defRPr/>
            </a:pPr>
            <a:r>
              <a:rPr lang="zh-CN" altLang="en-US" sz="3600" dirty="0">
                <a:solidFill>
                  <a:schemeClr val="bg2"/>
                </a:solidFill>
                <a:effectLst>
                  <a:outerShdw blurRad="38100" dist="38100" dir="2700000" algn="tl">
                    <a:srgbClr val="000000"/>
                  </a:outerShdw>
                </a:effectLst>
                <a:latin typeface="+mj-lt"/>
                <a:ea typeface="楷体" panose="02010609060101010101" pitchFamily="49" charset="-122"/>
              </a:rPr>
              <a:t>当淘汰页面时，选择</a:t>
            </a:r>
            <a:r>
              <a:rPr lang="en-US" altLang="zh-CN" sz="3600" dirty="0">
                <a:solidFill>
                  <a:schemeClr val="bg2"/>
                </a:solidFill>
                <a:effectLst>
                  <a:outerShdw blurRad="38100" dist="38100" dir="2700000" algn="tl">
                    <a:srgbClr val="000000"/>
                  </a:outerShdw>
                </a:effectLst>
                <a:latin typeface="+mj-lt"/>
                <a:ea typeface="楷体" panose="02010609060101010101" pitchFamily="49" charset="-122"/>
              </a:rPr>
              <a:t>age</a:t>
            </a:r>
            <a:r>
              <a:rPr lang="zh-CN" altLang="en-US" sz="3600" dirty="0">
                <a:solidFill>
                  <a:schemeClr val="bg2"/>
                </a:solidFill>
                <a:effectLst>
                  <a:outerShdw blurRad="38100" dist="38100" dir="2700000" algn="tl">
                    <a:srgbClr val="000000"/>
                  </a:outerShdw>
                </a:effectLst>
                <a:latin typeface="+mj-lt"/>
                <a:ea typeface="楷体" panose="02010609060101010101" pitchFamily="49" charset="-122"/>
              </a:rPr>
              <a:t>值为</a:t>
            </a:r>
            <a:r>
              <a:rPr lang="en-US" altLang="zh-CN" sz="3600" dirty="0">
                <a:solidFill>
                  <a:schemeClr val="bg2"/>
                </a:solidFill>
                <a:effectLst>
                  <a:outerShdw blurRad="38100" dist="38100" dir="2700000" algn="tl">
                    <a:srgbClr val="000000"/>
                  </a:outerShdw>
                </a:effectLst>
                <a:latin typeface="+mj-lt"/>
                <a:ea typeface="楷体" panose="02010609060101010101" pitchFamily="49" charset="-122"/>
              </a:rPr>
              <a:t>0</a:t>
            </a:r>
            <a:r>
              <a:rPr lang="zh-CN" altLang="en-US" sz="3600" dirty="0">
                <a:solidFill>
                  <a:schemeClr val="bg2"/>
                </a:solidFill>
                <a:effectLst>
                  <a:outerShdw blurRad="38100" dist="38100" dir="2700000" algn="tl">
                    <a:srgbClr val="000000"/>
                  </a:outerShdw>
                </a:effectLst>
                <a:latin typeface="+mj-lt"/>
                <a:ea typeface="楷体" panose="02010609060101010101" pitchFamily="49" charset="-122"/>
              </a:rPr>
              <a:t>的页面</a:t>
            </a:r>
            <a:endParaRPr lang="en-US" altLang="zh-CN" sz="3600" dirty="0">
              <a:solidFill>
                <a:schemeClr val="bg2"/>
              </a:solidFill>
              <a:effectLst>
                <a:outerShdw blurRad="38100" dist="38100" dir="2700000" algn="tl">
                  <a:srgbClr val="000000"/>
                </a:outerShdw>
              </a:effectLst>
              <a:latin typeface="+mj-lt"/>
              <a:ea typeface="楷体" panose="02010609060101010101" pitchFamily="49" charset="-122"/>
            </a:endParaRPr>
          </a:p>
          <a:p>
            <a:pPr marL="812800" lvl="3" indent="-355600" defTabSz="355600">
              <a:spcBef>
                <a:spcPts val="0"/>
              </a:spcBef>
              <a:buSzPct val="80000"/>
              <a:buFont typeface="Wingdings" panose="05000000000000000000" pitchFamily="2" charset="2"/>
              <a:buChar char="n"/>
              <a:tabLst>
                <a:tab pos="3851275" algn="l"/>
              </a:tabLst>
              <a:defRPr/>
            </a:pPr>
            <a:r>
              <a:rPr lang="zh-CN" altLang="en-US" sz="3200" dirty="0">
                <a:solidFill>
                  <a:schemeClr val="bg2"/>
                </a:solidFill>
                <a:effectLst>
                  <a:outerShdw blurRad="38100" dist="38100" dir="2700000" algn="tl">
                    <a:srgbClr val="000000"/>
                  </a:outerShdw>
                </a:effectLst>
                <a:latin typeface="+mj-lt"/>
                <a:ea typeface="楷体" panose="02010609060101010101" pitchFamily="49" charset="-122"/>
              </a:rPr>
              <a:t>很长时间没被访问过</a:t>
            </a:r>
            <a:endParaRPr lang="en-US" altLang="zh-CN" sz="3200" dirty="0">
              <a:solidFill>
                <a:schemeClr val="bg2"/>
              </a:solidFill>
              <a:effectLst>
                <a:outerShdw blurRad="38100" dist="38100" dir="2700000" algn="tl">
                  <a:srgbClr val="000000"/>
                </a:outerShdw>
              </a:effectLst>
              <a:latin typeface="+mj-lt"/>
              <a:ea typeface="楷体" panose="02010609060101010101" pitchFamily="49" charset="-122"/>
            </a:endParaRPr>
          </a:p>
        </p:txBody>
      </p:sp>
      <p:sp>
        <p:nvSpPr>
          <p:cNvPr id="66563" name="TextBox 4"/>
          <p:cNvSpPr txBox="1">
            <a:spLocks noChangeArrowheads="1"/>
          </p:cNvSpPr>
          <p:nvPr/>
        </p:nvSpPr>
        <p:spPr bwMode="auto">
          <a:xfrm>
            <a:off x="142875" y="857250"/>
            <a:ext cx="8786813" cy="1384300"/>
          </a:xfrm>
          <a:prstGeom prst="rect">
            <a:avLst/>
          </a:prstGeom>
          <a:solidFill>
            <a:schemeClr val="tx1">
              <a:lumMod val="85000"/>
            </a:schemeClr>
          </a:solidFill>
          <a:ln>
            <a:noFill/>
          </a:ln>
        </p:spPr>
        <p:txBody>
          <a:bodyPr>
            <a:spAutoFit/>
          </a:bodyP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800" b="1" dirty="0">
                <a:solidFill>
                  <a:schemeClr val="bg2"/>
                </a:solidFill>
              </a:rPr>
              <a:t>Clock</a:t>
            </a:r>
            <a:r>
              <a:rPr lang="zh-CN" altLang="en-US" sz="2800" b="1" dirty="0">
                <a:solidFill>
                  <a:schemeClr val="bg2"/>
                </a:solidFill>
              </a:rPr>
              <a:t>算法：把进程的各个页面按照</a:t>
            </a:r>
            <a:r>
              <a:rPr lang="en-US" altLang="zh-CN" sz="2800" b="1" dirty="0">
                <a:solidFill>
                  <a:schemeClr val="bg2"/>
                </a:solidFill>
              </a:rPr>
              <a:t>FIFO</a:t>
            </a:r>
            <a:r>
              <a:rPr lang="zh-CN" altLang="en-US" sz="2800" b="1" dirty="0">
                <a:solidFill>
                  <a:schemeClr val="bg2"/>
                </a:solidFill>
              </a:rPr>
              <a:t>的顺序组织成一个环形链表，逐个考察各个页面，若访问位为</a:t>
            </a:r>
            <a:r>
              <a:rPr lang="en-US" altLang="zh-CN" sz="2800" b="1" dirty="0">
                <a:solidFill>
                  <a:schemeClr val="bg2"/>
                </a:solidFill>
              </a:rPr>
              <a:t>0</a:t>
            </a:r>
            <a:r>
              <a:rPr lang="zh-CN" altLang="en-US" sz="2800" b="1" dirty="0">
                <a:solidFill>
                  <a:schemeClr val="bg2"/>
                </a:solidFill>
              </a:rPr>
              <a:t>，立即淘汰；若访问位为</a:t>
            </a:r>
            <a:r>
              <a:rPr lang="en-US" altLang="zh-CN" sz="2800" b="1" dirty="0">
                <a:solidFill>
                  <a:schemeClr val="bg2"/>
                </a:solidFill>
              </a:rPr>
              <a:t>1</a:t>
            </a:r>
            <a:r>
              <a:rPr lang="zh-CN" altLang="en-US" sz="2800" b="1" dirty="0">
                <a:solidFill>
                  <a:schemeClr val="bg2"/>
                </a:solidFill>
              </a:rPr>
              <a:t>，则置为</a:t>
            </a:r>
            <a:r>
              <a:rPr lang="en-US" altLang="zh-CN" sz="2800" b="1" dirty="0">
                <a:solidFill>
                  <a:schemeClr val="bg2"/>
                </a:solidFill>
              </a:rPr>
              <a:t>0</a:t>
            </a:r>
            <a:r>
              <a:rPr lang="zh-CN" altLang="en-US" sz="2800" b="1" dirty="0">
                <a:solidFill>
                  <a:schemeClr val="bg2"/>
                </a:solidFill>
              </a:rPr>
              <a:t>，再去考察下一个页面。</a:t>
            </a:r>
            <a:endParaRPr lang="zh-CN" altLang="en-US" sz="2400" dirty="0">
              <a:solidFill>
                <a:schemeClr val="bg2"/>
              </a:solidFill>
            </a:endParaRPr>
          </a:p>
        </p:txBody>
      </p:sp>
      <p:sp>
        <p:nvSpPr>
          <p:cNvPr id="6" name="Rectangle 14"/>
          <p:cNvSpPr>
            <a:spLocks noChangeArrowheads="1"/>
          </p:cNvSpPr>
          <p:nvPr/>
        </p:nvSpPr>
        <p:spPr bwMode="auto">
          <a:xfrm>
            <a:off x="2311164" y="58569"/>
            <a:ext cx="4521671" cy="707886"/>
          </a:xfrm>
          <a:prstGeom prst="rect">
            <a:avLst/>
          </a:prstGeom>
          <a:noFill/>
          <a:ln w="12700" cap="sq">
            <a:noFill/>
            <a:miter lim="800000"/>
            <a:headEnd type="none" w="sm" len="sm"/>
            <a:tailEnd type="none" w="sm" len="sm"/>
          </a:ln>
        </p:spPr>
        <p:txBody>
          <a:bodyPr wrap="square">
            <a:spAutoFit/>
          </a:bodyPr>
          <a:lstStyle/>
          <a:p>
            <a:pPr marL="342900" indent="-342900" algn="ctr">
              <a:spcBef>
                <a:spcPct val="20000"/>
              </a:spcBef>
              <a:buClr>
                <a:srgbClr val="FFCC66"/>
              </a:buClr>
              <a:buSzPct val="90000"/>
              <a:defRPr/>
            </a:pPr>
            <a:r>
              <a:rPr lang="en-US" altLang="zh-CN" sz="4000" dirty="0">
                <a:solidFill>
                  <a:srgbClr val="006699"/>
                </a:solidFill>
                <a:effectLst>
                  <a:outerShdw blurRad="38100" dist="38100" dir="2700000" algn="tl">
                    <a:srgbClr val="000000">
                      <a:alpha val="43137"/>
                    </a:srgbClr>
                  </a:outerShdw>
                </a:effectLst>
                <a:latin typeface="+mj-lt"/>
                <a:ea typeface="MS PGothic" pitchFamily="34" charset="-128"/>
                <a:cs typeface="+mj-cs"/>
              </a:rPr>
              <a:t>Clock</a:t>
            </a:r>
            <a:r>
              <a:rPr lang="zh-CN" altLang="en-US" sz="4000" dirty="0">
                <a:solidFill>
                  <a:srgbClr val="006699"/>
                </a:solidFill>
                <a:effectLst>
                  <a:outerShdw blurRad="38100" dist="38100" dir="2700000" algn="tl">
                    <a:srgbClr val="000000">
                      <a:alpha val="43137"/>
                    </a:srgbClr>
                  </a:outerShdw>
                </a:effectLst>
                <a:latin typeface="+mj-lt"/>
                <a:ea typeface="MS PGothic" pitchFamily="34" charset="-128"/>
                <a:cs typeface="+mj-cs"/>
              </a:rPr>
              <a:t>算法的改进</a:t>
            </a:r>
          </a:p>
        </p:txBody>
      </p:sp>
      <p:sp>
        <p:nvSpPr>
          <p:cNvPr id="5" name="AutoShape 8">
            <a:hlinkClick r:id="rId3" action="ppaction://hlinksldjump" highlightClick="1"/>
          </p:cNvPr>
          <p:cNvSpPr>
            <a:spLocks noChangeArrowheads="1"/>
          </p:cNvSpPr>
          <p:nvPr/>
        </p:nvSpPr>
        <p:spPr bwMode="auto">
          <a:xfrm>
            <a:off x="8748464" y="6525344"/>
            <a:ext cx="395536" cy="346295"/>
          </a:xfrm>
          <a:prstGeom prst="actionButtonReturn">
            <a:avLst/>
          </a:prstGeom>
          <a:solidFill>
            <a:schemeClr val="tx1">
              <a:lumMod val="95000"/>
              <a:alpha val="89999"/>
            </a:schemeClr>
          </a:solidFill>
          <a:ln w="9525">
            <a:noFill/>
            <a:miter lim="800000"/>
            <a:headEnd/>
            <a:tailEnd/>
          </a:ln>
          <a:effectLst/>
        </p:spPr>
        <p:txBody>
          <a:bodyPr wrap="none" anchor="ctr"/>
          <a:lstStyle/>
          <a:p>
            <a:pPr>
              <a:lnSpc>
                <a:spcPct val="110000"/>
              </a:lnSpc>
              <a:spcBef>
                <a:spcPct val="20000"/>
              </a:spcBef>
              <a:buClr>
                <a:schemeClr val="folHlink"/>
              </a:buClr>
              <a:buSzPct val="75000"/>
              <a:buFont typeface="Monotype Sorts" pitchFamily="2" charset="2"/>
              <a:buNone/>
              <a:defRPr/>
            </a:pPr>
            <a:endParaRPr lang="zh-CN" altLang="en-US">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833835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Effect transition="in" filter="blinds(horizontal)">
                                      <p:cBhvr>
                                        <p:cTn id="7" dur="500"/>
                                        <p:tgtEl>
                                          <p:spTgt spid="276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651">
                                            <p:txEl>
                                              <p:pRg st="1" end="1"/>
                                            </p:txEl>
                                          </p:spTgt>
                                        </p:tgtEl>
                                        <p:attrNameLst>
                                          <p:attrName>style.visibility</p:attrName>
                                        </p:attrNameLst>
                                      </p:cBhvr>
                                      <p:to>
                                        <p:strVal val="visible"/>
                                      </p:to>
                                    </p:set>
                                    <p:animEffect transition="in" filter="blinds(horizontal)">
                                      <p:cBhvr>
                                        <p:cTn id="12" dur="500"/>
                                        <p:tgtEl>
                                          <p:spTgt spid="27651">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27651">
                                            <p:txEl>
                                              <p:pRg st="2" end="2"/>
                                            </p:txEl>
                                          </p:spTgt>
                                        </p:tgtEl>
                                        <p:attrNameLst>
                                          <p:attrName>style.visibility</p:attrName>
                                        </p:attrNameLst>
                                      </p:cBhvr>
                                      <p:to>
                                        <p:strVal val="visible"/>
                                      </p:to>
                                    </p:set>
                                    <p:animEffect transition="in" filter="blinds(horizontal)">
                                      <p:cBhvr>
                                        <p:cTn id="15" dur="500"/>
                                        <p:tgtEl>
                                          <p:spTgt spid="27651">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7651">
                                            <p:txEl>
                                              <p:pRg st="3" end="3"/>
                                            </p:txEl>
                                          </p:spTgt>
                                        </p:tgtEl>
                                        <p:attrNameLst>
                                          <p:attrName>style.visibility</p:attrName>
                                        </p:attrNameLst>
                                      </p:cBhvr>
                                      <p:to>
                                        <p:strVal val="visible"/>
                                      </p:to>
                                    </p:set>
                                    <p:animEffect transition="in" filter="blinds(horizontal)">
                                      <p:cBhvr>
                                        <p:cTn id="18" dur="500"/>
                                        <p:tgtEl>
                                          <p:spTgt spid="27651">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27651">
                                            <p:txEl>
                                              <p:pRg st="4" end="4"/>
                                            </p:txEl>
                                          </p:spTgt>
                                        </p:tgtEl>
                                        <p:attrNameLst>
                                          <p:attrName>style.visibility</p:attrName>
                                        </p:attrNameLst>
                                      </p:cBhvr>
                                      <p:to>
                                        <p:strVal val="visible"/>
                                      </p:to>
                                    </p:set>
                                    <p:animEffect transition="in" filter="blinds(horizontal)">
                                      <p:cBhvr>
                                        <p:cTn id="21" dur="500"/>
                                        <p:tgtEl>
                                          <p:spTgt spid="27651">
                                            <p:txEl>
                                              <p:pRg st="4" end="4"/>
                                            </p:txEl>
                                          </p:spTgt>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27651">
                                            <p:txEl>
                                              <p:pRg st="5" end="5"/>
                                            </p:txEl>
                                          </p:spTgt>
                                        </p:tgtEl>
                                        <p:attrNameLst>
                                          <p:attrName>style.visibility</p:attrName>
                                        </p:attrNameLst>
                                      </p:cBhvr>
                                      <p:to>
                                        <p:strVal val="visible"/>
                                      </p:to>
                                    </p:set>
                                    <p:animEffect transition="in" filter="blinds(horizontal)">
                                      <p:cBhvr>
                                        <p:cTn id="24" dur="500"/>
                                        <p:tgtEl>
                                          <p:spTgt spid="27651">
                                            <p:txEl>
                                              <p:pRg st="5" end="5"/>
                                            </p:txEl>
                                          </p:spTgt>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27651">
                                            <p:txEl>
                                              <p:pRg st="6" end="6"/>
                                            </p:txEl>
                                          </p:spTgt>
                                        </p:tgtEl>
                                        <p:attrNameLst>
                                          <p:attrName>style.visibility</p:attrName>
                                        </p:attrNameLst>
                                      </p:cBhvr>
                                      <p:to>
                                        <p:strVal val="visible"/>
                                      </p:to>
                                    </p:set>
                                    <p:animEffect transition="in" filter="blinds(horizontal)">
                                      <p:cBhvr>
                                        <p:cTn id="27" dur="500"/>
                                        <p:tgtEl>
                                          <p:spTgt spid="27651">
                                            <p:txEl>
                                              <p:pRg st="6" end="6"/>
                                            </p:txEl>
                                          </p:spTgt>
                                        </p:tgtEl>
                                      </p:cBhvr>
                                    </p:animEffect>
                                  </p:childTnLst>
                                </p:cTn>
                              </p:par>
                            </p:childTnLst>
                          </p:cTn>
                        </p:par>
                        <p:par>
                          <p:cTn id="28" fill="hold">
                            <p:stCondLst>
                              <p:cond delay="500"/>
                            </p:stCondLst>
                            <p:childTnLst>
                              <p:par>
                                <p:cTn id="29" presetID="4" presetClass="entr" presetSubtype="16" fill="hold" grpId="0" nodeType="after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box(in)">
                                      <p:cBhvr>
                                        <p:cTn id="3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P spid="5"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2">
            <a:extLst>
              <a:ext uri="{FF2B5EF4-FFF2-40B4-BE49-F238E27FC236}">
                <a16:creationId xmlns:a16="http://schemas.microsoft.com/office/drawing/2014/main" id="{8FADA2A8-0827-4D33-B494-6D02FF1BB1F2}"/>
              </a:ext>
            </a:extLst>
          </p:cNvPr>
          <p:cNvSpPr>
            <a:spLocks noChangeArrowheads="1"/>
          </p:cNvSpPr>
          <p:nvPr/>
        </p:nvSpPr>
        <p:spPr bwMode="auto">
          <a:xfrm>
            <a:off x="32996" y="3200401"/>
            <a:ext cx="9144000" cy="1384300"/>
          </a:xfrm>
          <a:prstGeom prst="rect">
            <a:avLst/>
          </a:prstGeom>
          <a:solidFill>
            <a:srgbClr val="F8F8F8"/>
          </a:solidFill>
          <a:ln>
            <a:noFill/>
          </a:ln>
        </p:spPr>
        <p:txBody>
          <a:bodyPr>
            <a:spAutoFit/>
          </a:bodyPr>
          <a:lstStyle>
            <a:lvl1pPr defTabSz="850900">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8509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8509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8509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8509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8509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8509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8509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8509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
                <a:srgbClr val="FFFF66"/>
              </a:buClr>
              <a:buSzTx/>
              <a:buFontTx/>
              <a:buNone/>
              <a:defRPr/>
            </a:pPr>
            <a:r>
              <a:rPr lang="zh-CN" altLang="en-US" sz="2800" dirty="0">
                <a:solidFill>
                  <a:schemeClr val="bg2"/>
                </a:solidFill>
              </a:rPr>
              <a:t>设有虚地址访问序列 </a:t>
            </a:r>
            <a:r>
              <a:rPr lang="en-US" altLang="zh-CN" sz="2800" dirty="0">
                <a:solidFill>
                  <a:schemeClr val="bg1">
                    <a:lumMod val="75000"/>
                  </a:schemeClr>
                </a:solidFill>
              </a:rPr>
              <a:t>2362H</a:t>
            </a:r>
            <a:r>
              <a:rPr lang="zh-CN" altLang="en-US" sz="2800" dirty="0">
                <a:solidFill>
                  <a:schemeClr val="bg1">
                    <a:lumMod val="75000"/>
                  </a:schemeClr>
                </a:solidFill>
              </a:rPr>
              <a:t>、</a:t>
            </a:r>
            <a:r>
              <a:rPr lang="en-US" altLang="zh-CN" sz="2800" dirty="0">
                <a:solidFill>
                  <a:schemeClr val="bg1">
                    <a:lumMod val="75000"/>
                  </a:schemeClr>
                </a:solidFill>
              </a:rPr>
              <a:t>1565H</a:t>
            </a:r>
            <a:r>
              <a:rPr lang="zh-CN" altLang="en-US" sz="2800" dirty="0">
                <a:solidFill>
                  <a:schemeClr val="bg1">
                    <a:lumMod val="75000"/>
                  </a:schemeClr>
                </a:solidFill>
              </a:rPr>
              <a:t>、</a:t>
            </a:r>
            <a:r>
              <a:rPr lang="en-US" altLang="zh-CN" sz="2800" dirty="0">
                <a:solidFill>
                  <a:schemeClr val="bg1">
                    <a:lumMod val="75000"/>
                  </a:schemeClr>
                </a:solidFill>
              </a:rPr>
              <a:t>25A5H</a:t>
            </a:r>
            <a:r>
              <a:rPr lang="zh-CN" altLang="en-US" sz="2800" dirty="0">
                <a:solidFill>
                  <a:schemeClr val="bg2"/>
                </a:solidFill>
              </a:rPr>
              <a:t>：</a:t>
            </a:r>
          </a:p>
          <a:p>
            <a:pPr eaLnBrk="1" hangingPunct="1">
              <a:spcBef>
                <a:spcPct val="0"/>
              </a:spcBef>
              <a:buClr>
                <a:srgbClr val="FFFF66"/>
              </a:buClr>
              <a:buSzTx/>
              <a:buFontTx/>
              <a:buNone/>
              <a:defRPr/>
            </a:pPr>
            <a:r>
              <a:rPr lang="zh-CN" altLang="en-US" sz="2800" dirty="0">
                <a:solidFill>
                  <a:schemeClr val="bg2"/>
                </a:solidFill>
              </a:rPr>
              <a:t>（</a:t>
            </a:r>
            <a:r>
              <a:rPr lang="en-US" altLang="zh-CN" sz="2800" dirty="0">
                <a:solidFill>
                  <a:schemeClr val="bg2"/>
                </a:solidFill>
              </a:rPr>
              <a:t>1</a:t>
            </a:r>
            <a:r>
              <a:rPr lang="zh-CN" altLang="en-US" sz="2800" dirty="0">
                <a:solidFill>
                  <a:schemeClr val="bg2"/>
                </a:solidFill>
              </a:rPr>
              <a:t>）依次访问三个虚地址，各需多少时间？计算过程。</a:t>
            </a:r>
          </a:p>
          <a:p>
            <a:pPr eaLnBrk="1" hangingPunct="1">
              <a:spcBef>
                <a:spcPct val="0"/>
              </a:spcBef>
              <a:buClr>
                <a:srgbClr val="FFFF66"/>
              </a:buClr>
              <a:buSzTx/>
              <a:buFontTx/>
              <a:buNone/>
              <a:defRPr/>
            </a:pPr>
            <a:r>
              <a:rPr lang="zh-CN" altLang="en-US" sz="2800" dirty="0">
                <a:solidFill>
                  <a:schemeClr val="bg2"/>
                </a:solidFill>
              </a:rPr>
              <a:t>（</a:t>
            </a:r>
            <a:r>
              <a:rPr lang="en-US" altLang="zh-CN" sz="2800" dirty="0">
                <a:solidFill>
                  <a:schemeClr val="bg2"/>
                </a:solidFill>
              </a:rPr>
              <a:t>2</a:t>
            </a:r>
            <a:r>
              <a:rPr lang="zh-CN" altLang="en-US" sz="2800" dirty="0">
                <a:solidFill>
                  <a:schemeClr val="bg2"/>
                </a:solidFill>
              </a:rPr>
              <a:t>）虚地址 </a:t>
            </a:r>
            <a:r>
              <a:rPr lang="en-US" altLang="zh-CN" sz="2800" dirty="0">
                <a:solidFill>
                  <a:schemeClr val="bg1">
                    <a:lumMod val="75000"/>
                  </a:schemeClr>
                </a:solidFill>
              </a:rPr>
              <a:t>1565H </a:t>
            </a:r>
            <a:r>
              <a:rPr lang="zh-CN" altLang="en-US" sz="2800" dirty="0">
                <a:solidFill>
                  <a:schemeClr val="bg2"/>
                </a:solidFill>
              </a:rPr>
              <a:t>的物理地址是多少？请说明理由。</a:t>
            </a:r>
          </a:p>
        </p:txBody>
      </p:sp>
      <p:sp>
        <p:nvSpPr>
          <p:cNvPr id="31749" name="Rectangle 2">
            <a:extLst>
              <a:ext uri="{FF2B5EF4-FFF2-40B4-BE49-F238E27FC236}">
                <a16:creationId xmlns:a16="http://schemas.microsoft.com/office/drawing/2014/main" id="{041C4E19-7D12-49F7-919D-371A75B27DBB}"/>
              </a:ext>
            </a:extLst>
          </p:cNvPr>
          <p:cNvSpPr>
            <a:spLocks noChangeArrowheads="1"/>
          </p:cNvSpPr>
          <p:nvPr/>
        </p:nvSpPr>
        <p:spPr bwMode="auto">
          <a:xfrm>
            <a:off x="27857" y="5928450"/>
            <a:ext cx="7910512" cy="103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850900">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8509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8509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8509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8509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8509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8509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8509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8509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ts val="600"/>
              </a:spcBef>
              <a:buClr>
                <a:srgbClr val="FFFF66"/>
              </a:buClr>
              <a:buSzTx/>
              <a:buFontTx/>
              <a:buNone/>
            </a:pPr>
            <a:r>
              <a:rPr lang="zh-CN" altLang="en-US" sz="2800" dirty="0">
                <a:solidFill>
                  <a:schemeClr val="bg2"/>
                </a:solidFill>
              </a:rPr>
              <a:t>页面大小为 </a:t>
            </a:r>
            <a:r>
              <a:rPr lang="en-US" altLang="zh-CN" sz="2800" dirty="0">
                <a:solidFill>
                  <a:schemeClr val="bg2"/>
                </a:solidFill>
              </a:rPr>
              <a:t>4KB</a:t>
            </a:r>
            <a:r>
              <a:rPr lang="zh-CN" altLang="en-US" sz="2800" dirty="0">
                <a:solidFill>
                  <a:schemeClr val="bg2"/>
                </a:solidFill>
              </a:rPr>
              <a:t>，即 </a:t>
            </a:r>
            <a:r>
              <a:rPr lang="en-US" altLang="zh-CN" sz="2800" dirty="0">
                <a:solidFill>
                  <a:schemeClr val="bg2"/>
                </a:solidFill>
              </a:rPr>
              <a:t>2</a:t>
            </a:r>
            <a:r>
              <a:rPr lang="en-US" altLang="zh-CN" sz="2800" baseline="30000" dirty="0">
                <a:solidFill>
                  <a:schemeClr val="bg2"/>
                </a:solidFill>
              </a:rPr>
              <a:t>12</a:t>
            </a:r>
            <a:r>
              <a:rPr lang="zh-CN" altLang="en-US" sz="2800" dirty="0">
                <a:solidFill>
                  <a:schemeClr val="bg2"/>
                </a:solidFill>
              </a:rPr>
              <a:t>。</a:t>
            </a:r>
            <a:endParaRPr lang="en-US" altLang="zh-CN" sz="2800" dirty="0">
              <a:solidFill>
                <a:schemeClr val="bg2"/>
              </a:solidFill>
            </a:endParaRPr>
          </a:p>
          <a:p>
            <a:pPr eaLnBrk="1" hangingPunct="1">
              <a:spcBef>
                <a:spcPts val="600"/>
              </a:spcBef>
              <a:buClr>
                <a:srgbClr val="FFFF66"/>
              </a:buClr>
              <a:buSzTx/>
              <a:buFontTx/>
              <a:buNone/>
            </a:pPr>
            <a:r>
              <a:rPr lang="zh-CN" altLang="en-US" sz="2800" dirty="0">
                <a:solidFill>
                  <a:schemeClr val="bg2"/>
                </a:solidFill>
              </a:rPr>
              <a:t>页内位移占虚地址的低 </a:t>
            </a:r>
            <a:r>
              <a:rPr lang="en-US" altLang="zh-CN" sz="2800" dirty="0">
                <a:solidFill>
                  <a:schemeClr val="bg2"/>
                </a:solidFill>
              </a:rPr>
              <a:t>12 </a:t>
            </a:r>
            <a:r>
              <a:rPr lang="zh-CN" altLang="en-US" sz="2800" dirty="0">
                <a:solidFill>
                  <a:schemeClr val="bg2"/>
                </a:solidFill>
              </a:rPr>
              <a:t>位，页号占剩余高位。</a:t>
            </a:r>
            <a:endParaRPr lang="en-US" altLang="zh-CN" sz="2400" dirty="0">
              <a:solidFill>
                <a:schemeClr val="bg2"/>
              </a:solidFill>
            </a:endParaRPr>
          </a:p>
        </p:txBody>
      </p:sp>
      <p:graphicFrame>
        <p:nvGraphicFramePr>
          <p:cNvPr id="7" name="Group 128">
            <a:extLst>
              <a:ext uri="{FF2B5EF4-FFF2-40B4-BE49-F238E27FC236}">
                <a16:creationId xmlns:a16="http://schemas.microsoft.com/office/drawing/2014/main" id="{E5C8FAEC-E44C-46B4-BD3D-D4D376AB0DB4}"/>
              </a:ext>
            </a:extLst>
          </p:cNvPr>
          <p:cNvGraphicFramePr>
            <a:graphicFrameLocks noGrp="1"/>
          </p:cNvGraphicFramePr>
          <p:nvPr>
            <p:extLst/>
          </p:nvPr>
        </p:nvGraphicFramePr>
        <p:xfrm>
          <a:off x="5679194" y="4547394"/>
          <a:ext cx="3067050" cy="1966913"/>
        </p:xfrm>
        <a:graphic>
          <a:graphicData uri="http://schemas.openxmlformats.org/drawingml/2006/table">
            <a:tbl>
              <a:tblPr/>
              <a:tblGrid>
                <a:gridCol w="857105">
                  <a:extLst>
                    <a:ext uri="{9D8B030D-6E8A-4147-A177-3AD203B41FA5}">
                      <a16:colId xmlns:a16="http://schemas.microsoft.com/office/drawing/2014/main" val="20000"/>
                    </a:ext>
                  </a:extLst>
                </a:gridCol>
                <a:gridCol w="986017">
                  <a:extLst>
                    <a:ext uri="{9D8B030D-6E8A-4147-A177-3AD203B41FA5}">
                      <a16:colId xmlns:a16="http://schemas.microsoft.com/office/drawing/2014/main" val="20001"/>
                    </a:ext>
                  </a:extLst>
                </a:gridCol>
                <a:gridCol w="1223928">
                  <a:extLst>
                    <a:ext uri="{9D8B030D-6E8A-4147-A177-3AD203B41FA5}">
                      <a16:colId xmlns:a16="http://schemas.microsoft.com/office/drawing/2014/main" val="20002"/>
                    </a:ext>
                  </a:extLst>
                </a:gridCol>
              </a:tblGrid>
              <a:tr h="518912">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bg2"/>
                          </a:solidFill>
                          <a:effectLst/>
                          <a:latin typeface="+mj-lt"/>
                          <a:ea typeface="Arial Unicode MS" pitchFamily="34" charset="-122"/>
                          <a:cs typeface="Arial Unicode MS" pitchFamily="34" charset="-122"/>
                        </a:rPr>
                        <a:t>页号</a:t>
                      </a:r>
                      <a:endParaRPr kumimoji="1" lang="zh-CN" altLang="en-US" sz="2400" b="0" i="0" u="none" strike="noStrike" cap="none" normalizeH="0" baseline="0" dirty="0">
                        <a:ln>
                          <a:noFill/>
                        </a:ln>
                        <a:solidFill>
                          <a:schemeClr val="bg2"/>
                        </a:solidFill>
                        <a:effectLst/>
                        <a:latin typeface="+mj-lt"/>
                        <a:ea typeface="宋体" pitchFamily="2" charset="-122"/>
                      </a:endParaRPr>
                    </a:p>
                  </a:txBody>
                  <a:tcPr marL="91423" marR="914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9CC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bg2"/>
                          </a:solidFill>
                          <a:effectLst/>
                          <a:latin typeface="+mj-lt"/>
                          <a:ea typeface="Arial Unicode MS" pitchFamily="34" charset="-122"/>
                          <a:cs typeface="Arial Unicode MS" pitchFamily="34" charset="-122"/>
                        </a:rPr>
                        <a:t>块号</a:t>
                      </a:r>
                      <a:endParaRPr kumimoji="1" lang="zh-CN" altLang="en-US" sz="2400" b="0" i="0" u="none" strike="noStrike" cap="none" normalizeH="0" baseline="0" dirty="0">
                        <a:ln>
                          <a:noFill/>
                        </a:ln>
                        <a:solidFill>
                          <a:schemeClr val="bg2"/>
                        </a:solidFill>
                        <a:effectLst/>
                        <a:latin typeface="+mj-lt"/>
                        <a:ea typeface="宋体" pitchFamily="2" charset="-122"/>
                      </a:endParaRPr>
                    </a:p>
                  </a:txBody>
                  <a:tcPr marL="91423" marR="914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9CC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bg2"/>
                          </a:solidFill>
                          <a:effectLst/>
                          <a:latin typeface="+mj-lt"/>
                          <a:ea typeface="Arial Unicode MS" pitchFamily="34" charset="-122"/>
                          <a:cs typeface="Arial Unicode MS" pitchFamily="34" charset="-122"/>
                        </a:rPr>
                        <a:t>有效位</a:t>
                      </a:r>
                      <a:endParaRPr kumimoji="1" lang="zh-CN" altLang="en-US" sz="2400" b="0" i="0" u="none" strike="noStrike" cap="none" normalizeH="0" baseline="0" dirty="0">
                        <a:ln>
                          <a:noFill/>
                        </a:ln>
                        <a:solidFill>
                          <a:schemeClr val="bg2"/>
                        </a:solidFill>
                        <a:effectLst/>
                        <a:latin typeface="+mj-lt"/>
                        <a:ea typeface="宋体" pitchFamily="2" charset="-122"/>
                      </a:endParaRPr>
                    </a:p>
                  </a:txBody>
                  <a:tcPr marL="91423" marR="914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9CCFF"/>
                    </a:solidFill>
                  </a:tcPr>
                </a:tc>
                <a:extLst>
                  <a:ext uri="{0D108BD9-81ED-4DB2-BD59-A6C34878D82A}">
                    <a16:rowId xmlns:a16="http://schemas.microsoft.com/office/drawing/2014/main" val="10000"/>
                  </a:ext>
                </a:extLst>
              </a:tr>
              <a:tr h="47443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bg2"/>
                          </a:solidFill>
                          <a:effectLst/>
                          <a:latin typeface="+mj-lt"/>
                          <a:ea typeface="Arial Unicode MS" pitchFamily="34" charset="-122"/>
                          <a:cs typeface="Arial Unicode MS" pitchFamily="34" charset="-122"/>
                        </a:rPr>
                        <a:t>0</a:t>
                      </a:r>
                      <a:endParaRPr kumimoji="1" lang="en-US" altLang="zh-CN" sz="2400" b="1" i="0" u="none" strike="noStrike" cap="none" normalizeH="0" baseline="0" dirty="0">
                        <a:ln>
                          <a:noFill/>
                        </a:ln>
                        <a:solidFill>
                          <a:schemeClr val="bg2"/>
                        </a:solidFill>
                        <a:effectLst/>
                        <a:latin typeface="+mj-lt"/>
                        <a:ea typeface="宋体" pitchFamily="2" charset="-122"/>
                      </a:endParaRPr>
                    </a:p>
                  </a:txBody>
                  <a:tcPr marL="91423" marR="914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AEA"/>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bg2"/>
                          </a:solidFill>
                          <a:effectLst/>
                          <a:latin typeface="+mj-lt"/>
                          <a:ea typeface="Arial Unicode MS" pitchFamily="34" charset="-122"/>
                          <a:cs typeface="Arial Unicode MS" pitchFamily="34" charset="-122"/>
                        </a:rPr>
                        <a:t>101H</a:t>
                      </a:r>
                      <a:endParaRPr kumimoji="1" lang="en-US" altLang="zh-CN" sz="2400" b="1" i="0" u="none" strike="noStrike" cap="none" normalizeH="0" baseline="0" dirty="0">
                        <a:ln>
                          <a:noFill/>
                        </a:ln>
                        <a:solidFill>
                          <a:schemeClr val="bg2"/>
                        </a:solidFill>
                        <a:effectLst/>
                        <a:latin typeface="+mj-lt"/>
                        <a:ea typeface="宋体" pitchFamily="2" charset="-122"/>
                      </a:endParaRPr>
                    </a:p>
                  </a:txBody>
                  <a:tcPr marL="91423" marR="914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AEA"/>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bg2"/>
                          </a:solidFill>
                          <a:effectLst/>
                          <a:latin typeface="+mj-lt"/>
                          <a:ea typeface="Arial Unicode MS" pitchFamily="34" charset="-122"/>
                          <a:cs typeface="Arial Unicode MS" pitchFamily="34" charset="-122"/>
                        </a:rPr>
                        <a:t>1</a:t>
                      </a:r>
                      <a:endParaRPr kumimoji="1" lang="en-US" altLang="zh-CN" sz="2400" b="1" i="0" u="none" strike="noStrike" cap="none" normalizeH="0" baseline="0" dirty="0">
                        <a:ln>
                          <a:noFill/>
                        </a:ln>
                        <a:solidFill>
                          <a:schemeClr val="bg2"/>
                        </a:solidFill>
                        <a:effectLst/>
                        <a:latin typeface="+mj-lt"/>
                        <a:ea typeface="宋体" pitchFamily="2" charset="-122"/>
                      </a:endParaRPr>
                    </a:p>
                  </a:txBody>
                  <a:tcPr marL="91423" marR="914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AEA"/>
                    </a:solidFill>
                  </a:tcPr>
                </a:tc>
                <a:extLst>
                  <a:ext uri="{0D108BD9-81ED-4DB2-BD59-A6C34878D82A}">
                    <a16:rowId xmlns:a16="http://schemas.microsoft.com/office/drawing/2014/main" val="10001"/>
                  </a:ext>
                </a:extLst>
              </a:tr>
              <a:tr h="47443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bg2"/>
                          </a:solidFill>
                          <a:effectLst/>
                          <a:latin typeface="+mj-lt"/>
                          <a:ea typeface="Arial Unicode MS" pitchFamily="34" charset="-122"/>
                          <a:cs typeface="Arial Unicode MS" pitchFamily="34" charset="-122"/>
                        </a:rPr>
                        <a:t>1</a:t>
                      </a:r>
                      <a:endParaRPr kumimoji="1" lang="en-US" altLang="zh-CN" sz="2400" b="1" i="0" u="none" strike="noStrike" cap="none" normalizeH="0" baseline="0" dirty="0">
                        <a:ln>
                          <a:noFill/>
                        </a:ln>
                        <a:solidFill>
                          <a:schemeClr val="bg2"/>
                        </a:solidFill>
                        <a:effectLst/>
                        <a:latin typeface="+mj-lt"/>
                        <a:ea typeface="宋体" pitchFamily="2" charset="-122"/>
                      </a:endParaRPr>
                    </a:p>
                  </a:txBody>
                  <a:tcPr marL="91423" marR="914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AEA"/>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bg2"/>
                          </a:solidFill>
                          <a:effectLst/>
                          <a:latin typeface="+mj-lt"/>
                          <a:ea typeface="Arial Unicode MS" pitchFamily="34" charset="-122"/>
                          <a:cs typeface="Arial Unicode MS" pitchFamily="34" charset="-122"/>
                        </a:rPr>
                        <a:t>—</a:t>
                      </a:r>
                      <a:endParaRPr kumimoji="1" lang="en-US" altLang="zh-CN" sz="2400" b="1" i="0" u="none" strike="noStrike" cap="none" normalizeH="0" baseline="0" dirty="0">
                        <a:ln>
                          <a:noFill/>
                        </a:ln>
                        <a:solidFill>
                          <a:schemeClr val="bg2"/>
                        </a:solidFill>
                        <a:effectLst/>
                        <a:latin typeface="+mj-lt"/>
                        <a:ea typeface="宋体" pitchFamily="2" charset="-122"/>
                      </a:endParaRPr>
                    </a:p>
                  </a:txBody>
                  <a:tcPr marL="91423" marR="914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AEA"/>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bg2"/>
                          </a:solidFill>
                          <a:effectLst/>
                          <a:latin typeface="+mj-lt"/>
                          <a:ea typeface="Arial Unicode MS" pitchFamily="34" charset="-122"/>
                          <a:cs typeface="Arial Unicode MS" pitchFamily="34" charset="-122"/>
                        </a:rPr>
                        <a:t>0</a:t>
                      </a:r>
                      <a:endParaRPr kumimoji="1" lang="en-US" altLang="zh-CN" sz="2400" b="1" i="0" u="none" strike="noStrike" cap="none" normalizeH="0" baseline="0" dirty="0">
                        <a:ln>
                          <a:noFill/>
                        </a:ln>
                        <a:solidFill>
                          <a:schemeClr val="bg2"/>
                        </a:solidFill>
                        <a:effectLst/>
                        <a:latin typeface="+mj-lt"/>
                        <a:ea typeface="宋体" pitchFamily="2" charset="-122"/>
                      </a:endParaRPr>
                    </a:p>
                  </a:txBody>
                  <a:tcPr marL="91423" marR="914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AEA"/>
                    </a:solidFill>
                  </a:tcPr>
                </a:tc>
                <a:extLst>
                  <a:ext uri="{0D108BD9-81ED-4DB2-BD59-A6C34878D82A}">
                    <a16:rowId xmlns:a16="http://schemas.microsoft.com/office/drawing/2014/main" val="10002"/>
                  </a:ext>
                </a:extLst>
              </a:tr>
              <a:tr h="499141">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bg2"/>
                          </a:solidFill>
                          <a:effectLst/>
                          <a:latin typeface="+mj-lt"/>
                          <a:ea typeface="Arial Unicode MS" pitchFamily="34" charset="-122"/>
                          <a:cs typeface="Arial Unicode MS" pitchFamily="34" charset="-122"/>
                        </a:rPr>
                        <a:t>2</a:t>
                      </a:r>
                      <a:endParaRPr kumimoji="1" lang="en-US" altLang="zh-CN" sz="2400" b="1" i="0" u="none" strike="noStrike" cap="none" normalizeH="0" baseline="0" dirty="0">
                        <a:ln>
                          <a:noFill/>
                        </a:ln>
                        <a:solidFill>
                          <a:schemeClr val="bg2"/>
                        </a:solidFill>
                        <a:effectLst/>
                        <a:latin typeface="+mj-lt"/>
                        <a:ea typeface="宋体" pitchFamily="2" charset="-122"/>
                      </a:endParaRPr>
                    </a:p>
                  </a:txBody>
                  <a:tcPr marL="91423" marR="914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AEA"/>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bg2"/>
                          </a:solidFill>
                          <a:effectLst/>
                          <a:latin typeface="+mj-lt"/>
                          <a:ea typeface="Arial Unicode MS" pitchFamily="34" charset="-122"/>
                          <a:cs typeface="Arial Unicode MS" pitchFamily="34" charset="-122"/>
                        </a:rPr>
                        <a:t>254H</a:t>
                      </a:r>
                      <a:endParaRPr kumimoji="1" lang="en-US" altLang="zh-CN" sz="2400" b="1" i="0" u="none" strike="noStrike" cap="none" normalizeH="0" baseline="0" dirty="0">
                        <a:ln>
                          <a:noFill/>
                        </a:ln>
                        <a:solidFill>
                          <a:schemeClr val="bg2"/>
                        </a:solidFill>
                        <a:effectLst/>
                        <a:latin typeface="+mj-lt"/>
                        <a:ea typeface="宋体" pitchFamily="2" charset="-122"/>
                      </a:endParaRPr>
                    </a:p>
                  </a:txBody>
                  <a:tcPr marL="91423" marR="914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AEA"/>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bg2"/>
                          </a:solidFill>
                          <a:effectLst/>
                          <a:latin typeface="+mj-lt"/>
                          <a:ea typeface="Arial Unicode MS" pitchFamily="34" charset="-122"/>
                          <a:cs typeface="Arial Unicode MS" pitchFamily="34" charset="-122"/>
                        </a:rPr>
                        <a:t>1</a:t>
                      </a:r>
                      <a:endParaRPr kumimoji="1" lang="en-US" altLang="zh-CN" sz="2400" b="1" i="0" u="none" strike="noStrike" cap="none" normalizeH="0" baseline="0" dirty="0">
                        <a:ln>
                          <a:noFill/>
                        </a:ln>
                        <a:solidFill>
                          <a:schemeClr val="bg2"/>
                        </a:solidFill>
                        <a:effectLst/>
                        <a:latin typeface="+mj-lt"/>
                        <a:ea typeface="宋体" pitchFamily="2" charset="-122"/>
                      </a:endParaRPr>
                    </a:p>
                  </a:txBody>
                  <a:tcPr marL="91423" marR="914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AEA"/>
                    </a:solidFill>
                  </a:tcPr>
                </a:tc>
                <a:extLst>
                  <a:ext uri="{0D108BD9-81ED-4DB2-BD59-A6C34878D82A}">
                    <a16:rowId xmlns:a16="http://schemas.microsoft.com/office/drawing/2014/main" val="10003"/>
                  </a:ext>
                </a:extLst>
              </a:tr>
            </a:tbl>
          </a:graphicData>
        </a:graphic>
      </p:graphicFrame>
      <p:sp>
        <p:nvSpPr>
          <p:cNvPr id="8" name="Rectangle 5">
            <a:extLst>
              <a:ext uri="{FF2B5EF4-FFF2-40B4-BE49-F238E27FC236}">
                <a16:creationId xmlns:a16="http://schemas.microsoft.com/office/drawing/2014/main" id="{F4D4E231-1094-45A3-B1A7-3E780739DA66}"/>
              </a:ext>
            </a:extLst>
          </p:cNvPr>
          <p:cNvSpPr>
            <a:spLocks noChangeArrowheads="1"/>
          </p:cNvSpPr>
          <p:nvPr/>
        </p:nvSpPr>
        <p:spPr bwMode="auto">
          <a:xfrm>
            <a:off x="27046" y="10885"/>
            <a:ext cx="9144000" cy="3170403"/>
          </a:xfrm>
          <a:prstGeom prst="rect">
            <a:avLst/>
          </a:prstGeom>
          <a:solidFill>
            <a:srgbClr val="C9C9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defTabSz="850900" eaLnBrk="1" hangingPunct="1">
              <a:spcBef>
                <a:spcPts val="600"/>
              </a:spcBef>
              <a:buClr>
                <a:srgbClr val="FFFF66"/>
              </a:buClr>
              <a:buNone/>
              <a:defRPr/>
            </a:pPr>
            <a:r>
              <a:rPr lang="en-US" altLang="zh-CN" dirty="0">
                <a:solidFill>
                  <a:schemeClr val="bg2"/>
                </a:solidFill>
              </a:rPr>
              <a:t>[</a:t>
            </a:r>
            <a:r>
              <a:rPr lang="zh-CN" altLang="en-US" dirty="0">
                <a:solidFill>
                  <a:schemeClr val="bg2"/>
                </a:solidFill>
              </a:rPr>
              <a:t>例</a:t>
            </a:r>
            <a:r>
              <a:rPr lang="en-US" altLang="zh-CN" dirty="0">
                <a:solidFill>
                  <a:schemeClr val="bg2"/>
                </a:solidFill>
              </a:rPr>
              <a:t>5] </a:t>
            </a:r>
            <a:r>
              <a:rPr lang="zh-CN" altLang="en-US" dirty="0">
                <a:solidFill>
                  <a:schemeClr val="bg2"/>
                </a:solidFill>
              </a:rPr>
              <a:t>请求分页管理系统中，</a:t>
            </a:r>
            <a:r>
              <a:rPr lang="zh-CN" altLang="en-US" dirty="0">
                <a:solidFill>
                  <a:srgbClr val="C00000"/>
                </a:solidFill>
              </a:rPr>
              <a:t>页面大小为 </a:t>
            </a:r>
            <a:r>
              <a:rPr lang="en-US" altLang="zh-CN" dirty="0">
                <a:solidFill>
                  <a:srgbClr val="C00000"/>
                </a:solidFill>
              </a:rPr>
              <a:t>4KB</a:t>
            </a:r>
            <a:r>
              <a:rPr lang="zh-CN" altLang="en-US" dirty="0">
                <a:solidFill>
                  <a:schemeClr val="bg2"/>
                </a:solidFill>
              </a:rPr>
              <a:t>。</a:t>
            </a:r>
            <a:r>
              <a:rPr lang="zh-CN" altLang="en-US" sz="2800" dirty="0">
                <a:solidFill>
                  <a:schemeClr val="bg2"/>
                </a:solidFill>
              </a:rPr>
              <a:t>一次内存、快表的访问时间分别是 </a:t>
            </a:r>
            <a:r>
              <a:rPr lang="en-US" altLang="zh-CN" sz="2800" dirty="0">
                <a:solidFill>
                  <a:schemeClr val="bg2"/>
                </a:solidFill>
              </a:rPr>
              <a:t>100ns</a:t>
            </a:r>
            <a:r>
              <a:rPr lang="zh-CN" altLang="en-US" sz="2800" dirty="0">
                <a:solidFill>
                  <a:schemeClr val="bg2"/>
                </a:solidFill>
              </a:rPr>
              <a:t>、</a:t>
            </a:r>
            <a:r>
              <a:rPr lang="en-US" altLang="zh-CN" sz="2800" dirty="0">
                <a:solidFill>
                  <a:schemeClr val="bg2"/>
                </a:solidFill>
              </a:rPr>
              <a:t>10ns</a:t>
            </a:r>
            <a:r>
              <a:rPr lang="zh-CN" altLang="en-US" sz="2800" dirty="0">
                <a:solidFill>
                  <a:schemeClr val="bg2"/>
                </a:solidFill>
              </a:rPr>
              <a:t>，处理一次缺页的平均时间为 </a:t>
            </a:r>
            <a:r>
              <a:rPr lang="en-US" altLang="zh-CN" sz="2800" dirty="0">
                <a:solidFill>
                  <a:schemeClr val="bg2"/>
                </a:solidFill>
              </a:rPr>
              <a:t>10</a:t>
            </a:r>
            <a:r>
              <a:rPr lang="en-US" altLang="zh-CN" sz="2800" baseline="30000" dirty="0">
                <a:solidFill>
                  <a:schemeClr val="bg2"/>
                </a:solidFill>
              </a:rPr>
              <a:t>8</a:t>
            </a:r>
            <a:r>
              <a:rPr lang="en-US" altLang="zh-CN" sz="2800" dirty="0">
                <a:solidFill>
                  <a:schemeClr val="bg2"/>
                </a:solidFill>
              </a:rPr>
              <a:t>ns</a:t>
            </a:r>
            <a:r>
              <a:rPr lang="zh-CN" altLang="en-US" sz="2800" dirty="0">
                <a:solidFill>
                  <a:schemeClr val="bg2"/>
                </a:solidFill>
              </a:rPr>
              <a:t>（已含更新 </a:t>
            </a:r>
            <a:r>
              <a:rPr lang="en-US" altLang="zh-CN" sz="2800" dirty="0">
                <a:solidFill>
                  <a:schemeClr val="bg2"/>
                </a:solidFill>
              </a:rPr>
              <a:t>TLB </a:t>
            </a:r>
            <a:r>
              <a:rPr lang="zh-CN" altLang="en-US" sz="2800" dirty="0">
                <a:solidFill>
                  <a:schemeClr val="bg2"/>
                </a:solidFill>
              </a:rPr>
              <a:t>和页表的时间），进程的</a:t>
            </a:r>
            <a:r>
              <a:rPr lang="zh-CN" altLang="en-US" sz="2800" dirty="0">
                <a:solidFill>
                  <a:srgbClr val="C00000"/>
                </a:solidFill>
              </a:rPr>
              <a:t>驻留集大小固定为 </a:t>
            </a:r>
            <a:r>
              <a:rPr lang="en-US" altLang="zh-CN" sz="2800" dirty="0">
                <a:solidFill>
                  <a:srgbClr val="C00000"/>
                </a:solidFill>
              </a:rPr>
              <a:t>2</a:t>
            </a:r>
            <a:r>
              <a:rPr lang="zh-CN" altLang="en-US" sz="2800" dirty="0">
                <a:solidFill>
                  <a:schemeClr val="bg2"/>
                </a:solidFill>
              </a:rPr>
              <a:t>，采用</a:t>
            </a:r>
            <a:r>
              <a:rPr lang="en-US" altLang="zh-CN" sz="2800" dirty="0">
                <a:solidFill>
                  <a:srgbClr val="C00000"/>
                </a:solidFill>
              </a:rPr>
              <a:t>LRU</a:t>
            </a:r>
            <a:r>
              <a:rPr lang="zh-CN" altLang="en-US" sz="2800" dirty="0">
                <a:solidFill>
                  <a:schemeClr val="bg2"/>
                </a:solidFill>
              </a:rPr>
              <a:t>和局部淘汰策略。假设①</a:t>
            </a:r>
            <a:r>
              <a:rPr lang="en-US" altLang="zh-CN" sz="2800" dirty="0">
                <a:solidFill>
                  <a:srgbClr val="FF00FF"/>
                </a:solidFill>
              </a:rPr>
              <a:t>TLB </a:t>
            </a:r>
            <a:r>
              <a:rPr lang="zh-CN" altLang="en-US" sz="2800" dirty="0">
                <a:solidFill>
                  <a:srgbClr val="FF00FF"/>
                </a:solidFill>
              </a:rPr>
              <a:t>初始为空</a:t>
            </a:r>
            <a:r>
              <a:rPr lang="zh-CN" altLang="en-US" sz="2800" dirty="0">
                <a:solidFill>
                  <a:schemeClr val="bg2"/>
                </a:solidFill>
              </a:rPr>
              <a:t>；②地址转换时先访问 </a:t>
            </a:r>
            <a:r>
              <a:rPr lang="en-US" altLang="zh-CN" sz="2800" dirty="0">
                <a:solidFill>
                  <a:schemeClr val="bg2"/>
                </a:solidFill>
              </a:rPr>
              <a:t>TLB</a:t>
            </a:r>
            <a:r>
              <a:rPr lang="zh-CN" altLang="en-US" sz="2800" dirty="0">
                <a:solidFill>
                  <a:schemeClr val="bg2"/>
                </a:solidFill>
              </a:rPr>
              <a:t>，若未命中，再访问页表；（忽略访问页表之后的 </a:t>
            </a:r>
            <a:r>
              <a:rPr lang="en-US" altLang="zh-CN" sz="2800" dirty="0">
                <a:solidFill>
                  <a:schemeClr val="bg2"/>
                </a:solidFill>
              </a:rPr>
              <a:t>TLB </a:t>
            </a:r>
            <a:r>
              <a:rPr lang="zh-CN" altLang="en-US" sz="2800" dirty="0">
                <a:solidFill>
                  <a:schemeClr val="bg2"/>
                </a:solidFill>
              </a:rPr>
              <a:t>更新时间）； ③有效位为 </a:t>
            </a:r>
            <a:r>
              <a:rPr lang="en-US" altLang="zh-CN" sz="2800" dirty="0">
                <a:solidFill>
                  <a:schemeClr val="bg2"/>
                </a:solidFill>
              </a:rPr>
              <a:t>0 </a:t>
            </a:r>
            <a:r>
              <a:rPr lang="zh-CN" altLang="en-US" sz="2800" dirty="0">
                <a:solidFill>
                  <a:schemeClr val="bg2"/>
                </a:solidFill>
              </a:rPr>
              <a:t>：不在内存。</a:t>
            </a:r>
          </a:p>
        </p:txBody>
      </p:sp>
      <p:sp>
        <p:nvSpPr>
          <p:cNvPr id="9"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75774552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749"/>
                                        </p:tgtEl>
                                        <p:attrNameLst>
                                          <p:attrName>style.visibility</p:attrName>
                                        </p:attrNameLst>
                                      </p:cBhvr>
                                      <p:to>
                                        <p:strVal val="visible"/>
                                      </p:to>
                                    </p:set>
                                    <p:animEffect transition="in" filter="blinds(horizontal)">
                                      <p:cBhvr>
                                        <p:cTn id="7" dur="500"/>
                                        <p:tgtEl>
                                          <p:spTgt spid="31749"/>
                                        </p:tgtEl>
                                      </p:cBhvr>
                                    </p:animEffect>
                                  </p:childTnLst>
                                </p:cTn>
                              </p:par>
                            </p:childTnLst>
                          </p:cTn>
                        </p:par>
                        <p:par>
                          <p:cTn id="8" fill="hold">
                            <p:stCondLst>
                              <p:cond delay="500"/>
                            </p:stCondLst>
                            <p:childTnLst>
                              <p:par>
                                <p:cTn id="9" presetID="2" presetClass="entr" presetSubtype="6"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1+#ppt_w/2"/>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9" grpId="0"/>
      <p:bldP spid="9"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灯片编号占位符 3">
            <a:extLst>
              <a:ext uri="{FF2B5EF4-FFF2-40B4-BE49-F238E27FC236}">
                <a16:creationId xmlns:a16="http://schemas.microsoft.com/office/drawing/2014/main" id="{1E072DE9-BE5B-4614-8207-7640C32E61A9}"/>
              </a:ext>
            </a:extLst>
          </p:cNvPr>
          <p:cNvSpPr>
            <a:spLocks noGrp="1"/>
          </p:cNvSpPr>
          <p:nvPr>
            <p:ph type="sldNum" sz="quarter" idx="12"/>
          </p:nvPr>
        </p:nvSpPr>
        <p:spPr>
          <a:xfrm>
            <a:off x="0" y="6400800"/>
            <a:ext cx="714375" cy="4572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l">
              <a:spcBef>
                <a:spcPct val="0"/>
              </a:spcBef>
              <a:buClrTx/>
              <a:buSzTx/>
              <a:buFontTx/>
              <a:buNone/>
            </a:pPr>
            <a:fld id="{0A56892D-1C15-4A44-A185-E2F4217B01C6}" type="slidenum">
              <a:rPr kumimoji="0" lang="en-US" altLang="zh-CN" sz="1400" smtClean="0"/>
              <a:pPr algn="l">
                <a:spcBef>
                  <a:spcPct val="0"/>
                </a:spcBef>
                <a:buClrTx/>
                <a:buSzTx/>
                <a:buFontTx/>
                <a:buNone/>
              </a:pPr>
              <a:t>80</a:t>
            </a:fld>
            <a:endParaRPr kumimoji="0" lang="en-US" altLang="zh-CN" sz="1400"/>
          </a:p>
        </p:txBody>
      </p:sp>
      <p:sp>
        <p:nvSpPr>
          <p:cNvPr id="4" name="Text Box 2">
            <a:extLst>
              <a:ext uri="{FF2B5EF4-FFF2-40B4-BE49-F238E27FC236}">
                <a16:creationId xmlns:a16="http://schemas.microsoft.com/office/drawing/2014/main" id="{B0E6FE77-92AE-41E7-B3AC-02E8FFE26B6F}"/>
              </a:ext>
            </a:extLst>
          </p:cNvPr>
          <p:cNvSpPr txBox="1">
            <a:spLocks noChangeArrowheads="1"/>
          </p:cNvSpPr>
          <p:nvPr/>
        </p:nvSpPr>
        <p:spPr bwMode="auto">
          <a:xfrm>
            <a:off x="0" y="3286125"/>
            <a:ext cx="5715000" cy="3539430"/>
          </a:xfrm>
          <a:prstGeom prst="rect">
            <a:avLst/>
          </a:prstGeom>
          <a:solidFill>
            <a:srgbClr val="F4FFD9"/>
          </a:solidFill>
          <a:ln w="9525">
            <a:noFill/>
            <a:miter lim="800000"/>
            <a:headEnd/>
            <a:tailEnd/>
          </a:ln>
        </p:spPr>
        <p:txBody>
          <a:bodyPr>
            <a:spAutoFit/>
          </a:bodyPr>
          <a:lstStyle/>
          <a:p>
            <a:pPr marL="357188" indent="-357188" eaLnBrk="1" hangingPunct="1">
              <a:defRPr/>
            </a:pPr>
            <a:r>
              <a:rPr kumimoji="0" lang="en-US" altLang="zh-CN" sz="2800" dirty="0">
                <a:solidFill>
                  <a:schemeClr val="bg2"/>
                </a:solidFill>
                <a:latin typeface="+mn-lt"/>
                <a:ea typeface="+mn-ea"/>
              </a:rPr>
              <a:t>1565H</a:t>
            </a:r>
          </a:p>
          <a:p>
            <a:pPr marL="357188" indent="-357188" eaLnBrk="1" hangingPunct="1">
              <a:defRPr/>
            </a:pPr>
            <a:r>
              <a:rPr kumimoji="0" lang="zh-CN" altLang="en-US" sz="2800" dirty="0">
                <a:solidFill>
                  <a:schemeClr val="bg2"/>
                </a:solidFill>
                <a:latin typeface="+mn-lt"/>
                <a:ea typeface="+mn-ea"/>
              </a:rPr>
              <a:t>页号</a:t>
            </a:r>
            <a:r>
              <a:rPr kumimoji="0" lang="en-US" altLang="zh-CN" sz="2800" dirty="0">
                <a:solidFill>
                  <a:schemeClr val="bg2"/>
                </a:solidFill>
                <a:latin typeface="+mn-lt"/>
                <a:ea typeface="+mn-ea"/>
              </a:rPr>
              <a:t>P=1; </a:t>
            </a:r>
          </a:p>
          <a:p>
            <a:pPr marL="357188" indent="-357188" eaLnBrk="1" hangingPunct="1">
              <a:defRPr/>
            </a:pPr>
            <a:r>
              <a:rPr kumimoji="0" lang="zh-CN" altLang="en-US" sz="2800" dirty="0">
                <a:solidFill>
                  <a:schemeClr val="bg2"/>
                </a:solidFill>
                <a:latin typeface="+mn-lt"/>
                <a:ea typeface="+mn-ea"/>
              </a:rPr>
              <a:t>访问快表</a:t>
            </a:r>
            <a:r>
              <a:rPr kumimoji="0" lang="en-US" altLang="zh-CN" sz="2800" dirty="0">
                <a:solidFill>
                  <a:schemeClr val="bg2"/>
                </a:solidFill>
                <a:latin typeface="+mn-lt"/>
                <a:ea typeface="+mn-ea"/>
              </a:rPr>
              <a:t>10ns</a:t>
            </a:r>
            <a:r>
              <a:rPr kumimoji="0" lang="zh-CN" altLang="en-US" sz="2800" dirty="0">
                <a:solidFill>
                  <a:schemeClr val="bg2"/>
                </a:solidFill>
                <a:latin typeface="+mn-lt"/>
                <a:ea typeface="+mn-ea"/>
              </a:rPr>
              <a:t>，落空</a:t>
            </a:r>
            <a:r>
              <a:rPr kumimoji="0" lang="en-US" altLang="zh-CN" sz="2800" dirty="0">
                <a:solidFill>
                  <a:schemeClr val="bg2"/>
                </a:solidFill>
                <a:latin typeface="+mn-lt"/>
                <a:ea typeface="+mn-ea"/>
              </a:rPr>
              <a:t>;</a:t>
            </a:r>
          </a:p>
          <a:p>
            <a:pPr marL="357188" indent="-357188" eaLnBrk="1" hangingPunct="1">
              <a:defRPr/>
            </a:pPr>
            <a:r>
              <a:rPr kumimoji="0" lang="zh-CN" altLang="en-US" sz="2800" dirty="0">
                <a:solidFill>
                  <a:schemeClr val="bg2"/>
                </a:solidFill>
                <a:latin typeface="+mn-lt"/>
                <a:ea typeface="+mn-ea"/>
              </a:rPr>
              <a:t>访问页表</a:t>
            </a:r>
            <a:r>
              <a:rPr kumimoji="0" lang="en-US" altLang="zh-CN" sz="2800" dirty="0">
                <a:solidFill>
                  <a:schemeClr val="bg2"/>
                </a:solidFill>
                <a:latin typeface="+mn-lt"/>
                <a:ea typeface="+mn-ea"/>
              </a:rPr>
              <a:t>100ns</a:t>
            </a:r>
            <a:r>
              <a:rPr kumimoji="0" lang="zh-CN" altLang="en-US" sz="2800" dirty="0">
                <a:solidFill>
                  <a:schemeClr val="bg2"/>
                </a:solidFill>
                <a:latin typeface="+mn-lt"/>
                <a:ea typeface="+mn-ea"/>
              </a:rPr>
              <a:t>，不在内存</a:t>
            </a:r>
            <a:r>
              <a:rPr kumimoji="0" lang="en-US" altLang="zh-CN" sz="2800" dirty="0">
                <a:solidFill>
                  <a:schemeClr val="bg2"/>
                </a:solidFill>
                <a:latin typeface="+mn-lt"/>
                <a:ea typeface="+mn-ea"/>
              </a:rPr>
              <a:t>;</a:t>
            </a:r>
          </a:p>
          <a:p>
            <a:pPr marL="357188" indent="-357188" eaLnBrk="1" hangingPunct="1">
              <a:defRPr/>
            </a:pPr>
            <a:r>
              <a:rPr kumimoji="0" lang="zh-CN" altLang="en-US" sz="2800" dirty="0">
                <a:solidFill>
                  <a:schemeClr val="bg2"/>
                </a:solidFill>
                <a:latin typeface="+mn-lt"/>
                <a:ea typeface="+mn-ea"/>
              </a:rPr>
              <a:t>缺页中断处理</a:t>
            </a:r>
            <a:r>
              <a:rPr kumimoji="0" lang="en-US" altLang="zh-CN" sz="2800" dirty="0">
                <a:solidFill>
                  <a:schemeClr val="bg2"/>
                </a:solidFill>
                <a:latin typeface="+mn-lt"/>
                <a:ea typeface="+mn-ea"/>
              </a:rPr>
              <a:t>10</a:t>
            </a:r>
            <a:r>
              <a:rPr kumimoji="0" lang="en-US" altLang="zh-CN" sz="2800" baseline="30000" dirty="0">
                <a:solidFill>
                  <a:schemeClr val="bg2"/>
                </a:solidFill>
                <a:latin typeface="+mn-lt"/>
                <a:ea typeface="+mn-ea"/>
              </a:rPr>
              <a:t>8</a:t>
            </a:r>
            <a:r>
              <a:rPr kumimoji="0" lang="en-US" altLang="zh-CN" sz="2800" dirty="0">
                <a:solidFill>
                  <a:schemeClr val="bg2"/>
                </a:solidFill>
                <a:latin typeface="+mn-lt"/>
                <a:ea typeface="+mn-ea"/>
              </a:rPr>
              <a:t>ns;</a:t>
            </a:r>
          </a:p>
          <a:p>
            <a:pPr marL="357188" indent="-357188" eaLnBrk="1" hangingPunct="1">
              <a:defRPr/>
            </a:pPr>
            <a:r>
              <a:rPr lang="zh-CN" altLang="en-US" sz="2800" dirty="0">
                <a:solidFill>
                  <a:schemeClr val="bg2"/>
                </a:solidFill>
                <a:latin typeface="+mn-lt"/>
                <a:ea typeface="+mn-ea"/>
              </a:rPr>
              <a:t>合法驻留集为</a:t>
            </a:r>
            <a:r>
              <a:rPr lang="en-US" altLang="zh-CN" sz="2800" dirty="0">
                <a:solidFill>
                  <a:schemeClr val="bg2"/>
                </a:solidFill>
                <a:latin typeface="+mn-lt"/>
                <a:ea typeface="+mn-ea"/>
              </a:rPr>
              <a:t>2</a:t>
            </a:r>
            <a:r>
              <a:rPr lang="zh-CN" altLang="en-US" sz="2800" dirty="0">
                <a:solidFill>
                  <a:schemeClr val="bg2"/>
                </a:solidFill>
                <a:latin typeface="+mn-lt"/>
                <a:ea typeface="+mn-ea"/>
              </a:rPr>
              <a:t>，</a:t>
            </a:r>
            <a:r>
              <a:rPr kumimoji="0" lang="en-US" altLang="zh-CN" sz="2800" dirty="0">
                <a:solidFill>
                  <a:schemeClr val="bg2"/>
                </a:solidFill>
                <a:latin typeface="+mn-lt"/>
                <a:ea typeface="+mn-ea"/>
              </a:rPr>
              <a:t>LRU</a:t>
            </a:r>
            <a:r>
              <a:rPr kumimoji="0" lang="zh-CN" altLang="en-US" sz="2800" dirty="0">
                <a:solidFill>
                  <a:schemeClr val="bg2"/>
                </a:solidFill>
                <a:latin typeface="+mn-lt"/>
                <a:ea typeface="+mn-ea"/>
              </a:rPr>
              <a:t>将页号</a:t>
            </a:r>
            <a:r>
              <a:rPr kumimoji="0" lang="en-US" altLang="zh-CN" sz="2800" dirty="0">
                <a:solidFill>
                  <a:schemeClr val="bg2"/>
                </a:solidFill>
                <a:latin typeface="+mn-lt"/>
                <a:ea typeface="+mn-ea"/>
              </a:rPr>
              <a:t>0</a:t>
            </a:r>
            <a:r>
              <a:rPr kumimoji="0" lang="zh-CN" altLang="en-US" sz="2800" dirty="0">
                <a:solidFill>
                  <a:schemeClr val="bg2"/>
                </a:solidFill>
                <a:latin typeface="+mn-lt"/>
                <a:ea typeface="+mn-ea"/>
              </a:rPr>
              <a:t>淘汰；</a:t>
            </a:r>
            <a:endParaRPr kumimoji="0" lang="en-US" altLang="zh-CN" sz="2800" dirty="0">
              <a:solidFill>
                <a:schemeClr val="bg2"/>
              </a:solidFill>
              <a:latin typeface="+mn-lt"/>
              <a:ea typeface="+mn-ea"/>
            </a:endParaRPr>
          </a:p>
          <a:p>
            <a:pPr marL="357188" indent="-357188" eaLnBrk="1" hangingPunct="1">
              <a:defRPr/>
            </a:pPr>
            <a:r>
              <a:rPr kumimoji="0" lang="zh-CN" altLang="en-US" sz="2800" dirty="0">
                <a:solidFill>
                  <a:schemeClr val="bg2"/>
                </a:solidFill>
                <a:latin typeface="+mn-lt"/>
                <a:ea typeface="+mn-ea"/>
              </a:rPr>
              <a:t>合成物理地址后访问主存</a:t>
            </a:r>
            <a:r>
              <a:rPr kumimoji="0" lang="en-US" altLang="zh-CN" sz="2800" dirty="0">
                <a:solidFill>
                  <a:schemeClr val="bg2"/>
                </a:solidFill>
                <a:latin typeface="+mn-lt"/>
                <a:ea typeface="+mn-ea"/>
              </a:rPr>
              <a:t>100ns;</a:t>
            </a:r>
          </a:p>
          <a:p>
            <a:pPr marL="357188" indent="-357188" eaLnBrk="1" hangingPunct="1">
              <a:defRPr/>
            </a:pPr>
            <a:r>
              <a:rPr kumimoji="0" lang="en-US" altLang="zh-CN" sz="2800" dirty="0">
                <a:solidFill>
                  <a:schemeClr val="bg2"/>
                </a:solidFill>
                <a:latin typeface="+mn-lt"/>
                <a:ea typeface="+mn-ea"/>
              </a:rPr>
              <a:t>10ns+100ns+10</a:t>
            </a:r>
            <a:r>
              <a:rPr kumimoji="0" lang="en-US" altLang="zh-CN" sz="2800" baseline="30000" dirty="0">
                <a:solidFill>
                  <a:schemeClr val="bg2"/>
                </a:solidFill>
                <a:latin typeface="+mn-lt"/>
                <a:ea typeface="+mn-ea"/>
              </a:rPr>
              <a:t>8</a:t>
            </a:r>
            <a:r>
              <a:rPr kumimoji="0" lang="en-US" altLang="zh-CN" sz="2800" dirty="0">
                <a:solidFill>
                  <a:schemeClr val="bg2"/>
                </a:solidFill>
                <a:latin typeface="+mn-lt"/>
                <a:ea typeface="+mn-ea"/>
              </a:rPr>
              <a:t>ns+100ns</a:t>
            </a:r>
          </a:p>
        </p:txBody>
      </p:sp>
      <p:graphicFrame>
        <p:nvGraphicFramePr>
          <p:cNvPr id="5" name="Group 128">
            <a:extLst>
              <a:ext uri="{FF2B5EF4-FFF2-40B4-BE49-F238E27FC236}">
                <a16:creationId xmlns:a16="http://schemas.microsoft.com/office/drawing/2014/main" id="{FEE32922-20BF-406E-A1E0-B942B76F4994}"/>
              </a:ext>
            </a:extLst>
          </p:cNvPr>
          <p:cNvGraphicFramePr>
            <a:graphicFrameLocks noGrp="1"/>
          </p:cNvGraphicFramePr>
          <p:nvPr/>
        </p:nvGraphicFramePr>
        <p:xfrm>
          <a:off x="0" y="142875"/>
          <a:ext cx="3143250" cy="1966913"/>
        </p:xfrm>
        <a:graphic>
          <a:graphicData uri="http://schemas.openxmlformats.org/drawingml/2006/table">
            <a:tbl>
              <a:tblPr/>
              <a:tblGrid>
                <a:gridCol w="85725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tblGrid>
              <a:tr h="518912">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bg2"/>
                          </a:solidFill>
                          <a:effectLst/>
                          <a:latin typeface="+mj-lt"/>
                          <a:ea typeface="Arial Unicode MS" pitchFamily="34" charset="-122"/>
                          <a:cs typeface="Arial Unicode MS" pitchFamily="34" charset="-122"/>
                        </a:rPr>
                        <a:t>页号</a:t>
                      </a:r>
                      <a:endParaRPr kumimoji="1" lang="zh-CN" altLang="en-US" sz="2400" b="0" i="0" u="none" strike="noStrike" cap="none" normalizeH="0" baseline="0" dirty="0">
                        <a:ln>
                          <a:noFill/>
                        </a:ln>
                        <a:solidFill>
                          <a:schemeClr val="bg2"/>
                        </a:solidFill>
                        <a:effectLst/>
                        <a:latin typeface="+mj-lt"/>
                        <a:ea typeface="宋体" pitchFamily="2" charset="-122"/>
                      </a:endParaRPr>
                    </a:p>
                  </a:txBody>
                  <a:tcPr marL="91439" marR="914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9CC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bg2"/>
                          </a:solidFill>
                          <a:effectLst/>
                          <a:latin typeface="+mj-lt"/>
                          <a:ea typeface="Arial Unicode MS" pitchFamily="34" charset="-122"/>
                          <a:cs typeface="Arial Unicode MS" pitchFamily="34" charset="-122"/>
                        </a:rPr>
                        <a:t>块号</a:t>
                      </a:r>
                      <a:endParaRPr kumimoji="1" lang="zh-CN" altLang="en-US" sz="2400" b="0" i="0" u="none" strike="noStrike" cap="none" normalizeH="0" baseline="0" dirty="0">
                        <a:ln>
                          <a:noFill/>
                        </a:ln>
                        <a:solidFill>
                          <a:schemeClr val="bg2"/>
                        </a:solidFill>
                        <a:effectLst/>
                        <a:latin typeface="+mj-lt"/>
                        <a:ea typeface="宋体" pitchFamily="2" charset="-122"/>
                      </a:endParaRPr>
                    </a:p>
                  </a:txBody>
                  <a:tcPr marL="91439" marR="914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9CC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bg2"/>
                          </a:solidFill>
                          <a:effectLst/>
                          <a:latin typeface="+mj-lt"/>
                          <a:ea typeface="Arial Unicode MS" pitchFamily="34" charset="-122"/>
                          <a:cs typeface="Arial Unicode MS" pitchFamily="34" charset="-122"/>
                        </a:rPr>
                        <a:t>有效位</a:t>
                      </a:r>
                      <a:endParaRPr kumimoji="1" lang="zh-CN" altLang="en-US" sz="2400" b="0" i="0" u="none" strike="noStrike" cap="none" normalizeH="0" baseline="0" dirty="0">
                        <a:ln>
                          <a:noFill/>
                        </a:ln>
                        <a:solidFill>
                          <a:schemeClr val="bg2"/>
                        </a:solidFill>
                        <a:effectLst/>
                        <a:latin typeface="+mj-lt"/>
                        <a:ea typeface="宋体" pitchFamily="2" charset="-122"/>
                      </a:endParaRPr>
                    </a:p>
                  </a:txBody>
                  <a:tcPr marL="91439" marR="914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9CCFF"/>
                    </a:solidFill>
                  </a:tcPr>
                </a:tc>
                <a:extLst>
                  <a:ext uri="{0D108BD9-81ED-4DB2-BD59-A6C34878D82A}">
                    <a16:rowId xmlns:a16="http://schemas.microsoft.com/office/drawing/2014/main" val="10000"/>
                  </a:ext>
                </a:extLst>
              </a:tr>
              <a:tr h="47443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bg2"/>
                          </a:solidFill>
                          <a:effectLst/>
                          <a:latin typeface="+mj-lt"/>
                          <a:ea typeface="Arial Unicode MS" pitchFamily="34" charset="-122"/>
                          <a:cs typeface="Arial Unicode MS" pitchFamily="34" charset="-122"/>
                        </a:rPr>
                        <a:t>0</a:t>
                      </a:r>
                      <a:endParaRPr kumimoji="1" lang="en-US" altLang="zh-CN" sz="2400" b="1" i="0" u="none" strike="noStrike" cap="none" normalizeH="0" baseline="0" dirty="0">
                        <a:ln>
                          <a:noFill/>
                        </a:ln>
                        <a:solidFill>
                          <a:schemeClr val="bg2"/>
                        </a:solidFill>
                        <a:effectLst/>
                        <a:latin typeface="+mj-lt"/>
                        <a:ea typeface="宋体" pitchFamily="2" charset="-122"/>
                      </a:endParaRPr>
                    </a:p>
                  </a:txBody>
                  <a:tcPr marL="91439" marR="914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AEA"/>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bg2"/>
                          </a:solidFill>
                          <a:effectLst/>
                          <a:latin typeface="+mj-lt"/>
                          <a:ea typeface="Arial Unicode MS" pitchFamily="34" charset="-122"/>
                          <a:cs typeface="Arial Unicode MS" pitchFamily="34" charset="-122"/>
                        </a:rPr>
                        <a:t>101H</a:t>
                      </a:r>
                      <a:endParaRPr kumimoji="1" lang="en-US" altLang="zh-CN" sz="2400" b="1" i="0" u="none" strike="noStrike" cap="none" normalizeH="0" baseline="0" dirty="0">
                        <a:ln>
                          <a:noFill/>
                        </a:ln>
                        <a:solidFill>
                          <a:schemeClr val="bg2"/>
                        </a:solidFill>
                        <a:effectLst/>
                        <a:latin typeface="+mj-lt"/>
                        <a:ea typeface="宋体" pitchFamily="2" charset="-122"/>
                      </a:endParaRPr>
                    </a:p>
                  </a:txBody>
                  <a:tcPr marL="91439" marR="914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AEA"/>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bg2"/>
                          </a:solidFill>
                          <a:effectLst/>
                          <a:latin typeface="+mj-lt"/>
                          <a:ea typeface="Arial Unicode MS" pitchFamily="34" charset="-122"/>
                          <a:cs typeface="Arial Unicode MS" pitchFamily="34" charset="-122"/>
                        </a:rPr>
                        <a:t>1</a:t>
                      </a:r>
                      <a:endParaRPr kumimoji="1" lang="en-US" altLang="zh-CN" sz="2400" b="1" i="0" u="none" strike="noStrike" cap="none" normalizeH="0" baseline="0" dirty="0">
                        <a:ln>
                          <a:noFill/>
                        </a:ln>
                        <a:solidFill>
                          <a:schemeClr val="bg2"/>
                        </a:solidFill>
                        <a:effectLst/>
                        <a:latin typeface="+mj-lt"/>
                        <a:ea typeface="宋体" pitchFamily="2" charset="-122"/>
                      </a:endParaRPr>
                    </a:p>
                  </a:txBody>
                  <a:tcPr marL="91439" marR="914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AEA"/>
                    </a:solidFill>
                  </a:tcPr>
                </a:tc>
                <a:extLst>
                  <a:ext uri="{0D108BD9-81ED-4DB2-BD59-A6C34878D82A}">
                    <a16:rowId xmlns:a16="http://schemas.microsoft.com/office/drawing/2014/main" val="10001"/>
                  </a:ext>
                </a:extLst>
              </a:tr>
              <a:tr h="47443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bg2"/>
                          </a:solidFill>
                          <a:effectLst/>
                          <a:latin typeface="+mj-lt"/>
                          <a:ea typeface="Arial Unicode MS" pitchFamily="34" charset="-122"/>
                          <a:cs typeface="Arial Unicode MS" pitchFamily="34" charset="-122"/>
                        </a:rPr>
                        <a:t>1</a:t>
                      </a:r>
                      <a:endParaRPr kumimoji="1" lang="en-US" altLang="zh-CN" sz="2400" b="1" i="0" u="none" strike="noStrike" cap="none" normalizeH="0" baseline="0" dirty="0">
                        <a:ln>
                          <a:noFill/>
                        </a:ln>
                        <a:solidFill>
                          <a:schemeClr val="bg2"/>
                        </a:solidFill>
                        <a:effectLst/>
                        <a:latin typeface="+mj-lt"/>
                        <a:ea typeface="宋体" pitchFamily="2" charset="-122"/>
                      </a:endParaRPr>
                    </a:p>
                  </a:txBody>
                  <a:tcPr marL="91439" marR="914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AEA"/>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bg2"/>
                          </a:solidFill>
                          <a:effectLst/>
                          <a:latin typeface="+mj-lt"/>
                          <a:ea typeface="Arial Unicode MS" pitchFamily="34" charset="-122"/>
                          <a:cs typeface="Arial Unicode MS" pitchFamily="34" charset="-122"/>
                        </a:rPr>
                        <a:t>—</a:t>
                      </a:r>
                      <a:endParaRPr kumimoji="1" lang="en-US" altLang="zh-CN" sz="2400" b="1" i="0" u="none" strike="noStrike" cap="none" normalizeH="0" baseline="0" dirty="0">
                        <a:ln>
                          <a:noFill/>
                        </a:ln>
                        <a:solidFill>
                          <a:schemeClr val="bg2"/>
                        </a:solidFill>
                        <a:effectLst/>
                        <a:latin typeface="+mj-lt"/>
                        <a:ea typeface="宋体" pitchFamily="2" charset="-122"/>
                      </a:endParaRPr>
                    </a:p>
                  </a:txBody>
                  <a:tcPr marL="91439" marR="914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AEA"/>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bg2"/>
                          </a:solidFill>
                          <a:effectLst/>
                          <a:latin typeface="+mj-lt"/>
                          <a:ea typeface="Arial Unicode MS" pitchFamily="34" charset="-122"/>
                          <a:cs typeface="Arial Unicode MS" pitchFamily="34" charset="-122"/>
                        </a:rPr>
                        <a:t>0</a:t>
                      </a:r>
                      <a:endParaRPr kumimoji="1" lang="en-US" altLang="zh-CN" sz="2400" b="1" i="0" u="none" strike="noStrike" cap="none" normalizeH="0" baseline="0" dirty="0">
                        <a:ln>
                          <a:noFill/>
                        </a:ln>
                        <a:solidFill>
                          <a:schemeClr val="bg2"/>
                        </a:solidFill>
                        <a:effectLst/>
                        <a:latin typeface="+mj-lt"/>
                        <a:ea typeface="宋体" pitchFamily="2" charset="-122"/>
                      </a:endParaRPr>
                    </a:p>
                  </a:txBody>
                  <a:tcPr marL="91439" marR="914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AEA"/>
                    </a:solidFill>
                  </a:tcPr>
                </a:tc>
                <a:extLst>
                  <a:ext uri="{0D108BD9-81ED-4DB2-BD59-A6C34878D82A}">
                    <a16:rowId xmlns:a16="http://schemas.microsoft.com/office/drawing/2014/main" val="10002"/>
                  </a:ext>
                </a:extLst>
              </a:tr>
              <a:tr h="499141">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bg2"/>
                          </a:solidFill>
                          <a:effectLst/>
                          <a:latin typeface="+mj-lt"/>
                          <a:ea typeface="Arial Unicode MS" pitchFamily="34" charset="-122"/>
                          <a:cs typeface="Arial Unicode MS" pitchFamily="34" charset="-122"/>
                        </a:rPr>
                        <a:t>2</a:t>
                      </a:r>
                      <a:endParaRPr kumimoji="1" lang="en-US" altLang="zh-CN" sz="2400" b="1" i="0" u="none" strike="noStrike" cap="none" normalizeH="0" baseline="0" dirty="0">
                        <a:ln>
                          <a:noFill/>
                        </a:ln>
                        <a:solidFill>
                          <a:schemeClr val="bg2"/>
                        </a:solidFill>
                        <a:effectLst/>
                        <a:latin typeface="+mj-lt"/>
                        <a:ea typeface="宋体" pitchFamily="2" charset="-122"/>
                      </a:endParaRPr>
                    </a:p>
                  </a:txBody>
                  <a:tcPr marL="91439" marR="914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AEA"/>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bg2"/>
                          </a:solidFill>
                          <a:effectLst/>
                          <a:latin typeface="+mj-lt"/>
                          <a:ea typeface="Arial Unicode MS" pitchFamily="34" charset="-122"/>
                          <a:cs typeface="Arial Unicode MS" pitchFamily="34" charset="-122"/>
                        </a:rPr>
                        <a:t>254H</a:t>
                      </a:r>
                      <a:endParaRPr kumimoji="1" lang="en-US" altLang="zh-CN" sz="2400" b="1" i="0" u="none" strike="noStrike" cap="none" normalizeH="0" baseline="0" dirty="0">
                        <a:ln>
                          <a:noFill/>
                        </a:ln>
                        <a:solidFill>
                          <a:schemeClr val="bg2"/>
                        </a:solidFill>
                        <a:effectLst/>
                        <a:latin typeface="+mj-lt"/>
                        <a:ea typeface="宋体" pitchFamily="2" charset="-122"/>
                      </a:endParaRPr>
                    </a:p>
                  </a:txBody>
                  <a:tcPr marL="91439" marR="914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AEA"/>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bg2"/>
                          </a:solidFill>
                          <a:effectLst/>
                          <a:latin typeface="+mj-lt"/>
                          <a:ea typeface="Arial Unicode MS" pitchFamily="34" charset="-122"/>
                          <a:cs typeface="Arial Unicode MS" pitchFamily="34" charset="-122"/>
                        </a:rPr>
                        <a:t>1</a:t>
                      </a:r>
                      <a:endParaRPr kumimoji="1" lang="en-US" altLang="zh-CN" sz="2400" b="1" i="0" u="none" strike="noStrike" cap="none" normalizeH="0" baseline="0" dirty="0">
                        <a:ln>
                          <a:noFill/>
                        </a:ln>
                        <a:solidFill>
                          <a:schemeClr val="bg2"/>
                        </a:solidFill>
                        <a:effectLst/>
                        <a:latin typeface="+mj-lt"/>
                        <a:ea typeface="宋体" pitchFamily="2" charset="-122"/>
                      </a:endParaRPr>
                    </a:p>
                  </a:txBody>
                  <a:tcPr marL="91439" marR="914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AEAEA"/>
                    </a:solidFill>
                  </a:tcPr>
                </a:tc>
                <a:extLst>
                  <a:ext uri="{0D108BD9-81ED-4DB2-BD59-A6C34878D82A}">
                    <a16:rowId xmlns:a16="http://schemas.microsoft.com/office/drawing/2014/main" val="10003"/>
                  </a:ext>
                </a:extLst>
              </a:tr>
            </a:tbl>
          </a:graphicData>
        </a:graphic>
      </p:graphicFrame>
      <p:sp>
        <p:nvSpPr>
          <p:cNvPr id="33819" name="TextBox 5">
            <a:extLst>
              <a:ext uri="{FF2B5EF4-FFF2-40B4-BE49-F238E27FC236}">
                <a16:creationId xmlns:a16="http://schemas.microsoft.com/office/drawing/2014/main" id="{0C73F853-4934-471E-BBE7-0106B2E8E2FD}"/>
              </a:ext>
            </a:extLst>
          </p:cNvPr>
          <p:cNvSpPr txBox="1">
            <a:spLocks noChangeArrowheads="1"/>
          </p:cNvSpPr>
          <p:nvPr/>
        </p:nvSpPr>
        <p:spPr bwMode="auto">
          <a:xfrm>
            <a:off x="3857625" y="0"/>
            <a:ext cx="5286375" cy="3170099"/>
          </a:xfrm>
          <a:prstGeom prst="rect">
            <a:avLst/>
          </a:prstGeom>
          <a:solidFill>
            <a:srgbClr val="F4FFD9"/>
          </a:solidFill>
          <a:ln w="9525">
            <a:noFill/>
            <a:miter lim="800000"/>
            <a:headEnd/>
            <a:tailEnd/>
          </a:ln>
        </p:spPr>
        <p:txBody>
          <a:bodyPr>
            <a:spAutoFit/>
          </a:bodyPr>
          <a:lstStyle/>
          <a:p>
            <a:pPr eaLnBrk="1" hangingPunct="1">
              <a:defRPr/>
            </a:pPr>
            <a:r>
              <a:rPr kumimoji="0" lang="en-US" altLang="zh-CN" sz="2800" dirty="0">
                <a:solidFill>
                  <a:schemeClr val="bg2"/>
                </a:solidFill>
                <a:latin typeface="+mn-lt"/>
                <a:ea typeface="+mn-ea"/>
              </a:rPr>
              <a:t>2362H: </a:t>
            </a:r>
          </a:p>
          <a:p>
            <a:pPr eaLnBrk="1" hangingPunct="1">
              <a:defRPr/>
            </a:pPr>
            <a:r>
              <a:rPr kumimoji="0" lang="zh-CN" altLang="en-US" sz="2800" dirty="0">
                <a:solidFill>
                  <a:schemeClr val="bg2"/>
                </a:solidFill>
                <a:latin typeface="+mn-lt"/>
                <a:ea typeface="+mn-ea"/>
              </a:rPr>
              <a:t>页号</a:t>
            </a:r>
            <a:r>
              <a:rPr kumimoji="0" lang="en-US" altLang="zh-CN" sz="2800" dirty="0">
                <a:solidFill>
                  <a:schemeClr val="bg2"/>
                </a:solidFill>
                <a:latin typeface="+mn-lt"/>
                <a:ea typeface="+mn-ea"/>
              </a:rPr>
              <a:t>P=2;</a:t>
            </a:r>
          </a:p>
          <a:p>
            <a:pPr eaLnBrk="1" hangingPunct="1">
              <a:defRPr/>
            </a:pPr>
            <a:r>
              <a:rPr kumimoji="0" lang="zh-CN" altLang="en-US" sz="2800" dirty="0">
                <a:solidFill>
                  <a:schemeClr val="bg2"/>
                </a:solidFill>
                <a:latin typeface="+mn-lt"/>
                <a:ea typeface="+mn-ea"/>
              </a:rPr>
              <a:t>访问快表</a:t>
            </a:r>
            <a:r>
              <a:rPr kumimoji="0" lang="en-US" altLang="zh-CN" sz="2800" dirty="0">
                <a:solidFill>
                  <a:schemeClr val="bg2"/>
                </a:solidFill>
                <a:latin typeface="+mn-lt"/>
                <a:ea typeface="+mn-ea"/>
              </a:rPr>
              <a:t>10ns,</a:t>
            </a:r>
            <a:r>
              <a:rPr kumimoji="0" lang="zh-CN" altLang="en-US" sz="2800" dirty="0">
                <a:solidFill>
                  <a:schemeClr val="bg2"/>
                </a:solidFill>
                <a:latin typeface="+mn-lt"/>
                <a:ea typeface="+mn-ea"/>
              </a:rPr>
              <a:t>落空</a:t>
            </a:r>
            <a:r>
              <a:rPr kumimoji="0" lang="en-US" altLang="zh-CN" sz="2800" dirty="0">
                <a:solidFill>
                  <a:schemeClr val="bg2"/>
                </a:solidFill>
                <a:latin typeface="+mn-lt"/>
                <a:ea typeface="+mn-ea"/>
              </a:rPr>
              <a:t>;</a:t>
            </a:r>
          </a:p>
          <a:p>
            <a:pPr eaLnBrk="1" hangingPunct="1">
              <a:defRPr/>
            </a:pPr>
            <a:r>
              <a:rPr kumimoji="0" lang="zh-CN" altLang="en-US" sz="2800" dirty="0">
                <a:solidFill>
                  <a:schemeClr val="bg2"/>
                </a:solidFill>
                <a:latin typeface="+mn-lt"/>
                <a:ea typeface="+mn-ea"/>
              </a:rPr>
              <a:t>访问页表</a:t>
            </a:r>
            <a:r>
              <a:rPr kumimoji="0" lang="en-US" altLang="zh-CN" sz="2800" dirty="0">
                <a:solidFill>
                  <a:schemeClr val="bg2"/>
                </a:solidFill>
                <a:latin typeface="+mn-lt"/>
                <a:ea typeface="+mn-ea"/>
              </a:rPr>
              <a:t>100ns,</a:t>
            </a:r>
            <a:r>
              <a:rPr kumimoji="0" lang="zh-CN" altLang="en-US" sz="2800" dirty="0">
                <a:solidFill>
                  <a:schemeClr val="bg2"/>
                </a:solidFill>
                <a:latin typeface="+mn-lt"/>
                <a:ea typeface="+mn-ea"/>
              </a:rPr>
              <a:t>得到块号</a:t>
            </a:r>
            <a:r>
              <a:rPr kumimoji="0" lang="en-US" altLang="zh-CN" sz="2800" dirty="0">
                <a:solidFill>
                  <a:schemeClr val="bg2"/>
                </a:solidFill>
                <a:latin typeface="+mn-lt"/>
                <a:ea typeface="+mn-ea"/>
              </a:rPr>
              <a:t>;</a:t>
            </a:r>
            <a:r>
              <a:rPr kumimoji="0" lang="zh-CN" altLang="en-US" sz="2800" dirty="0">
                <a:solidFill>
                  <a:schemeClr val="bg2"/>
                </a:solidFill>
                <a:latin typeface="+mn-lt"/>
                <a:ea typeface="+mn-ea"/>
              </a:rPr>
              <a:t>并将</a:t>
            </a:r>
            <a:r>
              <a:rPr kumimoji="0" lang="zh-CN" altLang="en-US" sz="2800" dirty="0">
                <a:solidFill>
                  <a:srgbClr val="FF0000"/>
                </a:solidFill>
                <a:latin typeface="+mn-lt"/>
                <a:ea typeface="+mn-ea"/>
              </a:rPr>
              <a:t>页号</a:t>
            </a:r>
            <a:r>
              <a:rPr kumimoji="0" lang="en-US" altLang="zh-CN" sz="2800" dirty="0">
                <a:solidFill>
                  <a:srgbClr val="FF0000"/>
                </a:solidFill>
                <a:latin typeface="+mn-lt"/>
                <a:ea typeface="+mn-ea"/>
              </a:rPr>
              <a:t>2</a:t>
            </a:r>
            <a:r>
              <a:rPr kumimoji="0" lang="zh-CN" altLang="en-US" sz="2800" dirty="0">
                <a:solidFill>
                  <a:srgbClr val="FF0000"/>
                </a:solidFill>
                <a:latin typeface="+mn-lt"/>
                <a:ea typeface="+mn-ea"/>
              </a:rPr>
              <a:t>的页表项放入</a:t>
            </a:r>
            <a:r>
              <a:rPr kumimoji="0" lang="en-US" altLang="zh-CN" sz="2800" dirty="0">
                <a:solidFill>
                  <a:srgbClr val="FF0000"/>
                </a:solidFill>
                <a:latin typeface="+mn-lt"/>
                <a:ea typeface="+mn-ea"/>
              </a:rPr>
              <a:t>TLB</a:t>
            </a:r>
            <a:r>
              <a:rPr kumimoji="0" lang="en-US" altLang="zh-CN" sz="2800" dirty="0">
                <a:solidFill>
                  <a:schemeClr val="bg2"/>
                </a:solidFill>
                <a:latin typeface="+mn-lt"/>
                <a:ea typeface="+mn-ea"/>
              </a:rPr>
              <a:t>;</a:t>
            </a:r>
          </a:p>
          <a:p>
            <a:pPr eaLnBrk="1" hangingPunct="1">
              <a:defRPr/>
            </a:pPr>
            <a:r>
              <a:rPr kumimoji="0" lang="zh-CN" altLang="en-US" sz="2800" dirty="0">
                <a:solidFill>
                  <a:schemeClr val="bg2"/>
                </a:solidFill>
                <a:latin typeface="+mn-lt"/>
                <a:ea typeface="+mn-ea"/>
              </a:rPr>
              <a:t>合成物理地址后访问主存</a:t>
            </a:r>
            <a:r>
              <a:rPr kumimoji="0" lang="en-US" altLang="zh-CN" sz="2800" dirty="0">
                <a:solidFill>
                  <a:schemeClr val="bg2"/>
                </a:solidFill>
                <a:latin typeface="+mn-lt"/>
                <a:ea typeface="+mn-ea"/>
              </a:rPr>
              <a:t>100ns;</a:t>
            </a:r>
          </a:p>
          <a:p>
            <a:pPr eaLnBrk="1" hangingPunct="1">
              <a:defRPr/>
            </a:pPr>
            <a:r>
              <a:rPr kumimoji="0" lang="zh-CN" altLang="en-US" sz="2800" dirty="0">
                <a:solidFill>
                  <a:schemeClr val="bg2"/>
                </a:solidFill>
                <a:latin typeface="+mn-lt"/>
                <a:ea typeface="+mn-ea"/>
              </a:rPr>
              <a:t>共计</a:t>
            </a:r>
            <a:r>
              <a:rPr kumimoji="0" lang="en-US" altLang="zh-CN" sz="2800" dirty="0">
                <a:solidFill>
                  <a:schemeClr val="bg2"/>
                </a:solidFill>
                <a:latin typeface="+mn-lt"/>
                <a:ea typeface="+mn-ea"/>
              </a:rPr>
              <a:t>: 10ns+100ns+100ns=210ns</a:t>
            </a:r>
            <a:r>
              <a:rPr kumimoji="0" lang="zh-CN" altLang="en-US" dirty="0">
                <a:solidFill>
                  <a:schemeClr val="bg2"/>
                </a:solidFill>
                <a:latin typeface="+mn-ea"/>
                <a:ea typeface="+mn-ea"/>
              </a:rPr>
              <a:t>。</a:t>
            </a:r>
            <a:endParaRPr lang="zh-CN" altLang="en-US" dirty="0">
              <a:solidFill>
                <a:schemeClr val="bg2"/>
              </a:solidFill>
              <a:latin typeface="+mn-ea"/>
              <a:ea typeface="+mn-ea"/>
            </a:endParaRPr>
          </a:p>
        </p:txBody>
      </p:sp>
      <p:graphicFrame>
        <p:nvGraphicFramePr>
          <p:cNvPr id="9" name="Group 128">
            <a:extLst>
              <a:ext uri="{FF2B5EF4-FFF2-40B4-BE49-F238E27FC236}">
                <a16:creationId xmlns:a16="http://schemas.microsoft.com/office/drawing/2014/main" id="{DB9360B7-6796-4B6F-98D1-9D342B6D70AC}"/>
              </a:ext>
            </a:extLst>
          </p:cNvPr>
          <p:cNvGraphicFramePr>
            <a:graphicFrameLocks noGrp="1"/>
          </p:cNvGraphicFramePr>
          <p:nvPr>
            <p:extLst/>
          </p:nvPr>
        </p:nvGraphicFramePr>
        <p:xfrm>
          <a:off x="5940152" y="3422979"/>
          <a:ext cx="3143250" cy="1966913"/>
        </p:xfrm>
        <a:graphic>
          <a:graphicData uri="http://schemas.openxmlformats.org/drawingml/2006/table">
            <a:tbl>
              <a:tblPr/>
              <a:tblGrid>
                <a:gridCol w="85725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tblGrid>
              <a:tr h="518912">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bg2"/>
                          </a:solidFill>
                          <a:effectLst/>
                          <a:latin typeface="+mj-lt"/>
                          <a:ea typeface="Arial Unicode MS" pitchFamily="34" charset="-122"/>
                          <a:cs typeface="Arial Unicode MS" pitchFamily="34" charset="-122"/>
                        </a:rPr>
                        <a:t>页号</a:t>
                      </a:r>
                      <a:endParaRPr kumimoji="1" lang="zh-CN" altLang="en-US" sz="2400" b="0" i="0" u="none" strike="noStrike" cap="none" normalizeH="0" baseline="0" dirty="0">
                        <a:ln>
                          <a:noFill/>
                        </a:ln>
                        <a:solidFill>
                          <a:schemeClr val="bg2"/>
                        </a:solidFill>
                        <a:effectLst/>
                        <a:latin typeface="+mj-lt"/>
                        <a:ea typeface="宋体" pitchFamily="2" charset="-122"/>
                      </a:endParaRPr>
                    </a:p>
                  </a:txBody>
                  <a:tcPr marL="91439" marR="914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9CC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a:ln>
                            <a:noFill/>
                          </a:ln>
                          <a:solidFill>
                            <a:schemeClr val="bg2"/>
                          </a:solidFill>
                          <a:effectLst/>
                          <a:latin typeface="+mj-lt"/>
                          <a:ea typeface="Arial Unicode MS" pitchFamily="34" charset="-122"/>
                          <a:cs typeface="Arial Unicode MS" pitchFamily="34" charset="-122"/>
                        </a:rPr>
                        <a:t>块号</a:t>
                      </a:r>
                      <a:endParaRPr kumimoji="1" lang="zh-CN" altLang="en-US" sz="2400" b="0" i="0" u="none" strike="noStrike" cap="none" normalizeH="0" baseline="0" dirty="0">
                        <a:ln>
                          <a:noFill/>
                        </a:ln>
                        <a:solidFill>
                          <a:schemeClr val="bg2"/>
                        </a:solidFill>
                        <a:effectLst/>
                        <a:latin typeface="+mj-lt"/>
                        <a:ea typeface="宋体" pitchFamily="2" charset="-122"/>
                      </a:endParaRPr>
                    </a:p>
                  </a:txBody>
                  <a:tcPr marL="91439" marR="914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9CC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bg2"/>
                          </a:solidFill>
                          <a:effectLst/>
                          <a:latin typeface="+mj-lt"/>
                          <a:ea typeface="Arial Unicode MS" pitchFamily="34" charset="-122"/>
                          <a:cs typeface="Arial Unicode MS" pitchFamily="34" charset="-122"/>
                        </a:rPr>
                        <a:t>有效位</a:t>
                      </a:r>
                      <a:endParaRPr kumimoji="1" lang="zh-CN" altLang="en-US" sz="2400" b="0" i="0" u="none" strike="noStrike" cap="none" normalizeH="0" baseline="0" dirty="0">
                        <a:ln>
                          <a:noFill/>
                        </a:ln>
                        <a:solidFill>
                          <a:schemeClr val="bg2"/>
                        </a:solidFill>
                        <a:effectLst/>
                        <a:latin typeface="+mj-lt"/>
                        <a:ea typeface="宋体" pitchFamily="2" charset="-122"/>
                      </a:endParaRPr>
                    </a:p>
                  </a:txBody>
                  <a:tcPr marL="91439" marR="914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9CCFF"/>
                    </a:solidFill>
                  </a:tcPr>
                </a:tc>
                <a:extLst>
                  <a:ext uri="{0D108BD9-81ED-4DB2-BD59-A6C34878D82A}">
                    <a16:rowId xmlns:a16="http://schemas.microsoft.com/office/drawing/2014/main" val="10000"/>
                  </a:ext>
                </a:extLst>
              </a:tr>
              <a:tr h="47443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bg2"/>
                          </a:solidFill>
                          <a:effectLst/>
                          <a:latin typeface="+mj-lt"/>
                          <a:ea typeface="Arial Unicode MS" pitchFamily="34" charset="-122"/>
                          <a:cs typeface="Arial Unicode MS" pitchFamily="34" charset="-122"/>
                        </a:rPr>
                        <a:t>0</a:t>
                      </a:r>
                      <a:endParaRPr kumimoji="1" lang="en-US" altLang="zh-CN" sz="2400" b="1" i="0" u="none" strike="noStrike" cap="none" normalizeH="0" baseline="0" dirty="0">
                        <a:ln>
                          <a:noFill/>
                        </a:ln>
                        <a:solidFill>
                          <a:schemeClr val="bg2"/>
                        </a:solidFill>
                        <a:effectLst/>
                        <a:latin typeface="+mj-lt"/>
                        <a:ea typeface="宋体" pitchFamily="2" charset="-122"/>
                      </a:endParaRPr>
                    </a:p>
                  </a:txBody>
                  <a:tcPr marL="91439" marR="914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kern="1200" cap="none" normalizeH="0" baseline="0" dirty="0">
                          <a:ln>
                            <a:noFill/>
                          </a:ln>
                          <a:solidFill>
                            <a:schemeClr val="bg2"/>
                          </a:solidFill>
                          <a:effectLst/>
                          <a:latin typeface="+mn-lt"/>
                          <a:ea typeface="Arial Unicode MS" pitchFamily="34" charset="-122"/>
                          <a:cs typeface="Arial Unicode MS" pitchFamily="34" charset="-122"/>
                        </a:rPr>
                        <a:t>—</a:t>
                      </a:r>
                      <a:endParaRPr kumimoji="1" lang="en-US" altLang="zh-CN" sz="2400" b="1" i="0" u="none" strike="noStrike" kern="1200" cap="none" normalizeH="0" baseline="0" dirty="0">
                        <a:ln>
                          <a:noFill/>
                        </a:ln>
                        <a:solidFill>
                          <a:schemeClr val="bg2"/>
                        </a:solidFill>
                        <a:effectLst/>
                        <a:latin typeface="+mn-lt"/>
                        <a:ea typeface="宋体" pitchFamily="2" charset="-122"/>
                        <a:cs typeface="+mn-cs"/>
                      </a:endParaRPr>
                    </a:p>
                  </a:txBody>
                  <a:tcPr marL="91439" marR="914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bg2"/>
                          </a:solidFill>
                          <a:effectLst/>
                          <a:latin typeface="+mj-lt"/>
                          <a:ea typeface="Arial Unicode MS" pitchFamily="34" charset="-122"/>
                          <a:cs typeface="Arial Unicode MS" pitchFamily="34" charset="-122"/>
                        </a:rPr>
                        <a:t>0</a:t>
                      </a:r>
                      <a:endParaRPr kumimoji="1" lang="en-US" altLang="zh-CN" sz="2400" b="1" i="0" u="none" strike="noStrike" cap="none" normalizeH="0" baseline="0" dirty="0">
                        <a:ln>
                          <a:noFill/>
                        </a:ln>
                        <a:solidFill>
                          <a:schemeClr val="bg2"/>
                        </a:solidFill>
                        <a:effectLst/>
                        <a:latin typeface="+mj-lt"/>
                        <a:ea typeface="宋体" pitchFamily="2" charset="-122"/>
                      </a:endParaRPr>
                    </a:p>
                  </a:txBody>
                  <a:tcPr marL="91439" marR="914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1"/>
                  </a:ext>
                </a:extLst>
              </a:tr>
              <a:tr h="47443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bg2"/>
                          </a:solidFill>
                          <a:effectLst/>
                          <a:latin typeface="+mj-lt"/>
                          <a:ea typeface="Arial Unicode MS" pitchFamily="34" charset="-122"/>
                          <a:cs typeface="Arial Unicode MS" pitchFamily="34" charset="-122"/>
                        </a:rPr>
                        <a:t>1</a:t>
                      </a:r>
                      <a:endParaRPr kumimoji="1" lang="en-US" altLang="zh-CN" sz="2400" b="1" i="0" u="none" strike="noStrike" cap="none" normalizeH="0" baseline="0" dirty="0">
                        <a:ln>
                          <a:noFill/>
                        </a:ln>
                        <a:solidFill>
                          <a:schemeClr val="bg2"/>
                        </a:solidFill>
                        <a:effectLst/>
                        <a:latin typeface="+mj-lt"/>
                        <a:ea typeface="宋体" pitchFamily="2" charset="-122"/>
                      </a:endParaRPr>
                    </a:p>
                  </a:txBody>
                  <a:tcPr marL="91439" marR="914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normalizeH="0" baseline="0" dirty="0">
                          <a:ln>
                            <a:noFill/>
                          </a:ln>
                          <a:solidFill>
                            <a:schemeClr val="bg2"/>
                          </a:solidFill>
                          <a:effectLst/>
                          <a:latin typeface="+mn-lt"/>
                          <a:ea typeface="Arial Unicode MS" pitchFamily="34" charset="-122"/>
                          <a:cs typeface="Arial Unicode MS" pitchFamily="34" charset="-122"/>
                        </a:rPr>
                        <a:t>101H</a:t>
                      </a:r>
                      <a:endParaRPr kumimoji="1" lang="en-US" altLang="zh-CN" sz="2400" b="1" i="0" u="none" strike="noStrike" cap="none" normalizeH="0" baseline="0" dirty="0">
                        <a:ln>
                          <a:noFill/>
                        </a:ln>
                        <a:solidFill>
                          <a:schemeClr val="bg2"/>
                        </a:solidFill>
                        <a:effectLst/>
                        <a:latin typeface="+mj-lt"/>
                        <a:ea typeface="宋体" pitchFamily="2" charset="-122"/>
                      </a:endParaRPr>
                    </a:p>
                  </a:txBody>
                  <a:tcPr marL="91439" marR="914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bg2"/>
                          </a:solidFill>
                          <a:effectLst/>
                          <a:latin typeface="+mj-lt"/>
                          <a:ea typeface="Arial Unicode MS" pitchFamily="34" charset="-122"/>
                          <a:cs typeface="Arial Unicode MS" pitchFamily="34" charset="-122"/>
                        </a:rPr>
                        <a:t>1</a:t>
                      </a:r>
                      <a:endParaRPr kumimoji="1" lang="en-US" altLang="zh-CN" sz="2400" b="1" i="0" u="none" strike="noStrike" cap="none" normalizeH="0" baseline="0" dirty="0">
                        <a:ln>
                          <a:noFill/>
                        </a:ln>
                        <a:solidFill>
                          <a:schemeClr val="bg2"/>
                        </a:solidFill>
                        <a:effectLst/>
                        <a:latin typeface="+mj-lt"/>
                        <a:ea typeface="宋体" pitchFamily="2" charset="-122"/>
                      </a:endParaRPr>
                    </a:p>
                  </a:txBody>
                  <a:tcPr marL="91439" marR="914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2"/>
                  </a:ext>
                </a:extLst>
              </a:tr>
              <a:tr h="499141">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bg2"/>
                          </a:solidFill>
                          <a:effectLst/>
                          <a:latin typeface="+mj-lt"/>
                          <a:ea typeface="Arial Unicode MS" pitchFamily="34" charset="-122"/>
                          <a:cs typeface="Arial Unicode MS" pitchFamily="34" charset="-122"/>
                        </a:rPr>
                        <a:t>2</a:t>
                      </a:r>
                      <a:endParaRPr kumimoji="1" lang="en-US" altLang="zh-CN" sz="2400" b="1" i="0" u="none" strike="noStrike" cap="none" normalizeH="0" baseline="0" dirty="0">
                        <a:ln>
                          <a:noFill/>
                        </a:ln>
                        <a:solidFill>
                          <a:schemeClr val="bg2"/>
                        </a:solidFill>
                        <a:effectLst/>
                        <a:latin typeface="+mj-lt"/>
                        <a:ea typeface="宋体" pitchFamily="2" charset="-122"/>
                      </a:endParaRPr>
                    </a:p>
                  </a:txBody>
                  <a:tcPr marL="91439" marR="914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bg2"/>
                          </a:solidFill>
                          <a:effectLst/>
                          <a:latin typeface="+mj-lt"/>
                          <a:ea typeface="Arial Unicode MS" pitchFamily="34" charset="-122"/>
                          <a:cs typeface="Arial Unicode MS" pitchFamily="34" charset="-122"/>
                        </a:rPr>
                        <a:t>254H</a:t>
                      </a:r>
                      <a:endParaRPr kumimoji="1" lang="en-US" altLang="zh-CN" sz="2400" b="1" i="0" u="none" strike="noStrike" cap="none" normalizeH="0" baseline="0" dirty="0">
                        <a:ln>
                          <a:noFill/>
                        </a:ln>
                        <a:solidFill>
                          <a:schemeClr val="bg2"/>
                        </a:solidFill>
                        <a:effectLst/>
                        <a:latin typeface="+mj-lt"/>
                        <a:ea typeface="宋体" pitchFamily="2" charset="-122"/>
                      </a:endParaRPr>
                    </a:p>
                  </a:txBody>
                  <a:tcPr marL="91439" marR="914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bg2"/>
                          </a:solidFill>
                          <a:effectLst/>
                          <a:latin typeface="+mj-lt"/>
                          <a:ea typeface="Arial Unicode MS" pitchFamily="34" charset="-122"/>
                          <a:cs typeface="Arial Unicode MS" pitchFamily="34" charset="-122"/>
                        </a:rPr>
                        <a:t>1</a:t>
                      </a:r>
                      <a:endParaRPr kumimoji="1" lang="en-US" altLang="zh-CN" sz="2400" b="1" i="0" u="none" strike="noStrike" cap="none" normalizeH="0" baseline="0" dirty="0">
                        <a:ln>
                          <a:noFill/>
                        </a:ln>
                        <a:solidFill>
                          <a:schemeClr val="bg2"/>
                        </a:solidFill>
                        <a:effectLst/>
                        <a:latin typeface="+mj-lt"/>
                        <a:ea typeface="宋体" pitchFamily="2" charset="-122"/>
                      </a:endParaRPr>
                    </a:p>
                  </a:txBody>
                  <a:tcPr marL="91439" marR="914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3"/>
                  </a:ext>
                </a:extLst>
              </a:tr>
            </a:tbl>
          </a:graphicData>
        </a:graphic>
      </p:graphicFrame>
      <p:sp>
        <p:nvSpPr>
          <p:cNvPr id="8" name="AutoShape 27">
            <a:hlinkClick r:id="" action="ppaction://hlinkshowjump?jump=nextslide" highlightClick="1"/>
            <a:extLst>
              <a:ext uri="{FF2B5EF4-FFF2-40B4-BE49-F238E27FC236}">
                <a16:creationId xmlns:a16="http://schemas.microsoft.com/office/drawing/2014/main" id="{584208F2-9350-4709-804C-AB2D6D3D7F99}"/>
              </a:ext>
            </a:extLst>
          </p:cNvPr>
          <p:cNvSpPr>
            <a:spLocks noChangeArrowheads="1"/>
          </p:cNvSpPr>
          <p:nvPr/>
        </p:nvSpPr>
        <p:spPr bwMode="auto">
          <a:xfrm>
            <a:off x="8746244" y="6477000"/>
            <a:ext cx="381000" cy="381000"/>
          </a:xfrm>
          <a:prstGeom prst="actionButtonForwardNext">
            <a:avLst/>
          </a:prstGeom>
          <a:solidFill>
            <a:schemeClr val="tx1">
              <a:lumMod val="85000"/>
            </a:schemeClr>
          </a:solidFill>
          <a:ln w="9525">
            <a:noFill/>
            <a:miter lim="800000"/>
            <a:headEnd/>
            <a:tailEnd/>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110183999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3819">
                                            <p:bg/>
                                          </p:spTgt>
                                        </p:tgtEl>
                                        <p:attrNameLst>
                                          <p:attrName>style.visibility</p:attrName>
                                        </p:attrNameLst>
                                      </p:cBhvr>
                                      <p:to>
                                        <p:strVal val="visible"/>
                                      </p:to>
                                    </p:set>
                                    <p:animEffect transition="in" filter="blinds(horizontal)">
                                      <p:cBhvr>
                                        <p:cTn id="7" dur="500"/>
                                        <p:tgtEl>
                                          <p:spTgt spid="33819">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3819">
                                            <p:txEl>
                                              <p:pRg st="0" end="0"/>
                                            </p:txEl>
                                          </p:spTgt>
                                        </p:tgtEl>
                                        <p:attrNameLst>
                                          <p:attrName>style.visibility</p:attrName>
                                        </p:attrNameLst>
                                      </p:cBhvr>
                                      <p:to>
                                        <p:strVal val="visible"/>
                                      </p:to>
                                    </p:set>
                                    <p:animEffect transition="in" filter="blinds(horizontal)">
                                      <p:cBhvr>
                                        <p:cTn id="12" dur="500"/>
                                        <p:tgtEl>
                                          <p:spTgt spid="3381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3819">
                                            <p:txEl>
                                              <p:pRg st="1" end="1"/>
                                            </p:txEl>
                                          </p:spTgt>
                                        </p:tgtEl>
                                        <p:attrNameLst>
                                          <p:attrName>style.visibility</p:attrName>
                                        </p:attrNameLst>
                                      </p:cBhvr>
                                      <p:to>
                                        <p:strVal val="visible"/>
                                      </p:to>
                                    </p:set>
                                    <p:animEffect transition="in" filter="blinds(horizontal)">
                                      <p:cBhvr>
                                        <p:cTn id="17" dur="500"/>
                                        <p:tgtEl>
                                          <p:spTgt spid="33819">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3819">
                                            <p:txEl>
                                              <p:pRg st="2" end="2"/>
                                            </p:txEl>
                                          </p:spTgt>
                                        </p:tgtEl>
                                        <p:attrNameLst>
                                          <p:attrName>style.visibility</p:attrName>
                                        </p:attrNameLst>
                                      </p:cBhvr>
                                      <p:to>
                                        <p:strVal val="visible"/>
                                      </p:to>
                                    </p:set>
                                    <p:animEffect transition="in" filter="blinds(horizontal)">
                                      <p:cBhvr>
                                        <p:cTn id="22" dur="500"/>
                                        <p:tgtEl>
                                          <p:spTgt spid="33819">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3819">
                                            <p:txEl>
                                              <p:pRg st="3" end="3"/>
                                            </p:txEl>
                                          </p:spTgt>
                                        </p:tgtEl>
                                        <p:attrNameLst>
                                          <p:attrName>style.visibility</p:attrName>
                                        </p:attrNameLst>
                                      </p:cBhvr>
                                      <p:to>
                                        <p:strVal val="visible"/>
                                      </p:to>
                                    </p:set>
                                    <p:animEffect transition="in" filter="blinds(horizontal)">
                                      <p:cBhvr>
                                        <p:cTn id="27" dur="500"/>
                                        <p:tgtEl>
                                          <p:spTgt spid="33819">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3819">
                                            <p:txEl>
                                              <p:pRg st="4" end="4"/>
                                            </p:txEl>
                                          </p:spTgt>
                                        </p:tgtEl>
                                        <p:attrNameLst>
                                          <p:attrName>style.visibility</p:attrName>
                                        </p:attrNameLst>
                                      </p:cBhvr>
                                      <p:to>
                                        <p:strVal val="visible"/>
                                      </p:to>
                                    </p:set>
                                    <p:animEffect transition="in" filter="blinds(horizontal)">
                                      <p:cBhvr>
                                        <p:cTn id="32" dur="500"/>
                                        <p:tgtEl>
                                          <p:spTgt spid="33819">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3819">
                                            <p:txEl>
                                              <p:pRg st="5" end="5"/>
                                            </p:txEl>
                                          </p:spTgt>
                                        </p:tgtEl>
                                        <p:attrNameLst>
                                          <p:attrName>style.visibility</p:attrName>
                                        </p:attrNameLst>
                                      </p:cBhvr>
                                      <p:to>
                                        <p:strVal val="visible"/>
                                      </p:to>
                                    </p:set>
                                    <p:animEffect transition="in" filter="blinds(horizontal)">
                                      <p:cBhvr>
                                        <p:cTn id="37" dur="500"/>
                                        <p:tgtEl>
                                          <p:spTgt spid="33819">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4">
                                            <p:bg/>
                                          </p:spTgt>
                                        </p:tgtEl>
                                        <p:attrNameLst>
                                          <p:attrName>style.visibility</p:attrName>
                                        </p:attrNameLst>
                                      </p:cBhvr>
                                      <p:to>
                                        <p:strVal val="visible"/>
                                      </p:to>
                                    </p:set>
                                    <p:animEffect transition="in" filter="blinds(horizontal)">
                                      <p:cBhvr>
                                        <p:cTn id="42" dur="500"/>
                                        <p:tgtEl>
                                          <p:spTgt spid="4">
                                            <p:bg/>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4">
                                            <p:txEl>
                                              <p:pRg st="0" end="0"/>
                                            </p:txEl>
                                          </p:spTgt>
                                        </p:tgtEl>
                                        <p:attrNameLst>
                                          <p:attrName>style.visibility</p:attrName>
                                        </p:attrNameLst>
                                      </p:cBhvr>
                                      <p:to>
                                        <p:strVal val="visible"/>
                                      </p:to>
                                    </p:set>
                                    <p:animEffect transition="in" filter="blinds(horizontal)">
                                      <p:cBhvr>
                                        <p:cTn id="47" dur="500"/>
                                        <p:tgtEl>
                                          <p:spTgt spid="4">
                                            <p:txEl>
                                              <p:pRg st="0" end="0"/>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4">
                                            <p:txEl>
                                              <p:pRg st="1" end="1"/>
                                            </p:txEl>
                                          </p:spTgt>
                                        </p:tgtEl>
                                        <p:attrNameLst>
                                          <p:attrName>style.visibility</p:attrName>
                                        </p:attrNameLst>
                                      </p:cBhvr>
                                      <p:to>
                                        <p:strVal val="visible"/>
                                      </p:to>
                                    </p:set>
                                    <p:animEffect transition="in" filter="blinds(horizontal)">
                                      <p:cBhvr>
                                        <p:cTn id="52" dur="500"/>
                                        <p:tgtEl>
                                          <p:spTgt spid="4">
                                            <p:txEl>
                                              <p:pRg st="1" end="1"/>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4">
                                            <p:txEl>
                                              <p:pRg st="2" end="2"/>
                                            </p:txEl>
                                          </p:spTgt>
                                        </p:tgtEl>
                                        <p:attrNameLst>
                                          <p:attrName>style.visibility</p:attrName>
                                        </p:attrNameLst>
                                      </p:cBhvr>
                                      <p:to>
                                        <p:strVal val="visible"/>
                                      </p:to>
                                    </p:set>
                                    <p:animEffect transition="in" filter="blinds(horizontal)">
                                      <p:cBhvr>
                                        <p:cTn id="57" dur="500"/>
                                        <p:tgtEl>
                                          <p:spTgt spid="4">
                                            <p:txEl>
                                              <p:pRg st="2" end="2"/>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4">
                                            <p:txEl>
                                              <p:pRg st="3" end="3"/>
                                            </p:txEl>
                                          </p:spTgt>
                                        </p:tgtEl>
                                        <p:attrNameLst>
                                          <p:attrName>style.visibility</p:attrName>
                                        </p:attrNameLst>
                                      </p:cBhvr>
                                      <p:to>
                                        <p:strVal val="visible"/>
                                      </p:to>
                                    </p:set>
                                    <p:animEffect transition="in" filter="blinds(horizontal)">
                                      <p:cBhvr>
                                        <p:cTn id="62" dur="500"/>
                                        <p:tgtEl>
                                          <p:spTgt spid="4">
                                            <p:txEl>
                                              <p:pRg st="3" end="3"/>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4">
                                            <p:txEl>
                                              <p:pRg st="4" end="4"/>
                                            </p:txEl>
                                          </p:spTgt>
                                        </p:tgtEl>
                                        <p:attrNameLst>
                                          <p:attrName>style.visibility</p:attrName>
                                        </p:attrNameLst>
                                      </p:cBhvr>
                                      <p:to>
                                        <p:strVal val="visible"/>
                                      </p:to>
                                    </p:set>
                                    <p:animEffect transition="in" filter="blinds(horizontal)">
                                      <p:cBhvr>
                                        <p:cTn id="67" dur="500"/>
                                        <p:tgtEl>
                                          <p:spTgt spid="4">
                                            <p:txEl>
                                              <p:pRg st="4" end="4"/>
                                            </p:txEl>
                                          </p:spTgt>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4">
                                            <p:txEl>
                                              <p:pRg st="5" end="5"/>
                                            </p:txEl>
                                          </p:spTgt>
                                        </p:tgtEl>
                                        <p:attrNameLst>
                                          <p:attrName>style.visibility</p:attrName>
                                        </p:attrNameLst>
                                      </p:cBhvr>
                                      <p:to>
                                        <p:strVal val="visible"/>
                                      </p:to>
                                    </p:set>
                                    <p:animEffect transition="in" filter="blinds(horizontal)">
                                      <p:cBhvr>
                                        <p:cTn id="72" dur="500"/>
                                        <p:tgtEl>
                                          <p:spTgt spid="4">
                                            <p:txEl>
                                              <p:pRg st="5" end="5"/>
                                            </p:txEl>
                                          </p:spTgt>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9" presetClass="entr" presetSubtype="0" fill="hold" nodeType="clickEffect">
                                  <p:stCondLst>
                                    <p:cond delay="0"/>
                                  </p:stCondLst>
                                  <p:childTnLst>
                                    <p:set>
                                      <p:cBhvr>
                                        <p:cTn id="76" dur="1" fill="hold">
                                          <p:stCondLst>
                                            <p:cond delay="0"/>
                                          </p:stCondLst>
                                        </p:cTn>
                                        <p:tgtEl>
                                          <p:spTgt spid="9"/>
                                        </p:tgtEl>
                                        <p:attrNameLst>
                                          <p:attrName>style.visibility</p:attrName>
                                        </p:attrNameLst>
                                      </p:cBhvr>
                                      <p:to>
                                        <p:strVal val="visible"/>
                                      </p:to>
                                    </p:set>
                                    <p:animEffect transition="in" filter="dissolve">
                                      <p:cBhvr>
                                        <p:cTn id="77" dur="500"/>
                                        <p:tgtEl>
                                          <p:spTgt spid="9"/>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4">
                                            <p:txEl>
                                              <p:pRg st="6" end="6"/>
                                            </p:txEl>
                                          </p:spTgt>
                                        </p:tgtEl>
                                        <p:attrNameLst>
                                          <p:attrName>style.visibility</p:attrName>
                                        </p:attrNameLst>
                                      </p:cBhvr>
                                      <p:to>
                                        <p:strVal val="visible"/>
                                      </p:to>
                                    </p:set>
                                    <p:animEffect transition="in" filter="blinds(horizontal)">
                                      <p:cBhvr>
                                        <p:cTn id="82" dur="500"/>
                                        <p:tgtEl>
                                          <p:spTgt spid="4">
                                            <p:txEl>
                                              <p:pRg st="6" end="6"/>
                                            </p:txEl>
                                          </p:spTgt>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4">
                                            <p:txEl>
                                              <p:pRg st="7" end="7"/>
                                            </p:txEl>
                                          </p:spTgt>
                                        </p:tgtEl>
                                        <p:attrNameLst>
                                          <p:attrName>style.visibility</p:attrName>
                                        </p:attrNameLst>
                                      </p:cBhvr>
                                      <p:to>
                                        <p:strVal val="visible"/>
                                      </p:to>
                                    </p:set>
                                    <p:animEffect transition="in" filter="blinds(horizontal)">
                                      <p:cBhvr>
                                        <p:cTn id="87" dur="500"/>
                                        <p:tgtEl>
                                          <p:spTgt spid="4">
                                            <p:txEl>
                                              <p:pRg st="7" end="7"/>
                                            </p:txEl>
                                          </p:spTgt>
                                        </p:tgtEl>
                                      </p:cBhvr>
                                    </p:animEffect>
                                  </p:childTnLst>
                                </p:cTn>
                              </p:par>
                            </p:childTnLst>
                          </p:cTn>
                        </p:par>
                        <p:par>
                          <p:cTn id="88" fill="hold">
                            <p:stCondLst>
                              <p:cond delay="500"/>
                            </p:stCondLst>
                            <p:childTnLst>
                              <p:par>
                                <p:cTn id="89" presetID="2" presetClass="entr" presetSubtype="6" fill="hold" grpId="0" nodeType="afterEffect">
                                  <p:stCondLst>
                                    <p:cond delay="0"/>
                                  </p:stCondLst>
                                  <p:childTnLst>
                                    <p:set>
                                      <p:cBhvr>
                                        <p:cTn id="90" dur="1" fill="hold">
                                          <p:stCondLst>
                                            <p:cond delay="0"/>
                                          </p:stCondLst>
                                        </p:cTn>
                                        <p:tgtEl>
                                          <p:spTgt spid="8"/>
                                        </p:tgtEl>
                                        <p:attrNameLst>
                                          <p:attrName>style.visibility</p:attrName>
                                        </p:attrNameLst>
                                      </p:cBhvr>
                                      <p:to>
                                        <p:strVal val="visible"/>
                                      </p:to>
                                    </p:set>
                                    <p:anim calcmode="lin" valueType="num">
                                      <p:cBhvr additive="base">
                                        <p:cTn id="91" dur="500" fill="hold"/>
                                        <p:tgtEl>
                                          <p:spTgt spid="8"/>
                                        </p:tgtEl>
                                        <p:attrNameLst>
                                          <p:attrName>ppt_x</p:attrName>
                                        </p:attrNameLst>
                                      </p:cBhvr>
                                      <p:tavLst>
                                        <p:tav tm="0">
                                          <p:val>
                                            <p:strVal val="1+#ppt_w/2"/>
                                          </p:val>
                                        </p:tav>
                                        <p:tav tm="100000">
                                          <p:val>
                                            <p:strVal val="#ppt_x"/>
                                          </p:val>
                                        </p:tav>
                                      </p:tavLst>
                                    </p:anim>
                                    <p:anim calcmode="lin" valueType="num">
                                      <p:cBhvr additive="base">
                                        <p:cTn id="9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33819" grpId="0" build="p" animBg="1"/>
      <p:bldP spid="8"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5">
            <a:extLst>
              <a:ext uri="{FF2B5EF4-FFF2-40B4-BE49-F238E27FC236}">
                <a16:creationId xmlns:a16="http://schemas.microsoft.com/office/drawing/2014/main" id="{31A038E4-332D-4FCE-BB31-ECB968F18416}"/>
              </a:ext>
            </a:extLst>
          </p:cNvPr>
          <p:cNvSpPr txBox="1">
            <a:spLocks noChangeArrowheads="1"/>
          </p:cNvSpPr>
          <p:nvPr/>
        </p:nvSpPr>
        <p:spPr bwMode="auto">
          <a:xfrm>
            <a:off x="1763713" y="2420938"/>
            <a:ext cx="5072062" cy="2246769"/>
          </a:xfrm>
          <a:prstGeom prst="rect">
            <a:avLst/>
          </a:prstGeom>
          <a:solidFill>
            <a:srgbClr val="F4FFD9"/>
          </a:solidFill>
          <a:ln w="9525">
            <a:noFill/>
            <a:miter lim="800000"/>
            <a:headEnd/>
            <a:tailEnd/>
          </a:ln>
        </p:spPr>
        <p:txBody>
          <a:bodyPr>
            <a:spAutoFit/>
          </a:bodyPr>
          <a:lstStyle/>
          <a:p>
            <a:pPr eaLnBrk="1" hangingPunct="1">
              <a:defRPr/>
            </a:pPr>
            <a:r>
              <a:rPr lang="en-US" altLang="zh-CN" sz="2800" dirty="0">
                <a:solidFill>
                  <a:schemeClr val="bg2"/>
                </a:solidFill>
                <a:latin typeface="+mn-lt"/>
                <a:ea typeface="+mn-ea"/>
              </a:rPr>
              <a:t>25A5</a:t>
            </a:r>
            <a:r>
              <a:rPr kumimoji="0" lang="en-US" altLang="zh-CN" sz="2800" dirty="0">
                <a:solidFill>
                  <a:schemeClr val="bg2"/>
                </a:solidFill>
                <a:latin typeface="+mn-lt"/>
                <a:ea typeface="+mn-ea"/>
              </a:rPr>
              <a:t>H: </a:t>
            </a:r>
          </a:p>
          <a:p>
            <a:pPr eaLnBrk="1" hangingPunct="1">
              <a:defRPr/>
            </a:pPr>
            <a:r>
              <a:rPr kumimoji="0" lang="en-US" altLang="zh-CN" sz="2800" dirty="0">
                <a:solidFill>
                  <a:schemeClr val="bg2"/>
                </a:solidFill>
                <a:latin typeface="+mn-lt"/>
                <a:ea typeface="+mn-ea"/>
              </a:rPr>
              <a:t>P=2;</a:t>
            </a:r>
          </a:p>
          <a:p>
            <a:pPr eaLnBrk="1" hangingPunct="1">
              <a:defRPr/>
            </a:pPr>
            <a:r>
              <a:rPr kumimoji="0" lang="zh-CN" altLang="en-US" sz="2800" dirty="0">
                <a:solidFill>
                  <a:schemeClr val="bg2"/>
                </a:solidFill>
                <a:latin typeface="+mn-lt"/>
                <a:ea typeface="+mn-ea"/>
              </a:rPr>
              <a:t>访问快表</a:t>
            </a:r>
            <a:r>
              <a:rPr kumimoji="0" lang="en-US" altLang="zh-CN" sz="2800" dirty="0">
                <a:solidFill>
                  <a:schemeClr val="bg2"/>
                </a:solidFill>
                <a:latin typeface="+mn-lt"/>
                <a:ea typeface="+mn-ea"/>
              </a:rPr>
              <a:t>10ns</a:t>
            </a:r>
            <a:r>
              <a:rPr kumimoji="0" lang="zh-CN" altLang="en-US" sz="2800" dirty="0">
                <a:solidFill>
                  <a:schemeClr val="bg2"/>
                </a:solidFill>
                <a:latin typeface="+mn-lt"/>
                <a:ea typeface="+mn-ea"/>
              </a:rPr>
              <a:t>，命中；</a:t>
            </a:r>
            <a:endParaRPr kumimoji="0" lang="en-US" altLang="zh-CN" sz="2800" dirty="0">
              <a:solidFill>
                <a:schemeClr val="bg2"/>
              </a:solidFill>
              <a:latin typeface="+mn-lt"/>
              <a:ea typeface="+mn-ea"/>
            </a:endParaRPr>
          </a:p>
          <a:p>
            <a:pPr eaLnBrk="1" hangingPunct="1">
              <a:defRPr/>
            </a:pPr>
            <a:r>
              <a:rPr kumimoji="0" lang="zh-CN" altLang="en-US" sz="2800" dirty="0">
                <a:solidFill>
                  <a:schemeClr val="bg2"/>
                </a:solidFill>
                <a:latin typeface="+mn-lt"/>
                <a:ea typeface="+mn-ea"/>
              </a:rPr>
              <a:t>合成物理地址后访问主存</a:t>
            </a:r>
            <a:r>
              <a:rPr kumimoji="0" lang="en-US" altLang="zh-CN" sz="2800" dirty="0">
                <a:solidFill>
                  <a:schemeClr val="bg2"/>
                </a:solidFill>
                <a:latin typeface="+mn-lt"/>
                <a:ea typeface="+mn-ea"/>
              </a:rPr>
              <a:t>100ns;</a:t>
            </a:r>
          </a:p>
          <a:p>
            <a:pPr eaLnBrk="1" hangingPunct="1">
              <a:defRPr/>
            </a:pPr>
            <a:r>
              <a:rPr kumimoji="0" lang="zh-CN" altLang="en-US" sz="2800" dirty="0">
                <a:solidFill>
                  <a:schemeClr val="bg2"/>
                </a:solidFill>
                <a:latin typeface="+mn-lt"/>
                <a:ea typeface="+mn-ea"/>
              </a:rPr>
              <a:t>共计</a:t>
            </a:r>
            <a:r>
              <a:rPr kumimoji="0" lang="en-US" altLang="zh-CN" sz="2800" dirty="0">
                <a:solidFill>
                  <a:schemeClr val="bg2"/>
                </a:solidFill>
                <a:latin typeface="+mn-lt"/>
                <a:ea typeface="+mn-ea"/>
              </a:rPr>
              <a:t>: 10ns+100ns=110ns</a:t>
            </a:r>
            <a:r>
              <a:rPr kumimoji="0" lang="zh-CN" altLang="en-US" sz="2800" dirty="0">
                <a:solidFill>
                  <a:schemeClr val="bg2"/>
                </a:solidFill>
                <a:latin typeface="+mn-lt"/>
                <a:ea typeface="+mn-ea"/>
              </a:rPr>
              <a:t>。</a:t>
            </a:r>
            <a:endParaRPr lang="zh-CN" altLang="en-US" sz="2800" dirty="0">
              <a:solidFill>
                <a:schemeClr val="bg2"/>
              </a:solidFill>
              <a:latin typeface="+mn-lt"/>
              <a:ea typeface="+mn-ea"/>
            </a:endParaRPr>
          </a:p>
        </p:txBody>
      </p:sp>
      <p:sp>
        <p:nvSpPr>
          <p:cNvPr id="33818" name="Rectangle 2">
            <a:extLst>
              <a:ext uri="{FF2B5EF4-FFF2-40B4-BE49-F238E27FC236}">
                <a16:creationId xmlns:a16="http://schemas.microsoft.com/office/drawing/2014/main" id="{63908C9E-4661-4234-AF81-92C4D217E7C2}"/>
              </a:ext>
            </a:extLst>
          </p:cNvPr>
          <p:cNvSpPr>
            <a:spLocks noChangeArrowheads="1"/>
          </p:cNvSpPr>
          <p:nvPr/>
        </p:nvSpPr>
        <p:spPr bwMode="auto">
          <a:xfrm>
            <a:off x="1691680" y="4952465"/>
            <a:ext cx="5511800" cy="1447800"/>
          </a:xfrm>
          <a:prstGeom prst="rect">
            <a:avLst/>
          </a:prstGeom>
          <a:solidFill>
            <a:srgbClr val="F4FFD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850900">
              <a:spcBef>
                <a:spcPct val="20000"/>
              </a:spcBef>
              <a:buClr>
                <a:srgbClr val="FFABFF"/>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8509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8509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8509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8509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8509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8509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8509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8509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
                <a:srgbClr val="FFFF66"/>
              </a:buClr>
              <a:buSzTx/>
              <a:buFontTx/>
              <a:buNone/>
            </a:pPr>
            <a:r>
              <a:rPr lang="zh-CN" altLang="en-US" dirty="0">
                <a:solidFill>
                  <a:schemeClr val="bg2"/>
                </a:solidFill>
                <a:latin typeface="+mn-lt"/>
                <a:ea typeface="+mn-ea"/>
              </a:rPr>
              <a:t>（</a:t>
            </a:r>
            <a:r>
              <a:rPr lang="en-US" altLang="zh-CN" dirty="0">
                <a:solidFill>
                  <a:schemeClr val="bg2"/>
                </a:solidFill>
                <a:latin typeface="+mn-lt"/>
                <a:ea typeface="+mn-ea"/>
              </a:rPr>
              <a:t>2</a:t>
            </a:r>
            <a:r>
              <a:rPr lang="zh-CN" altLang="en-US" dirty="0">
                <a:solidFill>
                  <a:schemeClr val="bg2"/>
                </a:solidFill>
                <a:latin typeface="+mn-lt"/>
                <a:ea typeface="+mn-ea"/>
              </a:rPr>
              <a:t>） </a:t>
            </a:r>
            <a:r>
              <a:rPr lang="en-US" altLang="zh-CN" dirty="0">
                <a:solidFill>
                  <a:schemeClr val="bg2"/>
                </a:solidFill>
                <a:latin typeface="+mn-lt"/>
                <a:ea typeface="+mn-ea"/>
              </a:rPr>
              <a:t>1565H</a:t>
            </a:r>
            <a:r>
              <a:rPr lang="zh-CN" altLang="en-US" dirty="0">
                <a:solidFill>
                  <a:schemeClr val="bg2"/>
                </a:solidFill>
                <a:latin typeface="+mn-lt"/>
                <a:ea typeface="+mn-ea"/>
              </a:rPr>
              <a:t>的物理地址</a:t>
            </a:r>
            <a:r>
              <a:rPr lang="en-US" altLang="zh-CN" dirty="0">
                <a:solidFill>
                  <a:schemeClr val="bg2"/>
                </a:solidFill>
                <a:latin typeface="+mn-lt"/>
                <a:ea typeface="+mn-ea"/>
              </a:rPr>
              <a:t> </a:t>
            </a:r>
            <a:r>
              <a:rPr lang="zh-CN" altLang="en-US" dirty="0">
                <a:solidFill>
                  <a:schemeClr val="bg2"/>
                </a:solidFill>
                <a:latin typeface="+mn-lt"/>
                <a:ea typeface="+mn-ea"/>
              </a:rPr>
              <a:t>：</a:t>
            </a:r>
            <a:endParaRPr lang="en-US" altLang="zh-CN" dirty="0">
              <a:solidFill>
                <a:schemeClr val="bg2"/>
              </a:solidFill>
              <a:latin typeface="+mn-lt"/>
              <a:ea typeface="+mn-ea"/>
            </a:endParaRPr>
          </a:p>
          <a:p>
            <a:pPr eaLnBrk="1" hangingPunct="1">
              <a:spcBef>
                <a:spcPct val="0"/>
              </a:spcBef>
              <a:buClr>
                <a:srgbClr val="FFFF66"/>
              </a:buClr>
              <a:buSzTx/>
              <a:buFontTx/>
              <a:buNone/>
            </a:pPr>
            <a:r>
              <a:rPr lang="zh-CN" altLang="en-US" sz="2800" dirty="0">
                <a:solidFill>
                  <a:schemeClr val="bg2"/>
                </a:solidFill>
                <a:latin typeface="+mn-lt"/>
                <a:ea typeface="+mn-ea"/>
              </a:rPr>
              <a:t>对应块号： </a:t>
            </a:r>
            <a:r>
              <a:rPr lang="en-US" altLang="zh-CN" sz="2800" dirty="0">
                <a:solidFill>
                  <a:schemeClr val="bg2"/>
                </a:solidFill>
                <a:latin typeface="+mn-lt"/>
                <a:ea typeface="+mn-ea"/>
              </a:rPr>
              <a:t>101H</a:t>
            </a:r>
            <a:r>
              <a:rPr lang="zh-CN" altLang="en-US" sz="2800" dirty="0">
                <a:solidFill>
                  <a:schemeClr val="bg2"/>
                </a:solidFill>
                <a:latin typeface="+mn-lt"/>
                <a:ea typeface="+mn-ea"/>
              </a:rPr>
              <a:t>。</a:t>
            </a:r>
            <a:endParaRPr lang="en-US" altLang="zh-CN" sz="2800" dirty="0">
              <a:solidFill>
                <a:schemeClr val="bg2"/>
              </a:solidFill>
              <a:latin typeface="+mn-lt"/>
              <a:ea typeface="+mn-ea"/>
            </a:endParaRPr>
          </a:p>
          <a:p>
            <a:pPr eaLnBrk="1" hangingPunct="1">
              <a:spcBef>
                <a:spcPct val="0"/>
              </a:spcBef>
              <a:buClr>
                <a:srgbClr val="FFFF66"/>
              </a:buClr>
              <a:buSzTx/>
              <a:buFontTx/>
              <a:buNone/>
            </a:pPr>
            <a:r>
              <a:rPr lang="zh-CN" altLang="en-US" sz="2800" dirty="0">
                <a:solidFill>
                  <a:schemeClr val="bg2"/>
                </a:solidFill>
                <a:latin typeface="+mn-lt"/>
                <a:ea typeface="+mn-ea"/>
              </a:rPr>
              <a:t>合成物理地址： </a:t>
            </a:r>
            <a:r>
              <a:rPr lang="en-US" altLang="zh-CN" sz="2800" dirty="0">
                <a:solidFill>
                  <a:schemeClr val="bg2"/>
                </a:solidFill>
                <a:latin typeface="+mn-lt"/>
                <a:ea typeface="+mn-ea"/>
              </a:rPr>
              <a:t>101565H</a:t>
            </a:r>
            <a:r>
              <a:rPr lang="zh-CN" altLang="en-US" sz="2800" dirty="0">
                <a:solidFill>
                  <a:schemeClr val="bg2"/>
                </a:solidFill>
                <a:latin typeface="+mn-lt"/>
                <a:ea typeface="+mn-ea"/>
              </a:rPr>
              <a:t>。</a:t>
            </a:r>
          </a:p>
        </p:txBody>
      </p:sp>
      <p:graphicFrame>
        <p:nvGraphicFramePr>
          <p:cNvPr id="7" name="Group 128">
            <a:extLst>
              <a:ext uri="{FF2B5EF4-FFF2-40B4-BE49-F238E27FC236}">
                <a16:creationId xmlns:a16="http://schemas.microsoft.com/office/drawing/2014/main" id="{CCDC030A-868F-4551-8BC2-955966AACB21}"/>
              </a:ext>
            </a:extLst>
          </p:cNvPr>
          <p:cNvGraphicFramePr>
            <a:graphicFrameLocks noGrp="1"/>
          </p:cNvGraphicFramePr>
          <p:nvPr/>
        </p:nvGraphicFramePr>
        <p:xfrm>
          <a:off x="2771775" y="160338"/>
          <a:ext cx="3143250" cy="1966913"/>
        </p:xfrm>
        <a:graphic>
          <a:graphicData uri="http://schemas.openxmlformats.org/drawingml/2006/table">
            <a:tbl>
              <a:tblPr/>
              <a:tblGrid>
                <a:gridCol w="85725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tblGrid>
              <a:tr h="518912">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bg2"/>
                          </a:solidFill>
                          <a:effectLst/>
                          <a:latin typeface="+mj-lt"/>
                          <a:ea typeface="Arial Unicode MS" pitchFamily="34" charset="-122"/>
                          <a:cs typeface="Arial Unicode MS" pitchFamily="34" charset="-122"/>
                        </a:rPr>
                        <a:t>页号</a:t>
                      </a:r>
                      <a:endParaRPr kumimoji="1" lang="zh-CN" altLang="en-US" sz="2400" b="0" i="0" u="none" strike="noStrike" cap="none" normalizeH="0" baseline="0" dirty="0">
                        <a:ln>
                          <a:noFill/>
                        </a:ln>
                        <a:solidFill>
                          <a:schemeClr val="bg2"/>
                        </a:solidFill>
                        <a:effectLst/>
                        <a:latin typeface="+mj-lt"/>
                        <a:ea typeface="宋体" pitchFamily="2" charset="-122"/>
                      </a:endParaRPr>
                    </a:p>
                  </a:txBody>
                  <a:tcPr marL="91439" marR="914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9CC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a:ln>
                            <a:noFill/>
                          </a:ln>
                          <a:solidFill>
                            <a:schemeClr val="bg2"/>
                          </a:solidFill>
                          <a:effectLst/>
                          <a:latin typeface="+mj-lt"/>
                          <a:ea typeface="Arial Unicode MS" pitchFamily="34" charset="-122"/>
                          <a:cs typeface="Arial Unicode MS" pitchFamily="34" charset="-122"/>
                        </a:rPr>
                        <a:t>块号</a:t>
                      </a:r>
                      <a:endParaRPr kumimoji="1" lang="zh-CN" altLang="en-US" sz="2400" b="0" i="0" u="none" strike="noStrike" cap="none" normalizeH="0" baseline="0" dirty="0">
                        <a:ln>
                          <a:noFill/>
                        </a:ln>
                        <a:solidFill>
                          <a:schemeClr val="bg2"/>
                        </a:solidFill>
                        <a:effectLst/>
                        <a:latin typeface="+mj-lt"/>
                        <a:ea typeface="宋体" pitchFamily="2" charset="-122"/>
                      </a:endParaRPr>
                    </a:p>
                  </a:txBody>
                  <a:tcPr marL="91439" marR="914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9CCFF"/>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bg2"/>
                          </a:solidFill>
                          <a:effectLst/>
                          <a:latin typeface="+mj-lt"/>
                          <a:ea typeface="Arial Unicode MS" pitchFamily="34" charset="-122"/>
                          <a:cs typeface="Arial Unicode MS" pitchFamily="34" charset="-122"/>
                        </a:rPr>
                        <a:t>有效位</a:t>
                      </a:r>
                      <a:endParaRPr kumimoji="1" lang="zh-CN" altLang="en-US" sz="2400" b="0" i="0" u="none" strike="noStrike" cap="none" normalizeH="0" baseline="0" dirty="0">
                        <a:ln>
                          <a:noFill/>
                        </a:ln>
                        <a:solidFill>
                          <a:schemeClr val="bg2"/>
                        </a:solidFill>
                        <a:effectLst/>
                        <a:latin typeface="+mj-lt"/>
                        <a:ea typeface="宋体" pitchFamily="2" charset="-122"/>
                      </a:endParaRPr>
                    </a:p>
                  </a:txBody>
                  <a:tcPr marL="91439" marR="914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99CCFF"/>
                    </a:solidFill>
                  </a:tcPr>
                </a:tc>
                <a:extLst>
                  <a:ext uri="{0D108BD9-81ED-4DB2-BD59-A6C34878D82A}">
                    <a16:rowId xmlns:a16="http://schemas.microsoft.com/office/drawing/2014/main" val="10000"/>
                  </a:ext>
                </a:extLst>
              </a:tr>
              <a:tr h="47443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bg2"/>
                          </a:solidFill>
                          <a:effectLst/>
                          <a:latin typeface="+mj-lt"/>
                          <a:ea typeface="Arial Unicode MS" pitchFamily="34" charset="-122"/>
                          <a:cs typeface="Arial Unicode MS" pitchFamily="34" charset="-122"/>
                        </a:rPr>
                        <a:t>0</a:t>
                      </a:r>
                      <a:endParaRPr kumimoji="1" lang="en-US" altLang="zh-CN" sz="2400" b="1" i="0" u="none" strike="noStrike" cap="none" normalizeH="0" baseline="0" dirty="0">
                        <a:ln>
                          <a:noFill/>
                        </a:ln>
                        <a:solidFill>
                          <a:schemeClr val="bg2"/>
                        </a:solidFill>
                        <a:effectLst/>
                        <a:latin typeface="+mj-lt"/>
                        <a:ea typeface="宋体" pitchFamily="2" charset="-122"/>
                      </a:endParaRPr>
                    </a:p>
                  </a:txBody>
                  <a:tcPr marL="91439" marR="914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kern="1200" cap="none" normalizeH="0" baseline="0" dirty="0">
                          <a:ln>
                            <a:noFill/>
                          </a:ln>
                          <a:solidFill>
                            <a:schemeClr val="bg2"/>
                          </a:solidFill>
                          <a:effectLst/>
                          <a:latin typeface="+mn-lt"/>
                          <a:ea typeface="Arial Unicode MS" pitchFamily="34" charset="-122"/>
                          <a:cs typeface="Arial Unicode MS" pitchFamily="34" charset="-122"/>
                        </a:rPr>
                        <a:t>—</a:t>
                      </a:r>
                      <a:endParaRPr kumimoji="1" lang="en-US" altLang="zh-CN" sz="2400" b="1" i="0" u="none" strike="noStrike" kern="1200" cap="none" normalizeH="0" baseline="0" dirty="0">
                        <a:ln>
                          <a:noFill/>
                        </a:ln>
                        <a:solidFill>
                          <a:schemeClr val="bg2"/>
                        </a:solidFill>
                        <a:effectLst/>
                        <a:latin typeface="+mn-lt"/>
                        <a:ea typeface="宋体" pitchFamily="2" charset="-122"/>
                        <a:cs typeface="+mn-cs"/>
                      </a:endParaRPr>
                    </a:p>
                  </a:txBody>
                  <a:tcPr marL="91439" marR="914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bg2"/>
                          </a:solidFill>
                          <a:effectLst/>
                          <a:latin typeface="+mj-lt"/>
                          <a:ea typeface="Arial Unicode MS" pitchFamily="34" charset="-122"/>
                          <a:cs typeface="Arial Unicode MS" pitchFamily="34" charset="-122"/>
                        </a:rPr>
                        <a:t>0</a:t>
                      </a:r>
                      <a:endParaRPr kumimoji="1" lang="en-US" altLang="zh-CN" sz="2400" b="1" i="0" u="none" strike="noStrike" cap="none" normalizeH="0" baseline="0" dirty="0">
                        <a:ln>
                          <a:noFill/>
                        </a:ln>
                        <a:solidFill>
                          <a:schemeClr val="bg2"/>
                        </a:solidFill>
                        <a:effectLst/>
                        <a:latin typeface="+mj-lt"/>
                        <a:ea typeface="宋体" pitchFamily="2" charset="-122"/>
                      </a:endParaRPr>
                    </a:p>
                  </a:txBody>
                  <a:tcPr marL="91439" marR="914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1"/>
                  </a:ext>
                </a:extLst>
              </a:tr>
              <a:tr h="47443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bg2"/>
                          </a:solidFill>
                          <a:effectLst/>
                          <a:latin typeface="+mj-lt"/>
                          <a:ea typeface="Arial Unicode MS" pitchFamily="34" charset="-122"/>
                          <a:cs typeface="Arial Unicode MS" pitchFamily="34" charset="-122"/>
                        </a:rPr>
                        <a:t>1</a:t>
                      </a:r>
                      <a:endParaRPr kumimoji="1" lang="en-US" altLang="zh-CN" sz="2400" b="1" i="0" u="none" strike="noStrike" cap="none" normalizeH="0" baseline="0" dirty="0">
                        <a:ln>
                          <a:noFill/>
                        </a:ln>
                        <a:solidFill>
                          <a:schemeClr val="bg2"/>
                        </a:solidFill>
                        <a:effectLst/>
                        <a:latin typeface="+mj-lt"/>
                        <a:ea typeface="宋体" pitchFamily="2" charset="-122"/>
                      </a:endParaRPr>
                    </a:p>
                  </a:txBody>
                  <a:tcPr marL="91439" marR="914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normalizeH="0" baseline="0" dirty="0">
                          <a:ln>
                            <a:noFill/>
                          </a:ln>
                          <a:solidFill>
                            <a:schemeClr val="bg2"/>
                          </a:solidFill>
                          <a:effectLst/>
                          <a:latin typeface="+mn-lt"/>
                          <a:ea typeface="Arial Unicode MS" pitchFamily="34" charset="-122"/>
                          <a:cs typeface="Arial Unicode MS" pitchFamily="34" charset="-122"/>
                        </a:rPr>
                        <a:t>101H</a:t>
                      </a:r>
                      <a:endParaRPr kumimoji="1" lang="en-US" altLang="zh-CN" sz="2400" b="1" i="0" u="none" strike="noStrike" cap="none" normalizeH="0" baseline="0" dirty="0">
                        <a:ln>
                          <a:noFill/>
                        </a:ln>
                        <a:solidFill>
                          <a:schemeClr val="bg2"/>
                        </a:solidFill>
                        <a:effectLst/>
                        <a:latin typeface="+mj-lt"/>
                        <a:ea typeface="宋体" pitchFamily="2" charset="-122"/>
                      </a:endParaRPr>
                    </a:p>
                  </a:txBody>
                  <a:tcPr marL="91439" marR="914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bg2"/>
                          </a:solidFill>
                          <a:effectLst/>
                          <a:latin typeface="+mj-lt"/>
                          <a:ea typeface="Arial Unicode MS" pitchFamily="34" charset="-122"/>
                          <a:cs typeface="Arial Unicode MS" pitchFamily="34" charset="-122"/>
                        </a:rPr>
                        <a:t>1</a:t>
                      </a:r>
                      <a:endParaRPr kumimoji="1" lang="en-US" altLang="zh-CN" sz="2400" b="1" i="0" u="none" strike="noStrike" cap="none" normalizeH="0" baseline="0" dirty="0">
                        <a:ln>
                          <a:noFill/>
                        </a:ln>
                        <a:solidFill>
                          <a:schemeClr val="bg2"/>
                        </a:solidFill>
                        <a:effectLst/>
                        <a:latin typeface="+mj-lt"/>
                        <a:ea typeface="宋体" pitchFamily="2" charset="-122"/>
                      </a:endParaRPr>
                    </a:p>
                  </a:txBody>
                  <a:tcPr marL="91439" marR="914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2"/>
                  </a:ext>
                </a:extLst>
              </a:tr>
              <a:tr h="499141">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bg2"/>
                          </a:solidFill>
                          <a:effectLst/>
                          <a:latin typeface="+mj-lt"/>
                          <a:ea typeface="Arial Unicode MS" pitchFamily="34" charset="-122"/>
                          <a:cs typeface="Arial Unicode MS" pitchFamily="34" charset="-122"/>
                        </a:rPr>
                        <a:t>2</a:t>
                      </a:r>
                      <a:endParaRPr kumimoji="1" lang="en-US" altLang="zh-CN" sz="2400" b="1" i="0" u="none" strike="noStrike" cap="none" normalizeH="0" baseline="0" dirty="0">
                        <a:ln>
                          <a:noFill/>
                        </a:ln>
                        <a:solidFill>
                          <a:schemeClr val="bg2"/>
                        </a:solidFill>
                        <a:effectLst/>
                        <a:latin typeface="+mj-lt"/>
                        <a:ea typeface="宋体" pitchFamily="2" charset="-122"/>
                      </a:endParaRPr>
                    </a:p>
                  </a:txBody>
                  <a:tcPr marL="91439" marR="914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bg2"/>
                          </a:solidFill>
                          <a:effectLst/>
                          <a:latin typeface="+mj-lt"/>
                          <a:ea typeface="Arial Unicode MS" pitchFamily="34" charset="-122"/>
                          <a:cs typeface="Arial Unicode MS" pitchFamily="34" charset="-122"/>
                        </a:rPr>
                        <a:t>254H</a:t>
                      </a:r>
                      <a:endParaRPr kumimoji="1" lang="en-US" altLang="zh-CN" sz="2400" b="1" i="0" u="none" strike="noStrike" cap="none" normalizeH="0" baseline="0" dirty="0">
                        <a:ln>
                          <a:noFill/>
                        </a:ln>
                        <a:solidFill>
                          <a:schemeClr val="bg2"/>
                        </a:solidFill>
                        <a:effectLst/>
                        <a:latin typeface="+mj-lt"/>
                        <a:ea typeface="宋体" pitchFamily="2" charset="-122"/>
                      </a:endParaRPr>
                    </a:p>
                  </a:txBody>
                  <a:tcPr marL="91439" marR="914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00"/>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a:ln>
                            <a:noFill/>
                          </a:ln>
                          <a:solidFill>
                            <a:schemeClr val="bg2"/>
                          </a:solidFill>
                          <a:effectLst/>
                          <a:latin typeface="+mj-lt"/>
                          <a:ea typeface="Arial Unicode MS" pitchFamily="34" charset="-122"/>
                          <a:cs typeface="Arial Unicode MS" pitchFamily="34" charset="-122"/>
                        </a:rPr>
                        <a:t>1</a:t>
                      </a:r>
                      <a:endParaRPr kumimoji="1" lang="en-US" altLang="zh-CN" sz="2400" b="1" i="0" u="none" strike="noStrike" cap="none" normalizeH="0" baseline="0" dirty="0">
                        <a:ln>
                          <a:noFill/>
                        </a:ln>
                        <a:solidFill>
                          <a:schemeClr val="bg2"/>
                        </a:solidFill>
                        <a:effectLst/>
                        <a:latin typeface="+mj-lt"/>
                        <a:ea typeface="宋体" pitchFamily="2" charset="-122"/>
                      </a:endParaRPr>
                    </a:p>
                  </a:txBody>
                  <a:tcPr marL="91439" marR="9143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3"/>
                  </a:ext>
                </a:extLst>
              </a:tr>
            </a:tbl>
          </a:graphicData>
        </a:graphic>
      </p:graphicFrame>
      <p:sp>
        <p:nvSpPr>
          <p:cNvPr id="8" name="AutoShape 7">
            <a:hlinkClick r:id="rId3" action="ppaction://hlinksldjump" highlightClick="1"/>
            <a:extLst>
              <a:ext uri="{FF2B5EF4-FFF2-40B4-BE49-F238E27FC236}">
                <a16:creationId xmlns:a16="http://schemas.microsoft.com/office/drawing/2014/main" id="{C6EA639A-5EE7-4D1D-AA75-4B9CAB274E9D}"/>
              </a:ext>
            </a:extLst>
          </p:cNvPr>
          <p:cNvSpPr>
            <a:spLocks noChangeArrowheads="1"/>
          </p:cNvSpPr>
          <p:nvPr/>
        </p:nvSpPr>
        <p:spPr bwMode="auto">
          <a:xfrm>
            <a:off x="8763000" y="6477000"/>
            <a:ext cx="381000" cy="381000"/>
          </a:xfrm>
          <a:prstGeom prst="actionButtonHome">
            <a:avLst/>
          </a:prstGeom>
          <a:solidFill>
            <a:schemeClr val="tx1">
              <a:lumMod val="85000"/>
            </a:schemeClr>
          </a:solidFill>
          <a:ln w="12700" cap="sq">
            <a:noFill/>
            <a:miter lim="800000"/>
            <a:headEnd type="none" w="sm" len="sm"/>
            <a:tailEnd type="none" w="sm" len="sm"/>
          </a:ln>
        </p:spPr>
        <p:txBody>
          <a:bodyPr wrap="none" anchor="ctr"/>
          <a:lstStyle>
            <a:lvl1pPr>
              <a:spcBef>
                <a:spcPct val="20000"/>
              </a:spcBef>
              <a:buClr>
                <a:schemeClr val="tx2"/>
              </a:buClr>
              <a:buSzPct val="90000"/>
              <a:buFont typeface="Symbol" panose="05050102010706020507" pitchFamily="18" charset="2"/>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endParaRPr lang="zh-CN" altLang="en-US" sz="2400"/>
          </a:p>
        </p:txBody>
      </p:sp>
    </p:spTree>
    <p:extLst>
      <p:ext uri="{BB962C8B-B14F-4D97-AF65-F5344CB8AC3E}">
        <p14:creationId xmlns:p14="http://schemas.microsoft.com/office/powerpoint/2010/main" val="68568530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blinds(horizontal)">
                                      <p:cBhvr>
                                        <p:cTn id="7" dur="500"/>
                                        <p:tgtEl>
                                          <p:spTgt spid="4">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blinds(horizontal)">
                                      <p:cBhvr>
                                        <p:cTn id="12" dur="500"/>
                                        <p:tgtEl>
                                          <p:spTgt spid="4">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blinds(horizontal)">
                                      <p:cBhvr>
                                        <p:cTn id="17" dur="500"/>
                                        <p:tgtEl>
                                          <p:spTgt spid="4">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blinds(horizontal)">
                                      <p:cBhvr>
                                        <p:cTn id="22" dur="500"/>
                                        <p:tgtEl>
                                          <p:spTgt spid="4">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animEffect transition="in" filter="blinds(horizontal)">
                                      <p:cBhvr>
                                        <p:cTn id="27" dur="500"/>
                                        <p:tgtEl>
                                          <p:spTgt spid="4">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
                                            <p:txEl>
                                              <p:pRg st="4" end="4"/>
                                            </p:txEl>
                                          </p:spTgt>
                                        </p:tgtEl>
                                        <p:attrNameLst>
                                          <p:attrName>style.visibility</p:attrName>
                                        </p:attrNameLst>
                                      </p:cBhvr>
                                      <p:to>
                                        <p:strVal val="visible"/>
                                      </p:to>
                                    </p:set>
                                    <p:animEffect transition="in" filter="blinds(horizontal)">
                                      <p:cBhvr>
                                        <p:cTn id="32" dur="500"/>
                                        <p:tgtEl>
                                          <p:spTgt spid="4">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3818">
                                            <p:bg/>
                                          </p:spTgt>
                                        </p:tgtEl>
                                        <p:attrNameLst>
                                          <p:attrName>style.visibility</p:attrName>
                                        </p:attrNameLst>
                                      </p:cBhvr>
                                      <p:to>
                                        <p:strVal val="visible"/>
                                      </p:to>
                                    </p:set>
                                    <p:animEffect transition="in" filter="blinds(horizontal)">
                                      <p:cBhvr>
                                        <p:cTn id="37" dur="500"/>
                                        <p:tgtEl>
                                          <p:spTgt spid="33818">
                                            <p:bg/>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3818">
                                            <p:txEl>
                                              <p:pRg st="0" end="0"/>
                                            </p:txEl>
                                          </p:spTgt>
                                        </p:tgtEl>
                                        <p:attrNameLst>
                                          <p:attrName>style.visibility</p:attrName>
                                        </p:attrNameLst>
                                      </p:cBhvr>
                                      <p:to>
                                        <p:strVal val="visible"/>
                                      </p:to>
                                    </p:set>
                                    <p:animEffect transition="in" filter="blinds(horizontal)">
                                      <p:cBhvr>
                                        <p:cTn id="42" dur="500"/>
                                        <p:tgtEl>
                                          <p:spTgt spid="33818">
                                            <p:txEl>
                                              <p:pRg st="0" end="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33818">
                                            <p:txEl>
                                              <p:pRg st="1" end="1"/>
                                            </p:txEl>
                                          </p:spTgt>
                                        </p:tgtEl>
                                        <p:attrNameLst>
                                          <p:attrName>style.visibility</p:attrName>
                                        </p:attrNameLst>
                                      </p:cBhvr>
                                      <p:to>
                                        <p:strVal val="visible"/>
                                      </p:to>
                                    </p:set>
                                    <p:animEffect transition="in" filter="blinds(horizontal)">
                                      <p:cBhvr>
                                        <p:cTn id="47" dur="500"/>
                                        <p:tgtEl>
                                          <p:spTgt spid="33818">
                                            <p:txEl>
                                              <p:pRg st="1" end="1"/>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3818">
                                            <p:txEl>
                                              <p:pRg st="2" end="2"/>
                                            </p:txEl>
                                          </p:spTgt>
                                        </p:tgtEl>
                                        <p:attrNameLst>
                                          <p:attrName>style.visibility</p:attrName>
                                        </p:attrNameLst>
                                      </p:cBhvr>
                                      <p:to>
                                        <p:strVal val="visible"/>
                                      </p:to>
                                    </p:set>
                                    <p:animEffect transition="in" filter="blinds(horizontal)">
                                      <p:cBhvr>
                                        <p:cTn id="52" dur="500"/>
                                        <p:tgtEl>
                                          <p:spTgt spid="33818">
                                            <p:txEl>
                                              <p:pRg st="2" end="2"/>
                                            </p:txEl>
                                          </p:spTgt>
                                        </p:tgtEl>
                                      </p:cBhvr>
                                    </p:animEffect>
                                  </p:childTnLst>
                                </p:cTn>
                              </p:par>
                            </p:childTnLst>
                          </p:cTn>
                        </p:par>
                        <p:par>
                          <p:cTn id="53" fill="hold">
                            <p:stCondLst>
                              <p:cond delay="500"/>
                            </p:stCondLst>
                            <p:childTnLst>
                              <p:par>
                                <p:cTn id="54" presetID="2" presetClass="entr" presetSubtype="8" fill="hold" grpId="0" nodeType="afterEffect">
                                  <p:stCondLst>
                                    <p:cond delay="0"/>
                                  </p:stCondLst>
                                  <p:childTnLst>
                                    <p:set>
                                      <p:cBhvr>
                                        <p:cTn id="55" dur="1" fill="hold">
                                          <p:stCondLst>
                                            <p:cond delay="0"/>
                                          </p:stCondLst>
                                        </p:cTn>
                                        <p:tgtEl>
                                          <p:spTgt spid="8"/>
                                        </p:tgtEl>
                                        <p:attrNameLst>
                                          <p:attrName>style.visibility</p:attrName>
                                        </p:attrNameLst>
                                      </p:cBhvr>
                                      <p:to>
                                        <p:strVal val="visible"/>
                                      </p:to>
                                    </p:set>
                                    <p:anim calcmode="lin" valueType="num">
                                      <p:cBhvr additive="base">
                                        <p:cTn id="56" dur="500" fill="hold"/>
                                        <p:tgtEl>
                                          <p:spTgt spid="8"/>
                                        </p:tgtEl>
                                        <p:attrNameLst>
                                          <p:attrName>ppt_x</p:attrName>
                                        </p:attrNameLst>
                                      </p:cBhvr>
                                      <p:tavLst>
                                        <p:tav tm="0">
                                          <p:val>
                                            <p:strVal val="0-#ppt_w/2"/>
                                          </p:val>
                                        </p:tav>
                                        <p:tav tm="100000">
                                          <p:val>
                                            <p:strVal val="#ppt_x"/>
                                          </p:val>
                                        </p:tav>
                                      </p:tavLst>
                                    </p:anim>
                                    <p:anim calcmode="lin" valueType="num">
                                      <p:cBhvr additive="base">
                                        <p:cTn id="57"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33818" grpId="0" build="p" animBg="1"/>
      <p:bldP spid="8" grpId="0" animBg="1"/>
    </p:bldLst>
  </p:timing>
</p:sld>
</file>

<file path=ppt/theme/theme1.xml><?xml version="1.0" encoding="utf-8"?>
<a:theme xmlns:a="http://schemas.openxmlformats.org/drawingml/2006/main" name="Azure">
  <a:themeElements>
    <a:clrScheme name="">
      <a:dk1>
        <a:srgbClr val="000000"/>
      </a:dk1>
      <a:lt1>
        <a:srgbClr val="FFFFFF"/>
      </a:lt1>
      <a:dk2>
        <a:srgbClr val="3333FF"/>
      </a:dk2>
      <a:lt2>
        <a:srgbClr val="00FFFF"/>
      </a:lt2>
      <a:accent1>
        <a:srgbClr val="00CCCC"/>
      </a:accent1>
      <a:accent2>
        <a:srgbClr val="CC99FF"/>
      </a:accent2>
      <a:accent3>
        <a:srgbClr val="ADADFF"/>
      </a:accent3>
      <a:accent4>
        <a:srgbClr val="DADADA"/>
      </a:accent4>
      <a:accent5>
        <a:srgbClr val="AAE2E2"/>
      </a:accent5>
      <a:accent6>
        <a:srgbClr val="B98AE7"/>
      </a:accent6>
      <a:hlink>
        <a:srgbClr val="FF66FF"/>
      </a:hlink>
      <a:folHlink>
        <a:srgbClr val="6699FF"/>
      </a:folHlink>
    </a:clrScheme>
    <a:fontScheme name="Azure">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2075" tIns="46038" rIns="92075" bIns="46038" numCol="1" anchor="t" anchorCtr="0" compatLnSpc="1">
        <a:prstTxWarp prst="textNoShape">
          <a:avLst/>
        </a:prstTxWarp>
      </a:bodyPr>
      <a:lstStyle>
        <a:def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defRPr kumimoji="1" lang="zh-CN" altLang="en-US" sz="3200" b="1" i="0" u="none" strike="noStrike" cap="none" normalizeH="0" baseline="0" smtClean="0">
            <a:ln>
              <a:noFill/>
            </a:ln>
            <a:solidFill>
              <a:srgbClr val="FFFF00"/>
            </a:solidFill>
            <a:effectLst>
              <a:outerShdw blurRad="38100" dist="38100" dir="2700000" algn="tl">
                <a:srgbClr val="000000">
                  <a:alpha val="43137"/>
                </a:srgbClr>
              </a:outerShdw>
            </a:effectLst>
            <a:latin typeface="宋体" pitchFamily="2" charset="-122"/>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2075" tIns="46038" rIns="92075" bIns="46038" numCol="1" anchor="t" anchorCtr="0" compatLnSpc="1">
        <a:prstTxWarp prst="textNoShape">
          <a:avLst/>
        </a:prstTxWarp>
      </a:bodyPr>
      <a:lstStyle>
        <a:defPPr marL="457200" marR="0" indent="0" algn="l" defTabSz="914400" rtl="0" eaLnBrk="0" fontAlgn="base" latinLnBrk="0" hangingPunct="0">
          <a:lnSpc>
            <a:spcPct val="110000"/>
          </a:lnSpc>
          <a:spcBef>
            <a:spcPct val="20000"/>
          </a:spcBef>
          <a:spcAft>
            <a:spcPct val="0"/>
          </a:spcAft>
          <a:buClr>
            <a:schemeClr val="folHlink"/>
          </a:buClr>
          <a:buSzPct val="75000"/>
          <a:buFont typeface="Monotype Sorts" pitchFamily="2" charset="2"/>
          <a:buNone/>
          <a:tabLst/>
          <a:defRPr kumimoji="1" lang="zh-CN" altLang="en-US" sz="3200" b="1" i="0" u="none" strike="noStrike" cap="none" normalizeH="0" baseline="0" smtClean="0">
            <a:ln>
              <a:noFill/>
            </a:ln>
            <a:solidFill>
              <a:srgbClr val="FFFF00"/>
            </a:solidFill>
            <a:effectLst>
              <a:outerShdw blurRad="38100" dist="38100" dir="2700000" algn="tl">
                <a:srgbClr val="000000">
                  <a:alpha val="43137"/>
                </a:srgbClr>
              </a:outerShdw>
            </a:effectLst>
            <a:latin typeface="宋体" pitchFamily="2" charset="-122"/>
            <a:ea typeface="宋体" pitchFamily="2" charset="-122"/>
          </a:defRPr>
        </a:defPPr>
      </a:lstStyle>
    </a:lnDef>
  </a:objectDefaults>
  <a:extraClrSchemeLst>
    <a:extraClrScheme>
      <a:clrScheme name="Azure 1">
        <a:dk1>
          <a:srgbClr val="000000"/>
        </a:dk1>
        <a:lt1>
          <a:srgbClr val="FFFFFF"/>
        </a:lt1>
        <a:dk2>
          <a:srgbClr val="3333FF"/>
        </a:dk2>
        <a:lt2>
          <a:srgbClr val="00FFFF"/>
        </a:lt2>
        <a:accent1>
          <a:srgbClr val="00CCCC"/>
        </a:accent1>
        <a:accent2>
          <a:srgbClr val="CC99FF"/>
        </a:accent2>
        <a:accent3>
          <a:srgbClr val="ADADFF"/>
        </a:accent3>
        <a:accent4>
          <a:srgbClr val="DADADA"/>
        </a:accent4>
        <a:accent5>
          <a:srgbClr val="AAE2E2"/>
        </a:accent5>
        <a:accent6>
          <a:srgbClr val="B98AE7"/>
        </a:accent6>
        <a:hlink>
          <a:srgbClr val="6600CC"/>
        </a:hlink>
        <a:folHlink>
          <a:srgbClr val="6699FF"/>
        </a:folHlink>
      </a:clrScheme>
      <a:clrMap bg1="dk2" tx1="lt1" bg2="dk1" tx2="lt2" accent1="accent1" accent2="accent2" accent3="accent3" accent4="accent4" accent5="accent5" accent6="accent6" hlink="hlink" folHlink="folHlink"/>
    </a:extraClrScheme>
    <a:extraClrScheme>
      <a:clrScheme name="Azure 2">
        <a:dk1>
          <a:srgbClr val="000000"/>
        </a:dk1>
        <a:lt1>
          <a:srgbClr val="CCECFF"/>
        </a:lt1>
        <a:dk2>
          <a:srgbClr val="330099"/>
        </a:dk2>
        <a:lt2>
          <a:srgbClr val="0099CC"/>
        </a:lt2>
        <a:accent1>
          <a:srgbClr val="009999"/>
        </a:accent1>
        <a:accent2>
          <a:srgbClr val="FF99CC"/>
        </a:accent2>
        <a:accent3>
          <a:srgbClr val="E2F4FF"/>
        </a:accent3>
        <a:accent4>
          <a:srgbClr val="000000"/>
        </a:accent4>
        <a:accent5>
          <a:srgbClr val="AACACA"/>
        </a:accent5>
        <a:accent6>
          <a:srgbClr val="E78AB9"/>
        </a:accent6>
        <a:hlink>
          <a:srgbClr val="6600CC"/>
        </a:hlink>
        <a:folHlink>
          <a:srgbClr val="3366FF"/>
        </a:folHlink>
      </a:clrScheme>
      <a:clrMap bg1="lt1" tx1="dk1" bg2="lt2" tx2="dk2" accent1="accent1" accent2="accent2" accent3="accent3" accent4="accent4" accent5="accent5" accent6="accent6" hlink="hlink" folHlink="folHlink"/>
    </a:extraClrScheme>
    <a:extraClrScheme>
      <a:clrScheme name="Azure 3">
        <a:dk1>
          <a:srgbClr val="000000"/>
        </a:dk1>
        <a:lt1>
          <a:srgbClr val="FFFFFF"/>
        </a:lt1>
        <a:dk2>
          <a:srgbClr val="000000"/>
        </a:dk2>
        <a:lt2>
          <a:srgbClr val="CBCBCB"/>
        </a:lt2>
        <a:accent1>
          <a:srgbClr val="B2B2B2"/>
        </a:accent1>
        <a:accent2>
          <a:srgbClr val="868686"/>
        </a:accent2>
        <a:accent3>
          <a:srgbClr val="FFFFFF"/>
        </a:accent3>
        <a:accent4>
          <a:srgbClr val="000000"/>
        </a:accent4>
        <a:accent5>
          <a:srgbClr val="D5D5D5"/>
        </a:accent5>
        <a:accent6>
          <a:srgbClr val="797979"/>
        </a:accent6>
        <a:hlink>
          <a:srgbClr val="5F5F5F"/>
        </a:hlink>
        <a:folHlink>
          <a:srgbClr val="DDDDD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D:\MSOffice\Template\Presentation Designs\Azure.pot</Template>
  <TotalTime>559984</TotalTime>
  <Words>6798</Words>
  <Application>Microsoft Office PowerPoint</Application>
  <PresentationFormat>全屏显示(4:3)</PresentationFormat>
  <Paragraphs>1226</Paragraphs>
  <Slides>81</Slides>
  <Notes>59</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2</vt:i4>
      </vt:variant>
      <vt:variant>
        <vt:lpstr>幻灯片标题</vt:lpstr>
      </vt:variant>
      <vt:variant>
        <vt:i4>81</vt:i4>
      </vt:variant>
    </vt:vector>
  </HeadingPairs>
  <TitlesOfParts>
    <vt:vector size="101" baseType="lpstr">
      <vt:lpstr>Arial Unicode MS</vt:lpstr>
      <vt:lpstr>Monotype Sorts</vt:lpstr>
      <vt:lpstr>ＭＳ Ｐゴシック</vt:lpstr>
      <vt:lpstr>ＭＳ Ｐゴシック</vt:lpstr>
      <vt:lpstr>华文楷体</vt:lpstr>
      <vt:lpstr>楷体</vt:lpstr>
      <vt:lpstr>楷体_GB2312</vt:lpstr>
      <vt:lpstr>隶书</vt:lpstr>
      <vt:lpstr>宋体</vt:lpstr>
      <vt:lpstr>微软雅黑</vt:lpstr>
      <vt:lpstr>Arial</vt:lpstr>
      <vt:lpstr>Calibri</vt:lpstr>
      <vt:lpstr>Comic Sans MS</vt:lpstr>
      <vt:lpstr>Courier New</vt:lpstr>
      <vt:lpstr>Symbol</vt:lpstr>
      <vt:lpstr>Times New Roman</vt:lpstr>
      <vt:lpstr>Wingdings</vt:lpstr>
      <vt:lpstr>Azure</vt:lpstr>
      <vt:lpstr>位图图像</vt:lpstr>
      <vt:lpstr>BMP 图像</vt:lpstr>
      <vt:lpstr>第 8 章  虚 拟 内 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陷阱（ Belady） 现象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页式管理的优缺点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Windows中的物理内存管理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内核内存管理器(页面分配器)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《编译原理》</dc:title>
  <dc:subject>第3章</dc:subject>
  <dc:creator>史一民</dc:creator>
  <cp:keywords/>
  <cp:lastModifiedBy>Zetian Mi</cp:lastModifiedBy>
  <cp:revision>3431</cp:revision>
  <dcterms:created xsi:type="dcterms:W3CDTF">1995-06-17T23:31:02Z</dcterms:created>
  <dcterms:modified xsi:type="dcterms:W3CDTF">2024-11-24T05:16:06Z</dcterms:modified>
</cp:coreProperties>
</file>