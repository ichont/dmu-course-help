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-132" y="-8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/>
              <a:t>软件项目实践</a:t>
            </a:r>
            <a:r>
              <a:rPr lang="en-US" altLang="zh-CN" b="1" dirty="0" smtClean="0"/>
              <a:t/>
            </a:r>
            <a:br>
              <a:rPr lang="en-US" altLang="zh-CN" b="1" dirty="0" smtClean="0"/>
            </a:br>
            <a:r>
              <a:rPr lang="zh-CN" altLang="zh-CN" b="1" dirty="0" smtClean="0"/>
              <a:t>第</a:t>
            </a:r>
            <a:r>
              <a:rPr lang="en-US" altLang="zh-CN" b="1" dirty="0"/>
              <a:t>9</a:t>
            </a:r>
            <a:r>
              <a:rPr lang="zh-CN" altLang="zh-CN" b="1" dirty="0"/>
              <a:t>章 软件项目的</a:t>
            </a:r>
            <a:r>
              <a:rPr lang="zh-CN" altLang="zh-CN" b="1" dirty="0" smtClean="0"/>
              <a:t>维护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041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9.1</a:t>
            </a:r>
            <a:r>
              <a:rPr lang="zh-CN" altLang="zh-CN" b="1" dirty="0"/>
              <a:t>软件项目维护概述</a:t>
            </a:r>
          </a:p>
          <a:p>
            <a:r>
              <a:rPr lang="en-US" altLang="zh-CN" b="1" dirty="0"/>
              <a:t>9.2</a:t>
            </a:r>
            <a:r>
              <a:rPr lang="zh-CN" altLang="zh-CN" b="1" dirty="0"/>
              <a:t>维护类型</a:t>
            </a:r>
          </a:p>
          <a:p>
            <a:r>
              <a:rPr lang="en-US" altLang="zh-CN" b="1" dirty="0"/>
              <a:t>9.3</a:t>
            </a:r>
            <a:r>
              <a:rPr lang="zh-CN" altLang="zh-CN" b="1" dirty="0"/>
              <a:t>维护过程</a:t>
            </a:r>
          </a:p>
          <a:p>
            <a:r>
              <a:rPr lang="en-US" altLang="zh-CN" b="1" dirty="0"/>
              <a:t>9.4</a:t>
            </a:r>
            <a:r>
              <a:rPr lang="zh-CN" altLang="zh-CN" b="1" dirty="0"/>
              <a:t>维护过程文档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460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9.1</a:t>
            </a:r>
            <a:r>
              <a:rPr lang="zh-CN" altLang="zh-CN" b="1" dirty="0"/>
              <a:t>软件项目维护</a:t>
            </a:r>
            <a:r>
              <a:rPr lang="zh-CN" altLang="zh-CN" b="1" dirty="0" smtClean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用户投入使用以后对系统变更所做的任何工作，称为维护。软件维护是在软件已经交付使用之后，为了改正错误或满足新的需要而修改软件的过程。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99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9.2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软件维护的基本类型有三种：改正性维护、适应性维护、完善性维护。此外，为了提高软件产品的可维护性和可靠性，还需要进行预防性维护。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455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9.2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zh-CN" altLang="zh-CN" dirty="0" smtClean="0"/>
              <a:t>改正性维护</a:t>
            </a:r>
            <a:endParaRPr lang="zh-CN" altLang="zh-CN" dirty="0"/>
          </a:p>
          <a:p>
            <a:r>
              <a:rPr lang="zh-CN" altLang="zh-CN" dirty="0"/>
              <a:t>在软件交付使用后，因开发时测试的不彻底、不完全，必然会有部分隐藏的错误遗留到运行阶段。</a:t>
            </a:r>
          </a:p>
          <a:p>
            <a:r>
              <a:rPr lang="zh-CN" altLang="zh-CN" dirty="0"/>
              <a:t>隐藏下来的错误在某些特定的使用环境下就会暴露出来。</a:t>
            </a:r>
          </a:p>
          <a:p>
            <a:r>
              <a:rPr lang="zh-CN" altLang="zh-CN" dirty="0"/>
              <a:t>为了识别和纠正软件中的错误、改正软件性能上的缺陷、排除实施中的误用，应当进行的诊断和改正错误的过程，称为“改正性维护”。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82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9.2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zh-CN" dirty="0" smtClean="0"/>
              <a:t>适应性维护</a:t>
            </a:r>
            <a:endParaRPr lang="zh-CN" altLang="zh-CN" dirty="0"/>
          </a:p>
          <a:p>
            <a:r>
              <a:rPr lang="zh-CN" altLang="zh-CN" dirty="0"/>
              <a:t>软件使用过程中，可能遇到多种变化：</a:t>
            </a:r>
          </a:p>
          <a:p>
            <a:r>
              <a:rPr lang="zh-CN" altLang="zh-CN" dirty="0"/>
              <a:t>外部环境：新的硬、软件配置；</a:t>
            </a:r>
          </a:p>
          <a:p>
            <a:r>
              <a:rPr lang="zh-CN" altLang="zh-CN" dirty="0"/>
              <a:t>数据环境：数据库、数据存储介质、数据格式、输入</a:t>
            </a:r>
            <a:r>
              <a:rPr lang="en-US" altLang="zh-CN" dirty="0"/>
              <a:t>/</a:t>
            </a:r>
            <a:r>
              <a:rPr lang="zh-CN" altLang="zh-CN" dirty="0"/>
              <a:t>输出方式。</a:t>
            </a:r>
          </a:p>
          <a:p>
            <a:r>
              <a:rPr lang="zh-CN" altLang="zh-CN" dirty="0"/>
              <a:t>为了和变化了的环境适当配合，而修改软件的活动，称为“适应性维护”。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82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9.2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zh-CN" altLang="zh-CN" dirty="0" smtClean="0"/>
              <a:t>完善</a:t>
            </a:r>
            <a:r>
              <a:rPr lang="zh-CN" altLang="zh-CN" dirty="0"/>
              <a:t>性维护</a:t>
            </a:r>
          </a:p>
          <a:p>
            <a:r>
              <a:rPr lang="zh-CN" altLang="zh-CN" dirty="0"/>
              <a:t>在软件的使用过程中，用户往往提出增加新功能或修改已有功能的建议，还可能提出一般性的改进意见，需要修改或再开发软件。</a:t>
            </a:r>
          </a:p>
          <a:p>
            <a:r>
              <a:rPr lang="zh-CN" altLang="zh-CN" dirty="0"/>
              <a:t>为了扩充软件功能、增强软件性能、改进加工效率、提高软件的可维护性，而进行的维护活动，称为完善性维护。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82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9.2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zh-CN" altLang="zh-CN" dirty="0" smtClean="0"/>
              <a:t>预防性维护</a:t>
            </a:r>
            <a:endParaRPr lang="zh-CN" altLang="zh-CN" dirty="0"/>
          </a:p>
          <a:p>
            <a:r>
              <a:rPr lang="zh-CN" altLang="zh-CN" dirty="0"/>
              <a:t>为了防止错误的功能，提高软件的可维护性或可靠性，给未来的改进奠定良好基础，需进行预防性维护。</a:t>
            </a:r>
          </a:p>
          <a:p>
            <a:r>
              <a:rPr lang="zh-CN" altLang="zh-CN" dirty="0"/>
              <a:t>采用先进的软件工程方法，对需要维护的软件或软件中的某一部分重新进行设计、编制和测试。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829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9.3</a:t>
            </a:r>
            <a:r>
              <a:rPr lang="zh-CN" altLang="zh-CN" b="1" dirty="0"/>
              <a:t>维护</a:t>
            </a:r>
            <a:r>
              <a:rPr lang="zh-CN" altLang="zh-CN" b="1" dirty="0" smtClean="0"/>
              <a:t>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维护需求申请、维护实现、维护产品发布。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751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9.4</a:t>
            </a:r>
            <a:r>
              <a:rPr lang="zh-CN" altLang="zh-CN" b="1" dirty="0"/>
              <a:t>维护过程</a:t>
            </a:r>
            <a:r>
              <a:rPr lang="zh-CN" altLang="zh-CN" b="1" dirty="0" smtClean="0"/>
              <a:t>文档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&lt;</a:t>
            </a:r>
            <a:r>
              <a:rPr lang="zh-CN" altLang="zh-CN" dirty="0"/>
              <a:t>维护记录</a:t>
            </a:r>
            <a:r>
              <a:rPr lang="en-US" altLang="zh-CN" dirty="0"/>
              <a:t>&gt;</a:t>
            </a:r>
            <a:r>
              <a:rPr lang="zh-CN" altLang="zh-CN" dirty="0"/>
              <a:t>、与开发同步的其他文档。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78840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398</Words>
  <Application>Microsoft Office PowerPoint</Application>
  <PresentationFormat>自定义</PresentationFormat>
  <Paragraphs>32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WPS</vt:lpstr>
      <vt:lpstr>软件项目实践 第9章 软件项目的维护</vt:lpstr>
      <vt:lpstr>PowerPoint 演示文稿</vt:lpstr>
      <vt:lpstr>9.1软件项目维护概述</vt:lpstr>
      <vt:lpstr>9.2维护类型</vt:lpstr>
      <vt:lpstr>9.2维护类型</vt:lpstr>
      <vt:lpstr>9.2维护类型</vt:lpstr>
      <vt:lpstr>9.2维护类型</vt:lpstr>
      <vt:lpstr>9.2维护类型</vt:lpstr>
      <vt:lpstr>9.3维护过程</vt:lpstr>
      <vt:lpstr>9.4维护过程文档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软件项目实践 第9章 软件项目的维护</dc:title>
  <dc:creator>xiexiong</dc:creator>
  <cp:lastModifiedBy>xiexiong</cp:lastModifiedBy>
  <cp:revision>4</cp:revision>
  <dcterms:created xsi:type="dcterms:W3CDTF">2023-08-09T12:44:55Z</dcterms:created>
  <dcterms:modified xsi:type="dcterms:W3CDTF">2025-08-26T03:25:11Z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