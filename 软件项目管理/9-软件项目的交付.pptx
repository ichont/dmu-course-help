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-132" y="-8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软件项目实践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zh-CN" dirty="0" smtClean="0"/>
              <a:t>第</a:t>
            </a:r>
            <a:r>
              <a:rPr lang="en-US" altLang="zh-CN" dirty="0"/>
              <a:t>8</a:t>
            </a:r>
            <a:r>
              <a:rPr lang="zh-CN" altLang="zh-CN" dirty="0"/>
              <a:t>章 软件项目的交付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33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8.1</a:t>
            </a:r>
            <a:r>
              <a:rPr lang="zh-CN" altLang="zh-CN" dirty="0"/>
              <a:t>产品交付</a:t>
            </a:r>
            <a:r>
              <a:rPr lang="zh-CN" altLang="zh-CN" dirty="0" smtClean="0"/>
              <a:t>概述</a:t>
            </a:r>
            <a:endParaRPr lang="en-US" altLang="zh-CN" dirty="0" smtClean="0"/>
          </a:p>
          <a:p>
            <a:r>
              <a:rPr lang="en-US" altLang="zh-CN" dirty="0"/>
              <a:t>8.2</a:t>
            </a:r>
            <a:r>
              <a:rPr lang="zh-CN" altLang="zh-CN" dirty="0"/>
              <a:t>安装</a:t>
            </a:r>
            <a:r>
              <a:rPr lang="zh-CN" altLang="zh-CN" dirty="0" smtClean="0"/>
              <a:t>部署</a:t>
            </a:r>
            <a:endParaRPr lang="en-US" altLang="zh-CN" dirty="0" smtClean="0"/>
          </a:p>
          <a:p>
            <a:r>
              <a:rPr lang="en-US" altLang="zh-CN" dirty="0"/>
              <a:t>8.3</a:t>
            </a:r>
            <a:r>
              <a:rPr lang="zh-CN" altLang="zh-CN" dirty="0" smtClean="0"/>
              <a:t>验收测试</a:t>
            </a:r>
            <a:endParaRPr lang="en-US" altLang="zh-CN" dirty="0" smtClean="0"/>
          </a:p>
          <a:p>
            <a:r>
              <a:rPr lang="en-US" altLang="zh-CN" dirty="0"/>
              <a:t>8.4</a:t>
            </a:r>
            <a:r>
              <a:rPr lang="zh-CN" altLang="zh-CN" dirty="0" smtClean="0"/>
              <a:t>培训</a:t>
            </a:r>
            <a:endParaRPr lang="en-US" altLang="zh-CN" dirty="0" smtClean="0"/>
          </a:p>
          <a:p>
            <a:r>
              <a:rPr lang="en-US" altLang="zh-CN" dirty="0"/>
              <a:t>8.5</a:t>
            </a:r>
            <a:r>
              <a:rPr lang="zh-CN" altLang="zh-CN" dirty="0"/>
              <a:t>用户</a:t>
            </a:r>
            <a:r>
              <a:rPr lang="zh-CN" altLang="zh-CN" dirty="0" smtClean="0"/>
              <a:t>文档</a:t>
            </a:r>
            <a:endParaRPr lang="en-US" altLang="zh-CN" dirty="0" smtClean="0"/>
          </a:p>
          <a:p>
            <a:r>
              <a:rPr lang="en-US" altLang="zh-CN" dirty="0"/>
              <a:t>8.6</a:t>
            </a:r>
            <a:r>
              <a:rPr lang="zh-CN" altLang="zh-CN" dirty="0"/>
              <a:t>软件项目交付文档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053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</a:t>
            </a:r>
            <a:r>
              <a:rPr lang="zh-CN" altLang="zh-CN" dirty="0"/>
              <a:t>产品交付</a:t>
            </a:r>
            <a:r>
              <a:rPr lang="zh-CN" altLang="zh-CN" dirty="0" smtClean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将实施完成的结果提交给用户，而且保证这个系统可以继续正确运行。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398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</a:t>
            </a:r>
            <a:r>
              <a:rPr lang="zh-CN" altLang="zh-CN" dirty="0"/>
              <a:t>安装</a:t>
            </a:r>
            <a:r>
              <a:rPr lang="zh-CN" altLang="zh-CN" dirty="0" smtClean="0"/>
              <a:t>部署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4" t="17857" r="44603" b="52873"/>
          <a:stretch/>
        </p:blipFill>
        <p:spPr bwMode="auto">
          <a:xfrm>
            <a:off x="590788" y="2123768"/>
            <a:ext cx="12513373" cy="4424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880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</a:t>
            </a:r>
            <a:r>
              <a:rPr lang="zh-CN" altLang="zh-CN" dirty="0" smtClean="0"/>
              <a:t>验收测试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验收测试（也称为接收测试）是项目交付使用前的最后一次检查，也是软件投入运行之前保证可维护性的最后机会。验收测试通常由用户参与设计测试用例，由用户参与测试实施，并分析测试的输出结果。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397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</a:t>
            </a:r>
            <a:r>
              <a:rPr lang="zh-CN" altLang="zh-CN" dirty="0" smtClean="0"/>
              <a:t>培训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培训对象：用户的培训、系统管理员的培训、特殊的培训。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zh-CN" altLang="zh-CN" dirty="0"/>
              <a:t>培训方式：文档、在线帮助、演示讲座、专家用户。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262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8.5</a:t>
            </a:r>
            <a:r>
              <a:rPr lang="zh-CN" altLang="zh-CN" dirty="0"/>
              <a:t>用户</a:t>
            </a:r>
            <a:r>
              <a:rPr lang="zh-CN" altLang="zh-CN" dirty="0" smtClean="0"/>
              <a:t>文档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参考文档见《</a:t>
            </a:r>
            <a:r>
              <a:rPr lang="en-US" altLang="zh-CN" dirty="0"/>
              <a:t>6-</a:t>
            </a:r>
            <a:r>
              <a:rPr lang="zh-CN" altLang="zh-CN" dirty="0"/>
              <a:t>用户手册》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207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8.6</a:t>
            </a:r>
            <a:r>
              <a:rPr lang="zh-CN" altLang="zh-CN" dirty="0"/>
              <a:t>软件项目交付</a:t>
            </a:r>
            <a:r>
              <a:rPr lang="zh-CN" altLang="zh-CN" dirty="0" smtClean="0"/>
              <a:t>文档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zh-CN" dirty="0"/>
              <a:t>验收测试报告</a:t>
            </a:r>
            <a:r>
              <a:rPr lang="en-US" altLang="zh-CN" dirty="0"/>
              <a:t>&gt;</a:t>
            </a:r>
            <a:r>
              <a:rPr lang="zh-CN" altLang="zh-CN" dirty="0"/>
              <a:t>、</a:t>
            </a:r>
            <a:r>
              <a:rPr lang="en-US" altLang="zh-CN" dirty="0"/>
              <a:t>&lt;</a:t>
            </a:r>
            <a:r>
              <a:rPr lang="zh-CN" altLang="zh-CN" dirty="0"/>
              <a:t>项目提交手册</a:t>
            </a:r>
            <a:r>
              <a:rPr lang="en-US" altLang="zh-CN" dirty="0"/>
              <a:t>&gt;</a:t>
            </a:r>
            <a:r>
              <a:rPr lang="zh-CN" altLang="zh-CN" dirty="0"/>
              <a:t>、</a:t>
            </a:r>
            <a:r>
              <a:rPr lang="en-US" altLang="zh-CN" dirty="0"/>
              <a:t>&lt;</a:t>
            </a:r>
            <a:r>
              <a:rPr lang="zh-CN" altLang="zh-CN" dirty="0"/>
              <a:t>用户手册</a:t>
            </a:r>
            <a:r>
              <a:rPr lang="en-US" altLang="zh-CN" dirty="0"/>
              <a:t>&gt;</a:t>
            </a:r>
            <a:r>
              <a:rPr lang="zh-CN" altLang="zh-CN" dirty="0"/>
              <a:t>、</a:t>
            </a:r>
            <a:r>
              <a:rPr lang="en-US" altLang="zh-CN" dirty="0"/>
              <a:t>&lt;</a:t>
            </a:r>
            <a:r>
              <a:rPr lang="zh-CN" altLang="zh-CN" dirty="0"/>
              <a:t>系统管理员手册</a:t>
            </a:r>
            <a:r>
              <a:rPr lang="en-US" altLang="zh-CN" dirty="0"/>
              <a:t>&gt;</a:t>
            </a:r>
            <a:r>
              <a:rPr lang="zh-CN" altLang="zh-CN" dirty="0"/>
              <a:t>、其他。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714481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156</Words>
  <Application>Microsoft Office PowerPoint</Application>
  <PresentationFormat>自定义</PresentationFormat>
  <Paragraphs>20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WPS</vt:lpstr>
      <vt:lpstr>软件项目实践 第8章 软件项目的交付</vt:lpstr>
      <vt:lpstr>PowerPoint 演示文稿</vt:lpstr>
      <vt:lpstr>8.1产品交付概述</vt:lpstr>
      <vt:lpstr>8.2安装部署</vt:lpstr>
      <vt:lpstr>8.3验收测试</vt:lpstr>
      <vt:lpstr>8.4培训</vt:lpstr>
      <vt:lpstr>8.5用户文档</vt:lpstr>
      <vt:lpstr>8.6软件项目交付文档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软件项目实践 第8章 软件项目的交付</dc:title>
  <dc:creator>xiexiong</dc:creator>
  <cp:lastModifiedBy>xiexiong</cp:lastModifiedBy>
  <cp:revision>3</cp:revision>
  <dcterms:created xsi:type="dcterms:W3CDTF">2023-08-09T12:44:55Z</dcterms:created>
  <dcterms:modified xsi:type="dcterms:W3CDTF">2025-08-26T03:21:01Z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