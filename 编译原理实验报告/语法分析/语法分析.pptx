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4.xml" ContentType="application/vnd.openxmlformats-officedocument.theme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5.xml" ContentType="application/vnd.openxmlformats-officedocument.theme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theme/theme6.xml" ContentType="application/vnd.openxmlformats-officedocument.theme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  <p:sldMasterId id="2147483715" r:id="rId2"/>
    <p:sldMasterId id="2147483729" r:id="rId3"/>
    <p:sldMasterId id="2147483743" r:id="rId4"/>
    <p:sldMasterId id="2147483757" r:id="rId5"/>
    <p:sldMasterId id="2147483771" r:id="rId6"/>
    <p:sldMasterId id="2147483845" r:id="rId7"/>
  </p:sldMasterIdLst>
  <p:notesMasterIdLst>
    <p:notesMasterId r:id="rId23"/>
  </p:notesMasterIdLst>
  <p:sldIdLst>
    <p:sldId id="542" r:id="rId8"/>
    <p:sldId id="784" r:id="rId9"/>
    <p:sldId id="298" r:id="rId10"/>
    <p:sldId id="299" r:id="rId11"/>
    <p:sldId id="300" r:id="rId12"/>
    <p:sldId id="321" r:id="rId13"/>
    <p:sldId id="697" r:id="rId14"/>
    <p:sldId id="302" r:id="rId15"/>
    <p:sldId id="324" r:id="rId16"/>
    <p:sldId id="613" r:id="rId17"/>
    <p:sldId id="617" r:id="rId18"/>
    <p:sldId id="619" r:id="rId19"/>
    <p:sldId id="700" r:id="rId20"/>
    <p:sldId id="701" r:id="rId21"/>
    <p:sldId id="698" r:id="rId22"/>
  </p:sldIdLst>
  <p:sldSz cx="12192000" cy="6858000"/>
  <p:notesSz cx="6858000" cy="9144000"/>
  <p:custDataLst>
    <p:tags r:id="rId2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276" userDrawn="1">
          <p15:clr>
            <a:srgbClr val="A4A3A4"/>
          </p15:clr>
        </p15:guide>
        <p15:guide id="2" pos="384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66"/>
    <a:srgbClr val="FFFFFF"/>
    <a:srgbClr val="336699"/>
    <a:srgbClr val="EFEFFB"/>
    <a:srgbClr val="FFFFCC"/>
    <a:srgbClr val="705C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75DCB02-9BB8-47FD-8907-85C794F793BA}" styleName="主题样式 1 - 强调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665" autoAdjust="0"/>
    <p:restoredTop sz="94660"/>
  </p:normalViewPr>
  <p:slideViewPr>
    <p:cSldViewPr snapToGrid="0" showGuides="1">
      <p:cViewPr>
        <p:scale>
          <a:sx n="93" d="100"/>
          <a:sy n="93" d="100"/>
        </p:scale>
        <p:origin x="-108" y="30"/>
      </p:cViewPr>
      <p:guideLst>
        <p:guide orient="horz" pos="2276"/>
        <p:guide pos="384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tags" Target="tags/tag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F6EEDE-308C-4369-A576-C5A09EE11F44}" type="datetimeFigureOut">
              <a:rPr lang="zh-CN" altLang="en-US" smtClean="0"/>
              <a:t>2024/5/11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1491A5-6234-4A50-A8CD-ED8CA8AA2D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4600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AD4745C-0275-4ACE-A443-4A9DCE3714D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3"/>
          <p:cNvGrpSpPr/>
          <p:nvPr/>
        </p:nvGrpSpPr>
        <p:grpSpPr bwMode="auto">
          <a:xfrm>
            <a:off x="0" y="27"/>
            <a:ext cx="1447800" cy="6854825"/>
            <a:chOff x="0" y="0"/>
            <a:chExt cx="684" cy="4318"/>
          </a:xfrm>
        </p:grpSpPr>
        <p:sp>
          <p:nvSpPr>
            <p:cNvPr id="5" name="Rectangle 2"/>
            <p:cNvSpPr>
              <a:spLocks noChangeArrowheads="1"/>
            </p:cNvSpPr>
            <p:nvPr/>
          </p:nvSpPr>
          <p:spPr bwMode="invGray">
            <a:xfrm>
              <a:off x="0" y="0"/>
              <a:ext cx="684" cy="4318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6699FF"/>
                </a:buClr>
                <a:buSzPct val="75000"/>
                <a:buFont typeface="Monotype Sorts" pitchFamily="2" charset="2"/>
                <a:buNone/>
                <a:defRPr/>
              </a:pP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6" name="Group 32"/>
            <p:cNvGrpSpPr/>
            <p:nvPr/>
          </p:nvGrpSpPr>
          <p:grpSpPr bwMode="auto">
            <a:xfrm>
              <a:off x="48" y="103"/>
              <a:ext cx="96" cy="4126"/>
              <a:chOff x="48" y="103"/>
              <a:chExt cx="96" cy="4126"/>
            </a:xfrm>
          </p:grpSpPr>
          <p:sp>
            <p:nvSpPr>
              <p:cNvPr id="7" name="Rectangle 3"/>
              <p:cNvSpPr>
                <a:spLocks noChangeArrowheads="1"/>
              </p:cNvSpPr>
              <p:nvPr/>
            </p:nvSpPr>
            <p:spPr bwMode="auto">
              <a:xfrm>
                <a:off x="48" y="1105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" name="Rectangle 4"/>
              <p:cNvSpPr>
                <a:spLocks noChangeArrowheads="1"/>
              </p:cNvSpPr>
              <p:nvPr/>
            </p:nvSpPr>
            <p:spPr bwMode="auto">
              <a:xfrm>
                <a:off x="48" y="1250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Rectangle 5"/>
              <p:cNvSpPr>
                <a:spLocks noChangeArrowheads="1"/>
              </p:cNvSpPr>
              <p:nvPr/>
            </p:nvSpPr>
            <p:spPr bwMode="auto">
              <a:xfrm>
                <a:off x="48" y="1393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" name="Rectangle 6"/>
              <p:cNvSpPr>
                <a:spLocks noChangeArrowheads="1"/>
              </p:cNvSpPr>
              <p:nvPr/>
            </p:nvSpPr>
            <p:spPr bwMode="auto">
              <a:xfrm>
                <a:off x="48" y="1538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" name="Rectangle 7"/>
              <p:cNvSpPr>
                <a:spLocks noChangeArrowheads="1"/>
              </p:cNvSpPr>
              <p:nvPr/>
            </p:nvSpPr>
            <p:spPr bwMode="auto">
              <a:xfrm>
                <a:off x="48" y="1683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" name="Rectangle 8"/>
              <p:cNvSpPr>
                <a:spLocks noChangeArrowheads="1"/>
              </p:cNvSpPr>
              <p:nvPr/>
            </p:nvSpPr>
            <p:spPr bwMode="auto">
              <a:xfrm>
                <a:off x="48" y="1826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" name="Rectangle 9"/>
              <p:cNvSpPr>
                <a:spLocks noChangeArrowheads="1"/>
              </p:cNvSpPr>
              <p:nvPr/>
            </p:nvSpPr>
            <p:spPr bwMode="auto">
              <a:xfrm>
                <a:off x="48" y="1971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" name="Rectangle 10"/>
              <p:cNvSpPr>
                <a:spLocks noChangeArrowheads="1"/>
              </p:cNvSpPr>
              <p:nvPr/>
            </p:nvSpPr>
            <p:spPr bwMode="auto">
              <a:xfrm>
                <a:off x="48" y="2116"/>
                <a:ext cx="96" cy="94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5" name="Rectangle 11"/>
              <p:cNvSpPr>
                <a:spLocks noChangeArrowheads="1"/>
              </p:cNvSpPr>
              <p:nvPr/>
            </p:nvSpPr>
            <p:spPr bwMode="auto">
              <a:xfrm>
                <a:off x="48" y="2259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6" name="Rectangle 12"/>
              <p:cNvSpPr>
                <a:spLocks noChangeArrowheads="1"/>
              </p:cNvSpPr>
              <p:nvPr/>
            </p:nvSpPr>
            <p:spPr bwMode="auto">
              <a:xfrm>
                <a:off x="48" y="2404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7" name="Rectangle 13"/>
              <p:cNvSpPr>
                <a:spLocks noChangeArrowheads="1"/>
              </p:cNvSpPr>
              <p:nvPr/>
            </p:nvSpPr>
            <p:spPr bwMode="auto">
              <a:xfrm>
                <a:off x="48" y="2549"/>
                <a:ext cx="96" cy="94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8" name="Rectangle 14"/>
              <p:cNvSpPr>
                <a:spLocks noChangeArrowheads="1"/>
              </p:cNvSpPr>
              <p:nvPr/>
            </p:nvSpPr>
            <p:spPr bwMode="auto">
              <a:xfrm>
                <a:off x="48" y="2691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9" name="Rectangle 15"/>
              <p:cNvSpPr>
                <a:spLocks noChangeArrowheads="1"/>
              </p:cNvSpPr>
              <p:nvPr/>
            </p:nvSpPr>
            <p:spPr bwMode="auto">
              <a:xfrm>
                <a:off x="48" y="2836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" name="Rectangle 16"/>
              <p:cNvSpPr>
                <a:spLocks noChangeArrowheads="1"/>
              </p:cNvSpPr>
              <p:nvPr/>
            </p:nvSpPr>
            <p:spPr bwMode="auto">
              <a:xfrm>
                <a:off x="48" y="2979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1" name="Rectangle 17"/>
              <p:cNvSpPr>
                <a:spLocks noChangeArrowheads="1"/>
              </p:cNvSpPr>
              <p:nvPr/>
            </p:nvSpPr>
            <p:spPr bwMode="auto">
              <a:xfrm>
                <a:off x="48" y="3124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2" name="Rectangle 18"/>
              <p:cNvSpPr>
                <a:spLocks noChangeArrowheads="1"/>
              </p:cNvSpPr>
              <p:nvPr/>
            </p:nvSpPr>
            <p:spPr bwMode="auto">
              <a:xfrm>
                <a:off x="48" y="3269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3" name="Rectangle 19"/>
              <p:cNvSpPr>
                <a:spLocks noChangeArrowheads="1"/>
              </p:cNvSpPr>
              <p:nvPr/>
            </p:nvSpPr>
            <p:spPr bwMode="auto">
              <a:xfrm>
                <a:off x="48" y="3412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4" name="Rectangle 20"/>
              <p:cNvSpPr>
                <a:spLocks noChangeArrowheads="1"/>
              </p:cNvSpPr>
              <p:nvPr/>
            </p:nvSpPr>
            <p:spPr bwMode="auto">
              <a:xfrm>
                <a:off x="48" y="3557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5" name="Rectangle 21"/>
              <p:cNvSpPr>
                <a:spLocks noChangeArrowheads="1"/>
              </p:cNvSpPr>
              <p:nvPr/>
            </p:nvSpPr>
            <p:spPr bwMode="auto">
              <a:xfrm>
                <a:off x="48" y="3702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6" name="Rectangle 22"/>
              <p:cNvSpPr>
                <a:spLocks noChangeArrowheads="1"/>
              </p:cNvSpPr>
              <p:nvPr/>
            </p:nvSpPr>
            <p:spPr bwMode="auto">
              <a:xfrm>
                <a:off x="48" y="3845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7" name="Rectangle 23"/>
              <p:cNvSpPr>
                <a:spLocks noChangeArrowheads="1"/>
              </p:cNvSpPr>
              <p:nvPr/>
            </p:nvSpPr>
            <p:spPr bwMode="auto">
              <a:xfrm>
                <a:off x="48" y="3990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" name="Rectangle 24"/>
              <p:cNvSpPr>
                <a:spLocks noChangeArrowheads="1"/>
              </p:cNvSpPr>
              <p:nvPr/>
            </p:nvSpPr>
            <p:spPr bwMode="auto">
              <a:xfrm>
                <a:off x="48" y="4134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" name="Rectangle 25"/>
              <p:cNvSpPr>
                <a:spLocks noChangeArrowheads="1"/>
              </p:cNvSpPr>
              <p:nvPr/>
            </p:nvSpPr>
            <p:spPr bwMode="auto">
              <a:xfrm>
                <a:off x="48" y="103"/>
                <a:ext cx="96" cy="94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0" name="Rectangle 26"/>
              <p:cNvSpPr>
                <a:spLocks noChangeArrowheads="1"/>
              </p:cNvSpPr>
              <p:nvPr/>
            </p:nvSpPr>
            <p:spPr bwMode="auto">
              <a:xfrm>
                <a:off x="48" y="246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1" name="Rectangle 27"/>
              <p:cNvSpPr>
                <a:spLocks noChangeArrowheads="1"/>
              </p:cNvSpPr>
              <p:nvPr/>
            </p:nvSpPr>
            <p:spPr bwMode="auto">
              <a:xfrm>
                <a:off x="48" y="391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2" name="Rectangle 28"/>
              <p:cNvSpPr>
                <a:spLocks noChangeArrowheads="1"/>
              </p:cNvSpPr>
              <p:nvPr/>
            </p:nvSpPr>
            <p:spPr bwMode="auto">
              <a:xfrm>
                <a:off x="48" y="535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3" name="Rectangle 29"/>
              <p:cNvSpPr>
                <a:spLocks noChangeArrowheads="1"/>
              </p:cNvSpPr>
              <p:nvPr/>
            </p:nvSpPr>
            <p:spPr bwMode="auto">
              <a:xfrm>
                <a:off x="48" y="678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4" name="Rectangle 30"/>
              <p:cNvSpPr>
                <a:spLocks noChangeArrowheads="1"/>
              </p:cNvSpPr>
              <p:nvPr/>
            </p:nvSpPr>
            <p:spPr bwMode="auto">
              <a:xfrm>
                <a:off x="48" y="823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" name="Rectangle 31"/>
              <p:cNvSpPr>
                <a:spLocks noChangeArrowheads="1"/>
              </p:cNvSpPr>
              <p:nvPr/>
            </p:nvSpPr>
            <p:spPr bwMode="auto">
              <a:xfrm>
                <a:off x="48" y="968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3106" name="Rectangle 34"/>
          <p:cNvSpPr>
            <a:spLocks noGrp="1" noChangeArrowheads="1"/>
          </p:cNvSpPr>
          <p:nvPr>
            <p:ph type="ctrTitle" sz="quarter"/>
          </p:nvPr>
        </p:nvSpPr>
        <p:spPr>
          <a:xfrm>
            <a:off x="1524000" y="22860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</a:p>
        </p:txBody>
      </p:sp>
      <p:sp>
        <p:nvSpPr>
          <p:cNvPr id="3107" name="Rectangle 3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38400" y="3886200"/>
            <a:ext cx="8534400" cy="175260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r>
              <a:rPr lang="en-US" altLang="zh-CN"/>
              <a:t>Click to edit Master subtitle style</a:t>
            </a:r>
          </a:p>
        </p:txBody>
      </p:sp>
      <p:sp>
        <p:nvSpPr>
          <p:cNvPr id="36" name="Rectangle 36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28FBD688-3BD0-46FC-BE15-A312CCF7031A}" type="datetime1">
              <a:rPr kumimoji="1" lang="zh-CN" altLang="en-US" smtClean="0">
                <a:solidFill>
                  <a:srgbClr val="FFFFFF"/>
                </a:solidFill>
              </a:rPr>
              <a:t>2024/5/11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37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38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45DFA37-2197-4097-ABC7-CD5E3E4DF071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0EBA91ED-2134-4E94-863E-03A0F294FFF1}" type="datetime1">
              <a:rPr kumimoji="1" lang="zh-CN" altLang="en-US" smtClean="0">
                <a:solidFill>
                  <a:srgbClr val="FFFFFF"/>
                </a:solidFill>
              </a:rPr>
              <a:t>2024/5/11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884ABCE-FD1F-4797-9DF1-3F917F3D5C4C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2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E0DAA55-7772-4A77-8611-6D6EFBAB8DBE}" type="datetime1">
              <a:rPr kumimoji="1" lang="zh-CN" altLang="en-US" smtClean="0">
                <a:solidFill>
                  <a:srgbClr val="FFFFFF"/>
                </a:solidFill>
              </a:rPr>
              <a:t>2024/5/11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93C1A56-1A41-4CC2-9DBF-03AB332271D7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5240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8072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583A9547-7524-4747-898C-3AF75860630C}" type="datetime1">
              <a:rPr kumimoji="1" lang="zh-CN" altLang="en-US" smtClean="0">
                <a:solidFill>
                  <a:srgbClr val="FFFFFF"/>
                </a:solidFill>
              </a:rPr>
              <a:t>2024/5/11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7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D8796F27-457B-4A05-924F-DEBB373389B4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85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85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4EA6A78A-C9BE-48A2-BE44-1B39B7A1D50E}" type="datetime1">
              <a:rPr kumimoji="1" lang="zh-CN" altLang="en-US" smtClean="0">
                <a:solidFill>
                  <a:srgbClr val="FFFFFF"/>
                </a:solidFill>
              </a:rPr>
              <a:t>2024/5/11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8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9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D9AE789-5F51-4192-96E1-B9BC04B4F37A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EAD2C2E-DD7A-4D58-A6B7-D7A06978242D}" type="datetime1">
              <a:rPr kumimoji="1" lang="zh-CN" altLang="en-US" smtClean="0">
                <a:solidFill>
                  <a:srgbClr val="FFFFFF"/>
                </a:solidFill>
              </a:rPr>
              <a:t>2024/5/11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4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6D65DC9E-0A63-4A15-BADC-DB1EB51A89BD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F1FD9AC-3494-4927-83C9-53DDA861FE0D}" type="datetime1">
              <a:rPr kumimoji="1" lang="zh-CN" altLang="en-US" smtClean="0">
                <a:solidFill>
                  <a:srgbClr val="FFFFFF"/>
                </a:solidFill>
              </a:rPr>
              <a:t>2024/5/11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3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4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773DE548-1E6A-43D2-B66B-BCE10AF9BE9A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77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3D4B78D1-A2E9-4894-8939-003C5D09E4A0}" type="datetime1">
              <a:rPr kumimoji="1" lang="zh-CN" altLang="en-US" smtClean="0">
                <a:solidFill>
                  <a:srgbClr val="FFFFFF"/>
                </a:solidFill>
              </a:rPr>
              <a:t>2024/5/11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7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3C04B2FD-80FC-445D-9224-18FAC9A9CB05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42AA241-51B9-4E3D-B57E-B1EB2DD9F69F}" type="datetime1">
              <a:rPr kumimoji="1" lang="zh-CN" altLang="en-US" smtClean="0">
                <a:solidFill>
                  <a:srgbClr val="FFFFFF"/>
                </a:solidFill>
              </a:rPr>
              <a:t>2024/5/11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7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4648F075-283C-46A2-873D-03CB7AF3A05E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9F3DA0A2-51DE-4318-9AA6-85A43FA461A7}" type="datetime1">
              <a:rPr kumimoji="1" lang="zh-CN" altLang="en-US" smtClean="0">
                <a:solidFill>
                  <a:srgbClr val="FFFFFF"/>
                </a:solidFill>
              </a:rPr>
              <a:t>2024/5/11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4EE584B-B54D-48CE-A90E-69EB3CA9402C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296400" y="609600"/>
            <a:ext cx="25908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5240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EC9ED70D-E10F-492E-8706-9266CBB8E79E}" type="datetime1">
              <a:rPr kumimoji="1" lang="zh-CN" altLang="en-US" smtClean="0">
                <a:solidFill>
                  <a:srgbClr val="FFFFFF"/>
                </a:solidFill>
              </a:rPr>
              <a:t>2024/5/11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41721BEA-25E2-404E-AD70-3259E1EDC212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1524000" y="609600"/>
            <a:ext cx="10363200" cy="5486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950AE97-193D-4048-A939-8554F8CC30C2}" type="datetime1">
              <a:rPr kumimoji="1" lang="zh-CN" altLang="en-US" smtClean="0">
                <a:solidFill>
                  <a:srgbClr val="FFFFFF"/>
                </a:solidFill>
              </a:rPr>
              <a:t>2024/5/11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4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A8634F4-9E0A-42C8-B319-85473D5E45A4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4000" y="609600"/>
            <a:ext cx="103632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1524000" y="1981200"/>
            <a:ext cx="10363200" cy="4114800"/>
          </a:xfrm>
        </p:spPr>
        <p:txBody>
          <a:bodyPr/>
          <a:lstStyle/>
          <a:p>
            <a:pPr lvl="0"/>
            <a:endParaRPr lang="zh-CN" altLang="en-US" noProof="0" smtClean="0"/>
          </a:p>
        </p:txBody>
      </p:sp>
      <p:sp>
        <p:nvSpPr>
          <p:cNvPr id="4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DCAA51FE-008E-46EC-A3A4-2DC0A205729D}" type="datetime1">
              <a:rPr kumimoji="1" lang="zh-CN" altLang="en-US" smtClean="0">
                <a:solidFill>
                  <a:srgbClr val="FFFFFF"/>
                </a:solidFill>
              </a:rPr>
              <a:t>2024/5/11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FE906C39-F3F2-49CB-B961-4D84C7F35FEB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3"/>
          <p:cNvGrpSpPr/>
          <p:nvPr/>
        </p:nvGrpSpPr>
        <p:grpSpPr bwMode="auto">
          <a:xfrm>
            <a:off x="0" y="27"/>
            <a:ext cx="1447800" cy="6854825"/>
            <a:chOff x="0" y="0"/>
            <a:chExt cx="684" cy="4318"/>
          </a:xfrm>
        </p:grpSpPr>
        <p:sp>
          <p:nvSpPr>
            <p:cNvPr id="5" name="Rectangle 2"/>
            <p:cNvSpPr>
              <a:spLocks noChangeArrowheads="1"/>
            </p:cNvSpPr>
            <p:nvPr/>
          </p:nvSpPr>
          <p:spPr bwMode="invGray">
            <a:xfrm>
              <a:off x="0" y="0"/>
              <a:ext cx="684" cy="4318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6699FF"/>
                </a:buClr>
                <a:buSzPct val="75000"/>
                <a:buFont typeface="Monotype Sorts" pitchFamily="2" charset="2"/>
                <a:buNone/>
                <a:defRPr/>
              </a:pP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6" name="Group 32"/>
            <p:cNvGrpSpPr/>
            <p:nvPr/>
          </p:nvGrpSpPr>
          <p:grpSpPr bwMode="auto">
            <a:xfrm>
              <a:off x="48" y="103"/>
              <a:ext cx="96" cy="4126"/>
              <a:chOff x="48" y="103"/>
              <a:chExt cx="96" cy="4126"/>
            </a:xfrm>
          </p:grpSpPr>
          <p:sp>
            <p:nvSpPr>
              <p:cNvPr id="7" name="Rectangle 3"/>
              <p:cNvSpPr>
                <a:spLocks noChangeArrowheads="1"/>
              </p:cNvSpPr>
              <p:nvPr/>
            </p:nvSpPr>
            <p:spPr bwMode="auto">
              <a:xfrm>
                <a:off x="48" y="1105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" name="Rectangle 4"/>
              <p:cNvSpPr>
                <a:spLocks noChangeArrowheads="1"/>
              </p:cNvSpPr>
              <p:nvPr/>
            </p:nvSpPr>
            <p:spPr bwMode="auto">
              <a:xfrm>
                <a:off x="48" y="1250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Rectangle 5"/>
              <p:cNvSpPr>
                <a:spLocks noChangeArrowheads="1"/>
              </p:cNvSpPr>
              <p:nvPr/>
            </p:nvSpPr>
            <p:spPr bwMode="auto">
              <a:xfrm>
                <a:off x="48" y="1393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" name="Rectangle 6"/>
              <p:cNvSpPr>
                <a:spLocks noChangeArrowheads="1"/>
              </p:cNvSpPr>
              <p:nvPr/>
            </p:nvSpPr>
            <p:spPr bwMode="auto">
              <a:xfrm>
                <a:off x="48" y="1538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" name="Rectangle 7"/>
              <p:cNvSpPr>
                <a:spLocks noChangeArrowheads="1"/>
              </p:cNvSpPr>
              <p:nvPr/>
            </p:nvSpPr>
            <p:spPr bwMode="auto">
              <a:xfrm>
                <a:off x="48" y="1683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" name="Rectangle 8"/>
              <p:cNvSpPr>
                <a:spLocks noChangeArrowheads="1"/>
              </p:cNvSpPr>
              <p:nvPr/>
            </p:nvSpPr>
            <p:spPr bwMode="auto">
              <a:xfrm>
                <a:off x="48" y="1826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" name="Rectangle 9"/>
              <p:cNvSpPr>
                <a:spLocks noChangeArrowheads="1"/>
              </p:cNvSpPr>
              <p:nvPr/>
            </p:nvSpPr>
            <p:spPr bwMode="auto">
              <a:xfrm>
                <a:off x="48" y="1971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" name="Rectangle 10"/>
              <p:cNvSpPr>
                <a:spLocks noChangeArrowheads="1"/>
              </p:cNvSpPr>
              <p:nvPr/>
            </p:nvSpPr>
            <p:spPr bwMode="auto">
              <a:xfrm>
                <a:off x="48" y="2116"/>
                <a:ext cx="96" cy="94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5" name="Rectangle 11"/>
              <p:cNvSpPr>
                <a:spLocks noChangeArrowheads="1"/>
              </p:cNvSpPr>
              <p:nvPr/>
            </p:nvSpPr>
            <p:spPr bwMode="auto">
              <a:xfrm>
                <a:off x="48" y="2259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6" name="Rectangle 12"/>
              <p:cNvSpPr>
                <a:spLocks noChangeArrowheads="1"/>
              </p:cNvSpPr>
              <p:nvPr/>
            </p:nvSpPr>
            <p:spPr bwMode="auto">
              <a:xfrm>
                <a:off x="48" y="2404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7" name="Rectangle 13"/>
              <p:cNvSpPr>
                <a:spLocks noChangeArrowheads="1"/>
              </p:cNvSpPr>
              <p:nvPr/>
            </p:nvSpPr>
            <p:spPr bwMode="auto">
              <a:xfrm>
                <a:off x="48" y="2549"/>
                <a:ext cx="96" cy="94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8" name="Rectangle 14"/>
              <p:cNvSpPr>
                <a:spLocks noChangeArrowheads="1"/>
              </p:cNvSpPr>
              <p:nvPr/>
            </p:nvSpPr>
            <p:spPr bwMode="auto">
              <a:xfrm>
                <a:off x="48" y="2691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9" name="Rectangle 15"/>
              <p:cNvSpPr>
                <a:spLocks noChangeArrowheads="1"/>
              </p:cNvSpPr>
              <p:nvPr/>
            </p:nvSpPr>
            <p:spPr bwMode="auto">
              <a:xfrm>
                <a:off x="48" y="2836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" name="Rectangle 16"/>
              <p:cNvSpPr>
                <a:spLocks noChangeArrowheads="1"/>
              </p:cNvSpPr>
              <p:nvPr/>
            </p:nvSpPr>
            <p:spPr bwMode="auto">
              <a:xfrm>
                <a:off x="48" y="2979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1" name="Rectangle 17"/>
              <p:cNvSpPr>
                <a:spLocks noChangeArrowheads="1"/>
              </p:cNvSpPr>
              <p:nvPr/>
            </p:nvSpPr>
            <p:spPr bwMode="auto">
              <a:xfrm>
                <a:off x="48" y="3124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2" name="Rectangle 18"/>
              <p:cNvSpPr>
                <a:spLocks noChangeArrowheads="1"/>
              </p:cNvSpPr>
              <p:nvPr/>
            </p:nvSpPr>
            <p:spPr bwMode="auto">
              <a:xfrm>
                <a:off x="48" y="3269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3" name="Rectangle 19"/>
              <p:cNvSpPr>
                <a:spLocks noChangeArrowheads="1"/>
              </p:cNvSpPr>
              <p:nvPr/>
            </p:nvSpPr>
            <p:spPr bwMode="auto">
              <a:xfrm>
                <a:off x="48" y="3412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4" name="Rectangle 20"/>
              <p:cNvSpPr>
                <a:spLocks noChangeArrowheads="1"/>
              </p:cNvSpPr>
              <p:nvPr/>
            </p:nvSpPr>
            <p:spPr bwMode="auto">
              <a:xfrm>
                <a:off x="48" y="3557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5" name="Rectangle 21"/>
              <p:cNvSpPr>
                <a:spLocks noChangeArrowheads="1"/>
              </p:cNvSpPr>
              <p:nvPr/>
            </p:nvSpPr>
            <p:spPr bwMode="auto">
              <a:xfrm>
                <a:off x="48" y="3702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6" name="Rectangle 22"/>
              <p:cNvSpPr>
                <a:spLocks noChangeArrowheads="1"/>
              </p:cNvSpPr>
              <p:nvPr/>
            </p:nvSpPr>
            <p:spPr bwMode="auto">
              <a:xfrm>
                <a:off x="48" y="3845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7" name="Rectangle 23"/>
              <p:cNvSpPr>
                <a:spLocks noChangeArrowheads="1"/>
              </p:cNvSpPr>
              <p:nvPr/>
            </p:nvSpPr>
            <p:spPr bwMode="auto">
              <a:xfrm>
                <a:off x="48" y="3990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" name="Rectangle 24"/>
              <p:cNvSpPr>
                <a:spLocks noChangeArrowheads="1"/>
              </p:cNvSpPr>
              <p:nvPr/>
            </p:nvSpPr>
            <p:spPr bwMode="auto">
              <a:xfrm>
                <a:off x="48" y="4134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" name="Rectangle 25"/>
              <p:cNvSpPr>
                <a:spLocks noChangeArrowheads="1"/>
              </p:cNvSpPr>
              <p:nvPr/>
            </p:nvSpPr>
            <p:spPr bwMode="auto">
              <a:xfrm>
                <a:off x="48" y="103"/>
                <a:ext cx="96" cy="94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0" name="Rectangle 26"/>
              <p:cNvSpPr>
                <a:spLocks noChangeArrowheads="1"/>
              </p:cNvSpPr>
              <p:nvPr/>
            </p:nvSpPr>
            <p:spPr bwMode="auto">
              <a:xfrm>
                <a:off x="48" y="246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1" name="Rectangle 27"/>
              <p:cNvSpPr>
                <a:spLocks noChangeArrowheads="1"/>
              </p:cNvSpPr>
              <p:nvPr/>
            </p:nvSpPr>
            <p:spPr bwMode="auto">
              <a:xfrm>
                <a:off x="48" y="391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2" name="Rectangle 28"/>
              <p:cNvSpPr>
                <a:spLocks noChangeArrowheads="1"/>
              </p:cNvSpPr>
              <p:nvPr/>
            </p:nvSpPr>
            <p:spPr bwMode="auto">
              <a:xfrm>
                <a:off x="48" y="535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3" name="Rectangle 29"/>
              <p:cNvSpPr>
                <a:spLocks noChangeArrowheads="1"/>
              </p:cNvSpPr>
              <p:nvPr/>
            </p:nvSpPr>
            <p:spPr bwMode="auto">
              <a:xfrm>
                <a:off x="48" y="678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4" name="Rectangle 30"/>
              <p:cNvSpPr>
                <a:spLocks noChangeArrowheads="1"/>
              </p:cNvSpPr>
              <p:nvPr/>
            </p:nvSpPr>
            <p:spPr bwMode="auto">
              <a:xfrm>
                <a:off x="48" y="823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" name="Rectangle 31"/>
              <p:cNvSpPr>
                <a:spLocks noChangeArrowheads="1"/>
              </p:cNvSpPr>
              <p:nvPr/>
            </p:nvSpPr>
            <p:spPr bwMode="auto">
              <a:xfrm>
                <a:off x="48" y="968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3106" name="Rectangle 34"/>
          <p:cNvSpPr>
            <a:spLocks noGrp="1" noChangeArrowheads="1"/>
          </p:cNvSpPr>
          <p:nvPr>
            <p:ph type="ctrTitle" sz="quarter"/>
          </p:nvPr>
        </p:nvSpPr>
        <p:spPr>
          <a:xfrm>
            <a:off x="1524000" y="22860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</a:p>
        </p:txBody>
      </p:sp>
      <p:sp>
        <p:nvSpPr>
          <p:cNvPr id="3107" name="Rectangle 3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38400" y="3886200"/>
            <a:ext cx="8534400" cy="175260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r>
              <a:rPr lang="en-US" altLang="zh-CN"/>
              <a:t>Click to edit Master subtitle style</a:t>
            </a:r>
          </a:p>
        </p:txBody>
      </p:sp>
      <p:sp>
        <p:nvSpPr>
          <p:cNvPr id="36" name="Rectangle 36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28FBD688-3BD0-46FC-BE15-A312CCF7031A}" type="datetime1">
              <a:rPr kumimoji="1" lang="zh-CN" altLang="en-US" smtClean="0">
                <a:solidFill>
                  <a:srgbClr val="FFFFFF"/>
                </a:solidFill>
              </a:rPr>
              <a:t>2024/5/11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37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38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45DFA37-2197-4097-ABC7-CD5E3E4DF071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0EBA91ED-2134-4E94-863E-03A0F294FFF1}" type="datetime1">
              <a:rPr kumimoji="1" lang="zh-CN" altLang="en-US" smtClean="0">
                <a:solidFill>
                  <a:srgbClr val="FFFFFF"/>
                </a:solidFill>
              </a:rPr>
              <a:t>2024/5/11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884ABCE-FD1F-4797-9DF1-3F917F3D5C4C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2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E0DAA55-7772-4A77-8611-6D6EFBAB8DBE}" type="datetime1">
              <a:rPr kumimoji="1" lang="zh-CN" altLang="en-US" smtClean="0">
                <a:solidFill>
                  <a:srgbClr val="FFFFFF"/>
                </a:solidFill>
              </a:rPr>
              <a:t>2024/5/11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93C1A56-1A41-4CC2-9DBF-03AB332271D7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5240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8072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583A9547-7524-4747-898C-3AF75860630C}" type="datetime1">
              <a:rPr kumimoji="1" lang="zh-CN" altLang="en-US" smtClean="0">
                <a:solidFill>
                  <a:srgbClr val="FFFFFF"/>
                </a:solidFill>
              </a:rPr>
              <a:t>2024/5/11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7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D8796F27-457B-4A05-924F-DEBB373389B4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85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85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4EA6A78A-C9BE-48A2-BE44-1B39B7A1D50E}" type="datetime1">
              <a:rPr kumimoji="1" lang="zh-CN" altLang="en-US" smtClean="0">
                <a:solidFill>
                  <a:srgbClr val="FFFFFF"/>
                </a:solidFill>
              </a:rPr>
              <a:t>2024/5/11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8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9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D9AE789-5F51-4192-96E1-B9BC04B4F37A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EAD2C2E-DD7A-4D58-A6B7-D7A06978242D}" type="datetime1">
              <a:rPr kumimoji="1" lang="zh-CN" altLang="en-US" smtClean="0">
                <a:solidFill>
                  <a:srgbClr val="FFFFFF"/>
                </a:solidFill>
              </a:rPr>
              <a:t>2024/5/11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4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6D65DC9E-0A63-4A15-BADC-DB1EB51A89BD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F1FD9AC-3494-4927-83C9-53DDA861FE0D}" type="datetime1">
              <a:rPr kumimoji="1" lang="zh-CN" altLang="en-US" smtClean="0">
                <a:solidFill>
                  <a:srgbClr val="FFFFFF"/>
                </a:solidFill>
              </a:rPr>
              <a:t>2024/5/11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3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4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773DE548-1E6A-43D2-B66B-BCE10AF9BE9A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77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3D4B78D1-A2E9-4894-8939-003C5D09E4A0}" type="datetime1">
              <a:rPr kumimoji="1" lang="zh-CN" altLang="en-US" smtClean="0">
                <a:solidFill>
                  <a:srgbClr val="FFFFFF"/>
                </a:solidFill>
              </a:rPr>
              <a:t>2024/5/11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7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3C04B2FD-80FC-445D-9224-18FAC9A9CB05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42AA241-51B9-4E3D-B57E-B1EB2DD9F69F}" type="datetime1">
              <a:rPr kumimoji="1" lang="zh-CN" altLang="en-US" smtClean="0">
                <a:solidFill>
                  <a:srgbClr val="FFFFFF"/>
                </a:solidFill>
              </a:rPr>
              <a:t>2024/5/11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7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4648F075-283C-46A2-873D-03CB7AF3A05E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9F3DA0A2-51DE-4318-9AA6-85A43FA461A7}" type="datetime1">
              <a:rPr kumimoji="1" lang="zh-CN" altLang="en-US" smtClean="0">
                <a:solidFill>
                  <a:srgbClr val="FFFFFF"/>
                </a:solidFill>
              </a:rPr>
              <a:t>2024/5/11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4EE584B-B54D-48CE-A90E-69EB3CA9402C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296400" y="609600"/>
            <a:ext cx="25908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5240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EC9ED70D-E10F-492E-8706-9266CBB8E79E}" type="datetime1">
              <a:rPr kumimoji="1" lang="zh-CN" altLang="en-US" smtClean="0">
                <a:solidFill>
                  <a:srgbClr val="FFFFFF"/>
                </a:solidFill>
              </a:rPr>
              <a:t>2024/5/11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41721BEA-25E2-404E-AD70-3259E1EDC212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1524000" y="609600"/>
            <a:ext cx="10363200" cy="5486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950AE97-193D-4048-A939-8554F8CC30C2}" type="datetime1">
              <a:rPr kumimoji="1" lang="zh-CN" altLang="en-US" smtClean="0">
                <a:solidFill>
                  <a:srgbClr val="FFFFFF"/>
                </a:solidFill>
              </a:rPr>
              <a:t>2024/5/11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4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A8634F4-9E0A-42C8-B319-85473D5E45A4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4000" y="609600"/>
            <a:ext cx="103632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1524000" y="1981200"/>
            <a:ext cx="10363200" cy="4114800"/>
          </a:xfrm>
        </p:spPr>
        <p:txBody>
          <a:bodyPr/>
          <a:lstStyle/>
          <a:p>
            <a:pPr lvl="0"/>
            <a:endParaRPr lang="zh-CN" altLang="en-US" noProof="0" smtClean="0"/>
          </a:p>
        </p:txBody>
      </p:sp>
      <p:sp>
        <p:nvSpPr>
          <p:cNvPr id="4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DCAA51FE-008E-46EC-A3A4-2DC0A205729D}" type="datetime1">
              <a:rPr kumimoji="1" lang="zh-CN" altLang="en-US" smtClean="0">
                <a:solidFill>
                  <a:srgbClr val="FFFFFF"/>
                </a:solidFill>
              </a:rPr>
              <a:t>2024/5/11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FE906C39-F3F2-49CB-B961-4D84C7F35FEB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3"/>
          <p:cNvGrpSpPr/>
          <p:nvPr/>
        </p:nvGrpSpPr>
        <p:grpSpPr bwMode="auto">
          <a:xfrm>
            <a:off x="0" y="27"/>
            <a:ext cx="1447800" cy="6854825"/>
            <a:chOff x="0" y="0"/>
            <a:chExt cx="684" cy="4318"/>
          </a:xfrm>
        </p:grpSpPr>
        <p:sp>
          <p:nvSpPr>
            <p:cNvPr id="5" name="Rectangle 2"/>
            <p:cNvSpPr>
              <a:spLocks noChangeArrowheads="1"/>
            </p:cNvSpPr>
            <p:nvPr/>
          </p:nvSpPr>
          <p:spPr bwMode="invGray">
            <a:xfrm>
              <a:off x="0" y="0"/>
              <a:ext cx="684" cy="4318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6699FF"/>
                </a:buClr>
                <a:buSzPct val="75000"/>
                <a:buFont typeface="Monotype Sorts" pitchFamily="2" charset="2"/>
                <a:buNone/>
                <a:defRPr/>
              </a:pP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6" name="Group 32"/>
            <p:cNvGrpSpPr/>
            <p:nvPr/>
          </p:nvGrpSpPr>
          <p:grpSpPr bwMode="auto">
            <a:xfrm>
              <a:off x="48" y="103"/>
              <a:ext cx="96" cy="4126"/>
              <a:chOff x="48" y="103"/>
              <a:chExt cx="96" cy="4126"/>
            </a:xfrm>
          </p:grpSpPr>
          <p:sp>
            <p:nvSpPr>
              <p:cNvPr id="7" name="Rectangle 3"/>
              <p:cNvSpPr>
                <a:spLocks noChangeArrowheads="1"/>
              </p:cNvSpPr>
              <p:nvPr/>
            </p:nvSpPr>
            <p:spPr bwMode="auto">
              <a:xfrm>
                <a:off x="48" y="1105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" name="Rectangle 4"/>
              <p:cNvSpPr>
                <a:spLocks noChangeArrowheads="1"/>
              </p:cNvSpPr>
              <p:nvPr/>
            </p:nvSpPr>
            <p:spPr bwMode="auto">
              <a:xfrm>
                <a:off x="48" y="1250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Rectangle 5"/>
              <p:cNvSpPr>
                <a:spLocks noChangeArrowheads="1"/>
              </p:cNvSpPr>
              <p:nvPr/>
            </p:nvSpPr>
            <p:spPr bwMode="auto">
              <a:xfrm>
                <a:off x="48" y="1393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" name="Rectangle 6"/>
              <p:cNvSpPr>
                <a:spLocks noChangeArrowheads="1"/>
              </p:cNvSpPr>
              <p:nvPr/>
            </p:nvSpPr>
            <p:spPr bwMode="auto">
              <a:xfrm>
                <a:off x="48" y="1538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" name="Rectangle 7"/>
              <p:cNvSpPr>
                <a:spLocks noChangeArrowheads="1"/>
              </p:cNvSpPr>
              <p:nvPr/>
            </p:nvSpPr>
            <p:spPr bwMode="auto">
              <a:xfrm>
                <a:off x="48" y="1683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" name="Rectangle 8"/>
              <p:cNvSpPr>
                <a:spLocks noChangeArrowheads="1"/>
              </p:cNvSpPr>
              <p:nvPr/>
            </p:nvSpPr>
            <p:spPr bwMode="auto">
              <a:xfrm>
                <a:off x="48" y="1826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" name="Rectangle 9"/>
              <p:cNvSpPr>
                <a:spLocks noChangeArrowheads="1"/>
              </p:cNvSpPr>
              <p:nvPr/>
            </p:nvSpPr>
            <p:spPr bwMode="auto">
              <a:xfrm>
                <a:off x="48" y="1971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" name="Rectangle 10"/>
              <p:cNvSpPr>
                <a:spLocks noChangeArrowheads="1"/>
              </p:cNvSpPr>
              <p:nvPr/>
            </p:nvSpPr>
            <p:spPr bwMode="auto">
              <a:xfrm>
                <a:off x="48" y="2116"/>
                <a:ext cx="96" cy="94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5" name="Rectangle 11"/>
              <p:cNvSpPr>
                <a:spLocks noChangeArrowheads="1"/>
              </p:cNvSpPr>
              <p:nvPr/>
            </p:nvSpPr>
            <p:spPr bwMode="auto">
              <a:xfrm>
                <a:off x="48" y="2259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6" name="Rectangle 12"/>
              <p:cNvSpPr>
                <a:spLocks noChangeArrowheads="1"/>
              </p:cNvSpPr>
              <p:nvPr/>
            </p:nvSpPr>
            <p:spPr bwMode="auto">
              <a:xfrm>
                <a:off x="48" y="2404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7" name="Rectangle 13"/>
              <p:cNvSpPr>
                <a:spLocks noChangeArrowheads="1"/>
              </p:cNvSpPr>
              <p:nvPr/>
            </p:nvSpPr>
            <p:spPr bwMode="auto">
              <a:xfrm>
                <a:off x="48" y="2549"/>
                <a:ext cx="96" cy="94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8" name="Rectangle 14"/>
              <p:cNvSpPr>
                <a:spLocks noChangeArrowheads="1"/>
              </p:cNvSpPr>
              <p:nvPr/>
            </p:nvSpPr>
            <p:spPr bwMode="auto">
              <a:xfrm>
                <a:off x="48" y="2691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9" name="Rectangle 15"/>
              <p:cNvSpPr>
                <a:spLocks noChangeArrowheads="1"/>
              </p:cNvSpPr>
              <p:nvPr/>
            </p:nvSpPr>
            <p:spPr bwMode="auto">
              <a:xfrm>
                <a:off x="48" y="2836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" name="Rectangle 16"/>
              <p:cNvSpPr>
                <a:spLocks noChangeArrowheads="1"/>
              </p:cNvSpPr>
              <p:nvPr/>
            </p:nvSpPr>
            <p:spPr bwMode="auto">
              <a:xfrm>
                <a:off x="48" y="2979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1" name="Rectangle 17"/>
              <p:cNvSpPr>
                <a:spLocks noChangeArrowheads="1"/>
              </p:cNvSpPr>
              <p:nvPr/>
            </p:nvSpPr>
            <p:spPr bwMode="auto">
              <a:xfrm>
                <a:off x="48" y="3124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2" name="Rectangle 18"/>
              <p:cNvSpPr>
                <a:spLocks noChangeArrowheads="1"/>
              </p:cNvSpPr>
              <p:nvPr/>
            </p:nvSpPr>
            <p:spPr bwMode="auto">
              <a:xfrm>
                <a:off x="48" y="3269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3" name="Rectangle 19"/>
              <p:cNvSpPr>
                <a:spLocks noChangeArrowheads="1"/>
              </p:cNvSpPr>
              <p:nvPr/>
            </p:nvSpPr>
            <p:spPr bwMode="auto">
              <a:xfrm>
                <a:off x="48" y="3412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4" name="Rectangle 20"/>
              <p:cNvSpPr>
                <a:spLocks noChangeArrowheads="1"/>
              </p:cNvSpPr>
              <p:nvPr/>
            </p:nvSpPr>
            <p:spPr bwMode="auto">
              <a:xfrm>
                <a:off x="48" y="3557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5" name="Rectangle 21"/>
              <p:cNvSpPr>
                <a:spLocks noChangeArrowheads="1"/>
              </p:cNvSpPr>
              <p:nvPr/>
            </p:nvSpPr>
            <p:spPr bwMode="auto">
              <a:xfrm>
                <a:off x="48" y="3702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6" name="Rectangle 22"/>
              <p:cNvSpPr>
                <a:spLocks noChangeArrowheads="1"/>
              </p:cNvSpPr>
              <p:nvPr/>
            </p:nvSpPr>
            <p:spPr bwMode="auto">
              <a:xfrm>
                <a:off x="48" y="3845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7" name="Rectangle 23"/>
              <p:cNvSpPr>
                <a:spLocks noChangeArrowheads="1"/>
              </p:cNvSpPr>
              <p:nvPr/>
            </p:nvSpPr>
            <p:spPr bwMode="auto">
              <a:xfrm>
                <a:off x="48" y="3990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" name="Rectangle 24"/>
              <p:cNvSpPr>
                <a:spLocks noChangeArrowheads="1"/>
              </p:cNvSpPr>
              <p:nvPr/>
            </p:nvSpPr>
            <p:spPr bwMode="auto">
              <a:xfrm>
                <a:off x="48" y="4134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" name="Rectangle 25"/>
              <p:cNvSpPr>
                <a:spLocks noChangeArrowheads="1"/>
              </p:cNvSpPr>
              <p:nvPr/>
            </p:nvSpPr>
            <p:spPr bwMode="auto">
              <a:xfrm>
                <a:off x="48" y="103"/>
                <a:ext cx="96" cy="94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0" name="Rectangle 26"/>
              <p:cNvSpPr>
                <a:spLocks noChangeArrowheads="1"/>
              </p:cNvSpPr>
              <p:nvPr/>
            </p:nvSpPr>
            <p:spPr bwMode="auto">
              <a:xfrm>
                <a:off x="48" y="246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1" name="Rectangle 27"/>
              <p:cNvSpPr>
                <a:spLocks noChangeArrowheads="1"/>
              </p:cNvSpPr>
              <p:nvPr/>
            </p:nvSpPr>
            <p:spPr bwMode="auto">
              <a:xfrm>
                <a:off x="48" y="391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2" name="Rectangle 28"/>
              <p:cNvSpPr>
                <a:spLocks noChangeArrowheads="1"/>
              </p:cNvSpPr>
              <p:nvPr/>
            </p:nvSpPr>
            <p:spPr bwMode="auto">
              <a:xfrm>
                <a:off x="48" y="535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3" name="Rectangle 29"/>
              <p:cNvSpPr>
                <a:spLocks noChangeArrowheads="1"/>
              </p:cNvSpPr>
              <p:nvPr/>
            </p:nvSpPr>
            <p:spPr bwMode="auto">
              <a:xfrm>
                <a:off x="48" y="678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4" name="Rectangle 30"/>
              <p:cNvSpPr>
                <a:spLocks noChangeArrowheads="1"/>
              </p:cNvSpPr>
              <p:nvPr/>
            </p:nvSpPr>
            <p:spPr bwMode="auto">
              <a:xfrm>
                <a:off x="48" y="823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" name="Rectangle 31"/>
              <p:cNvSpPr>
                <a:spLocks noChangeArrowheads="1"/>
              </p:cNvSpPr>
              <p:nvPr/>
            </p:nvSpPr>
            <p:spPr bwMode="auto">
              <a:xfrm>
                <a:off x="48" y="968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3106" name="Rectangle 34"/>
          <p:cNvSpPr>
            <a:spLocks noGrp="1" noChangeArrowheads="1"/>
          </p:cNvSpPr>
          <p:nvPr>
            <p:ph type="ctrTitle" sz="quarter"/>
          </p:nvPr>
        </p:nvSpPr>
        <p:spPr>
          <a:xfrm>
            <a:off x="1524000" y="22860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</a:p>
        </p:txBody>
      </p:sp>
      <p:sp>
        <p:nvSpPr>
          <p:cNvPr id="3107" name="Rectangle 3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38400" y="3886200"/>
            <a:ext cx="8534400" cy="175260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r>
              <a:rPr lang="en-US" altLang="zh-CN"/>
              <a:t>Click to edit Master subtitle style</a:t>
            </a:r>
          </a:p>
        </p:txBody>
      </p:sp>
      <p:sp>
        <p:nvSpPr>
          <p:cNvPr id="36" name="Rectangle 36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28FBD688-3BD0-46FC-BE15-A312CCF7031A}" type="datetime1">
              <a:rPr kumimoji="1" lang="zh-CN" altLang="en-US" smtClean="0">
                <a:solidFill>
                  <a:srgbClr val="FFFFFF"/>
                </a:solidFill>
              </a:rPr>
              <a:t>2024/5/11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37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38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45DFA37-2197-4097-ABC7-CD5E3E4DF071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0EBA91ED-2134-4E94-863E-03A0F294FFF1}" type="datetime1">
              <a:rPr kumimoji="1" lang="zh-CN" altLang="en-US" smtClean="0">
                <a:solidFill>
                  <a:srgbClr val="FFFFFF"/>
                </a:solidFill>
              </a:rPr>
              <a:t>2024/5/11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884ABCE-FD1F-4797-9DF1-3F917F3D5C4C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2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E0DAA55-7772-4A77-8611-6D6EFBAB8DBE}" type="datetime1">
              <a:rPr kumimoji="1" lang="zh-CN" altLang="en-US" smtClean="0">
                <a:solidFill>
                  <a:srgbClr val="FFFFFF"/>
                </a:solidFill>
              </a:rPr>
              <a:t>2024/5/11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93C1A56-1A41-4CC2-9DBF-03AB332271D7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5240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8072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583A9547-7524-4747-898C-3AF75860630C}" type="datetime1">
              <a:rPr kumimoji="1" lang="zh-CN" altLang="en-US" smtClean="0">
                <a:solidFill>
                  <a:srgbClr val="FFFFFF"/>
                </a:solidFill>
              </a:rPr>
              <a:t>2024/5/11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7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D8796F27-457B-4A05-924F-DEBB373389B4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85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85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4EA6A78A-C9BE-48A2-BE44-1B39B7A1D50E}" type="datetime1">
              <a:rPr kumimoji="1" lang="zh-CN" altLang="en-US" smtClean="0">
                <a:solidFill>
                  <a:srgbClr val="FFFFFF"/>
                </a:solidFill>
              </a:rPr>
              <a:t>2024/5/11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8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9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D9AE789-5F51-4192-96E1-B9BC04B4F37A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EAD2C2E-DD7A-4D58-A6B7-D7A06978242D}" type="datetime1">
              <a:rPr kumimoji="1" lang="zh-CN" altLang="en-US" smtClean="0">
                <a:solidFill>
                  <a:srgbClr val="FFFFFF"/>
                </a:solidFill>
              </a:rPr>
              <a:t>2024/5/11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4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6D65DC9E-0A63-4A15-BADC-DB1EB51A89BD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F1FD9AC-3494-4927-83C9-53DDA861FE0D}" type="datetime1">
              <a:rPr kumimoji="1" lang="zh-CN" altLang="en-US" smtClean="0">
                <a:solidFill>
                  <a:srgbClr val="FFFFFF"/>
                </a:solidFill>
              </a:rPr>
              <a:t>2024/5/11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3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4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773DE548-1E6A-43D2-B66B-BCE10AF9BE9A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77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3D4B78D1-A2E9-4894-8939-003C5D09E4A0}" type="datetime1">
              <a:rPr kumimoji="1" lang="zh-CN" altLang="en-US" smtClean="0">
                <a:solidFill>
                  <a:srgbClr val="FFFFFF"/>
                </a:solidFill>
              </a:rPr>
              <a:t>2024/5/11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7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3C04B2FD-80FC-445D-9224-18FAC9A9CB05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42AA241-51B9-4E3D-B57E-B1EB2DD9F69F}" type="datetime1">
              <a:rPr kumimoji="1" lang="zh-CN" altLang="en-US" smtClean="0">
                <a:solidFill>
                  <a:srgbClr val="FFFFFF"/>
                </a:solidFill>
              </a:rPr>
              <a:t>2024/5/11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7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4648F075-283C-46A2-873D-03CB7AF3A05E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9F3DA0A2-51DE-4318-9AA6-85A43FA461A7}" type="datetime1">
              <a:rPr kumimoji="1" lang="zh-CN" altLang="en-US" smtClean="0">
                <a:solidFill>
                  <a:srgbClr val="FFFFFF"/>
                </a:solidFill>
              </a:rPr>
              <a:t>2024/5/11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4EE584B-B54D-48CE-A90E-69EB3CA9402C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296400" y="609600"/>
            <a:ext cx="25908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5240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EC9ED70D-E10F-492E-8706-9266CBB8E79E}" type="datetime1">
              <a:rPr kumimoji="1" lang="zh-CN" altLang="en-US" smtClean="0">
                <a:solidFill>
                  <a:srgbClr val="FFFFFF"/>
                </a:solidFill>
              </a:rPr>
              <a:t>2024/5/11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41721BEA-25E2-404E-AD70-3259E1EDC212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1524000" y="609600"/>
            <a:ext cx="10363200" cy="5486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950AE97-193D-4048-A939-8554F8CC30C2}" type="datetime1">
              <a:rPr kumimoji="1" lang="zh-CN" altLang="en-US" smtClean="0">
                <a:solidFill>
                  <a:srgbClr val="FFFFFF"/>
                </a:solidFill>
              </a:rPr>
              <a:t>2024/5/11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4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A8634F4-9E0A-42C8-B319-85473D5E45A4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4000" y="609600"/>
            <a:ext cx="103632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1524000" y="1981200"/>
            <a:ext cx="10363200" cy="4114800"/>
          </a:xfrm>
        </p:spPr>
        <p:txBody>
          <a:bodyPr/>
          <a:lstStyle/>
          <a:p>
            <a:pPr lvl="0"/>
            <a:endParaRPr lang="zh-CN" altLang="en-US" noProof="0" smtClean="0"/>
          </a:p>
        </p:txBody>
      </p:sp>
      <p:sp>
        <p:nvSpPr>
          <p:cNvPr id="4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DCAA51FE-008E-46EC-A3A4-2DC0A205729D}" type="datetime1">
              <a:rPr kumimoji="1" lang="zh-CN" altLang="en-US" smtClean="0">
                <a:solidFill>
                  <a:srgbClr val="FFFFFF"/>
                </a:solidFill>
              </a:rPr>
              <a:t>2024/5/11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FE906C39-F3F2-49CB-B961-4D84C7F35FEB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3"/>
          <p:cNvGrpSpPr/>
          <p:nvPr/>
        </p:nvGrpSpPr>
        <p:grpSpPr bwMode="auto">
          <a:xfrm>
            <a:off x="0" y="27"/>
            <a:ext cx="1447800" cy="6854825"/>
            <a:chOff x="0" y="0"/>
            <a:chExt cx="684" cy="4318"/>
          </a:xfrm>
        </p:grpSpPr>
        <p:sp>
          <p:nvSpPr>
            <p:cNvPr id="5" name="Rectangle 2"/>
            <p:cNvSpPr>
              <a:spLocks noChangeArrowheads="1"/>
            </p:cNvSpPr>
            <p:nvPr/>
          </p:nvSpPr>
          <p:spPr bwMode="invGray">
            <a:xfrm>
              <a:off x="0" y="0"/>
              <a:ext cx="684" cy="4318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6699FF"/>
                </a:buClr>
                <a:buSzPct val="75000"/>
                <a:buFont typeface="Monotype Sorts" pitchFamily="2" charset="2"/>
                <a:buNone/>
                <a:defRPr/>
              </a:pP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6" name="Group 32"/>
            <p:cNvGrpSpPr/>
            <p:nvPr/>
          </p:nvGrpSpPr>
          <p:grpSpPr bwMode="auto">
            <a:xfrm>
              <a:off x="48" y="103"/>
              <a:ext cx="96" cy="4126"/>
              <a:chOff x="48" y="103"/>
              <a:chExt cx="96" cy="4126"/>
            </a:xfrm>
          </p:grpSpPr>
          <p:sp>
            <p:nvSpPr>
              <p:cNvPr id="7" name="Rectangle 3"/>
              <p:cNvSpPr>
                <a:spLocks noChangeArrowheads="1"/>
              </p:cNvSpPr>
              <p:nvPr/>
            </p:nvSpPr>
            <p:spPr bwMode="auto">
              <a:xfrm>
                <a:off x="48" y="1105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" name="Rectangle 4"/>
              <p:cNvSpPr>
                <a:spLocks noChangeArrowheads="1"/>
              </p:cNvSpPr>
              <p:nvPr/>
            </p:nvSpPr>
            <p:spPr bwMode="auto">
              <a:xfrm>
                <a:off x="48" y="1250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Rectangle 5"/>
              <p:cNvSpPr>
                <a:spLocks noChangeArrowheads="1"/>
              </p:cNvSpPr>
              <p:nvPr/>
            </p:nvSpPr>
            <p:spPr bwMode="auto">
              <a:xfrm>
                <a:off x="48" y="1393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" name="Rectangle 6"/>
              <p:cNvSpPr>
                <a:spLocks noChangeArrowheads="1"/>
              </p:cNvSpPr>
              <p:nvPr/>
            </p:nvSpPr>
            <p:spPr bwMode="auto">
              <a:xfrm>
                <a:off x="48" y="1538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" name="Rectangle 7"/>
              <p:cNvSpPr>
                <a:spLocks noChangeArrowheads="1"/>
              </p:cNvSpPr>
              <p:nvPr/>
            </p:nvSpPr>
            <p:spPr bwMode="auto">
              <a:xfrm>
                <a:off x="48" y="1683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" name="Rectangle 8"/>
              <p:cNvSpPr>
                <a:spLocks noChangeArrowheads="1"/>
              </p:cNvSpPr>
              <p:nvPr/>
            </p:nvSpPr>
            <p:spPr bwMode="auto">
              <a:xfrm>
                <a:off x="48" y="1826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" name="Rectangle 9"/>
              <p:cNvSpPr>
                <a:spLocks noChangeArrowheads="1"/>
              </p:cNvSpPr>
              <p:nvPr/>
            </p:nvSpPr>
            <p:spPr bwMode="auto">
              <a:xfrm>
                <a:off x="48" y="1971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" name="Rectangle 10"/>
              <p:cNvSpPr>
                <a:spLocks noChangeArrowheads="1"/>
              </p:cNvSpPr>
              <p:nvPr/>
            </p:nvSpPr>
            <p:spPr bwMode="auto">
              <a:xfrm>
                <a:off x="48" y="2116"/>
                <a:ext cx="96" cy="94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5" name="Rectangle 11"/>
              <p:cNvSpPr>
                <a:spLocks noChangeArrowheads="1"/>
              </p:cNvSpPr>
              <p:nvPr/>
            </p:nvSpPr>
            <p:spPr bwMode="auto">
              <a:xfrm>
                <a:off x="48" y="2259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6" name="Rectangle 12"/>
              <p:cNvSpPr>
                <a:spLocks noChangeArrowheads="1"/>
              </p:cNvSpPr>
              <p:nvPr/>
            </p:nvSpPr>
            <p:spPr bwMode="auto">
              <a:xfrm>
                <a:off x="48" y="2404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7" name="Rectangle 13"/>
              <p:cNvSpPr>
                <a:spLocks noChangeArrowheads="1"/>
              </p:cNvSpPr>
              <p:nvPr/>
            </p:nvSpPr>
            <p:spPr bwMode="auto">
              <a:xfrm>
                <a:off x="48" y="2549"/>
                <a:ext cx="96" cy="94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8" name="Rectangle 14"/>
              <p:cNvSpPr>
                <a:spLocks noChangeArrowheads="1"/>
              </p:cNvSpPr>
              <p:nvPr/>
            </p:nvSpPr>
            <p:spPr bwMode="auto">
              <a:xfrm>
                <a:off x="48" y="2691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9" name="Rectangle 15"/>
              <p:cNvSpPr>
                <a:spLocks noChangeArrowheads="1"/>
              </p:cNvSpPr>
              <p:nvPr/>
            </p:nvSpPr>
            <p:spPr bwMode="auto">
              <a:xfrm>
                <a:off x="48" y="2836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" name="Rectangle 16"/>
              <p:cNvSpPr>
                <a:spLocks noChangeArrowheads="1"/>
              </p:cNvSpPr>
              <p:nvPr/>
            </p:nvSpPr>
            <p:spPr bwMode="auto">
              <a:xfrm>
                <a:off x="48" y="2979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1" name="Rectangle 17"/>
              <p:cNvSpPr>
                <a:spLocks noChangeArrowheads="1"/>
              </p:cNvSpPr>
              <p:nvPr/>
            </p:nvSpPr>
            <p:spPr bwMode="auto">
              <a:xfrm>
                <a:off x="48" y="3124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2" name="Rectangle 18"/>
              <p:cNvSpPr>
                <a:spLocks noChangeArrowheads="1"/>
              </p:cNvSpPr>
              <p:nvPr/>
            </p:nvSpPr>
            <p:spPr bwMode="auto">
              <a:xfrm>
                <a:off x="48" y="3269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3" name="Rectangle 19"/>
              <p:cNvSpPr>
                <a:spLocks noChangeArrowheads="1"/>
              </p:cNvSpPr>
              <p:nvPr/>
            </p:nvSpPr>
            <p:spPr bwMode="auto">
              <a:xfrm>
                <a:off x="48" y="3412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4" name="Rectangle 20"/>
              <p:cNvSpPr>
                <a:spLocks noChangeArrowheads="1"/>
              </p:cNvSpPr>
              <p:nvPr/>
            </p:nvSpPr>
            <p:spPr bwMode="auto">
              <a:xfrm>
                <a:off x="48" y="3557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5" name="Rectangle 21"/>
              <p:cNvSpPr>
                <a:spLocks noChangeArrowheads="1"/>
              </p:cNvSpPr>
              <p:nvPr/>
            </p:nvSpPr>
            <p:spPr bwMode="auto">
              <a:xfrm>
                <a:off x="48" y="3702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6" name="Rectangle 22"/>
              <p:cNvSpPr>
                <a:spLocks noChangeArrowheads="1"/>
              </p:cNvSpPr>
              <p:nvPr/>
            </p:nvSpPr>
            <p:spPr bwMode="auto">
              <a:xfrm>
                <a:off x="48" y="3845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7" name="Rectangle 23"/>
              <p:cNvSpPr>
                <a:spLocks noChangeArrowheads="1"/>
              </p:cNvSpPr>
              <p:nvPr/>
            </p:nvSpPr>
            <p:spPr bwMode="auto">
              <a:xfrm>
                <a:off x="48" y="3990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" name="Rectangle 24"/>
              <p:cNvSpPr>
                <a:spLocks noChangeArrowheads="1"/>
              </p:cNvSpPr>
              <p:nvPr/>
            </p:nvSpPr>
            <p:spPr bwMode="auto">
              <a:xfrm>
                <a:off x="48" y="4134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" name="Rectangle 25"/>
              <p:cNvSpPr>
                <a:spLocks noChangeArrowheads="1"/>
              </p:cNvSpPr>
              <p:nvPr/>
            </p:nvSpPr>
            <p:spPr bwMode="auto">
              <a:xfrm>
                <a:off x="48" y="103"/>
                <a:ext cx="96" cy="94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0" name="Rectangle 26"/>
              <p:cNvSpPr>
                <a:spLocks noChangeArrowheads="1"/>
              </p:cNvSpPr>
              <p:nvPr/>
            </p:nvSpPr>
            <p:spPr bwMode="auto">
              <a:xfrm>
                <a:off x="48" y="246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1" name="Rectangle 27"/>
              <p:cNvSpPr>
                <a:spLocks noChangeArrowheads="1"/>
              </p:cNvSpPr>
              <p:nvPr/>
            </p:nvSpPr>
            <p:spPr bwMode="auto">
              <a:xfrm>
                <a:off x="48" y="391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2" name="Rectangle 28"/>
              <p:cNvSpPr>
                <a:spLocks noChangeArrowheads="1"/>
              </p:cNvSpPr>
              <p:nvPr/>
            </p:nvSpPr>
            <p:spPr bwMode="auto">
              <a:xfrm>
                <a:off x="48" y="535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3" name="Rectangle 29"/>
              <p:cNvSpPr>
                <a:spLocks noChangeArrowheads="1"/>
              </p:cNvSpPr>
              <p:nvPr/>
            </p:nvSpPr>
            <p:spPr bwMode="auto">
              <a:xfrm>
                <a:off x="48" y="678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4" name="Rectangle 30"/>
              <p:cNvSpPr>
                <a:spLocks noChangeArrowheads="1"/>
              </p:cNvSpPr>
              <p:nvPr/>
            </p:nvSpPr>
            <p:spPr bwMode="auto">
              <a:xfrm>
                <a:off x="48" y="823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" name="Rectangle 31"/>
              <p:cNvSpPr>
                <a:spLocks noChangeArrowheads="1"/>
              </p:cNvSpPr>
              <p:nvPr/>
            </p:nvSpPr>
            <p:spPr bwMode="auto">
              <a:xfrm>
                <a:off x="48" y="968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3106" name="Rectangle 34"/>
          <p:cNvSpPr>
            <a:spLocks noGrp="1" noChangeArrowheads="1"/>
          </p:cNvSpPr>
          <p:nvPr>
            <p:ph type="ctrTitle" sz="quarter"/>
          </p:nvPr>
        </p:nvSpPr>
        <p:spPr>
          <a:xfrm>
            <a:off x="1524000" y="22860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</a:p>
        </p:txBody>
      </p:sp>
      <p:sp>
        <p:nvSpPr>
          <p:cNvPr id="3107" name="Rectangle 3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38400" y="3886200"/>
            <a:ext cx="8534400" cy="175260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r>
              <a:rPr lang="en-US" altLang="zh-CN"/>
              <a:t>Click to edit Master subtitle style</a:t>
            </a:r>
          </a:p>
        </p:txBody>
      </p:sp>
      <p:sp>
        <p:nvSpPr>
          <p:cNvPr id="36" name="Rectangle 36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28FBD688-3BD0-46FC-BE15-A312CCF7031A}" type="datetime1">
              <a:rPr kumimoji="1" lang="zh-CN" altLang="en-US" smtClean="0">
                <a:solidFill>
                  <a:srgbClr val="FFFFFF"/>
                </a:solidFill>
              </a:rPr>
              <a:t>2024/5/11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37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38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45DFA37-2197-4097-ABC7-CD5E3E4DF071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0EBA91ED-2134-4E94-863E-03A0F294FFF1}" type="datetime1">
              <a:rPr kumimoji="1" lang="zh-CN" altLang="en-US" smtClean="0">
                <a:solidFill>
                  <a:srgbClr val="FFFFFF"/>
                </a:solidFill>
              </a:rPr>
              <a:t>2024/5/11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884ABCE-FD1F-4797-9DF1-3F917F3D5C4C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2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E0DAA55-7772-4A77-8611-6D6EFBAB8DBE}" type="datetime1">
              <a:rPr kumimoji="1" lang="zh-CN" altLang="en-US" smtClean="0">
                <a:solidFill>
                  <a:srgbClr val="FFFFFF"/>
                </a:solidFill>
              </a:rPr>
              <a:t>2024/5/11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93C1A56-1A41-4CC2-9DBF-03AB332271D7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5240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8072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583A9547-7524-4747-898C-3AF75860630C}" type="datetime1">
              <a:rPr kumimoji="1" lang="zh-CN" altLang="en-US" smtClean="0">
                <a:solidFill>
                  <a:srgbClr val="FFFFFF"/>
                </a:solidFill>
              </a:rPr>
              <a:t>2024/5/11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7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D8796F27-457B-4A05-924F-DEBB373389B4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85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85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4EA6A78A-C9BE-48A2-BE44-1B39B7A1D50E}" type="datetime1">
              <a:rPr kumimoji="1" lang="zh-CN" altLang="en-US" smtClean="0">
                <a:solidFill>
                  <a:srgbClr val="FFFFFF"/>
                </a:solidFill>
              </a:rPr>
              <a:t>2024/5/11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8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9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D9AE789-5F51-4192-96E1-B9BC04B4F37A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EAD2C2E-DD7A-4D58-A6B7-D7A06978242D}" type="datetime1">
              <a:rPr kumimoji="1" lang="zh-CN" altLang="en-US" smtClean="0">
                <a:solidFill>
                  <a:srgbClr val="FFFFFF"/>
                </a:solidFill>
              </a:rPr>
              <a:t>2024/5/11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4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6D65DC9E-0A63-4A15-BADC-DB1EB51A89BD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F1FD9AC-3494-4927-83C9-53DDA861FE0D}" type="datetime1">
              <a:rPr kumimoji="1" lang="zh-CN" altLang="en-US" smtClean="0">
                <a:solidFill>
                  <a:srgbClr val="FFFFFF"/>
                </a:solidFill>
              </a:rPr>
              <a:t>2024/5/11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3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4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773DE548-1E6A-43D2-B66B-BCE10AF9BE9A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77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3D4B78D1-A2E9-4894-8939-003C5D09E4A0}" type="datetime1">
              <a:rPr kumimoji="1" lang="zh-CN" altLang="en-US" smtClean="0">
                <a:solidFill>
                  <a:srgbClr val="FFFFFF"/>
                </a:solidFill>
              </a:rPr>
              <a:t>2024/5/11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7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3C04B2FD-80FC-445D-9224-18FAC9A9CB05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42AA241-51B9-4E3D-B57E-B1EB2DD9F69F}" type="datetime1">
              <a:rPr kumimoji="1" lang="zh-CN" altLang="en-US" smtClean="0">
                <a:solidFill>
                  <a:srgbClr val="FFFFFF"/>
                </a:solidFill>
              </a:rPr>
              <a:t>2024/5/11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7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4648F075-283C-46A2-873D-03CB7AF3A05E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9F3DA0A2-51DE-4318-9AA6-85A43FA461A7}" type="datetime1">
              <a:rPr kumimoji="1" lang="zh-CN" altLang="en-US" smtClean="0">
                <a:solidFill>
                  <a:srgbClr val="FFFFFF"/>
                </a:solidFill>
              </a:rPr>
              <a:t>2024/5/11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4EE584B-B54D-48CE-A90E-69EB3CA9402C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296400" y="609600"/>
            <a:ext cx="25908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5240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EC9ED70D-E10F-492E-8706-9266CBB8E79E}" type="datetime1">
              <a:rPr kumimoji="1" lang="zh-CN" altLang="en-US" smtClean="0">
                <a:solidFill>
                  <a:srgbClr val="FFFFFF"/>
                </a:solidFill>
              </a:rPr>
              <a:t>2024/5/11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41721BEA-25E2-404E-AD70-3259E1EDC212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1524000" y="609600"/>
            <a:ext cx="10363200" cy="5486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950AE97-193D-4048-A939-8554F8CC30C2}" type="datetime1">
              <a:rPr kumimoji="1" lang="zh-CN" altLang="en-US" smtClean="0">
                <a:solidFill>
                  <a:srgbClr val="FFFFFF"/>
                </a:solidFill>
              </a:rPr>
              <a:t>2024/5/11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4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A8634F4-9E0A-42C8-B319-85473D5E45A4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4000" y="609600"/>
            <a:ext cx="103632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1524000" y="1981200"/>
            <a:ext cx="10363200" cy="4114800"/>
          </a:xfrm>
        </p:spPr>
        <p:txBody>
          <a:bodyPr/>
          <a:lstStyle/>
          <a:p>
            <a:pPr lvl="0"/>
            <a:endParaRPr lang="zh-CN" altLang="en-US" noProof="0" smtClean="0"/>
          </a:p>
        </p:txBody>
      </p:sp>
      <p:sp>
        <p:nvSpPr>
          <p:cNvPr id="4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DCAA51FE-008E-46EC-A3A4-2DC0A205729D}" type="datetime1">
              <a:rPr kumimoji="1" lang="zh-CN" altLang="en-US" smtClean="0">
                <a:solidFill>
                  <a:srgbClr val="FFFFFF"/>
                </a:solidFill>
              </a:rPr>
              <a:t>2024/5/11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FE906C39-F3F2-49CB-B961-4D84C7F35FEB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3"/>
          <p:cNvGrpSpPr/>
          <p:nvPr/>
        </p:nvGrpSpPr>
        <p:grpSpPr bwMode="auto">
          <a:xfrm>
            <a:off x="0" y="27"/>
            <a:ext cx="1447800" cy="6854825"/>
            <a:chOff x="0" y="0"/>
            <a:chExt cx="684" cy="4318"/>
          </a:xfrm>
        </p:grpSpPr>
        <p:sp>
          <p:nvSpPr>
            <p:cNvPr id="5" name="Rectangle 2"/>
            <p:cNvSpPr>
              <a:spLocks noChangeArrowheads="1"/>
            </p:cNvSpPr>
            <p:nvPr/>
          </p:nvSpPr>
          <p:spPr bwMode="invGray">
            <a:xfrm>
              <a:off x="0" y="0"/>
              <a:ext cx="684" cy="4318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6699FF"/>
                </a:buClr>
                <a:buSzPct val="75000"/>
                <a:buFont typeface="Monotype Sorts" pitchFamily="2" charset="2"/>
                <a:buNone/>
                <a:defRPr/>
              </a:pP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6" name="Group 32"/>
            <p:cNvGrpSpPr/>
            <p:nvPr/>
          </p:nvGrpSpPr>
          <p:grpSpPr bwMode="auto">
            <a:xfrm>
              <a:off x="48" y="103"/>
              <a:ext cx="96" cy="4126"/>
              <a:chOff x="48" y="103"/>
              <a:chExt cx="96" cy="4126"/>
            </a:xfrm>
          </p:grpSpPr>
          <p:sp>
            <p:nvSpPr>
              <p:cNvPr id="7" name="Rectangle 3"/>
              <p:cNvSpPr>
                <a:spLocks noChangeArrowheads="1"/>
              </p:cNvSpPr>
              <p:nvPr/>
            </p:nvSpPr>
            <p:spPr bwMode="auto">
              <a:xfrm>
                <a:off x="48" y="1105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" name="Rectangle 4"/>
              <p:cNvSpPr>
                <a:spLocks noChangeArrowheads="1"/>
              </p:cNvSpPr>
              <p:nvPr/>
            </p:nvSpPr>
            <p:spPr bwMode="auto">
              <a:xfrm>
                <a:off x="48" y="1250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Rectangle 5"/>
              <p:cNvSpPr>
                <a:spLocks noChangeArrowheads="1"/>
              </p:cNvSpPr>
              <p:nvPr/>
            </p:nvSpPr>
            <p:spPr bwMode="auto">
              <a:xfrm>
                <a:off x="48" y="1393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" name="Rectangle 6"/>
              <p:cNvSpPr>
                <a:spLocks noChangeArrowheads="1"/>
              </p:cNvSpPr>
              <p:nvPr/>
            </p:nvSpPr>
            <p:spPr bwMode="auto">
              <a:xfrm>
                <a:off x="48" y="1538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" name="Rectangle 7"/>
              <p:cNvSpPr>
                <a:spLocks noChangeArrowheads="1"/>
              </p:cNvSpPr>
              <p:nvPr/>
            </p:nvSpPr>
            <p:spPr bwMode="auto">
              <a:xfrm>
                <a:off x="48" y="1683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" name="Rectangle 8"/>
              <p:cNvSpPr>
                <a:spLocks noChangeArrowheads="1"/>
              </p:cNvSpPr>
              <p:nvPr/>
            </p:nvSpPr>
            <p:spPr bwMode="auto">
              <a:xfrm>
                <a:off x="48" y="1826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" name="Rectangle 9"/>
              <p:cNvSpPr>
                <a:spLocks noChangeArrowheads="1"/>
              </p:cNvSpPr>
              <p:nvPr/>
            </p:nvSpPr>
            <p:spPr bwMode="auto">
              <a:xfrm>
                <a:off x="48" y="1971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" name="Rectangle 10"/>
              <p:cNvSpPr>
                <a:spLocks noChangeArrowheads="1"/>
              </p:cNvSpPr>
              <p:nvPr/>
            </p:nvSpPr>
            <p:spPr bwMode="auto">
              <a:xfrm>
                <a:off x="48" y="2116"/>
                <a:ext cx="96" cy="94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5" name="Rectangle 11"/>
              <p:cNvSpPr>
                <a:spLocks noChangeArrowheads="1"/>
              </p:cNvSpPr>
              <p:nvPr/>
            </p:nvSpPr>
            <p:spPr bwMode="auto">
              <a:xfrm>
                <a:off x="48" y="2259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6" name="Rectangle 12"/>
              <p:cNvSpPr>
                <a:spLocks noChangeArrowheads="1"/>
              </p:cNvSpPr>
              <p:nvPr/>
            </p:nvSpPr>
            <p:spPr bwMode="auto">
              <a:xfrm>
                <a:off x="48" y="2404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7" name="Rectangle 13"/>
              <p:cNvSpPr>
                <a:spLocks noChangeArrowheads="1"/>
              </p:cNvSpPr>
              <p:nvPr/>
            </p:nvSpPr>
            <p:spPr bwMode="auto">
              <a:xfrm>
                <a:off x="48" y="2549"/>
                <a:ext cx="96" cy="94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8" name="Rectangle 14"/>
              <p:cNvSpPr>
                <a:spLocks noChangeArrowheads="1"/>
              </p:cNvSpPr>
              <p:nvPr/>
            </p:nvSpPr>
            <p:spPr bwMode="auto">
              <a:xfrm>
                <a:off x="48" y="2691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9" name="Rectangle 15"/>
              <p:cNvSpPr>
                <a:spLocks noChangeArrowheads="1"/>
              </p:cNvSpPr>
              <p:nvPr/>
            </p:nvSpPr>
            <p:spPr bwMode="auto">
              <a:xfrm>
                <a:off x="48" y="2836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" name="Rectangle 16"/>
              <p:cNvSpPr>
                <a:spLocks noChangeArrowheads="1"/>
              </p:cNvSpPr>
              <p:nvPr/>
            </p:nvSpPr>
            <p:spPr bwMode="auto">
              <a:xfrm>
                <a:off x="48" y="2979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1" name="Rectangle 17"/>
              <p:cNvSpPr>
                <a:spLocks noChangeArrowheads="1"/>
              </p:cNvSpPr>
              <p:nvPr/>
            </p:nvSpPr>
            <p:spPr bwMode="auto">
              <a:xfrm>
                <a:off x="48" y="3124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2" name="Rectangle 18"/>
              <p:cNvSpPr>
                <a:spLocks noChangeArrowheads="1"/>
              </p:cNvSpPr>
              <p:nvPr/>
            </p:nvSpPr>
            <p:spPr bwMode="auto">
              <a:xfrm>
                <a:off x="48" y="3269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3" name="Rectangle 19"/>
              <p:cNvSpPr>
                <a:spLocks noChangeArrowheads="1"/>
              </p:cNvSpPr>
              <p:nvPr/>
            </p:nvSpPr>
            <p:spPr bwMode="auto">
              <a:xfrm>
                <a:off x="48" y="3412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4" name="Rectangle 20"/>
              <p:cNvSpPr>
                <a:spLocks noChangeArrowheads="1"/>
              </p:cNvSpPr>
              <p:nvPr/>
            </p:nvSpPr>
            <p:spPr bwMode="auto">
              <a:xfrm>
                <a:off x="48" y="3557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5" name="Rectangle 21"/>
              <p:cNvSpPr>
                <a:spLocks noChangeArrowheads="1"/>
              </p:cNvSpPr>
              <p:nvPr/>
            </p:nvSpPr>
            <p:spPr bwMode="auto">
              <a:xfrm>
                <a:off x="48" y="3702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6" name="Rectangle 22"/>
              <p:cNvSpPr>
                <a:spLocks noChangeArrowheads="1"/>
              </p:cNvSpPr>
              <p:nvPr/>
            </p:nvSpPr>
            <p:spPr bwMode="auto">
              <a:xfrm>
                <a:off x="48" y="3845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7" name="Rectangle 23"/>
              <p:cNvSpPr>
                <a:spLocks noChangeArrowheads="1"/>
              </p:cNvSpPr>
              <p:nvPr/>
            </p:nvSpPr>
            <p:spPr bwMode="auto">
              <a:xfrm>
                <a:off x="48" y="3990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" name="Rectangle 24"/>
              <p:cNvSpPr>
                <a:spLocks noChangeArrowheads="1"/>
              </p:cNvSpPr>
              <p:nvPr/>
            </p:nvSpPr>
            <p:spPr bwMode="auto">
              <a:xfrm>
                <a:off x="48" y="4134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" name="Rectangle 25"/>
              <p:cNvSpPr>
                <a:spLocks noChangeArrowheads="1"/>
              </p:cNvSpPr>
              <p:nvPr/>
            </p:nvSpPr>
            <p:spPr bwMode="auto">
              <a:xfrm>
                <a:off x="48" y="103"/>
                <a:ext cx="96" cy="94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0" name="Rectangle 26"/>
              <p:cNvSpPr>
                <a:spLocks noChangeArrowheads="1"/>
              </p:cNvSpPr>
              <p:nvPr/>
            </p:nvSpPr>
            <p:spPr bwMode="auto">
              <a:xfrm>
                <a:off x="48" y="246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1" name="Rectangle 27"/>
              <p:cNvSpPr>
                <a:spLocks noChangeArrowheads="1"/>
              </p:cNvSpPr>
              <p:nvPr/>
            </p:nvSpPr>
            <p:spPr bwMode="auto">
              <a:xfrm>
                <a:off x="48" y="391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2" name="Rectangle 28"/>
              <p:cNvSpPr>
                <a:spLocks noChangeArrowheads="1"/>
              </p:cNvSpPr>
              <p:nvPr/>
            </p:nvSpPr>
            <p:spPr bwMode="auto">
              <a:xfrm>
                <a:off x="48" y="535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3" name="Rectangle 29"/>
              <p:cNvSpPr>
                <a:spLocks noChangeArrowheads="1"/>
              </p:cNvSpPr>
              <p:nvPr/>
            </p:nvSpPr>
            <p:spPr bwMode="auto">
              <a:xfrm>
                <a:off x="48" y="678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4" name="Rectangle 30"/>
              <p:cNvSpPr>
                <a:spLocks noChangeArrowheads="1"/>
              </p:cNvSpPr>
              <p:nvPr/>
            </p:nvSpPr>
            <p:spPr bwMode="auto">
              <a:xfrm>
                <a:off x="48" y="823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" name="Rectangle 31"/>
              <p:cNvSpPr>
                <a:spLocks noChangeArrowheads="1"/>
              </p:cNvSpPr>
              <p:nvPr/>
            </p:nvSpPr>
            <p:spPr bwMode="auto">
              <a:xfrm>
                <a:off x="48" y="968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3106" name="Rectangle 34"/>
          <p:cNvSpPr>
            <a:spLocks noGrp="1" noChangeArrowheads="1"/>
          </p:cNvSpPr>
          <p:nvPr>
            <p:ph type="ctrTitle" sz="quarter"/>
          </p:nvPr>
        </p:nvSpPr>
        <p:spPr>
          <a:xfrm>
            <a:off x="1524000" y="22860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</a:p>
        </p:txBody>
      </p:sp>
      <p:sp>
        <p:nvSpPr>
          <p:cNvPr id="3107" name="Rectangle 3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38400" y="3886200"/>
            <a:ext cx="8534400" cy="175260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r>
              <a:rPr lang="en-US" altLang="zh-CN"/>
              <a:t>Click to edit Master subtitle style</a:t>
            </a:r>
          </a:p>
        </p:txBody>
      </p:sp>
      <p:sp>
        <p:nvSpPr>
          <p:cNvPr id="36" name="Rectangle 36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28FBD688-3BD0-46FC-BE15-A312CCF7031A}" type="datetime1">
              <a:rPr kumimoji="1" lang="zh-CN" altLang="en-US" smtClean="0">
                <a:solidFill>
                  <a:srgbClr val="FFFFFF"/>
                </a:solidFill>
              </a:rPr>
              <a:t>2024/5/11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37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38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45DFA37-2197-4097-ABC7-CD5E3E4DF071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0EBA91ED-2134-4E94-863E-03A0F294FFF1}" type="datetime1">
              <a:rPr kumimoji="1" lang="zh-CN" altLang="en-US" smtClean="0">
                <a:solidFill>
                  <a:srgbClr val="FFFFFF"/>
                </a:solidFill>
              </a:rPr>
              <a:t>2024/5/11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884ABCE-FD1F-4797-9DF1-3F917F3D5C4C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2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E0DAA55-7772-4A77-8611-6D6EFBAB8DBE}" type="datetime1">
              <a:rPr kumimoji="1" lang="zh-CN" altLang="en-US" smtClean="0">
                <a:solidFill>
                  <a:srgbClr val="FFFFFF"/>
                </a:solidFill>
              </a:rPr>
              <a:t>2024/5/11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93C1A56-1A41-4CC2-9DBF-03AB332271D7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5240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8072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583A9547-7524-4747-898C-3AF75860630C}" type="datetime1">
              <a:rPr kumimoji="1" lang="zh-CN" altLang="en-US" smtClean="0">
                <a:solidFill>
                  <a:srgbClr val="FFFFFF"/>
                </a:solidFill>
              </a:rPr>
              <a:t>2024/5/11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7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D8796F27-457B-4A05-924F-DEBB373389B4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85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85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4EA6A78A-C9BE-48A2-BE44-1B39B7A1D50E}" type="datetime1">
              <a:rPr kumimoji="1" lang="zh-CN" altLang="en-US" smtClean="0">
                <a:solidFill>
                  <a:srgbClr val="FFFFFF"/>
                </a:solidFill>
              </a:rPr>
              <a:t>2024/5/11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8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9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D9AE789-5F51-4192-96E1-B9BC04B4F37A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EAD2C2E-DD7A-4D58-A6B7-D7A06978242D}" type="datetime1">
              <a:rPr kumimoji="1" lang="zh-CN" altLang="en-US" smtClean="0">
                <a:solidFill>
                  <a:srgbClr val="FFFFFF"/>
                </a:solidFill>
              </a:rPr>
              <a:t>2024/5/11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4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6D65DC9E-0A63-4A15-BADC-DB1EB51A89BD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F1FD9AC-3494-4927-83C9-53DDA861FE0D}" type="datetime1">
              <a:rPr kumimoji="1" lang="zh-CN" altLang="en-US" smtClean="0">
                <a:solidFill>
                  <a:srgbClr val="FFFFFF"/>
                </a:solidFill>
              </a:rPr>
              <a:t>2024/5/11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3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4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773DE548-1E6A-43D2-B66B-BCE10AF9BE9A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77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3D4B78D1-A2E9-4894-8939-003C5D09E4A0}" type="datetime1">
              <a:rPr kumimoji="1" lang="zh-CN" altLang="en-US" smtClean="0">
                <a:solidFill>
                  <a:srgbClr val="FFFFFF"/>
                </a:solidFill>
              </a:rPr>
              <a:t>2024/5/11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7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3C04B2FD-80FC-445D-9224-18FAC9A9CB05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42AA241-51B9-4E3D-B57E-B1EB2DD9F69F}" type="datetime1">
              <a:rPr kumimoji="1" lang="zh-CN" altLang="en-US" smtClean="0">
                <a:solidFill>
                  <a:srgbClr val="FFFFFF"/>
                </a:solidFill>
              </a:rPr>
              <a:t>2024/5/11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7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4648F075-283C-46A2-873D-03CB7AF3A05E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9F3DA0A2-51DE-4318-9AA6-85A43FA461A7}" type="datetime1">
              <a:rPr kumimoji="1" lang="zh-CN" altLang="en-US" smtClean="0">
                <a:solidFill>
                  <a:srgbClr val="FFFFFF"/>
                </a:solidFill>
              </a:rPr>
              <a:t>2024/5/11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4EE584B-B54D-48CE-A90E-69EB3CA9402C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296400" y="609600"/>
            <a:ext cx="25908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5240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EC9ED70D-E10F-492E-8706-9266CBB8E79E}" type="datetime1">
              <a:rPr kumimoji="1" lang="zh-CN" altLang="en-US" smtClean="0">
                <a:solidFill>
                  <a:srgbClr val="FFFFFF"/>
                </a:solidFill>
              </a:rPr>
              <a:t>2024/5/11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41721BEA-25E2-404E-AD70-3259E1EDC212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1524000" y="609600"/>
            <a:ext cx="10363200" cy="5486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950AE97-193D-4048-A939-8554F8CC30C2}" type="datetime1">
              <a:rPr kumimoji="1" lang="zh-CN" altLang="en-US" smtClean="0">
                <a:solidFill>
                  <a:srgbClr val="FFFFFF"/>
                </a:solidFill>
              </a:rPr>
              <a:t>2024/5/11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4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A8634F4-9E0A-42C8-B319-85473D5E45A4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4000" y="609600"/>
            <a:ext cx="103632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1524000" y="1981200"/>
            <a:ext cx="10363200" cy="4114800"/>
          </a:xfrm>
        </p:spPr>
        <p:txBody>
          <a:bodyPr/>
          <a:lstStyle/>
          <a:p>
            <a:pPr lvl="0"/>
            <a:endParaRPr lang="zh-CN" altLang="en-US" noProof="0" smtClean="0"/>
          </a:p>
        </p:txBody>
      </p:sp>
      <p:sp>
        <p:nvSpPr>
          <p:cNvPr id="4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DCAA51FE-008E-46EC-A3A4-2DC0A205729D}" type="datetime1">
              <a:rPr kumimoji="1" lang="zh-CN" altLang="en-US" smtClean="0">
                <a:solidFill>
                  <a:srgbClr val="FFFFFF"/>
                </a:solidFill>
              </a:rPr>
              <a:t>2024/5/11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FE906C39-F3F2-49CB-B961-4D84C7F35FEB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3"/>
          <p:cNvGrpSpPr/>
          <p:nvPr/>
        </p:nvGrpSpPr>
        <p:grpSpPr bwMode="auto">
          <a:xfrm>
            <a:off x="0" y="26"/>
            <a:ext cx="1447800" cy="6854825"/>
            <a:chOff x="0" y="0"/>
            <a:chExt cx="684" cy="4318"/>
          </a:xfrm>
        </p:grpSpPr>
        <p:sp>
          <p:nvSpPr>
            <p:cNvPr id="5" name="Rectangle 2"/>
            <p:cNvSpPr>
              <a:spLocks noChangeArrowheads="1"/>
            </p:cNvSpPr>
            <p:nvPr/>
          </p:nvSpPr>
          <p:spPr bwMode="invGray">
            <a:xfrm>
              <a:off x="0" y="0"/>
              <a:ext cx="684" cy="4318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algn="ctr">
                <a:buClr>
                  <a:schemeClr val="folHlink"/>
                </a:buClr>
                <a:buSzPct val="75000"/>
                <a:buFont typeface="Monotype Sorts" pitchFamily="2" charset="2"/>
                <a:buNone/>
                <a:defRPr/>
              </a:pPr>
              <a:endParaRPr lang="zh-CN" altLang="en-US" sz="2400"/>
            </a:p>
          </p:txBody>
        </p:sp>
        <p:grpSp>
          <p:nvGrpSpPr>
            <p:cNvPr id="6" name="Group 32"/>
            <p:cNvGrpSpPr/>
            <p:nvPr/>
          </p:nvGrpSpPr>
          <p:grpSpPr bwMode="auto">
            <a:xfrm>
              <a:off x="48" y="103"/>
              <a:ext cx="96" cy="4126"/>
              <a:chOff x="48" y="103"/>
              <a:chExt cx="96" cy="4126"/>
            </a:xfrm>
          </p:grpSpPr>
          <p:sp>
            <p:nvSpPr>
              <p:cNvPr id="7" name="Rectangle 3"/>
              <p:cNvSpPr>
                <a:spLocks noChangeArrowheads="1"/>
              </p:cNvSpPr>
              <p:nvPr/>
            </p:nvSpPr>
            <p:spPr bwMode="auto">
              <a:xfrm>
                <a:off x="48" y="1105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 smtClean="0"/>
              </a:p>
            </p:txBody>
          </p:sp>
          <p:sp>
            <p:nvSpPr>
              <p:cNvPr id="8" name="Rectangle 4"/>
              <p:cNvSpPr>
                <a:spLocks noChangeArrowheads="1"/>
              </p:cNvSpPr>
              <p:nvPr/>
            </p:nvSpPr>
            <p:spPr bwMode="auto">
              <a:xfrm>
                <a:off x="48" y="1250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 smtClean="0"/>
              </a:p>
            </p:txBody>
          </p:sp>
          <p:sp>
            <p:nvSpPr>
              <p:cNvPr id="9" name="Rectangle 5"/>
              <p:cNvSpPr>
                <a:spLocks noChangeArrowheads="1"/>
              </p:cNvSpPr>
              <p:nvPr/>
            </p:nvSpPr>
            <p:spPr bwMode="auto">
              <a:xfrm>
                <a:off x="48" y="1393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 smtClean="0"/>
              </a:p>
            </p:txBody>
          </p:sp>
          <p:sp>
            <p:nvSpPr>
              <p:cNvPr id="10" name="Rectangle 6"/>
              <p:cNvSpPr>
                <a:spLocks noChangeArrowheads="1"/>
              </p:cNvSpPr>
              <p:nvPr/>
            </p:nvSpPr>
            <p:spPr bwMode="auto">
              <a:xfrm>
                <a:off x="48" y="1538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 smtClean="0"/>
              </a:p>
            </p:txBody>
          </p:sp>
          <p:sp>
            <p:nvSpPr>
              <p:cNvPr id="11" name="Rectangle 7"/>
              <p:cNvSpPr>
                <a:spLocks noChangeArrowheads="1"/>
              </p:cNvSpPr>
              <p:nvPr/>
            </p:nvSpPr>
            <p:spPr bwMode="auto">
              <a:xfrm>
                <a:off x="48" y="1683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 smtClean="0"/>
              </a:p>
            </p:txBody>
          </p:sp>
          <p:sp>
            <p:nvSpPr>
              <p:cNvPr id="12" name="Rectangle 8"/>
              <p:cNvSpPr>
                <a:spLocks noChangeArrowheads="1"/>
              </p:cNvSpPr>
              <p:nvPr/>
            </p:nvSpPr>
            <p:spPr bwMode="auto">
              <a:xfrm>
                <a:off x="48" y="1826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 smtClean="0"/>
              </a:p>
            </p:txBody>
          </p:sp>
          <p:sp>
            <p:nvSpPr>
              <p:cNvPr id="13" name="Rectangle 9"/>
              <p:cNvSpPr>
                <a:spLocks noChangeArrowheads="1"/>
              </p:cNvSpPr>
              <p:nvPr/>
            </p:nvSpPr>
            <p:spPr bwMode="auto">
              <a:xfrm>
                <a:off x="48" y="1971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 smtClean="0"/>
              </a:p>
            </p:txBody>
          </p:sp>
          <p:sp>
            <p:nvSpPr>
              <p:cNvPr id="14" name="Rectangle 10"/>
              <p:cNvSpPr>
                <a:spLocks noChangeArrowheads="1"/>
              </p:cNvSpPr>
              <p:nvPr/>
            </p:nvSpPr>
            <p:spPr bwMode="auto">
              <a:xfrm>
                <a:off x="48" y="2116"/>
                <a:ext cx="96" cy="94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 smtClean="0"/>
              </a:p>
            </p:txBody>
          </p:sp>
          <p:sp>
            <p:nvSpPr>
              <p:cNvPr id="15" name="Rectangle 11"/>
              <p:cNvSpPr>
                <a:spLocks noChangeArrowheads="1"/>
              </p:cNvSpPr>
              <p:nvPr/>
            </p:nvSpPr>
            <p:spPr bwMode="auto">
              <a:xfrm>
                <a:off x="48" y="2259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 smtClean="0"/>
              </a:p>
            </p:txBody>
          </p:sp>
          <p:sp>
            <p:nvSpPr>
              <p:cNvPr id="16" name="Rectangle 12"/>
              <p:cNvSpPr>
                <a:spLocks noChangeArrowheads="1"/>
              </p:cNvSpPr>
              <p:nvPr/>
            </p:nvSpPr>
            <p:spPr bwMode="auto">
              <a:xfrm>
                <a:off x="48" y="2404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 smtClean="0"/>
              </a:p>
            </p:txBody>
          </p:sp>
          <p:sp>
            <p:nvSpPr>
              <p:cNvPr id="17" name="Rectangle 13"/>
              <p:cNvSpPr>
                <a:spLocks noChangeArrowheads="1"/>
              </p:cNvSpPr>
              <p:nvPr/>
            </p:nvSpPr>
            <p:spPr bwMode="auto">
              <a:xfrm>
                <a:off x="48" y="2549"/>
                <a:ext cx="96" cy="94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 smtClean="0"/>
              </a:p>
            </p:txBody>
          </p:sp>
          <p:sp>
            <p:nvSpPr>
              <p:cNvPr id="18" name="Rectangle 14"/>
              <p:cNvSpPr>
                <a:spLocks noChangeArrowheads="1"/>
              </p:cNvSpPr>
              <p:nvPr/>
            </p:nvSpPr>
            <p:spPr bwMode="auto">
              <a:xfrm>
                <a:off x="48" y="2691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 smtClean="0"/>
              </a:p>
            </p:txBody>
          </p:sp>
          <p:sp>
            <p:nvSpPr>
              <p:cNvPr id="19" name="Rectangle 15"/>
              <p:cNvSpPr>
                <a:spLocks noChangeArrowheads="1"/>
              </p:cNvSpPr>
              <p:nvPr/>
            </p:nvSpPr>
            <p:spPr bwMode="auto">
              <a:xfrm>
                <a:off x="48" y="2836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 smtClean="0"/>
              </a:p>
            </p:txBody>
          </p:sp>
          <p:sp>
            <p:nvSpPr>
              <p:cNvPr id="20" name="Rectangle 16"/>
              <p:cNvSpPr>
                <a:spLocks noChangeArrowheads="1"/>
              </p:cNvSpPr>
              <p:nvPr/>
            </p:nvSpPr>
            <p:spPr bwMode="auto">
              <a:xfrm>
                <a:off x="48" y="2979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 smtClean="0"/>
              </a:p>
            </p:txBody>
          </p:sp>
          <p:sp>
            <p:nvSpPr>
              <p:cNvPr id="21" name="Rectangle 17"/>
              <p:cNvSpPr>
                <a:spLocks noChangeArrowheads="1"/>
              </p:cNvSpPr>
              <p:nvPr/>
            </p:nvSpPr>
            <p:spPr bwMode="auto">
              <a:xfrm>
                <a:off x="48" y="3124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 smtClean="0"/>
              </a:p>
            </p:txBody>
          </p:sp>
          <p:sp>
            <p:nvSpPr>
              <p:cNvPr id="22" name="Rectangle 18"/>
              <p:cNvSpPr>
                <a:spLocks noChangeArrowheads="1"/>
              </p:cNvSpPr>
              <p:nvPr/>
            </p:nvSpPr>
            <p:spPr bwMode="auto">
              <a:xfrm>
                <a:off x="48" y="3269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 smtClean="0"/>
              </a:p>
            </p:txBody>
          </p:sp>
          <p:sp>
            <p:nvSpPr>
              <p:cNvPr id="23" name="Rectangle 19"/>
              <p:cNvSpPr>
                <a:spLocks noChangeArrowheads="1"/>
              </p:cNvSpPr>
              <p:nvPr/>
            </p:nvSpPr>
            <p:spPr bwMode="auto">
              <a:xfrm>
                <a:off x="48" y="3412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 smtClean="0"/>
              </a:p>
            </p:txBody>
          </p:sp>
          <p:sp>
            <p:nvSpPr>
              <p:cNvPr id="24" name="Rectangle 20"/>
              <p:cNvSpPr>
                <a:spLocks noChangeArrowheads="1"/>
              </p:cNvSpPr>
              <p:nvPr/>
            </p:nvSpPr>
            <p:spPr bwMode="auto">
              <a:xfrm>
                <a:off x="48" y="3557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 smtClean="0"/>
              </a:p>
            </p:txBody>
          </p:sp>
          <p:sp>
            <p:nvSpPr>
              <p:cNvPr id="25" name="Rectangle 21"/>
              <p:cNvSpPr>
                <a:spLocks noChangeArrowheads="1"/>
              </p:cNvSpPr>
              <p:nvPr/>
            </p:nvSpPr>
            <p:spPr bwMode="auto">
              <a:xfrm>
                <a:off x="48" y="3702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 smtClean="0"/>
              </a:p>
            </p:txBody>
          </p:sp>
          <p:sp>
            <p:nvSpPr>
              <p:cNvPr id="26" name="Rectangle 22"/>
              <p:cNvSpPr>
                <a:spLocks noChangeArrowheads="1"/>
              </p:cNvSpPr>
              <p:nvPr/>
            </p:nvSpPr>
            <p:spPr bwMode="auto">
              <a:xfrm>
                <a:off x="48" y="3845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 smtClean="0"/>
              </a:p>
            </p:txBody>
          </p:sp>
          <p:sp>
            <p:nvSpPr>
              <p:cNvPr id="27" name="Rectangle 23"/>
              <p:cNvSpPr>
                <a:spLocks noChangeArrowheads="1"/>
              </p:cNvSpPr>
              <p:nvPr/>
            </p:nvSpPr>
            <p:spPr bwMode="auto">
              <a:xfrm>
                <a:off x="48" y="3990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 smtClean="0"/>
              </a:p>
            </p:txBody>
          </p:sp>
          <p:sp>
            <p:nvSpPr>
              <p:cNvPr id="28" name="Rectangle 24"/>
              <p:cNvSpPr>
                <a:spLocks noChangeArrowheads="1"/>
              </p:cNvSpPr>
              <p:nvPr/>
            </p:nvSpPr>
            <p:spPr bwMode="auto">
              <a:xfrm>
                <a:off x="48" y="4134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 smtClean="0"/>
              </a:p>
            </p:txBody>
          </p:sp>
          <p:sp>
            <p:nvSpPr>
              <p:cNvPr id="29" name="Rectangle 25"/>
              <p:cNvSpPr>
                <a:spLocks noChangeArrowheads="1"/>
              </p:cNvSpPr>
              <p:nvPr/>
            </p:nvSpPr>
            <p:spPr bwMode="auto">
              <a:xfrm>
                <a:off x="48" y="103"/>
                <a:ext cx="96" cy="94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 smtClean="0"/>
              </a:p>
            </p:txBody>
          </p:sp>
          <p:sp>
            <p:nvSpPr>
              <p:cNvPr id="30" name="Rectangle 26"/>
              <p:cNvSpPr>
                <a:spLocks noChangeArrowheads="1"/>
              </p:cNvSpPr>
              <p:nvPr/>
            </p:nvSpPr>
            <p:spPr bwMode="auto">
              <a:xfrm>
                <a:off x="48" y="246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 smtClean="0"/>
              </a:p>
            </p:txBody>
          </p:sp>
          <p:sp>
            <p:nvSpPr>
              <p:cNvPr id="31" name="Rectangle 27"/>
              <p:cNvSpPr>
                <a:spLocks noChangeArrowheads="1"/>
              </p:cNvSpPr>
              <p:nvPr/>
            </p:nvSpPr>
            <p:spPr bwMode="auto">
              <a:xfrm>
                <a:off x="48" y="391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 smtClean="0"/>
              </a:p>
            </p:txBody>
          </p:sp>
          <p:sp>
            <p:nvSpPr>
              <p:cNvPr id="32" name="Rectangle 28"/>
              <p:cNvSpPr>
                <a:spLocks noChangeArrowheads="1"/>
              </p:cNvSpPr>
              <p:nvPr/>
            </p:nvSpPr>
            <p:spPr bwMode="auto">
              <a:xfrm>
                <a:off x="48" y="535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 smtClean="0"/>
              </a:p>
            </p:txBody>
          </p:sp>
          <p:sp>
            <p:nvSpPr>
              <p:cNvPr id="33" name="Rectangle 29"/>
              <p:cNvSpPr>
                <a:spLocks noChangeArrowheads="1"/>
              </p:cNvSpPr>
              <p:nvPr/>
            </p:nvSpPr>
            <p:spPr bwMode="auto">
              <a:xfrm>
                <a:off x="48" y="678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 smtClean="0"/>
              </a:p>
            </p:txBody>
          </p:sp>
          <p:sp>
            <p:nvSpPr>
              <p:cNvPr id="34" name="Rectangle 30"/>
              <p:cNvSpPr>
                <a:spLocks noChangeArrowheads="1"/>
              </p:cNvSpPr>
              <p:nvPr/>
            </p:nvSpPr>
            <p:spPr bwMode="auto">
              <a:xfrm>
                <a:off x="48" y="823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 smtClean="0"/>
              </a:p>
            </p:txBody>
          </p:sp>
          <p:sp>
            <p:nvSpPr>
              <p:cNvPr id="35" name="Rectangle 31"/>
              <p:cNvSpPr>
                <a:spLocks noChangeArrowheads="1"/>
              </p:cNvSpPr>
              <p:nvPr/>
            </p:nvSpPr>
            <p:spPr bwMode="auto">
              <a:xfrm>
                <a:off x="48" y="968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 smtClean="0"/>
              </a:p>
            </p:txBody>
          </p:sp>
        </p:grpSp>
      </p:grpSp>
      <p:sp>
        <p:nvSpPr>
          <p:cNvPr id="3106" name="Rectangle 34"/>
          <p:cNvSpPr>
            <a:spLocks noGrp="1" noChangeArrowheads="1"/>
          </p:cNvSpPr>
          <p:nvPr>
            <p:ph type="ctrTitle" sz="quarter"/>
          </p:nvPr>
        </p:nvSpPr>
        <p:spPr>
          <a:xfrm>
            <a:off x="1524000" y="22860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</a:p>
        </p:txBody>
      </p:sp>
      <p:sp>
        <p:nvSpPr>
          <p:cNvPr id="3107" name="Rectangle 3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38400" y="3886200"/>
            <a:ext cx="8534400" cy="175260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r>
              <a:rPr lang="en-US" altLang="zh-CN"/>
              <a:t>Click to edit Master subtitle style</a:t>
            </a:r>
          </a:p>
        </p:txBody>
      </p:sp>
      <p:sp>
        <p:nvSpPr>
          <p:cNvPr id="36" name="Rectangle 36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FBD688-3BD0-46FC-BE15-A312CCF7031A}" type="datetime1">
              <a:rPr lang="zh-CN" altLang="en-US"/>
              <a:t>2024/5/11</a:t>
            </a:fld>
            <a:endParaRPr lang="en-US" altLang="zh-CN"/>
          </a:p>
        </p:txBody>
      </p:sp>
      <p:sp>
        <p:nvSpPr>
          <p:cNvPr id="37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8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5DFA37-2197-4097-ABC7-CD5E3E4DF071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BA91ED-2134-4E94-863E-03A0F294FFF1}" type="datetime1">
              <a:rPr lang="zh-CN" altLang="en-US"/>
              <a:t>2024/5/11</a:t>
            </a:fld>
            <a:endParaRPr lang="en-US" altLang="zh-CN"/>
          </a:p>
        </p:txBody>
      </p:sp>
      <p:sp>
        <p:nvSpPr>
          <p:cNvPr id="5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84ABCE-FD1F-4797-9DF1-3F917F3D5C4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26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0DAA55-7772-4A77-8611-6D6EFBAB8DBE}" type="datetime1">
              <a:rPr lang="zh-CN" altLang="en-US"/>
              <a:t>2024/5/11</a:t>
            </a:fld>
            <a:endParaRPr lang="en-US" altLang="zh-CN"/>
          </a:p>
        </p:txBody>
      </p:sp>
      <p:sp>
        <p:nvSpPr>
          <p:cNvPr id="5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3C1A56-1A41-4CC2-9DBF-03AB332271D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5240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8072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3A9547-7524-4747-898C-3AF75860630C}" type="datetime1">
              <a:rPr lang="zh-CN" altLang="en-US"/>
              <a:t>2024/5/11</a:t>
            </a:fld>
            <a:endParaRPr lang="en-US" altLang="zh-CN"/>
          </a:p>
        </p:txBody>
      </p:sp>
      <p:sp>
        <p:nvSpPr>
          <p:cNvPr id="6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796F27-457B-4A05-924F-DEBB373389B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85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85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A6A78A-C9BE-48A2-BE44-1B39B7A1D50E}" type="datetime1">
              <a:rPr lang="zh-CN" altLang="en-US"/>
              <a:t>2024/5/11</a:t>
            </a:fld>
            <a:endParaRPr lang="en-US" altLang="zh-CN"/>
          </a:p>
        </p:txBody>
      </p:sp>
      <p:sp>
        <p:nvSpPr>
          <p:cNvPr id="8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9AE789-5F51-4192-96E1-B9BC04B4F37A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AD2C2E-DD7A-4D58-A6B7-D7A06978242D}" type="datetime1">
              <a:rPr lang="zh-CN" altLang="en-US"/>
              <a:t>2024/5/11</a:t>
            </a:fld>
            <a:endParaRPr lang="en-US" altLang="zh-CN"/>
          </a:p>
        </p:txBody>
      </p:sp>
      <p:sp>
        <p:nvSpPr>
          <p:cNvPr id="4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65DC9E-0A63-4A15-BADC-DB1EB51A89B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1FD9AC-3494-4927-83C9-53DDA861FE0D}" type="datetime1">
              <a:rPr lang="zh-CN" altLang="en-US"/>
              <a:t>2024/5/11</a:t>
            </a:fld>
            <a:endParaRPr lang="en-US" altLang="zh-CN"/>
          </a:p>
        </p:txBody>
      </p:sp>
      <p:sp>
        <p:nvSpPr>
          <p:cNvPr id="3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3DE548-1E6A-43D2-B66B-BCE10AF9BE9A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76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4B78D1-A2E9-4894-8939-003C5D09E4A0}" type="datetime1">
              <a:rPr lang="zh-CN" altLang="en-US"/>
              <a:t>2024/5/11</a:t>
            </a:fld>
            <a:endParaRPr lang="en-US" altLang="zh-CN"/>
          </a:p>
        </p:txBody>
      </p:sp>
      <p:sp>
        <p:nvSpPr>
          <p:cNvPr id="6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04B2FD-80FC-445D-9224-18FAC9A9CB0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2AA241-51B9-4E3D-B57E-B1EB2DD9F69F}" type="datetime1">
              <a:rPr lang="zh-CN" altLang="en-US"/>
              <a:t>2024/5/11</a:t>
            </a:fld>
            <a:endParaRPr lang="en-US" altLang="zh-CN"/>
          </a:p>
        </p:txBody>
      </p:sp>
      <p:sp>
        <p:nvSpPr>
          <p:cNvPr id="6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48F075-283C-46A2-873D-03CB7AF3A05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3DA0A2-51DE-4318-9AA6-85A43FA461A7}" type="datetime1">
              <a:rPr lang="zh-CN" altLang="en-US"/>
              <a:t>2024/5/11</a:t>
            </a:fld>
            <a:endParaRPr lang="en-US" altLang="zh-CN"/>
          </a:p>
        </p:txBody>
      </p:sp>
      <p:sp>
        <p:nvSpPr>
          <p:cNvPr id="5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EE584B-B54D-48CE-A90E-69EB3CA9402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296400" y="609600"/>
            <a:ext cx="25908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5240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9ED70D-E10F-492E-8706-9266CBB8E79E}" type="datetime1">
              <a:rPr lang="zh-CN" altLang="en-US"/>
              <a:t>2024/5/11</a:t>
            </a:fld>
            <a:endParaRPr lang="en-US" altLang="zh-CN"/>
          </a:p>
        </p:txBody>
      </p:sp>
      <p:sp>
        <p:nvSpPr>
          <p:cNvPr id="5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721BEA-25E2-404E-AD70-3259E1EDC212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1524000" y="609600"/>
            <a:ext cx="10363200" cy="5486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50AE97-193D-4048-A939-8554F8CC30C2}" type="datetime1">
              <a:rPr lang="zh-CN" altLang="en-US"/>
              <a:t>2024/5/11</a:t>
            </a:fld>
            <a:endParaRPr lang="en-US" altLang="zh-CN"/>
          </a:p>
        </p:txBody>
      </p:sp>
      <p:sp>
        <p:nvSpPr>
          <p:cNvPr id="4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8634F4-9E0A-42C8-B319-85473D5E45A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4000" y="609600"/>
            <a:ext cx="103632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1524000" y="1981200"/>
            <a:ext cx="10363200" cy="4114800"/>
          </a:xfrm>
        </p:spPr>
        <p:txBody>
          <a:bodyPr/>
          <a:lstStyle/>
          <a:p>
            <a:pPr lvl="0"/>
            <a:endParaRPr lang="zh-CN" altLang="en-US" noProof="0" smtClean="0"/>
          </a:p>
        </p:txBody>
      </p:sp>
      <p:sp>
        <p:nvSpPr>
          <p:cNvPr id="4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AA51FE-008E-46EC-A3A4-2DC0A205729D}" type="datetime1">
              <a:rPr lang="zh-CN" altLang="en-US"/>
              <a:t>2024/5/11</a:t>
            </a:fld>
            <a:endParaRPr lang="en-US" altLang="zh-CN"/>
          </a:p>
        </p:txBody>
      </p:sp>
      <p:sp>
        <p:nvSpPr>
          <p:cNvPr id="5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906C39-F3F2-49CB-B961-4D84C7F35FEB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1" y="2130427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2024/5/11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第一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矩形 57"/>
          <p:cNvSpPr/>
          <p:nvPr userDrawn="1"/>
        </p:nvSpPr>
        <p:spPr>
          <a:xfrm>
            <a:off x="0" y="1198956"/>
            <a:ext cx="12191187" cy="1546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78" name="组合 77"/>
          <p:cNvGrpSpPr/>
          <p:nvPr userDrawn="1"/>
        </p:nvGrpSpPr>
        <p:grpSpPr>
          <a:xfrm>
            <a:off x="6957253" y="285728"/>
            <a:ext cx="996377" cy="1000132"/>
            <a:chOff x="6170529" y="285728"/>
            <a:chExt cx="996247" cy="1000132"/>
          </a:xfrm>
        </p:grpSpPr>
        <p:grpSp>
          <p:nvGrpSpPr>
            <p:cNvPr id="30" name="组合 31"/>
            <p:cNvGrpSpPr/>
            <p:nvPr userDrawn="1"/>
          </p:nvGrpSpPr>
          <p:grpSpPr>
            <a:xfrm>
              <a:off x="6369783" y="285728"/>
              <a:ext cx="597719" cy="597720"/>
              <a:chOff x="6501056" y="1873013"/>
              <a:chExt cx="696763" cy="696763"/>
            </a:xfrm>
          </p:grpSpPr>
          <p:sp>
            <p:nvSpPr>
              <p:cNvPr id="32" name="椭圆 31"/>
              <p:cNvSpPr/>
              <p:nvPr userDrawn="1"/>
            </p:nvSpPr>
            <p:spPr>
              <a:xfrm>
                <a:off x="6501056" y="1873013"/>
                <a:ext cx="696763" cy="696763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bg1"/>
                </a:solidFill>
              </a:ln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25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grpSp>
            <p:nvGrpSpPr>
              <p:cNvPr id="33" name="组合 113"/>
              <p:cNvGrpSpPr>
                <a:grpSpLocks noChangeAspect="1"/>
              </p:cNvGrpSpPr>
              <p:nvPr/>
            </p:nvGrpSpPr>
            <p:grpSpPr>
              <a:xfrm>
                <a:off x="6616028" y="1996256"/>
                <a:ext cx="466830" cy="450242"/>
                <a:chOff x="7019925" y="5499100"/>
                <a:chExt cx="312738" cy="301626"/>
              </a:xfrm>
              <a:solidFill>
                <a:srgbClr val="BBBE2C"/>
              </a:solidFill>
            </p:grpSpPr>
            <p:sp>
              <p:nvSpPr>
                <p:cNvPr id="34" name="Freeform 252"/>
                <p:cNvSpPr/>
                <p:nvPr/>
              </p:nvSpPr>
              <p:spPr bwMode="auto">
                <a:xfrm>
                  <a:off x="7069138" y="5567363"/>
                  <a:ext cx="214313" cy="233363"/>
                </a:xfrm>
                <a:custGeom>
                  <a:avLst/>
                  <a:gdLst>
                    <a:gd name="T0" fmla="*/ 0 w 57"/>
                    <a:gd name="T1" fmla="*/ 26 h 62"/>
                    <a:gd name="T2" fmla="*/ 0 w 57"/>
                    <a:gd name="T3" fmla="*/ 59 h 62"/>
                    <a:gd name="T4" fmla="*/ 2 w 57"/>
                    <a:gd name="T5" fmla="*/ 62 h 62"/>
                    <a:gd name="T6" fmla="*/ 4 w 57"/>
                    <a:gd name="T7" fmla="*/ 62 h 62"/>
                    <a:gd name="T8" fmla="*/ 19 w 57"/>
                    <a:gd name="T9" fmla="*/ 62 h 62"/>
                    <a:gd name="T10" fmla="*/ 21 w 57"/>
                    <a:gd name="T11" fmla="*/ 62 h 62"/>
                    <a:gd name="T12" fmla="*/ 21 w 57"/>
                    <a:gd name="T13" fmla="*/ 61 h 62"/>
                    <a:gd name="T14" fmla="*/ 21 w 57"/>
                    <a:gd name="T15" fmla="*/ 45 h 62"/>
                    <a:gd name="T16" fmla="*/ 36 w 57"/>
                    <a:gd name="T17" fmla="*/ 45 h 62"/>
                    <a:gd name="T18" fmla="*/ 36 w 57"/>
                    <a:gd name="T19" fmla="*/ 61 h 62"/>
                    <a:gd name="T20" fmla="*/ 37 w 57"/>
                    <a:gd name="T21" fmla="*/ 62 h 62"/>
                    <a:gd name="T22" fmla="*/ 38 w 57"/>
                    <a:gd name="T23" fmla="*/ 62 h 62"/>
                    <a:gd name="T24" fmla="*/ 53 w 57"/>
                    <a:gd name="T25" fmla="*/ 62 h 62"/>
                    <a:gd name="T26" fmla="*/ 56 w 57"/>
                    <a:gd name="T27" fmla="*/ 62 h 62"/>
                    <a:gd name="T28" fmla="*/ 57 w 57"/>
                    <a:gd name="T29" fmla="*/ 59 h 62"/>
                    <a:gd name="T30" fmla="*/ 57 w 57"/>
                    <a:gd name="T31" fmla="*/ 26 h 62"/>
                    <a:gd name="T32" fmla="*/ 29 w 57"/>
                    <a:gd name="T33" fmla="*/ 0 h 62"/>
                    <a:gd name="T34" fmla="*/ 0 w 57"/>
                    <a:gd name="T35" fmla="*/ 26 h 6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57" h="62">
                      <a:moveTo>
                        <a:pt x="0" y="26"/>
                      </a:moveTo>
                      <a:cubicBezTo>
                        <a:pt x="0" y="59"/>
                        <a:pt x="0" y="59"/>
                        <a:pt x="0" y="59"/>
                      </a:cubicBezTo>
                      <a:cubicBezTo>
                        <a:pt x="0" y="61"/>
                        <a:pt x="1" y="62"/>
                        <a:pt x="2" y="62"/>
                      </a:cubicBezTo>
                      <a:cubicBezTo>
                        <a:pt x="3" y="62"/>
                        <a:pt x="3" y="62"/>
                        <a:pt x="4" y="62"/>
                      </a:cubicBezTo>
                      <a:cubicBezTo>
                        <a:pt x="19" y="62"/>
                        <a:pt x="19" y="62"/>
                        <a:pt x="19" y="62"/>
                      </a:cubicBezTo>
                      <a:cubicBezTo>
                        <a:pt x="20" y="62"/>
                        <a:pt x="20" y="62"/>
                        <a:pt x="21" y="62"/>
                      </a:cubicBezTo>
                      <a:cubicBezTo>
                        <a:pt x="21" y="62"/>
                        <a:pt x="21" y="61"/>
                        <a:pt x="21" y="61"/>
                      </a:cubicBezTo>
                      <a:cubicBezTo>
                        <a:pt x="21" y="45"/>
                        <a:pt x="21" y="45"/>
                        <a:pt x="21" y="45"/>
                      </a:cubicBezTo>
                      <a:cubicBezTo>
                        <a:pt x="36" y="45"/>
                        <a:pt x="36" y="45"/>
                        <a:pt x="36" y="45"/>
                      </a:cubicBezTo>
                      <a:cubicBezTo>
                        <a:pt x="36" y="61"/>
                        <a:pt x="36" y="61"/>
                        <a:pt x="36" y="61"/>
                      </a:cubicBezTo>
                      <a:cubicBezTo>
                        <a:pt x="36" y="61"/>
                        <a:pt x="37" y="62"/>
                        <a:pt x="37" y="62"/>
                      </a:cubicBezTo>
                      <a:cubicBezTo>
                        <a:pt x="37" y="62"/>
                        <a:pt x="38" y="62"/>
                        <a:pt x="38" y="62"/>
                      </a:cubicBezTo>
                      <a:cubicBezTo>
                        <a:pt x="53" y="62"/>
                        <a:pt x="53" y="62"/>
                        <a:pt x="53" y="62"/>
                      </a:cubicBezTo>
                      <a:cubicBezTo>
                        <a:pt x="54" y="62"/>
                        <a:pt x="55" y="62"/>
                        <a:pt x="56" y="62"/>
                      </a:cubicBezTo>
                      <a:cubicBezTo>
                        <a:pt x="56" y="62"/>
                        <a:pt x="57" y="61"/>
                        <a:pt x="57" y="59"/>
                      </a:cubicBezTo>
                      <a:cubicBezTo>
                        <a:pt x="57" y="26"/>
                        <a:pt x="57" y="26"/>
                        <a:pt x="57" y="26"/>
                      </a:cubicBezTo>
                      <a:cubicBezTo>
                        <a:pt x="29" y="0"/>
                        <a:pt x="29" y="0"/>
                        <a:pt x="29" y="0"/>
                      </a:cubicBezTo>
                      <a:lnTo>
                        <a:pt x="0" y="26"/>
                      </a:lnTo>
                      <a:close/>
                    </a:path>
                  </a:pathLst>
                </a:custGeom>
                <a:solidFill>
                  <a:srgbClr val="008BB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425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5" name="Freeform 253"/>
                <p:cNvSpPr/>
                <p:nvPr/>
              </p:nvSpPr>
              <p:spPr bwMode="auto">
                <a:xfrm>
                  <a:off x="7019925" y="5499100"/>
                  <a:ext cx="312738" cy="169863"/>
                </a:xfrm>
                <a:custGeom>
                  <a:avLst/>
                  <a:gdLst>
                    <a:gd name="T0" fmla="*/ 81 w 83"/>
                    <a:gd name="T1" fmla="*/ 35 h 45"/>
                    <a:gd name="T2" fmla="*/ 68 w 83"/>
                    <a:gd name="T3" fmla="*/ 23 h 45"/>
                    <a:gd name="T4" fmla="*/ 68 w 83"/>
                    <a:gd name="T5" fmla="*/ 4 h 45"/>
                    <a:gd name="T6" fmla="*/ 66 w 83"/>
                    <a:gd name="T7" fmla="*/ 2 h 45"/>
                    <a:gd name="T8" fmla="*/ 61 w 83"/>
                    <a:gd name="T9" fmla="*/ 2 h 45"/>
                    <a:gd name="T10" fmla="*/ 59 w 83"/>
                    <a:gd name="T11" fmla="*/ 4 h 45"/>
                    <a:gd name="T12" fmla="*/ 59 w 83"/>
                    <a:gd name="T13" fmla="*/ 15 h 45"/>
                    <a:gd name="T14" fmla="*/ 45 w 83"/>
                    <a:gd name="T15" fmla="*/ 2 h 45"/>
                    <a:gd name="T16" fmla="*/ 38 w 83"/>
                    <a:gd name="T17" fmla="*/ 2 h 45"/>
                    <a:gd name="T18" fmla="*/ 2 w 83"/>
                    <a:gd name="T19" fmla="*/ 35 h 45"/>
                    <a:gd name="T20" fmla="*/ 2 w 83"/>
                    <a:gd name="T21" fmla="*/ 43 h 45"/>
                    <a:gd name="T22" fmla="*/ 6 w 83"/>
                    <a:gd name="T23" fmla="*/ 44 h 45"/>
                    <a:gd name="T24" fmla="*/ 10 w 83"/>
                    <a:gd name="T25" fmla="*/ 43 h 45"/>
                    <a:gd name="T26" fmla="*/ 42 w 83"/>
                    <a:gd name="T27" fmla="*/ 13 h 45"/>
                    <a:gd name="T28" fmla="*/ 74 w 83"/>
                    <a:gd name="T29" fmla="*/ 43 h 45"/>
                    <a:gd name="T30" fmla="*/ 81 w 83"/>
                    <a:gd name="T31" fmla="*/ 43 h 45"/>
                    <a:gd name="T32" fmla="*/ 81 w 83"/>
                    <a:gd name="T33" fmla="*/ 35 h 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83" h="45">
                      <a:moveTo>
                        <a:pt x="81" y="35"/>
                      </a:moveTo>
                      <a:cubicBezTo>
                        <a:pt x="68" y="23"/>
                        <a:pt x="68" y="23"/>
                        <a:pt x="68" y="23"/>
                      </a:cubicBezTo>
                      <a:cubicBezTo>
                        <a:pt x="68" y="4"/>
                        <a:pt x="68" y="4"/>
                        <a:pt x="68" y="4"/>
                      </a:cubicBezTo>
                      <a:cubicBezTo>
                        <a:pt x="68" y="3"/>
                        <a:pt x="67" y="2"/>
                        <a:pt x="66" y="2"/>
                      </a:cubicBezTo>
                      <a:cubicBezTo>
                        <a:pt x="61" y="2"/>
                        <a:pt x="61" y="2"/>
                        <a:pt x="61" y="2"/>
                      </a:cubicBezTo>
                      <a:cubicBezTo>
                        <a:pt x="60" y="2"/>
                        <a:pt x="59" y="3"/>
                        <a:pt x="59" y="4"/>
                      </a:cubicBezTo>
                      <a:cubicBezTo>
                        <a:pt x="59" y="15"/>
                        <a:pt x="59" y="15"/>
                        <a:pt x="59" y="15"/>
                      </a:cubicBezTo>
                      <a:cubicBezTo>
                        <a:pt x="45" y="2"/>
                        <a:pt x="45" y="2"/>
                        <a:pt x="45" y="2"/>
                      </a:cubicBezTo>
                      <a:cubicBezTo>
                        <a:pt x="43" y="0"/>
                        <a:pt x="40" y="0"/>
                        <a:pt x="38" y="2"/>
                      </a:cubicBezTo>
                      <a:cubicBezTo>
                        <a:pt x="2" y="35"/>
                        <a:pt x="2" y="35"/>
                        <a:pt x="2" y="35"/>
                      </a:cubicBezTo>
                      <a:cubicBezTo>
                        <a:pt x="0" y="37"/>
                        <a:pt x="0" y="40"/>
                        <a:pt x="2" y="43"/>
                      </a:cubicBezTo>
                      <a:cubicBezTo>
                        <a:pt x="3" y="44"/>
                        <a:pt x="5" y="44"/>
                        <a:pt x="6" y="44"/>
                      </a:cubicBezTo>
                      <a:cubicBezTo>
                        <a:pt x="7" y="44"/>
                        <a:pt x="9" y="44"/>
                        <a:pt x="10" y="43"/>
                      </a:cubicBezTo>
                      <a:cubicBezTo>
                        <a:pt x="42" y="13"/>
                        <a:pt x="42" y="13"/>
                        <a:pt x="42" y="13"/>
                      </a:cubicBezTo>
                      <a:cubicBezTo>
                        <a:pt x="74" y="43"/>
                        <a:pt x="74" y="43"/>
                        <a:pt x="74" y="43"/>
                      </a:cubicBezTo>
                      <a:cubicBezTo>
                        <a:pt x="76" y="45"/>
                        <a:pt x="80" y="45"/>
                        <a:pt x="81" y="43"/>
                      </a:cubicBezTo>
                      <a:cubicBezTo>
                        <a:pt x="83" y="40"/>
                        <a:pt x="83" y="37"/>
                        <a:pt x="81" y="35"/>
                      </a:cubicBezTo>
                      <a:close/>
                    </a:path>
                  </a:pathLst>
                </a:custGeom>
                <a:solidFill>
                  <a:srgbClr val="008BB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425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</p:grpSp>
        <p:sp>
          <p:nvSpPr>
            <p:cNvPr id="31" name="矩形 30"/>
            <p:cNvSpPr/>
            <p:nvPr/>
          </p:nvSpPr>
          <p:spPr>
            <a:xfrm>
              <a:off x="6170529" y="916528"/>
              <a:ext cx="996247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PART 01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 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79" name="组合 78"/>
          <p:cNvGrpSpPr/>
          <p:nvPr userDrawn="1"/>
        </p:nvGrpSpPr>
        <p:grpSpPr>
          <a:xfrm>
            <a:off x="7957515" y="285728"/>
            <a:ext cx="996377" cy="1000132"/>
            <a:chOff x="7367116" y="285728"/>
            <a:chExt cx="996247" cy="1000132"/>
          </a:xfrm>
        </p:grpSpPr>
        <p:grpSp>
          <p:nvGrpSpPr>
            <p:cNvPr id="37" name="组合 36"/>
            <p:cNvGrpSpPr/>
            <p:nvPr/>
          </p:nvGrpSpPr>
          <p:grpSpPr>
            <a:xfrm>
              <a:off x="7566379" y="285728"/>
              <a:ext cx="597720" cy="597720"/>
              <a:chOff x="6501056" y="2921024"/>
              <a:chExt cx="696763" cy="696763"/>
            </a:xfrm>
          </p:grpSpPr>
          <p:sp>
            <p:nvSpPr>
              <p:cNvPr id="39" name="椭圆 38"/>
              <p:cNvSpPr/>
              <p:nvPr/>
            </p:nvSpPr>
            <p:spPr>
              <a:xfrm>
                <a:off x="6501056" y="2921024"/>
                <a:ext cx="696763" cy="696763"/>
              </a:xfrm>
              <a:prstGeom prst="ellipse">
                <a:avLst/>
              </a:prstGeom>
              <a:solidFill>
                <a:srgbClr val="EEEEEE"/>
              </a:solidFill>
              <a:ln>
                <a:solidFill>
                  <a:schemeClr val="bg1"/>
                </a:solidFill>
              </a:ln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25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grpSp>
            <p:nvGrpSpPr>
              <p:cNvPr id="40" name="组合 118"/>
              <p:cNvGrpSpPr>
                <a:grpSpLocks noChangeAspect="1"/>
              </p:cNvGrpSpPr>
              <p:nvPr/>
            </p:nvGrpSpPr>
            <p:grpSpPr>
              <a:xfrm>
                <a:off x="6636672" y="3066937"/>
                <a:ext cx="455384" cy="390650"/>
                <a:chOff x="5084763" y="971550"/>
                <a:chExt cx="323850" cy="277813"/>
              </a:xfrm>
              <a:solidFill>
                <a:srgbClr val="4ABAB5"/>
              </a:solidFill>
            </p:grpSpPr>
            <p:sp>
              <p:nvSpPr>
                <p:cNvPr id="41" name="Freeform 301"/>
                <p:cNvSpPr>
                  <a:spLocks noEditPoints="1"/>
                </p:cNvSpPr>
                <p:nvPr/>
              </p:nvSpPr>
              <p:spPr bwMode="auto">
                <a:xfrm>
                  <a:off x="5191125" y="1031875"/>
                  <a:ext cx="217488" cy="217488"/>
                </a:xfrm>
                <a:custGeom>
                  <a:avLst/>
                  <a:gdLst>
                    <a:gd name="T0" fmla="*/ 6 w 58"/>
                    <a:gd name="T1" fmla="*/ 14 h 58"/>
                    <a:gd name="T2" fmla="*/ 7 w 58"/>
                    <a:gd name="T3" fmla="*/ 19 h 58"/>
                    <a:gd name="T4" fmla="*/ 4 w 58"/>
                    <a:gd name="T5" fmla="*/ 20 h 58"/>
                    <a:gd name="T6" fmla="*/ 0 w 58"/>
                    <a:gd name="T7" fmla="*/ 23 h 58"/>
                    <a:gd name="T8" fmla="*/ 2 w 58"/>
                    <a:gd name="T9" fmla="*/ 27 h 58"/>
                    <a:gd name="T10" fmla="*/ 5 w 58"/>
                    <a:gd name="T11" fmla="*/ 31 h 58"/>
                    <a:gd name="T12" fmla="*/ 2 w 58"/>
                    <a:gd name="T13" fmla="*/ 34 h 58"/>
                    <a:gd name="T14" fmla="*/ 1 w 58"/>
                    <a:gd name="T15" fmla="*/ 38 h 58"/>
                    <a:gd name="T16" fmla="*/ 5 w 58"/>
                    <a:gd name="T17" fmla="*/ 41 h 58"/>
                    <a:gd name="T18" fmla="*/ 8 w 58"/>
                    <a:gd name="T19" fmla="*/ 42 h 58"/>
                    <a:gd name="T20" fmla="*/ 8 w 58"/>
                    <a:gd name="T21" fmla="*/ 46 h 58"/>
                    <a:gd name="T22" fmla="*/ 9 w 58"/>
                    <a:gd name="T23" fmla="*/ 51 h 58"/>
                    <a:gd name="T24" fmla="*/ 14 w 58"/>
                    <a:gd name="T25" fmla="*/ 51 h 58"/>
                    <a:gd name="T26" fmla="*/ 18 w 58"/>
                    <a:gd name="T27" fmla="*/ 51 h 58"/>
                    <a:gd name="T28" fmla="*/ 19 w 58"/>
                    <a:gd name="T29" fmla="*/ 54 h 58"/>
                    <a:gd name="T30" fmla="*/ 22 w 58"/>
                    <a:gd name="T31" fmla="*/ 58 h 58"/>
                    <a:gd name="T32" fmla="*/ 27 w 58"/>
                    <a:gd name="T33" fmla="*/ 56 h 58"/>
                    <a:gd name="T34" fmla="*/ 31 w 58"/>
                    <a:gd name="T35" fmla="*/ 53 h 58"/>
                    <a:gd name="T36" fmla="*/ 33 w 58"/>
                    <a:gd name="T37" fmla="*/ 56 h 58"/>
                    <a:gd name="T38" fmla="*/ 38 w 58"/>
                    <a:gd name="T39" fmla="*/ 57 h 58"/>
                    <a:gd name="T40" fmla="*/ 40 w 58"/>
                    <a:gd name="T41" fmla="*/ 53 h 58"/>
                    <a:gd name="T42" fmla="*/ 42 w 58"/>
                    <a:gd name="T43" fmla="*/ 49 h 58"/>
                    <a:gd name="T44" fmla="*/ 46 w 58"/>
                    <a:gd name="T45" fmla="*/ 50 h 58"/>
                    <a:gd name="T46" fmla="*/ 50 w 58"/>
                    <a:gd name="T47" fmla="*/ 49 h 58"/>
                    <a:gd name="T48" fmla="*/ 51 w 58"/>
                    <a:gd name="T49" fmla="*/ 44 h 58"/>
                    <a:gd name="T50" fmla="*/ 50 w 58"/>
                    <a:gd name="T51" fmla="*/ 40 h 58"/>
                    <a:gd name="T52" fmla="*/ 54 w 58"/>
                    <a:gd name="T53" fmla="*/ 39 h 58"/>
                    <a:gd name="T54" fmla="*/ 57 w 58"/>
                    <a:gd name="T55" fmla="*/ 35 h 58"/>
                    <a:gd name="T56" fmla="*/ 55 w 58"/>
                    <a:gd name="T57" fmla="*/ 31 h 58"/>
                    <a:gd name="T58" fmla="*/ 52 w 58"/>
                    <a:gd name="T59" fmla="*/ 27 h 58"/>
                    <a:gd name="T60" fmla="*/ 55 w 58"/>
                    <a:gd name="T61" fmla="*/ 25 h 58"/>
                    <a:gd name="T62" fmla="*/ 56 w 58"/>
                    <a:gd name="T63" fmla="*/ 20 h 58"/>
                    <a:gd name="T64" fmla="*/ 53 w 58"/>
                    <a:gd name="T65" fmla="*/ 18 h 58"/>
                    <a:gd name="T66" fmla="*/ 48 w 58"/>
                    <a:gd name="T67" fmla="*/ 16 h 58"/>
                    <a:gd name="T68" fmla="*/ 49 w 58"/>
                    <a:gd name="T69" fmla="*/ 12 h 58"/>
                    <a:gd name="T70" fmla="*/ 48 w 58"/>
                    <a:gd name="T71" fmla="*/ 8 h 58"/>
                    <a:gd name="T72" fmla="*/ 44 w 58"/>
                    <a:gd name="T73" fmla="*/ 7 h 58"/>
                    <a:gd name="T74" fmla="*/ 39 w 58"/>
                    <a:gd name="T75" fmla="*/ 8 h 58"/>
                    <a:gd name="T76" fmla="*/ 38 w 58"/>
                    <a:gd name="T77" fmla="*/ 4 h 58"/>
                    <a:gd name="T78" fmla="*/ 35 w 58"/>
                    <a:gd name="T79" fmla="*/ 1 h 58"/>
                    <a:gd name="T80" fmla="*/ 30 w 58"/>
                    <a:gd name="T81" fmla="*/ 3 h 58"/>
                    <a:gd name="T82" fmla="*/ 27 w 58"/>
                    <a:gd name="T83" fmla="*/ 5 h 58"/>
                    <a:gd name="T84" fmla="*/ 24 w 58"/>
                    <a:gd name="T85" fmla="*/ 3 h 58"/>
                    <a:gd name="T86" fmla="*/ 20 w 58"/>
                    <a:gd name="T87" fmla="*/ 1 h 58"/>
                    <a:gd name="T88" fmla="*/ 17 w 58"/>
                    <a:gd name="T89" fmla="*/ 5 h 58"/>
                    <a:gd name="T90" fmla="*/ 15 w 58"/>
                    <a:gd name="T91" fmla="*/ 10 h 58"/>
                    <a:gd name="T92" fmla="*/ 12 w 58"/>
                    <a:gd name="T93" fmla="*/ 9 h 58"/>
                    <a:gd name="T94" fmla="*/ 7 w 58"/>
                    <a:gd name="T95" fmla="*/ 10 h 58"/>
                    <a:gd name="T96" fmla="*/ 6 w 58"/>
                    <a:gd name="T97" fmla="*/ 14 h 58"/>
                    <a:gd name="T98" fmla="*/ 23 w 58"/>
                    <a:gd name="T99" fmla="*/ 13 h 58"/>
                    <a:gd name="T100" fmla="*/ 45 w 58"/>
                    <a:gd name="T101" fmla="*/ 24 h 58"/>
                    <a:gd name="T102" fmla="*/ 34 w 58"/>
                    <a:gd name="T103" fmla="*/ 45 h 58"/>
                    <a:gd name="T104" fmla="*/ 13 w 58"/>
                    <a:gd name="T105" fmla="*/ 34 h 58"/>
                    <a:gd name="T106" fmla="*/ 23 w 58"/>
                    <a:gd name="T107" fmla="*/ 13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</a:cxnLst>
                  <a:rect l="0" t="0" r="r" b="b"/>
                  <a:pathLst>
                    <a:path w="58" h="58">
                      <a:moveTo>
                        <a:pt x="6" y="14"/>
                      </a:moveTo>
                      <a:cubicBezTo>
                        <a:pt x="8" y="15"/>
                        <a:pt x="7" y="18"/>
                        <a:pt x="7" y="19"/>
                      </a:cubicBezTo>
                      <a:cubicBezTo>
                        <a:pt x="7" y="20"/>
                        <a:pt x="5" y="20"/>
                        <a:pt x="4" y="20"/>
                      </a:cubicBezTo>
                      <a:cubicBezTo>
                        <a:pt x="2" y="20"/>
                        <a:pt x="0" y="21"/>
                        <a:pt x="0" y="23"/>
                      </a:cubicBezTo>
                      <a:cubicBezTo>
                        <a:pt x="0" y="25"/>
                        <a:pt x="0" y="27"/>
                        <a:pt x="2" y="27"/>
                      </a:cubicBezTo>
                      <a:cubicBezTo>
                        <a:pt x="3" y="28"/>
                        <a:pt x="5" y="30"/>
                        <a:pt x="5" y="31"/>
                      </a:cubicBezTo>
                      <a:cubicBezTo>
                        <a:pt x="5" y="32"/>
                        <a:pt x="4" y="33"/>
                        <a:pt x="2" y="34"/>
                      </a:cubicBezTo>
                      <a:cubicBezTo>
                        <a:pt x="1" y="34"/>
                        <a:pt x="0" y="36"/>
                        <a:pt x="1" y="38"/>
                      </a:cubicBezTo>
                      <a:cubicBezTo>
                        <a:pt x="1" y="40"/>
                        <a:pt x="3" y="42"/>
                        <a:pt x="5" y="41"/>
                      </a:cubicBezTo>
                      <a:cubicBezTo>
                        <a:pt x="6" y="41"/>
                        <a:pt x="8" y="41"/>
                        <a:pt x="8" y="42"/>
                      </a:cubicBezTo>
                      <a:cubicBezTo>
                        <a:pt x="9" y="42"/>
                        <a:pt x="9" y="45"/>
                        <a:pt x="8" y="46"/>
                      </a:cubicBezTo>
                      <a:cubicBezTo>
                        <a:pt x="7" y="47"/>
                        <a:pt x="7" y="50"/>
                        <a:pt x="9" y="51"/>
                      </a:cubicBezTo>
                      <a:cubicBezTo>
                        <a:pt x="11" y="52"/>
                        <a:pt x="13" y="53"/>
                        <a:pt x="14" y="51"/>
                      </a:cubicBezTo>
                      <a:cubicBezTo>
                        <a:pt x="15" y="50"/>
                        <a:pt x="18" y="51"/>
                        <a:pt x="18" y="51"/>
                      </a:cubicBezTo>
                      <a:cubicBezTo>
                        <a:pt x="19" y="51"/>
                        <a:pt x="20" y="53"/>
                        <a:pt x="19" y="54"/>
                      </a:cubicBezTo>
                      <a:cubicBezTo>
                        <a:pt x="19" y="56"/>
                        <a:pt x="20" y="57"/>
                        <a:pt x="22" y="58"/>
                      </a:cubicBezTo>
                      <a:cubicBezTo>
                        <a:pt x="25" y="58"/>
                        <a:pt x="26" y="57"/>
                        <a:pt x="27" y="56"/>
                      </a:cubicBezTo>
                      <a:cubicBezTo>
                        <a:pt x="27" y="54"/>
                        <a:pt x="30" y="53"/>
                        <a:pt x="31" y="53"/>
                      </a:cubicBezTo>
                      <a:cubicBezTo>
                        <a:pt x="31" y="53"/>
                        <a:pt x="33" y="54"/>
                        <a:pt x="33" y="56"/>
                      </a:cubicBezTo>
                      <a:cubicBezTo>
                        <a:pt x="34" y="57"/>
                        <a:pt x="36" y="58"/>
                        <a:pt x="38" y="57"/>
                      </a:cubicBezTo>
                      <a:cubicBezTo>
                        <a:pt x="40" y="57"/>
                        <a:pt x="41" y="55"/>
                        <a:pt x="40" y="53"/>
                      </a:cubicBezTo>
                      <a:cubicBezTo>
                        <a:pt x="40" y="52"/>
                        <a:pt x="42" y="49"/>
                        <a:pt x="42" y="49"/>
                      </a:cubicBezTo>
                      <a:cubicBezTo>
                        <a:pt x="43" y="48"/>
                        <a:pt x="44" y="49"/>
                        <a:pt x="46" y="50"/>
                      </a:cubicBezTo>
                      <a:cubicBezTo>
                        <a:pt x="47" y="51"/>
                        <a:pt x="49" y="51"/>
                        <a:pt x="50" y="49"/>
                      </a:cubicBezTo>
                      <a:cubicBezTo>
                        <a:pt x="52" y="47"/>
                        <a:pt x="52" y="45"/>
                        <a:pt x="51" y="44"/>
                      </a:cubicBezTo>
                      <a:cubicBezTo>
                        <a:pt x="50" y="43"/>
                        <a:pt x="50" y="40"/>
                        <a:pt x="50" y="40"/>
                      </a:cubicBezTo>
                      <a:cubicBezTo>
                        <a:pt x="51" y="39"/>
                        <a:pt x="52" y="38"/>
                        <a:pt x="54" y="39"/>
                      </a:cubicBezTo>
                      <a:cubicBezTo>
                        <a:pt x="55" y="39"/>
                        <a:pt x="57" y="38"/>
                        <a:pt x="57" y="35"/>
                      </a:cubicBezTo>
                      <a:cubicBezTo>
                        <a:pt x="58" y="33"/>
                        <a:pt x="57" y="31"/>
                        <a:pt x="55" y="31"/>
                      </a:cubicBezTo>
                      <a:cubicBezTo>
                        <a:pt x="54" y="31"/>
                        <a:pt x="53" y="28"/>
                        <a:pt x="52" y="27"/>
                      </a:cubicBezTo>
                      <a:cubicBezTo>
                        <a:pt x="52" y="26"/>
                        <a:pt x="54" y="25"/>
                        <a:pt x="55" y="25"/>
                      </a:cubicBezTo>
                      <a:cubicBezTo>
                        <a:pt x="56" y="24"/>
                        <a:pt x="57" y="22"/>
                        <a:pt x="56" y="20"/>
                      </a:cubicBezTo>
                      <a:cubicBezTo>
                        <a:pt x="56" y="18"/>
                        <a:pt x="54" y="17"/>
                        <a:pt x="53" y="18"/>
                      </a:cubicBezTo>
                      <a:cubicBezTo>
                        <a:pt x="51" y="18"/>
                        <a:pt x="49" y="16"/>
                        <a:pt x="48" y="16"/>
                      </a:cubicBezTo>
                      <a:cubicBezTo>
                        <a:pt x="48" y="15"/>
                        <a:pt x="48" y="13"/>
                        <a:pt x="49" y="12"/>
                      </a:cubicBezTo>
                      <a:cubicBezTo>
                        <a:pt x="50" y="11"/>
                        <a:pt x="50" y="9"/>
                        <a:pt x="48" y="8"/>
                      </a:cubicBezTo>
                      <a:cubicBezTo>
                        <a:pt x="47" y="6"/>
                        <a:pt x="45" y="6"/>
                        <a:pt x="44" y="7"/>
                      </a:cubicBezTo>
                      <a:cubicBezTo>
                        <a:pt x="42" y="8"/>
                        <a:pt x="40" y="8"/>
                        <a:pt x="39" y="8"/>
                      </a:cubicBezTo>
                      <a:cubicBezTo>
                        <a:pt x="38" y="7"/>
                        <a:pt x="38" y="6"/>
                        <a:pt x="38" y="4"/>
                      </a:cubicBezTo>
                      <a:cubicBezTo>
                        <a:pt x="38" y="3"/>
                        <a:pt x="37" y="1"/>
                        <a:pt x="35" y="1"/>
                      </a:cubicBezTo>
                      <a:cubicBezTo>
                        <a:pt x="33" y="0"/>
                        <a:pt x="31" y="1"/>
                        <a:pt x="30" y="3"/>
                      </a:cubicBezTo>
                      <a:cubicBezTo>
                        <a:pt x="30" y="4"/>
                        <a:pt x="28" y="5"/>
                        <a:pt x="27" y="5"/>
                      </a:cubicBezTo>
                      <a:cubicBezTo>
                        <a:pt x="26" y="6"/>
                        <a:pt x="25" y="4"/>
                        <a:pt x="24" y="3"/>
                      </a:cubicBezTo>
                      <a:cubicBezTo>
                        <a:pt x="24" y="1"/>
                        <a:pt x="22" y="1"/>
                        <a:pt x="20" y="1"/>
                      </a:cubicBezTo>
                      <a:cubicBezTo>
                        <a:pt x="18" y="2"/>
                        <a:pt x="16" y="4"/>
                        <a:pt x="17" y="5"/>
                      </a:cubicBezTo>
                      <a:cubicBezTo>
                        <a:pt x="17" y="7"/>
                        <a:pt x="16" y="9"/>
                        <a:pt x="15" y="10"/>
                      </a:cubicBezTo>
                      <a:cubicBezTo>
                        <a:pt x="14" y="10"/>
                        <a:pt x="13" y="10"/>
                        <a:pt x="12" y="9"/>
                      </a:cubicBezTo>
                      <a:cubicBezTo>
                        <a:pt x="10" y="8"/>
                        <a:pt x="8" y="8"/>
                        <a:pt x="7" y="10"/>
                      </a:cubicBezTo>
                      <a:cubicBezTo>
                        <a:pt x="6" y="11"/>
                        <a:pt x="5" y="13"/>
                        <a:pt x="6" y="14"/>
                      </a:cubicBezTo>
                      <a:close/>
                      <a:moveTo>
                        <a:pt x="23" y="13"/>
                      </a:moveTo>
                      <a:cubicBezTo>
                        <a:pt x="32" y="10"/>
                        <a:pt x="42" y="15"/>
                        <a:pt x="45" y="24"/>
                      </a:cubicBezTo>
                      <a:cubicBezTo>
                        <a:pt x="47" y="33"/>
                        <a:pt x="43" y="42"/>
                        <a:pt x="34" y="45"/>
                      </a:cubicBezTo>
                      <a:cubicBezTo>
                        <a:pt x="25" y="48"/>
                        <a:pt x="15" y="43"/>
                        <a:pt x="13" y="34"/>
                      </a:cubicBezTo>
                      <a:cubicBezTo>
                        <a:pt x="10" y="26"/>
                        <a:pt x="15" y="16"/>
                        <a:pt x="23" y="13"/>
                      </a:cubicBezTo>
                      <a:close/>
                    </a:path>
                  </a:pathLst>
                </a:custGeom>
                <a:solidFill>
                  <a:srgbClr val="43C5A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425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2" name="Freeform 302"/>
                <p:cNvSpPr>
                  <a:spLocks noEditPoints="1"/>
                </p:cNvSpPr>
                <p:nvPr/>
              </p:nvSpPr>
              <p:spPr bwMode="auto">
                <a:xfrm>
                  <a:off x="5084763" y="971550"/>
                  <a:ext cx="139700" cy="139700"/>
                </a:xfrm>
                <a:custGeom>
                  <a:avLst/>
                  <a:gdLst>
                    <a:gd name="T0" fmla="*/ 4 w 37"/>
                    <a:gd name="T1" fmla="*/ 9 h 37"/>
                    <a:gd name="T2" fmla="*/ 5 w 37"/>
                    <a:gd name="T3" fmla="*/ 12 h 37"/>
                    <a:gd name="T4" fmla="*/ 2 w 37"/>
                    <a:gd name="T5" fmla="*/ 12 h 37"/>
                    <a:gd name="T6" fmla="*/ 0 w 37"/>
                    <a:gd name="T7" fmla="*/ 14 h 37"/>
                    <a:gd name="T8" fmla="*/ 1 w 37"/>
                    <a:gd name="T9" fmla="*/ 17 h 37"/>
                    <a:gd name="T10" fmla="*/ 3 w 37"/>
                    <a:gd name="T11" fmla="*/ 20 h 37"/>
                    <a:gd name="T12" fmla="*/ 2 w 37"/>
                    <a:gd name="T13" fmla="*/ 21 h 37"/>
                    <a:gd name="T14" fmla="*/ 1 w 37"/>
                    <a:gd name="T15" fmla="*/ 24 h 37"/>
                    <a:gd name="T16" fmla="*/ 3 w 37"/>
                    <a:gd name="T17" fmla="*/ 26 h 37"/>
                    <a:gd name="T18" fmla="*/ 5 w 37"/>
                    <a:gd name="T19" fmla="*/ 26 h 37"/>
                    <a:gd name="T20" fmla="*/ 5 w 37"/>
                    <a:gd name="T21" fmla="*/ 29 h 37"/>
                    <a:gd name="T22" fmla="*/ 6 w 37"/>
                    <a:gd name="T23" fmla="*/ 32 h 37"/>
                    <a:gd name="T24" fmla="*/ 9 w 37"/>
                    <a:gd name="T25" fmla="*/ 33 h 37"/>
                    <a:gd name="T26" fmla="*/ 12 w 37"/>
                    <a:gd name="T27" fmla="*/ 32 h 37"/>
                    <a:gd name="T28" fmla="*/ 12 w 37"/>
                    <a:gd name="T29" fmla="*/ 34 h 37"/>
                    <a:gd name="T30" fmla="*/ 15 w 37"/>
                    <a:gd name="T31" fmla="*/ 37 h 37"/>
                    <a:gd name="T32" fmla="*/ 17 w 37"/>
                    <a:gd name="T33" fmla="*/ 35 h 37"/>
                    <a:gd name="T34" fmla="*/ 20 w 37"/>
                    <a:gd name="T35" fmla="*/ 34 h 37"/>
                    <a:gd name="T36" fmla="*/ 21 w 37"/>
                    <a:gd name="T37" fmla="*/ 35 h 37"/>
                    <a:gd name="T38" fmla="*/ 24 w 37"/>
                    <a:gd name="T39" fmla="*/ 36 h 37"/>
                    <a:gd name="T40" fmla="*/ 26 w 37"/>
                    <a:gd name="T41" fmla="*/ 34 h 37"/>
                    <a:gd name="T42" fmla="*/ 27 w 37"/>
                    <a:gd name="T43" fmla="*/ 31 h 37"/>
                    <a:gd name="T44" fmla="*/ 29 w 37"/>
                    <a:gd name="T45" fmla="*/ 32 h 37"/>
                    <a:gd name="T46" fmla="*/ 32 w 37"/>
                    <a:gd name="T47" fmla="*/ 31 h 37"/>
                    <a:gd name="T48" fmla="*/ 33 w 37"/>
                    <a:gd name="T49" fmla="*/ 28 h 37"/>
                    <a:gd name="T50" fmla="*/ 32 w 37"/>
                    <a:gd name="T51" fmla="*/ 25 h 37"/>
                    <a:gd name="T52" fmla="*/ 35 w 37"/>
                    <a:gd name="T53" fmla="*/ 24 h 37"/>
                    <a:gd name="T54" fmla="*/ 37 w 37"/>
                    <a:gd name="T55" fmla="*/ 22 h 37"/>
                    <a:gd name="T56" fmla="*/ 36 w 37"/>
                    <a:gd name="T57" fmla="*/ 19 h 37"/>
                    <a:gd name="T58" fmla="*/ 34 w 37"/>
                    <a:gd name="T59" fmla="*/ 17 h 37"/>
                    <a:gd name="T60" fmla="*/ 35 w 37"/>
                    <a:gd name="T61" fmla="*/ 15 h 37"/>
                    <a:gd name="T62" fmla="*/ 36 w 37"/>
                    <a:gd name="T63" fmla="*/ 12 h 37"/>
                    <a:gd name="T64" fmla="*/ 34 w 37"/>
                    <a:gd name="T65" fmla="*/ 11 h 37"/>
                    <a:gd name="T66" fmla="*/ 31 w 37"/>
                    <a:gd name="T67" fmla="*/ 9 h 37"/>
                    <a:gd name="T68" fmla="*/ 32 w 37"/>
                    <a:gd name="T69" fmla="*/ 7 h 37"/>
                    <a:gd name="T70" fmla="*/ 31 w 37"/>
                    <a:gd name="T71" fmla="*/ 4 h 37"/>
                    <a:gd name="T72" fmla="*/ 28 w 37"/>
                    <a:gd name="T73" fmla="*/ 4 h 37"/>
                    <a:gd name="T74" fmla="*/ 25 w 37"/>
                    <a:gd name="T75" fmla="*/ 4 h 37"/>
                    <a:gd name="T76" fmla="*/ 25 w 37"/>
                    <a:gd name="T77" fmla="*/ 2 h 37"/>
                    <a:gd name="T78" fmla="*/ 22 w 37"/>
                    <a:gd name="T79" fmla="*/ 0 h 37"/>
                    <a:gd name="T80" fmla="*/ 20 w 37"/>
                    <a:gd name="T81" fmla="*/ 1 h 37"/>
                    <a:gd name="T82" fmla="*/ 17 w 37"/>
                    <a:gd name="T83" fmla="*/ 3 h 37"/>
                    <a:gd name="T84" fmla="*/ 16 w 37"/>
                    <a:gd name="T85" fmla="*/ 1 h 37"/>
                    <a:gd name="T86" fmla="*/ 13 w 37"/>
                    <a:gd name="T87" fmla="*/ 0 h 37"/>
                    <a:gd name="T88" fmla="*/ 11 w 37"/>
                    <a:gd name="T89" fmla="*/ 3 h 37"/>
                    <a:gd name="T90" fmla="*/ 10 w 37"/>
                    <a:gd name="T91" fmla="*/ 6 h 37"/>
                    <a:gd name="T92" fmla="*/ 8 w 37"/>
                    <a:gd name="T93" fmla="*/ 5 h 37"/>
                    <a:gd name="T94" fmla="*/ 5 w 37"/>
                    <a:gd name="T95" fmla="*/ 6 h 37"/>
                    <a:gd name="T96" fmla="*/ 4 w 37"/>
                    <a:gd name="T97" fmla="*/ 9 h 37"/>
                    <a:gd name="T98" fmla="*/ 15 w 37"/>
                    <a:gd name="T99" fmla="*/ 8 h 37"/>
                    <a:gd name="T100" fmla="*/ 29 w 37"/>
                    <a:gd name="T101" fmla="*/ 15 h 37"/>
                    <a:gd name="T102" fmla="*/ 22 w 37"/>
                    <a:gd name="T103" fmla="*/ 29 h 37"/>
                    <a:gd name="T104" fmla="*/ 8 w 37"/>
                    <a:gd name="T105" fmla="*/ 22 h 37"/>
                    <a:gd name="T106" fmla="*/ 15 w 37"/>
                    <a:gd name="T107" fmla="*/ 8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</a:cxnLst>
                  <a:rect l="0" t="0" r="r" b="b"/>
                  <a:pathLst>
                    <a:path w="37" h="37">
                      <a:moveTo>
                        <a:pt x="4" y="9"/>
                      </a:moveTo>
                      <a:cubicBezTo>
                        <a:pt x="5" y="9"/>
                        <a:pt x="5" y="11"/>
                        <a:pt x="5" y="12"/>
                      </a:cubicBezTo>
                      <a:cubicBezTo>
                        <a:pt x="4" y="12"/>
                        <a:pt x="3" y="12"/>
                        <a:pt x="2" y="12"/>
                      </a:cubicBezTo>
                      <a:cubicBezTo>
                        <a:pt x="1" y="12"/>
                        <a:pt x="0" y="13"/>
                        <a:pt x="0" y="14"/>
                      </a:cubicBezTo>
                      <a:cubicBezTo>
                        <a:pt x="0" y="16"/>
                        <a:pt x="0" y="17"/>
                        <a:pt x="1" y="17"/>
                      </a:cubicBezTo>
                      <a:cubicBezTo>
                        <a:pt x="2" y="17"/>
                        <a:pt x="3" y="19"/>
                        <a:pt x="3" y="20"/>
                      </a:cubicBezTo>
                      <a:cubicBezTo>
                        <a:pt x="3" y="20"/>
                        <a:pt x="2" y="21"/>
                        <a:pt x="2" y="21"/>
                      </a:cubicBezTo>
                      <a:cubicBezTo>
                        <a:pt x="1" y="21"/>
                        <a:pt x="0" y="23"/>
                        <a:pt x="1" y="24"/>
                      </a:cubicBezTo>
                      <a:cubicBezTo>
                        <a:pt x="1" y="25"/>
                        <a:pt x="2" y="26"/>
                        <a:pt x="3" y="26"/>
                      </a:cubicBezTo>
                      <a:cubicBezTo>
                        <a:pt x="4" y="26"/>
                        <a:pt x="5" y="26"/>
                        <a:pt x="5" y="26"/>
                      </a:cubicBezTo>
                      <a:cubicBezTo>
                        <a:pt x="6" y="27"/>
                        <a:pt x="6" y="28"/>
                        <a:pt x="5" y="29"/>
                      </a:cubicBezTo>
                      <a:cubicBezTo>
                        <a:pt x="5" y="30"/>
                        <a:pt x="5" y="31"/>
                        <a:pt x="6" y="32"/>
                      </a:cubicBezTo>
                      <a:cubicBezTo>
                        <a:pt x="7" y="33"/>
                        <a:pt x="8" y="33"/>
                        <a:pt x="9" y="33"/>
                      </a:cubicBezTo>
                      <a:cubicBezTo>
                        <a:pt x="10" y="32"/>
                        <a:pt x="11" y="32"/>
                        <a:pt x="12" y="32"/>
                      </a:cubicBezTo>
                      <a:cubicBezTo>
                        <a:pt x="12" y="32"/>
                        <a:pt x="13" y="33"/>
                        <a:pt x="12" y="34"/>
                      </a:cubicBezTo>
                      <a:cubicBezTo>
                        <a:pt x="12" y="35"/>
                        <a:pt x="13" y="36"/>
                        <a:pt x="15" y="37"/>
                      </a:cubicBezTo>
                      <a:cubicBezTo>
                        <a:pt x="16" y="37"/>
                        <a:pt x="17" y="36"/>
                        <a:pt x="17" y="35"/>
                      </a:cubicBezTo>
                      <a:cubicBezTo>
                        <a:pt x="18" y="34"/>
                        <a:pt x="19" y="34"/>
                        <a:pt x="20" y="34"/>
                      </a:cubicBezTo>
                      <a:cubicBezTo>
                        <a:pt x="20" y="34"/>
                        <a:pt x="21" y="34"/>
                        <a:pt x="21" y="35"/>
                      </a:cubicBezTo>
                      <a:cubicBezTo>
                        <a:pt x="22" y="36"/>
                        <a:pt x="23" y="37"/>
                        <a:pt x="24" y="36"/>
                      </a:cubicBezTo>
                      <a:cubicBezTo>
                        <a:pt x="26" y="36"/>
                        <a:pt x="26" y="35"/>
                        <a:pt x="26" y="34"/>
                      </a:cubicBezTo>
                      <a:cubicBezTo>
                        <a:pt x="26" y="33"/>
                        <a:pt x="27" y="31"/>
                        <a:pt x="27" y="31"/>
                      </a:cubicBezTo>
                      <a:cubicBezTo>
                        <a:pt x="28" y="31"/>
                        <a:pt x="29" y="31"/>
                        <a:pt x="29" y="32"/>
                      </a:cubicBezTo>
                      <a:cubicBezTo>
                        <a:pt x="30" y="32"/>
                        <a:pt x="32" y="32"/>
                        <a:pt x="32" y="31"/>
                      </a:cubicBezTo>
                      <a:cubicBezTo>
                        <a:pt x="33" y="30"/>
                        <a:pt x="34" y="28"/>
                        <a:pt x="33" y="28"/>
                      </a:cubicBezTo>
                      <a:cubicBezTo>
                        <a:pt x="32" y="27"/>
                        <a:pt x="32" y="25"/>
                        <a:pt x="32" y="25"/>
                      </a:cubicBezTo>
                      <a:cubicBezTo>
                        <a:pt x="33" y="24"/>
                        <a:pt x="34" y="24"/>
                        <a:pt x="35" y="24"/>
                      </a:cubicBezTo>
                      <a:cubicBezTo>
                        <a:pt x="36" y="24"/>
                        <a:pt x="37" y="24"/>
                        <a:pt x="37" y="22"/>
                      </a:cubicBezTo>
                      <a:cubicBezTo>
                        <a:pt x="37" y="21"/>
                        <a:pt x="37" y="20"/>
                        <a:pt x="36" y="19"/>
                      </a:cubicBezTo>
                      <a:cubicBezTo>
                        <a:pt x="35" y="19"/>
                        <a:pt x="34" y="18"/>
                        <a:pt x="34" y="17"/>
                      </a:cubicBezTo>
                      <a:cubicBezTo>
                        <a:pt x="34" y="16"/>
                        <a:pt x="35" y="16"/>
                        <a:pt x="35" y="15"/>
                      </a:cubicBezTo>
                      <a:cubicBezTo>
                        <a:pt x="36" y="15"/>
                        <a:pt x="37" y="14"/>
                        <a:pt x="36" y="12"/>
                      </a:cubicBezTo>
                      <a:cubicBezTo>
                        <a:pt x="36" y="11"/>
                        <a:pt x="35" y="10"/>
                        <a:pt x="34" y="11"/>
                      </a:cubicBezTo>
                      <a:cubicBezTo>
                        <a:pt x="33" y="11"/>
                        <a:pt x="31" y="10"/>
                        <a:pt x="31" y="9"/>
                      </a:cubicBezTo>
                      <a:cubicBezTo>
                        <a:pt x="31" y="9"/>
                        <a:pt x="31" y="8"/>
                        <a:pt x="32" y="7"/>
                      </a:cubicBezTo>
                      <a:cubicBezTo>
                        <a:pt x="32" y="7"/>
                        <a:pt x="32" y="5"/>
                        <a:pt x="31" y="4"/>
                      </a:cubicBezTo>
                      <a:cubicBezTo>
                        <a:pt x="30" y="3"/>
                        <a:pt x="29" y="3"/>
                        <a:pt x="28" y="4"/>
                      </a:cubicBezTo>
                      <a:cubicBezTo>
                        <a:pt x="27" y="5"/>
                        <a:pt x="26" y="5"/>
                        <a:pt x="25" y="4"/>
                      </a:cubicBezTo>
                      <a:cubicBezTo>
                        <a:pt x="25" y="4"/>
                        <a:pt x="24" y="3"/>
                        <a:pt x="25" y="2"/>
                      </a:cubicBezTo>
                      <a:cubicBezTo>
                        <a:pt x="25" y="1"/>
                        <a:pt x="24" y="0"/>
                        <a:pt x="22" y="0"/>
                      </a:cubicBezTo>
                      <a:cubicBezTo>
                        <a:pt x="21" y="0"/>
                        <a:pt x="20" y="0"/>
                        <a:pt x="20" y="1"/>
                      </a:cubicBezTo>
                      <a:cubicBezTo>
                        <a:pt x="19" y="2"/>
                        <a:pt x="18" y="3"/>
                        <a:pt x="17" y="3"/>
                      </a:cubicBezTo>
                      <a:cubicBezTo>
                        <a:pt x="17" y="3"/>
                        <a:pt x="16" y="2"/>
                        <a:pt x="16" y="1"/>
                      </a:cubicBezTo>
                      <a:cubicBezTo>
                        <a:pt x="15" y="0"/>
                        <a:pt x="14" y="0"/>
                        <a:pt x="13" y="0"/>
                      </a:cubicBezTo>
                      <a:cubicBezTo>
                        <a:pt x="11" y="1"/>
                        <a:pt x="11" y="2"/>
                        <a:pt x="11" y="3"/>
                      </a:cubicBezTo>
                      <a:cubicBezTo>
                        <a:pt x="11" y="4"/>
                        <a:pt x="10" y="5"/>
                        <a:pt x="10" y="6"/>
                      </a:cubicBezTo>
                      <a:cubicBezTo>
                        <a:pt x="9" y="6"/>
                        <a:pt x="8" y="6"/>
                        <a:pt x="8" y="5"/>
                      </a:cubicBezTo>
                      <a:cubicBezTo>
                        <a:pt x="7" y="4"/>
                        <a:pt x="5" y="5"/>
                        <a:pt x="5" y="6"/>
                      </a:cubicBezTo>
                      <a:cubicBezTo>
                        <a:pt x="4" y="7"/>
                        <a:pt x="3" y="8"/>
                        <a:pt x="4" y="9"/>
                      </a:cubicBezTo>
                      <a:close/>
                      <a:moveTo>
                        <a:pt x="15" y="8"/>
                      </a:moveTo>
                      <a:cubicBezTo>
                        <a:pt x="21" y="6"/>
                        <a:pt x="27" y="9"/>
                        <a:pt x="29" y="15"/>
                      </a:cubicBezTo>
                      <a:cubicBezTo>
                        <a:pt x="31" y="21"/>
                        <a:pt x="27" y="27"/>
                        <a:pt x="22" y="29"/>
                      </a:cubicBezTo>
                      <a:cubicBezTo>
                        <a:pt x="16" y="30"/>
                        <a:pt x="10" y="27"/>
                        <a:pt x="8" y="22"/>
                      </a:cubicBezTo>
                      <a:cubicBezTo>
                        <a:pt x="6" y="16"/>
                        <a:pt x="10" y="10"/>
                        <a:pt x="15" y="8"/>
                      </a:cubicBezTo>
                      <a:close/>
                    </a:path>
                  </a:pathLst>
                </a:custGeom>
                <a:solidFill>
                  <a:srgbClr val="43C5A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425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3" name="Freeform 303"/>
                <p:cNvSpPr>
                  <a:spLocks noEditPoints="1"/>
                </p:cNvSpPr>
                <p:nvPr/>
              </p:nvSpPr>
              <p:spPr bwMode="auto">
                <a:xfrm>
                  <a:off x="5084763" y="1111250"/>
                  <a:ext cx="109538" cy="104775"/>
                </a:xfrm>
                <a:custGeom>
                  <a:avLst/>
                  <a:gdLst>
                    <a:gd name="T0" fmla="*/ 3 w 29"/>
                    <a:gd name="T1" fmla="*/ 7 h 28"/>
                    <a:gd name="T2" fmla="*/ 4 w 29"/>
                    <a:gd name="T3" fmla="*/ 9 h 28"/>
                    <a:gd name="T4" fmla="*/ 2 w 29"/>
                    <a:gd name="T5" fmla="*/ 9 h 28"/>
                    <a:gd name="T6" fmla="*/ 0 w 29"/>
                    <a:gd name="T7" fmla="*/ 11 h 28"/>
                    <a:gd name="T8" fmla="*/ 1 w 29"/>
                    <a:gd name="T9" fmla="*/ 13 h 28"/>
                    <a:gd name="T10" fmla="*/ 3 w 29"/>
                    <a:gd name="T11" fmla="*/ 15 h 28"/>
                    <a:gd name="T12" fmla="*/ 1 w 29"/>
                    <a:gd name="T13" fmla="*/ 16 h 28"/>
                    <a:gd name="T14" fmla="*/ 1 w 29"/>
                    <a:gd name="T15" fmla="*/ 19 h 28"/>
                    <a:gd name="T16" fmla="*/ 3 w 29"/>
                    <a:gd name="T17" fmla="*/ 20 h 28"/>
                    <a:gd name="T18" fmla="*/ 4 w 29"/>
                    <a:gd name="T19" fmla="*/ 20 h 28"/>
                    <a:gd name="T20" fmla="*/ 4 w 29"/>
                    <a:gd name="T21" fmla="*/ 23 h 28"/>
                    <a:gd name="T22" fmla="*/ 5 w 29"/>
                    <a:gd name="T23" fmla="*/ 25 h 28"/>
                    <a:gd name="T24" fmla="*/ 7 w 29"/>
                    <a:gd name="T25" fmla="*/ 25 h 28"/>
                    <a:gd name="T26" fmla="*/ 9 w 29"/>
                    <a:gd name="T27" fmla="*/ 25 h 28"/>
                    <a:gd name="T28" fmla="*/ 10 w 29"/>
                    <a:gd name="T29" fmla="*/ 27 h 28"/>
                    <a:gd name="T30" fmla="*/ 11 w 29"/>
                    <a:gd name="T31" fmla="*/ 28 h 28"/>
                    <a:gd name="T32" fmla="*/ 13 w 29"/>
                    <a:gd name="T33" fmla="*/ 27 h 28"/>
                    <a:gd name="T34" fmla="*/ 15 w 29"/>
                    <a:gd name="T35" fmla="*/ 26 h 28"/>
                    <a:gd name="T36" fmla="*/ 17 w 29"/>
                    <a:gd name="T37" fmla="*/ 27 h 28"/>
                    <a:gd name="T38" fmla="*/ 19 w 29"/>
                    <a:gd name="T39" fmla="*/ 28 h 28"/>
                    <a:gd name="T40" fmla="*/ 20 w 29"/>
                    <a:gd name="T41" fmla="*/ 26 h 28"/>
                    <a:gd name="T42" fmla="*/ 21 w 29"/>
                    <a:gd name="T43" fmla="*/ 24 h 28"/>
                    <a:gd name="T44" fmla="*/ 23 w 29"/>
                    <a:gd name="T45" fmla="*/ 24 h 28"/>
                    <a:gd name="T46" fmla="*/ 25 w 29"/>
                    <a:gd name="T47" fmla="*/ 24 h 28"/>
                    <a:gd name="T48" fmla="*/ 25 w 29"/>
                    <a:gd name="T49" fmla="*/ 21 h 28"/>
                    <a:gd name="T50" fmla="*/ 25 w 29"/>
                    <a:gd name="T51" fmla="*/ 19 h 28"/>
                    <a:gd name="T52" fmla="*/ 27 w 29"/>
                    <a:gd name="T53" fmla="*/ 19 h 28"/>
                    <a:gd name="T54" fmla="*/ 29 w 29"/>
                    <a:gd name="T55" fmla="*/ 17 h 28"/>
                    <a:gd name="T56" fmla="*/ 28 w 29"/>
                    <a:gd name="T57" fmla="*/ 15 h 28"/>
                    <a:gd name="T58" fmla="*/ 26 w 29"/>
                    <a:gd name="T59" fmla="*/ 13 h 28"/>
                    <a:gd name="T60" fmla="*/ 27 w 29"/>
                    <a:gd name="T61" fmla="*/ 12 h 28"/>
                    <a:gd name="T62" fmla="*/ 28 w 29"/>
                    <a:gd name="T63" fmla="*/ 10 h 28"/>
                    <a:gd name="T64" fmla="*/ 26 w 29"/>
                    <a:gd name="T65" fmla="*/ 8 h 28"/>
                    <a:gd name="T66" fmla="*/ 24 w 29"/>
                    <a:gd name="T67" fmla="*/ 7 h 28"/>
                    <a:gd name="T68" fmla="*/ 25 w 29"/>
                    <a:gd name="T69" fmla="*/ 6 h 28"/>
                    <a:gd name="T70" fmla="*/ 24 w 29"/>
                    <a:gd name="T71" fmla="*/ 3 h 28"/>
                    <a:gd name="T72" fmla="*/ 22 w 29"/>
                    <a:gd name="T73" fmla="*/ 3 h 28"/>
                    <a:gd name="T74" fmla="*/ 19 w 29"/>
                    <a:gd name="T75" fmla="*/ 3 h 28"/>
                    <a:gd name="T76" fmla="*/ 19 w 29"/>
                    <a:gd name="T77" fmla="*/ 2 h 28"/>
                    <a:gd name="T78" fmla="*/ 17 w 29"/>
                    <a:gd name="T79" fmla="*/ 0 h 28"/>
                    <a:gd name="T80" fmla="*/ 15 w 29"/>
                    <a:gd name="T81" fmla="*/ 1 h 28"/>
                    <a:gd name="T82" fmla="*/ 13 w 29"/>
                    <a:gd name="T83" fmla="*/ 2 h 28"/>
                    <a:gd name="T84" fmla="*/ 12 w 29"/>
                    <a:gd name="T85" fmla="*/ 1 h 28"/>
                    <a:gd name="T86" fmla="*/ 10 w 29"/>
                    <a:gd name="T87" fmla="*/ 0 h 28"/>
                    <a:gd name="T88" fmla="*/ 9 w 29"/>
                    <a:gd name="T89" fmla="*/ 2 h 28"/>
                    <a:gd name="T90" fmla="*/ 8 w 29"/>
                    <a:gd name="T91" fmla="*/ 4 h 28"/>
                    <a:gd name="T92" fmla="*/ 6 w 29"/>
                    <a:gd name="T93" fmla="*/ 4 h 28"/>
                    <a:gd name="T94" fmla="*/ 4 w 29"/>
                    <a:gd name="T95" fmla="*/ 4 h 28"/>
                    <a:gd name="T96" fmla="*/ 3 w 29"/>
                    <a:gd name="T97" fmla="*/ 7 h 28"/>
                    <a:gd name="T98" fmla="*/ 12 w 29"/>
                    <a:gd name="T99" fmla="*/ 6 h 28"/>
                    <a:gd name="T100" fmla="*/ 22 w 29"/>
                    <a:gd name="T101" fmla="*/ 12 h 28"/>
                    <a:gd name="T102" fmla="*/ 17 w 29"/>
                    <a:gd name="T103" fmla="*/ 22 h 28"/>
                    <a:gd name="T104" fmla="*/ 6 w 29"/>
                    <a:gd name="T105" fmla="*/ 17 h 28"/>
                    <a:gd name="T106" fmla="*/ 12 w 29"/>
                    <a:gd name="T107" fmla="*/ 6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</a:cxnLst>
                  <a:rect l="0" t="0" r="r" b="b"/>
                  <a:pathLst>
                    <a:path w="29" h="28">
                      <a:moveTo>
                        <a:pt x="3" y="7"/>
                      </a:moveTo>
                      <a:cubicBezTo>
                        <a:pt x="4" y="7"/>
                        <a:pt x="4" y="9"/>
                        <a:pt x="4" y="9"/>
                      </a:cubicBezTo>
                      <a:cubicBezTo>
                        <a:pt x="4" y="9"/>
                        <a:pt x="3" y="10"/>
                        <a:pt x="2" y="9"/>
                      </a:cubicBezTo>
                      <a:cubicBezTo>
                        <a:pt x="1" y="9"/>
                        <a:pt x="0" y="10"/>
                        <a:pt x="0" y="11"/>
                      </a:cubicBezTo>
                      <a:cubicBezTo>
                        <a:pt x="0" y="12"/>
                        <a:pt x="0" y="13"/>
                        <a:pt x="1" y="13"/>
                      </a:cubicBezTo>
                      <a:cubicBezTo>
                        <a:pt x="2" y="13"/>
                        <a:pt x="3" y="15"/>
                        <a:pt x="3" y="15"/>
                      </a:cubicBezTo>
                      <a:cubicBezTo>
                        <a:pt x="3" y="16"/>
                        <a:pt x="2" y="16"/>
                        <a:pt x="1" y="16"/>
                      </a:cubicBezTo>
                      <a:cubicBezTo>
                        <a:pt x="1" y="17"/>
                        <a:pt x="0" y="18"/>
                        <a:pt x="1" y="19"/>
                      </a:cubicBezTo>
                      <a:cubicBezTo>
                        <a:pt x="1" y="20"/>
                        <a:pt x="2" y="20"/>
                        <a:pt x="3" y="20"/>
                      </a:cubicBezTo>
                      <a:cubicBezTo>
                        <a:pt x="3" y="20"/>
                        <a:pt x="4" y="20"/>
                        <a:pt x="4" y="20"/>
                      </a:cubicBezTo>
                      <a:cubicBezTo>
                        <a:pt x="4" y="21"/>
                        <a:pt x="5" y="22"/>
                        <a:pt x="4" y="23"/>
                      </a:cubicBezTo>
                      <a:cubicBezTo>
                        <a:pt x="4" y="23"/>
                        <a:pt x="4" y="24"/>
                        <a:pt x="5" y="25"/>
                      </a:cubicBezTo>
                      <a:cubicBezTo>
                        <a:pt x="5" y="26"/>
                        <a:pt x="7" y="26"/>
                        <a:pt x="7" y="25"/>
                      </a:cubicBezTo>
                      <a:cubicBezTo>
                        <a:pt x="8" y="25"/>
                        <a:pt x="9" y="25"/>
                        <a:pt x="9" y="25"/>
                      </a:cubicBezTo>
                      <a:cubicBezTo>
                        <a:pt x="10" y="25"/>
                        <a:pt x="10" y="26"/>
                        <a:pt x="10" y="27"/>
                      </a:cubicBezTo>
                      <a:cubicBezTo>
                        <a:pt x="10" y="27"/>
                        <a:pt x="10" y="28"/>
                        <a:pt x="11" y="28"/>
                      </a:cubicBezTo>
                      <a:cubicBezTo>
                        <a:pt x="12" y="28"/>
                        <a:pt x="13" y="28"/>
                        <a:pt x="13" y="27"/>
                      </a:cubicBezTo>
                      <a:cubicBezTo>
                        <a:pt x="14" y="27"/>
                        <a:pt x="15" y="26"/>
                        <a:pt x="15" y="26"/>
                      </a:cubicBezTo>
                      <a:cubicBezTo>
                        <a:pt x="16" y="26"/>
                        <a:pt x="16" y="26"/>
                        <a:pt x="17" y="27"/>
                      </a:cubicBezTo>
                      <a:cubicBezTo>
                        <a:pt x="17" y="28"/>
                        <a:pt x="18" y="28"/>
                        <a:pt x="19" y="28"/>
                      </a:cubicBezTo>
                      <a:cubicBezTo>
                        <a:pt x="20" y="28"/>
                        <a:pt x="20" y="27"/>
                        <a:pt x="20" y="26"/>
                      </a:cubicBezTo>
                      <a:cubicBezTo>
                        <a:pt x="20" y="25"/>
                        <a:pt x="21" y="24"/>
                        <a:pt x="21" y="24"/>
                      </a:cubicBezTo>
                      <a:cubicBezTo>
                        <a:pt x="21" y="24"/>
                        <a:pt x="22" y="24"/>
                        <a:pt x="23" y="24"/>
                      </a:cubicBezTo>
                      <a:cubicBezTo>
                        <a:pt x="23" y="25"/>
                        <a:pt x="24" y="25"/>
                        <a:pt x="25" y="24"/>
                      </a:cubicBezTo>
                      <a:cubicBezTo>
                        <a:pt x="26" y="23"/>
                        <a:pt x="26" y="22"/>
                        <a:pt x="25" y="21"/>
                      </a:cubicBezTo>
                      <a:cubicBezTo>
                        <a:pt x="25" y="21"/>
                        <a:pt x="25" y="20"/>
                        <a:pt x="25" y="19"/>
                      </a:cubicBezTo>
                      <a:cubicBezTo>
                        <a:pt x="25" y="19"/>
                        <a:pt x="26" y="19"/>
                        <a:pt x="27" y="19"/>
                      </a:cubicBezTo>
                      <a:cubicBezTo>
                        <a:pt x="28" y="19"/>
                        <a:pt x="28" y="18"/>
                        <a:pt x="29" y="17"/>
                      </a:cubicBezTo>
                      <a:cubicBezTo>
                        <a:pt x="29" y="16"/>
                        <a:pt x="28" y="15"/>
                        <a:pt x="28" y="15"/>
                      </a:cubicBezTo>
                      <a:cubicBezTo>
                        <a:pt x="27" y="15"/>
                        <a:pt x="26" y="14"/>
                        <a:pt x="26" y="13"/>
                      </a:cubicBezTo>
                      <a:cubicBezTo>
                        <a:pt x="26" y="13"/>
                        <a:pt x="27" y="12"/>
                        <a:pt x="27" y="12"/>
                      </a:cubicBezTo>
                      <a:cubicBezTo>
                        <a:pt x="28" y="12"/>
                        <a:pt x="28" y="11"/>
                        <a:pt x="28" y="10"/>
                      </a:cubicBezTo>
                      <a:cubicBezTo>
                        <a:pt x="28" y="9"/>
                        <a:pt x="27" y="8"/>
                        <a:pt x="26" y="8"/>
                      </a:cubicBezTo>
                      <a:cubicBezTo>
                        <a:pt x="26" y="9"/>
                        <a:pt x="24" y="8"/>
                        <a:pt x="24" y="7"/>
                      </a:cubicBezTo>
                      <a:cubicBezTo>
                        <a:pt x="24" y="7"/>
                        <a:pt x="24" y="6"/>
                        <a:pt x="25" y="6"/>
                      </a:cubicBezTo>
                      <a:cubicBezTo>
                        <a:pt x="25" y="5"/>
                        <a:pt x="25" y="4"/>
                        <a:pt x="24" y="3"/>
                      </a:cubicBezTo>
                      <a:cubicBezTo>
                        <a:pt x="23" y="3"/>
                        <a:pt x="22" y="3"/>
                        <a:pt x="22" y="3"/>
                      </a:cubicBezTo>
                      <a:cubicBezTo>
                        <a:pt x="21" y="4"/>
                        <a:pt x="20" y="4"/>
                        <a:pt x="19" y="3"/>
                      </a:cubicBezTo>
                      <a:cubicBezTo>
                        <a:pt x="19" y="3"/>
                        <a:pt x="19" y="2"/>
                        <a:pt x="19" y="2"/>
                      </a:cubicBezTo>
                      <a:cubicBezTo>
                        <a:pt x="19" y="1"/>
                        <a:pt x="18" y="0"/>
                        <a:pt x="17" y="0"/>
                      </a:cubicBezTo>
                      <a:cubicBezTo>
                        <a:pt x="16" y="0"/>
                        <a:pt x="15" y="0"/>
                        <a:pt x="15" y="1"/>
                      </a:cubicBezTo>
                      <a:cubicBezTo>
                        <a:pt x="15" y="2"/>
                        <a:pt x="14" y="2"/>
                        <a:pt x="13" y="2"/>
                      </a:cubicBezTo>
                      <a:cubicBezTo>
                        <a:pt x="13" y="2"/>
                        <a:pt x="12" y="2"/>
                        <a:pt x="12" y="1"/>
                      </a:cubicBezTo>
                      <a:cubicBezTo>
                        <a:pt x="12" y="0"/>
                        <a:pt x="11" y="0"/>
                        <a:pt x="10" y="0"/>
                      </a:cubicBezTo>
                      <a:cubicBezTo>
                        <a:pt x="9" y="1"/>
                        <a:pt x="8" y="2"/>
                        <a:pt x="9" y="2"/>
                      </a:cubicBezTo>
                      <a:cubicBezTo>
                        <a:pt x="9" y="3"/>
                        <a:pt x="8" y="4"/>
                        <a:pt x="8" y="4"/>
                      </a:cubicBezTo>
                      <a:cubicBezTo>
                        <a:pt x="7" y="5"/>
                        <a:pt x="7" y="4"/>
                        <a:pt x="6" y="4"/>
                      </a:cubicBezTo>
                      <a:cubicBezTo>
                        <a:pt x="5" y="3"/>
                        <a:pt x="4" y="4"/>
                        <a:pt x="4" y="4"/>
                      </a:cubicBezTo>
                      <a:cubicBezTo>
                        <a:pt x="3" y="5"/>
                        <a:pt x="3" y="6"/>
                        <a:pt x="3" y="7"/>
                      </a:cubicBezTo>
                      <a:close/>
                      <a:moveTo>
                        <a:pt x="12" y="6"/>
                      </a:moveTo>
                      <a:cubicBezTo>
                        <a:pt x="16" y="5"/>
                        <a:pt x="21" y="7"/>
                        <a:pt x="22" y="12"/>
                      </a:cubicBezTo>
                      <a:cubicBezTo>
                        <a:pt x="24" y="16"/>
                        <a:pt x="21" y="21"/>
                        <a:pt x="17" y="22"/>
                      </a:cubicBezTo>
                      <a:cubicBezTo>
                        <a:pt x="13" y="23"/>
                        <a:pt x="8" y="21"/>
                        <a:pt x="6" y="17"/>
                      </a:cubicBezTo>
                      <a:cubicBezTo>
                        <a:pt x="5" y="12"/>
                        <a:pt x="7" y="8"/>
                        <a:pt x="12" y="6"/>
                      </a:cubicBezTo>
                      <a:close/>
                    </a:path>
                  </a:pathLst>
                </a:custGeom>
                <a:solidFill>
                  <a:srgbClr val="43C5A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425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</p:grpSp>
        <p:sp>
          <p:nvSpPr>
            <p:cNvPr id="38" name="矩形 37"/>
            <p:cNvSpPr/>
            <p:nvPr/>
          </p:nvSpPr>
          <p:spPr>
            <a:xfrm>
              <a:off x="7367116" y="916528"/>
              <a:ext cx="996247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PART 02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 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80" name="组合 79"/>
          <p:cNvGrpSpPr/>
          <p:nvPr userDrawn="1"/>
        </p:nvGrpSpPr>
        <p:grpSpPr>
          <a:xfrm>
            <a:off x="8957777" y="285728"/>
            <a:ext cx="996377" cy="1000132"/>
            <a:chOff x="8563703" y="285728"/>
            <a:chExt cx="996247" cy="1000132"/>
          </a:xfrm>
        </p:grpSpPr>
        <p:grpSp>
          <p:nvGrpSpPr>
            <p:cNvPr id="45" name="组合 55"/>
            <p:cNvGrpSpPr/>
            <p:nvPr/>
          </p:nvGrpSpPr>
          <p:grpSpPr>
            <a:xfrm>
              <a:off x="8762966" y="285728"/>
              <a:ext cx="597720" cy="597720"/>
              <a:chOff x="6494501" y="4230044"/>
              <a:chExt cx="696763" cy="696763"/>
            </a:xfrm>
          </p:grpSpPr>
          <p:sp>
            <p:nvSpPr>
              <p:cNvPr id="47" name="椭圆 46"/>
              <p:cNvSpPr/>
              <p:nvPr/>
            </p:nvSpPr>
            <p:spPr>
              <a:xfrm>
                <a:off x="6494501" y="4230044"/>
                <a:ext cx="696763" cy="696763"/>
              </a:xfrm>
              <a:prstGeom prst="ellipse">
                <a:avLst/>
              </a:prstGeom>
              <a:solidFill>
                <a:srgbClr val="EEEEEE"/>
              </a:solidFill>
              <a:ln>
                <a:solidFill>
                  <a:schemeClr val="bg1"/>
                </a:solidFill>
              </a:ln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25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8" name="任意多边形 47"/>
              <p:cNvSpPr/>
              <p:nvPr/>
            </p:nvSpPr>
            <p:spPr bwMode="auto">
              <a:xfrm>
                <a:off x="6609467" y="4389660"/>
                <a:ext cx="488930" cy="374848"/>
              </a:xfrm>
              <a:custGeom>
                <a:avLst/>
                <a:gdLst>
                  <a:gd name="connsiteX0" fmla="*/ 14829 w 563476"/>
                  <a:gd name="connsiteY0" fmla="*/ 416347 h 432000"/>
                  <a:gd name="connsiteX1" fmla="*/ 556062 w 563476"/>
                  <a:gd name="connsiteY1" fmla="*/ 416347 h 432000"/>
                  <a:gd name="connsiteX2" fmla="*/ 563476 w 563476"/>
                  <a:gd name="connsiteY2" fmla="*/ 424174 h 432000"/>
                  <a:gd name="connsiteX3" fmla="*/ 556062 w 563476"/>
                  <a:gd name="connsiteY3" fmla="*/ 432000 h 432000"/>
                  <a:gd name="connsiteX4" fmla="*/ 14829 w 563476"/>
                  <a:gd name="connsiteY4" fmla="*/ 432000 h 432000"/>
                  <a:gd name="connsiteX5" fmla="*/ 0 w 563476"/>
                  <a:gd name="connsiteY5" fmla="*/ 424174 h 432000"/>
                  <a:gd name="connsiteX6" fmla="*/ 14829 w 563476"/>
                  <a:gd name="connsiteY6" fmla="*/ 416347 h 432000"/>
                  <a:gd name="connsiteX7" fmla="*/ 428869 w 563476"/>
                  <a:gd name="connsiteY7" fmla="*/ 200347 h 432000"/>
                  <a:gd name="connsiteX8" fmla="*/ 510260 w 563476"/>
                  <a:gd name="connsiteY8" fmla="*/ 200347 h 432000"/>
                  <a:gd name="connsiteX9" fmla="*/ 510260 w 563476"/>
                  <a:gd name="connsiteY9" fmla="*/ 372521 h 432000"/>
                  <a:gd name="connsiteX10" fmla="*/ 428869 w 563476"/>
                  <a:gd name="connsiteY10" fmla="*/ 372521 h 432000"/>
                  <a:gd name="connsiteX11" fmla="*/ 303652 w 563476"/>
                  <a:gd name="connsiteY11" fmla="*/ 118956 h 432000"/>
                  <a:gd name="connsiteX12" fmla="*/ 385043 w 563476"/>
                  <a:gd name="connsiteY12" fmla="*/ 118956 h 432000"/>
                  <a:gd name="connsiteX13" fmla="*/ 385043 w 563476"/>
                  <a:gd name="connsiteY13" fmla="*/ 372521 h 432000"/>
                  <a:gd name="connsiteX14" fmla="*/ 303652 w 563476"/>
                  <a:gd name="connsiteY14" fmla="*/ 372521 h 432000"/>
                  <a:gd name="connsiteX15" fmla="*/ 72001 w 563476"/>
                  <a:gd name="connsiteY15" fmla="*/ 97044 h 432000"/>
                  <a:gd name="connsiteX16" fmla="*/ 153392 w 563476"/>
                  <a:gd name="connsiteY16" fmla="*/ 97044 h 432000"/>
                  <a:gd name="connsiteX17" fmla="*/ 153392 w 563476"/>
                  <a:gd name="connsiteY17" fmla="*/ 372521 h 432000"/>
                  <a:gd name="connsiteX18" fmla="*/ 72001 w 563476"/>
                  <a:gd name="connsiteY18" fmla="*/ 372521 h 432000"/>
                  <a:gd name="connsiteX19" fmla="*/ 190957 w 563476"/>
                  <a:gd name="connsiteY19" fmla="*/ 0 h 432000"/>
                  <a:gd name="connsiteX20" fmla="*/ 272348 w 563476"/>
                  <a:gd name="connsiteY20" fmla="*/ 0 h 432000"/>
                  <a:gd name="connsiteX21" fmla="*/ 272348 w 563476"/>
                  <a:gd name="connsiteY21" fmla="*/ 372521 h 432000"/>
                  <a:gd name="connsiteX22" fmla="*/ 190957 w 563476"/>
                  <a:gd name="connsiteY22" fmla="*/ 372521 h 432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63476" h="432000">
                    <a:moveTo>
                      <a:pt x="14829" y="416347"/>
                    </a:moveTo>
                    <a:cubicBezTo>
                      <a:pt x="556062" y="416347"/>
                      <a:pt x="556062" y="416347"/>
                      <a:pt x="556062" y="416347"/>
                    </a:cubicBezTo>
                    <a:cubicBezTo>
                      <a:pt x="556062" y="416347"/>
                      <a:pt x="563476" y="416347"/>
                      <a:pt x="563476" y="424174"/>
                    </a:cubicBezTo>
                    <a:cubicBezTo>
                      <a:pt x="563476" y="432000"/>
                      <a:pt x="556062" y="432000"/>
                      <a:pt x="556062" y="432000"/>
                    </a:cubicBezTo>
                    <a:lnTo>
                      <a:pt x="14829" y="432000"/>
                    </a:lnTo>
                    <a:cubicBezTo>
                      <a:pt x="7414" y="432000"/>
                      <a:pt x="0" y="432000"/>
                      <a:pt x="0" y="424174"/>
                    </a:cubicBezTo>
                    <a:cubicBezTo>
                      <a:pt x="0" y="416347"/>
                      <a:pt x="7414" y="416347"/>
                      <a:pt x="14829" y="416347"/>
                    </a:cubicBezTo>
                    <a:close/>
                    <a:moveTo>
                      <a:pt x="428869" y="200347"/>
                    </a:moveTo>
                    <a:lnTo>
                      <a:pt x="510260" y="200347"/>
                    </a:lnTo>
                    <a:lnTo>
                      <a:pt x="510260" y="372521"/>
                    </a:lnTo>
                    <a:lnTo>
                      <a:pt x="428869" y="372521"/>
                    </a:lnTo>
                    <a:close/>
                    <a:moveTo>
                      <a:pt x="303652" y="118956"/>
                    </a:moveTo>
                    <a:lnTo>
                      <a:pt x="385043" y="118956"/>
                    </a:lnTo>
                    <a:lnTo>
                      <a:pt x="385043" y="372521"/>
                    </a:lnTo>
                    <a:lnTo>
                      <a:pt x="303652" y="372521"/>
                    </a:lnTo>
                    <a:close/>
                    <a:moveTo>
                      <a:pt x="72001" y="97044"/>
                    </a:moveTo>
                    <a:lnTo>
                      <a:pt x="153392" y="97044"/>
                    </a:lnTo>
                    <a:lnTo>
                      <a:pt x="153392" y="372521"/>
                    </a:lnTo>
                    <a:lnTo>
                      <a:pt x="72001" y="372521"/>
                    </a:lnTo>
                    <a:close/>
                    <a:moveTo>
                      <a:pt x="190957" y="0"/>
                    </a:moveTo>
                    <a:lnTo>
                      <a:pt x="272348" y="0"/>
                    </a:lnTo>
                    <a:lnTo>
                      <a:pt x="272348" y="372521"/>
                    </a:lnTo>
                    <a:lnTo>
                      <a:pt x="190957" y="372521"/>
                    </a:lnTo>
                    <a:close/>
                  </a:path>
                </a:pathLst>
              </a:custGeom>
              <a:solidFill>
                <a:srgbClr val="C1D84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46" name="矩形 45"/>
            <p:cNvSpPr/>
            <p:nvPr/>
          </p:nvSpPr>
          <p:spPr>
            <a:xfrm>
              <a:off x="8563703" y="916528"/>
              <a:ext cx="996247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PART 03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 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81" name="组合 80"/>
          <p:cNvGrpSpPr/>
          <p:nvPr userDrawn="1"/>
        </p:nvGrpSpPr>
        <p:grpSpPr>
          <a:xfrm>
            <a:off x="9958040" y="285728"/>
            <a:ext cx="996377" cy="1000132"/>
            <a:chOff x="9760290" y="285728"/>
            <a:chExt cx="996247" cy="1000132"/>
          </a:xfrm>
        </p:grpSpPr>
        <p:grpSp>
          <p:nvGrpSpPr>
            <p:cNvPr id="50" name="组合 43"/>
            <p:cNvGrpSpPr/>
            <p:nvPr/>
          </p:nvGrpSpPr>
          <p:grpSpPr>
            <a:xfrm>
              <a:off x="9959553" y="285728"/>
              <a:ext cx="597720" cy="597720"/>
              <a:chOff x="4840168" y="3971584"/>
              <a:chExt cx="522572" cy="522572"/>
            </a:xfrm>
          </p:grpSpPr>
          <p:sp>
            <p:nvSpPr>
              <p:cNvPr id="52" name="椭圆 51"/>
              <p:cNvSpPr/>
              <p:nvPr/>
            </p:nvSpPr>
            <p:spPr>
              <a:xfrm>
                <a:off x="4840168" y="3971584"/>
                <a:ext cx="522572" cy="522572"/>
              </a:xfrm>
              <a:prstGeom prst="ellipse">
                <a:avLst/>
              </a:prstGeom>
              <a:solidFill>
                <a:srgbClr val="EEEEEE"/>
              </a:solidFill>
              <a:ln>
                <a:solidFill>
                  <a:schemeClr val="bg1"/>
                </a:solidFill>
              </a:ln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25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grpSp>
            <p:nvGrpSpPr>
              <p:cNvPr id="68" name="组合 137"/>
              <p:cNvGrpSpPr/>
              <p:nvPr/>
            </p:nvGrpSpPr>
            <p:grpSpPr>
              <a:xfrm>
                <a:off x="4981489" y="4078661"/>
                <a:ext cx="239931" cy="308418"/>
                <a:chOff x="731016" y="1671338"/>
                <a:chExt cx="366231" cy="470769"/>
              </a:xfrm>
              <a:solidFill>
                <a:srgbClr val="B91F38"/>
              </a:solidFill>
            </p:grpSpPr>
            <p:sp>
              <p:nvSpPr>
                <p:cNvPr id="69" name="Freeform 108"/>
                <p:cNvSpPr/>
                <p:nvPr/>
              </p:nvSpPr>
              <p:spPr bwMode="auto">
                <a:xfrm flipH="1">
                  <a:off x="731016" y="2089492"/>
                  <a:ext cx="51922" cy="52615"/>
                </a:xfrm>
                <a:custGeom>
                  <a:avLst/>
                  <a:gdLst>
                    <a:gd name="T0" fmla="*/ 0 w 32"/>
                    <a:gd name="T1" fmla="*/ 32 h 32"/>
                    <a:gd name="T2" fmla="*/ 16 w 32"/>
                    <a:gd name="T3" fmla="*/ 32 h 32"/>
                    <a:gd name="T4" fmla="*/ 32 w 32"/>
                    <a:gd name="T5" fmla="*/ 16 h 32"/>
                    <a:gd name="T6" fmla="*/ 32 w 32"/>
                    <a:gd name="T7" fmla="*/ 0 h 32"/>
                    <a:gd name="T8" fmla="*/ 0 w 32"/>
                    <a:gd name="T9" fmla="*/ 0 h 32"/>
                    <a:gd name="T10" fmla="*/ 0 w 32"/>
                    <a:gd name="T11" fmla="*/ 32 h 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2" h="32">
                      <a:moveTo>
                        <a:pt x="0" y="32"/>
                      </a:moveTo>
                      <a:cubicBezTo>
                        <a:pt x="16" y="32"/>
                        <a:pt x="16" y="32"/>
                        <a:pt x="16" y="32"/>
                      </a:cubicBezTo>
                      <a:cubicBezTo>
                        <a:pt x="25" y="32"/>
                        <a:pt x="32" y="25"/>
                        <a:pt x="32" y="16"/>
                      </a:cubicBezTo>
                      <a:cubicBezTo>
                        <a:pt x="32" y="0"/>
                        <a:pt x="32" y="0"/>
                        <a:pt x="32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lnTo>
                        <a:pt x="0" y="32"/>
                      </a:lnTo>
                      <a:close/>
                    </a:path>
                  </a:pathLst>
                </a:custGeom>
                <a:solidFill>
                  <a:srgbClr val="FA817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121920" tIns="60960" rIns="121920" bIns="6096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l" defTabSz="1219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0" name="Freeform 109"/>
                <p:cNvSpPr>
                  <a:spLocks noEditPoints="1"/>
                </p:cNvSpPr>
                <p:nvPr/>
              </p:nvSpPr>
              <p:spPr bwMode="auto">
                <a:xfrm flipH="1">
                  <a:off x="731016" y="1671338"/>
                  <a:ext cx="366231" cy="470769"/>
                </a:xfrm>
                <a:custGeom>
                  <a:avLst/>
                  <a:gdLst>
                    <a:gd name="T0" fmla="*/ 208 w 224"/>
                    <a:gd name="T1" fmla="*/ 0 h 288"/>
                    <a:gd name="T2" fmla="*/ 16 w 224"/>
                    <a:gd name="T3" fmla="*/ 0 h 288"/>
                    <a:gd name="T4" fmla="*/ 0 w 224"/>
                    <a:gd name="T5" fmla="*/ 16 h 288"/>
                    <a:gd name="T6" fmla="*/ 0 w 224"/>
                    <a:gd name="T7" fmla="*/ 272 h 288"/>
                    <a:gd name="T8" fmla="*/ 16 w 224"/>
                    <a:gd name="T9" fmla="*/ 288 h 288"/>
                    <a:gd name="T10" fmla="*/ 176 w 224"/>
                    <a:gd name="T11" fmla="*/ 288 h 288"/>
                    <a:gd name="T12" fmla="*/ 176 w 224"/>
                    <a:gd name="T13" fmla="*/ 144 h 288"/>
                    <a:gd name="T14" fmla="*/ 224 w 224"/>
                    <a:gd name="T15" fmla="*/ 144 h 288"/>
                    <a:gd name="T16" fmla="*/ 224 w 224"/>
                    <a:gd name="T17" fmla="*/ 16 h 288"/>
                    <a:gd name="T18" fmla="*/ 208 w 224"/>
                    <a:gd name="T19" fmla="*/ 0 h 288"/>
                    <a:gd name="T20" fmla="*/ 168 w 224"/>
                    <a:gd name="T21" fmla="*/ 104 h 288"/>
                    <a:gd name="T22" fmla="*/ 56 w 224"/>
                    <a:gd name="T23" fmla="*/ 104 h 288"/>
                    <a:gd name="T24" fmla="*/ 56 w 224"/>
                    <a:gd name="T25" fmla="*/ 88 h 288"/>
                    <a:gd name="T26" fmla="*/ 168 w 224"/>
                    <a:gd name="T27" fmla="*/ 88 h 288"/>
                    <a:gd name="T28" fmla="*/ 168 w 224"/>
                    <a:gd name="T29" fmla="*/ 104 h 288"/>
                    <a:gd name="T30" fmla="*/ 168 w 224"/>
                    <a:gd name="T31" fmla="*/ 72 h 288"/>
                    <a:gd name="T32" fmla="*/ 56 w 224"/>
                    <a:gd name="T33" fmla="*/ 72 h 288"/>
                    <a:gd name="T34" fmla="*/ 56 w 224"/>
                    <a:gd name="T35" fmla="*/ 56 h 288"/>
                    <a:gd name="T36" fmla="*/ 168 w 224"/>
                    <a:gd name="T37" fmla="*/ 56 h 288"/>
                    <a:gd name="T38" fmla="*/ 168 w 224"/>
                    <a:gd name="T39" fmla="*/ 72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224" h="288">
                      <a:moveTo>
                        <a:pt x="208" y="0"/>
                      </a:moveTo>
                      <a:cubicBezTo>
                        <a:pt x="16" y="0"/>
                        <a:pt x="16" y="0"/>
                        <a:pt x="16" y="0"/>
                      </a:cubicBezTo>
                      <a:cubicBezTo>
                        <a:pt x="7" y="0"/>
                        <a:pt x="0" y="7"/>
                        <a:pt x="0" y="16"/>
                      </a:cubicBezTo>
                      <a:cubicBezTo>
                        <a:pt x="0" y="272"/>
                        <a:pt x="0" y="272"/>
                        <a:pt x="0" y="272"/>
                      </a:cubicBezTo>
                      <a:cubicBezTo>
                        <a:pt x="0" y="281"/>
                        <a:pt x="7" y="288"/>
                        <a:pt x="16" y="288"/>
                      </a:cubicBezTo>
                      <a:cubicBezTo>
                        <a:pt x="176" y="288"/>
                        <a:pt x="176" y="288"/>
                        <a:pt x="176" y="288"/>
                      </a:cubicBezTo>
                      <a:cubicBezTo>
                        <a:pt x="176" y="144"/>
                        <a:pt x="176" y="144"/>
                        <a:pt x="176" y="144"/>
                      </a:cubicBezTo>
                      <a:cubicBezTo>
                        <a:pt x="224" y="144"/>
                        <a:pt x="224" y="144"/>
                        <a:pt x="224" y="144"/>
                      </a:cubicBezTo>
                      <a:cubicBezTo>
                        <a:pt x="224" y="16"/>
                        <a:pt x="224" y="16"/>
                        <a:pt x="224" y="16"/>
                      </a:cubicBezTo>
                      <a:cubicBezTo>
                        <a:pt x="224" y="7"/>
                        <a:pt x="217" y="0"/>
                        <a:pt x="208" y="0"/>
                      </a:cubicBezTo>
                      <a:close/>
                      <a:moveTo>
                        <a:pt x="168" y="104"/>
                      </a:moveTo>
                      <a:cubicBezTo>
                        <a:pt x="56" y="104"/>
                        <a:pt x="56" y="104"/>
                        <a:pt x="56" y="104"/>
                      </a:cubicBezTo>
                      <a:cubicBezTo>
                        <a:pt x="56" y="88"/>
                        <a:pt x="56" y="88"/>
                        <a:pt x="56" y="88"/>
                      </a:cubicBezTo>
                      <a:cubicBezTo>
                        <a:pt x="168" y="88"/>
                        <a:pt x="168" y="88"/>
                        <a:pt x="168" y="88"/>
                      </a:cubicBezTo>
                      <a:lnTo>
                        <a:pt x="168" y="104"/>
                      </a:lnTo>
                      <a:close/>
                      <a:moveTo>
                        <a:pt x="168" y="72"/>
                      </a:moveTo>
                      <a:cubicBezTo>
                        <a:pt x="56" y="72"/>
                        <a:pt x="56" y="72"/>
                        <a:pt x="56" y="72"/>
                      </a:cubicBezTo>
                      <a:cubicBezTo>
                        <a:pt x="56" y="56"/>
                        <a:pt x="56" y="56"/>
                        <a:pt x="56" y="56"/>
                      </a:cubicBezTo>
                      <a:cubicBezTo>
                        <a:pt x="168" y="56"/>
                        <a:pt x="168" y="56"/>
                        <a:pt x="168" y="56"/>
                      </a:cubicBezTo>
                      <a:lnTo>
                        <a:pt x="168" y="72"/>
                      </a:lnTo>
                      <a:close/>
                    </a:path>
                  </a:pathLst>
                </a:custGeom>
                <a:solidFill>
                  <a:srgbClr val="FA817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121920" tIns="60960" rIns="121920" bIns="6096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l" defTabSz="1219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1" name="Rectangle 110"/>
                <p:cNvSpPr>
                  <a:spLocks noChangeArrowheads="1"/>
                </p:cNvSpPr>
                <p:nvPr/>
              </p:nvSpPr>
              <p:spPr bwMode="auto">
                <a:xfrm flipH="1">
                  <a:off x="731016" y="1937200"/>
                  <a:ext cx="51922" cy="51924"/>
                </a:xfrm>
                <a:prstGeom prst="rect">
                  <a:avLst/>
                </a:prstGeom>
                <a:solidFill>
                  <a:srgbClr val="FA817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121920" tIns="60960" rIns="121920" bIns="6096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l" defTabSz="1219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2" name="Rectangle 111"/>
                <p:cNvSpPr>
                  <a:spLocks noChangeArrowheads="1"/>
                </p:cNvSpPr>
                <p:nvPr/>
              </p:nvSpPr>
              <p:spPr bwMode="auto">
                <a:xfrm flipH="1">
                  <a:off x="731016" y="2013001"/>
                  <a:ext cx="51922" cy="52615"/>
                </a:xfrm>
                <a:prstGeom prst="rect">
                  <a:avLst/>
                </a:prstGeom>
                <a:solidFill>
                  <a:srgbClr val="FA817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121920" tIns="60960" rIns="121920" bIns="6096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l" defTabSz="1219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</p:grpSp>
        <p:sp>
          <p:nvSpPr>
            <p:cNvPr id="51" name="矩形 50"/>
            <p:cNvSpPr/>
            <p:nvPr/>
          </p:nvSpPr>
          <p:spPr>
            <a:xfrm>
              <a:off x="9760290" y="916528"/>
              <a:ext cx="996247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PART 04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 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82" name="组合 81"/>
          <p:cNvGrpSpPr/>
          <p:nvPr userDrawn="1"/>
        </p:nvGrpSpPr>
        <p:grpSpPr>
          <a:xfrm>
            <a:off x="10958302" y="285728"/>
            <a:ext cx="996377" cy="1000132"/>
            <a:chOff x="10956875" y="285728"/>
            <a:chExt cx="996247" cy="1000132"/>
          </a:xfrm>
        </p:grpSpPr>
        <p:grpSp>
          <p:nvGrpSpPr>
            <p:cNvPr id="74" name="组合 66"/>
            <p:cNvGrpSpPr/>
            <p:nvPr/>
          </p:nvGrpSpPr>
          <p:grpSpPr>
            <a:xfrm>
              <a:off x="11156138" y="285728"/>
              <a:ext cx="597720" cy="597720"/>
              <a:chOff x="9881420" y="2714620"/>
              <a:chExt cx="784512" cy="784512"/>
            </a:xfrm>
          </p:grpSpPr>
          <p:sp>
            <p:nvSpPr>
              <p:cNvPr id="76" name="椭圆 75"/>
              <p:cNvSpPr/>
              <p:nvPr/>
            </p:nvSpPr>
            <p:spPr>
              <a:xfrm>
                <a:off x="9881420" y="2714620"/>
                <a:ext cx="784512" cy="784512"/>
              </a:xfrm>
              <a:prstGeom prst="ellipse">
                <a:avLst/>
              </a:prstGeom>
              <a:solidFill>
                <a:srgbClr val="EEEEEE"/>
              </a:solidFill>
              <a:ln>
                <a:solidFill>
                  <a:schemeClr val="bg1"/>
                </a:solidFill>
              </a:ln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25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7" name="Freeform 9"/>
              <p:cNvSpPr>
                <a:spLocks noEditPoints="1"/>
              </p:cNvSpPr>
              <p:nvPr/>
            </p:nvSpPr>
            <p:spPr bwMode="auto">
              <a:xfrm>
                <a:off x="10009309" y="2843474"/>
                <a:ext cx="528735" cy="526804"/>
              </a:xfrm>
              <a:custGeom>
                <a:avLst/>
                <a:gdLst>
                  <a:gd name="T0" fmla="*/ 86 w 116"/>
                  <a:gd name="T1" fmla="*/ 17 h 116"/>
                  <a:gd name="T2" fmla="*/ 8 w 116"/>
                  <a:gd name="T3" fmla="*/ 45 h 116"/>
                  <a:gd name="T4" fmla="*/ 11 w 116"/>
                  <a:gd name="T5" fmla="*/ 50 h 116"/>
                  <a:gd name="T6" fmla="*/ 12 w 116"/>
                  <a:gd name="T7" fmla="*/ 59 h 116"/>
                  <a:gd name="T8" fmla="*/ 16 w 116"/>
                  <a:gd name="T9" fmla="*/ 69 h 116"/>
                  <a:gd name="T10" fmla="*/ 20 w 116"/>
                  <a:gd name="T11" fmla="*/ 77 h 116"/>
                  <a:gd name="T12" fmla="*/ 24 w 116"/>
                  <a:gd name="T13" fmla="*/ 83 h 116"/>
                  <a:gd name="T14" fmla="*/ 27 w 116"/>
                  <a:gd name="T15" fmla="*/ 98 h 116"/>
                  <a:gd name="T16" fmla="*/ 33 w 116"/>
                  <a:gd name="T17" fmla="*/ 105 h 116"/>
                  <a:gd name="T18" fmla="*/ 34 w 116"/>
                  <a:gd name="T19" fmla="*/ 101 h 116"/>
                  <a:gd name="T20" fmla="*/ 37 w 116"/>
                  <a:gd name="T21" fmla="*/ 93 h 116"/>
                  <a:gd name="T22" fmla="*/ 41 w 116"/>
                  <a:gd name="T23" fmla="*/ 83 h 116"/>
                  <a:gd name="T24" fmla="*/ 49 w 116"/>
                  <a:gd name="T25" fmla="*/ 73 h 116"/>
                  <a:gd name="T26" fmla="*/ 53 w 116"/>
                  <a:gd name="T27" fmla="*/ 66 h 116"/>
                  <a:gd name="T28" fmla="*/ 45 w 116"/>
                  <a:gd name="T29" fmla="*/ 61 h 116"/>
                  <a:gd name="T30" fmla="*/ 38 w 116"/>
                  <a:gd name="T31" fmla="*/ 58 h 116"/>
                  <a:gd name="T32" fmla="*/ 33 w 116"/>
                  <a:gd name="T33" fmla="*/ 51 h 116"/>
                  <a:gd name="T34" fmla="*/ 25 w 116"/>
                  <a:gd name="T35" fmla="*/ 47 h 116"/>
                  <a:gd name="T36" fmla="*/ 17 w 116"/>
                  <a:gd name="T37" fmla="*/ 49 h 116"/>
                  <a:gd name="T38" fmla="*/ 13 w 116"/>
                  <a:gd name="T39" fmla="*/ 44 h 116"/>
                  <a:gd name="T40" fmla="*/ 12 w 116"/>
                  <a:gd name="T41" fmla="*/ 37 h 116"/>
                  <a:gd name="T42" fmla="*/ 8 w 116"/>
                  <a:gd name="T43" fmla="*/ 37 h 116"/>
                  <a:gd name="T44" fmla="*/ 12 w 116"/>
                  <a:gd name="T45" fmla="*/ 30 h 116"/>
                  <a:gd name="T46" fmla="*/ 18 w 116"/>
                  <a:gd name="T47" fmla="*/ 30 h 116"/>
                  <a:gd name="T48" fmla="*/ 24 w 116"/>
                  <a:gd name="T49" fmla="*/ 25 h 116"/>
                  <a:gd name="T50" fmla="*/ 30 w 116"/>
                  <a:gd name="T51" fmla="*/ 18 h 116"/>
                  <a:gd name="T52" fmla="*/ 32 w 116"/>
                  <a:gd name="T53" fmla="*/ 15 h 116"/>
                  <a:gd name="T54" fmla="*/ 42 w 116"/>
                  <a:gd name="T55" fmla="*/ 12 h 116"/>
                  <a:gd name="T56" fmla="*/ 34 w 116"/>
                  <a:gd name="T57" fmla="*/ 8 h 116"/>
                  <a:gd name="T58" fmla="*/ 32 w 116"/>
                  <a:gd name="T59" fmla="*/ 8 h 116"/>
                  <a:gd name="T60" fmla="*/ 49 w 116"/>
                  <a:gd name="T61" fmla="*/ 2 h 116"/>
                  <a:gd name="T62" fmla="*/ 56 w 116"/>
                  <a:gd name="T63" fmla="*/ 5 h 116"/>
                  <a:gd name="T64" fmla="*/ 82 w 116"/>
                  <a:gd name="T65" fmla="*/ 6 h 116"/>
                  <a:gd name="T66" fmla="*/ 79 w 116"/>
                  <a:gd name="T67" fmla="*/ 11 h 116"/>
                  <a:gd name="T68" fmla="*/ 85 w 116"/>
                  <a:gd name="T69" fmla="*/ 19 h 116"/>
                  <a:gd name="T70" fmla="*/ 89 w 116"/>
                  <a:gd name="T71" fmla="*/ 19 h 116"/>
                  <a:gd name="T72" fmla="*/ 93 w 116"/>
                  <a:gd name="T73" fmla="*/ 17 h 116"/>
                  <a:gd name="T74" fmla="*/ 97 w 116"/>
                  <a:gd name="T75" fmla="*/ 23 h 116"/>
                  <a:gd name="T76" fmla="*/ 101 w 116"/>
                  <a:gd name="T77" fmla="*/ 27 h 116"/>
                  <a:gd name="T78" fmla="*/ 95 w 116"/>
                  <a:gd name="T79" fmla="*/ 27 h 116"/>
                  <a:gd name="T80" fmla="*/ 89 w 116"/>
                  <a:gd name="T81" fmla="*/ 25 h 116"/>
                  <a:gd name="T82" fmla="*/ 81 w 116"/>
                  <a:gd name="T83" fmla="*/ 24 h 116"/>
                  <a:gd name="T84" fmla="*/ 74 w 116"/>
                  <a:gd name="T85" fmla="*/ 30 h 116"/>
                  <a:gd name="T86" fmla="*/ 70 w 116"/>
                  <a:gd name="T87" fmla="*/ 39 h 116"/>
                  <a:gd name="T88" fmla="*/ 73 w 116"/>
                  <a:gd name="T89" fmla="*/ 50 h 116"/>
                  <a:gd name="T90" fmla="*/ 82 w 116"/>
                  <a:gd name="T91" fmla="*/ 53 h 116"/>
                  <a:gd name="T92" fmla="*/ 91 w 116"/>
                  <a:gd name="T93" fmla="*/ 53 h 116"/>
                  <a:gd name="T94" fmla="*/ 95 w 116"/>
                  <a:gd name="T95" fmla="*/ 61 h 116"/>
                  <a:gd name="T96" fmla="*/ 96 w 116"/>
                  <a:gd name="T97" fmla="*/ 71 h 116"/>
                  <a:gd name="T98" fmla="*/ 95 w 116"/>
                  <a:gd name="T99" fmla="*/ 81 h 116"/>
                  <a:gd name="T100" fmla="*/ 100 w 116"/>
                  <a:gd name="T101" fmla="*/ 90 h 116"/>
                  <a:gd name="T102" fmla="*/ 107 w 116"/>
                  <a:gd name="T103" fmla="*/ 82 h 116"/>
                  <a:gd name="T104" fmla="*/ 112 w 116"/>
                  <a:gd name="T105" fmla="*/ 69 h 116"/>
                  <a:gd name="T106" fmla="*/ 114 w 116"/>
                  <a:gd name="T107" fmla="*/ 53 h 116"/>
                  <a:gd name="T108" fmla="*/ 109 w 116"/>
                  <a:gd name="T109" fmla="*/ 39 h 116"/>
                  <a:gd name="T110" fmla="*/ 105 w 116"/>
                  <a:gd name="T111" fmla="*/ 32 h 116"/>
                  <a:gd name="T112" fmla="*/ 111 w 116"/>
                  <a:gd name="T113" fmla="*/ 41 h 116"/>
                  <a:gd name="T114" fmla="*/ 79 w 116"/>
                  <a:gd name="T115" fmla="*/ 10 h 116"/>
                  <a:gd name="T116" fmla="*/ 75 w 116"/>
                  <a:gd name="T117" fmla="*/ 5 h 116"/>
                  <a:gd name="T118" fmla="*/ 76 w 116"/>
                  <a:gd name="T119" fmla="*/ 9 h 116"/>
                  <a:gd name="T120" fmla="*/ 73 w 116"/>
                  <a:gd name="T121" fmla="*/ 4 h 116"/>
                  <a:gd name="T122" fmla="*/ 109 w 116"/>
                  <a:gd name="T123" fmla="*/ 82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16" h="116">
                    <a:moveTo>
                      <a:pt x="6" y="33"/>
                    </a:moveTo>
                    <a:cubicBezTo>
                      <a:pt x="6" y="33"/>
                      <a:pt x="6" y="33"/>
                      <a:pt x="6" y="33"/>
                    </a:cubicBezTo>
                    <a:cubicBezTo>
                      <a:pt x="6" y="33"/>
                      <a:pt x="6" y="33"/>
                      <a:pt x="5" y="34"/>
                    </a:cubicBezTo>
                    <a:cubicBezTo>
                      <a:pt x="6" y="34"/>
                      <a:pt x="6" y="34"/>
                      <a:pt x="6" y="34"/>
                    </a:cubicBezTo>
                    <a:cubicBezTo>
                      <a:pt x="6" y="34"/>
                      <a:pt x="6" y="34"/>
                      <a:pt x="6" y="34"/>
                    </a:cubicBezTo>
                    <a:cubicBezTo>
                      <a:pt x="6" y="34"/>
                      <a:pt x="6" y="34"/>
                      <a:pt x="6" y="33"/>
                    </a:cubicBezTo>
                    <a:close/>
                    <a:moveTo>
                      <a:pt x="5" y="35"/>
                    </a:moveTo>
                    <a:cubicBezTo>
                      <a:pt x="5" y="35"/>
                      <a:pt x="5" y="35"/>
                      <a:pt x="5" y="35"/>
                    </a:cubicBezTo>
                    <a:cubicBezTo>
                      <a:pt x="5" y="35"/>
                      <a:pt x="5" y="34"/>
                      <a:pt x="5" y="34"/>
                    </a:cubicBezTo>
                    <a:cubicBezTo>
                      <a:pt x="5" y="34"/>
                      <a:pt x="5" y="34"/>
                      <a:pt x="5" y="34"/>
                    </a:cubicBezTo>
                    <a:cubicBezTo>
                      <a:pt x="5" y="34"/>
                      <a:pt x="5" y="34"/>
                      <a:pt x="5" y="35"/>
                    </a:cubicBezTo>
                    <a:cubicBezTo>
                      <a:pt x="5" y="35"/>
                      <a:pt x="5" y="35"/>
                      <a:pt x="5" y="35"/>
                    </a:cubicBezTo>
                    <a:close/>
                    <a:moveTo>
                      <a:pt x="88" y="18"/>
                    </a:moveTo>
                    <a:cubicBezTo>
                      <a:pt x="88" y="18"/>
                      <a:pt x="88" y="18"/>
                      <a:pt x="88" y="18"/>
                    </a:cubicBezTo>
                    <a:cubicBezTo>
                      <a:pt x="88" y="18"/>
                      <a:pt x="88" y="18"/>
                      <a:pt x="88" y="18"/>
                    </a:cubicBezTo>
                    <a:cubicBezTo>
                      <a:pt x="88" y="18"/>
                      <a:pt x="88" y="18"/>
                      <a:pt x="88" y="18"/>
                    </a:cubicBezTo>
                    <a:cubicBezTo>
                      <a:pt x="88" y="18"/>
                      <a:pt x="88" y="18"/>
                      <a:pt x="88" y="18"/>
                    </a:cubicBezTo>
                    <a:cubicBezTo>
                      <a:pt x="88" y="17"/>
                      <a:pt x="87" y="17"/>
                      <a:pt x="87" y="17"/>
                    </a:cubicBezTo>
                    <a:cubicBezTo>
                      <a:pt x="87" y="17"/>
                      <a:pt x="87" y="17"/>
                      <a:pt x="87" y="17"/>
                    </a:cubicBezTo>
                    <a:cubicBezTo>
                      <a:pt x="87" y="17"/>
                      <a:pt x="87" y="17"/>
                      <a:pt x="87" y="17"/>
                    </a:cubicBezTo>
                    <a:cubicBezTo>
                      <a:pt x="86" y="17"/>
                      <a:pt x="86" y="17"/>
                      <a:pt x="86" y="17"/>
                    </a:cubicBezTo>
                    <a:cubicBezTo>
                      <a:pt x="86" y="17"/>
                      <a:pt x="86" y="17"/>
                      <a:pt x="86" y="17"/>
                    </a:cubicBezTo>
                    <a:cubicBezTo>
                      <a:pt x="86" y="16"/>
                      <a:pt x="86" y="16"/>
                      <a:pt x="86" y="16"/>
                    </a:cubicBezTo>
                    <a:cubicBezTo>
                      <a:pt x="86" y="16"/>
                      <a:pt x="86" y="16"/>
                      <a:pt x="86" y="16"/>
                    </a:cubicBezTo>
                    <a:cubicBezTo>
                      <a:pt x="86" y="16"/>
                      <a:pt x="86" y="16"/>
                      <a:pt x="85" y="16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86" y="17"/>
                      <a:pt x="86" y="17"/>
                      <a:pt x="86" y="17"/>
                    </a:cubicBezTo>
                    <a:cubicBezTo>
                      <a:pt x="87" y="17"/>
                      <a:pt x="87" y="17"/>
                      <a:pt x="87" y="17"/>
                    </a:cubicBezTo>
                    <a:cubicBezTo>
                      <a:pt x="87" y="18"/>
                      <a:pt x="87" y="18"/>
                      <a:pt x="87" y="18"/>
                    </a:cubicBezTo>
                    <a:cubicBezTo>
                      <a:pt x="86" y="18"/>
                      <a:pt x="87" y="18"/>
                      <a:pt x="87" y="18"/>
                    </a:cubicBezTo>
                    <a:cubicBezTo>
                      <a:pt x="87" y="18"/>
                      <a:pt x="87" y="18"/>
                      <a:pt x="87" y="18"/>
                    </a:cubicBezTo>
                    <a:cubicBezTo>
                      <a:pt x="87" y="18"/>
                      <a:pt x="87" y="18"/>
                      <a:pt x="87" y="18"/>
                    </a:cubicBezTo>
                    <a:cubicBezTo>
                      <a:pt x="87" y="18"/>
                      <a:pt x="87" y="18"/>
                      <a:pt x="87" y="18"/>
                    </a:cubicBezTo>
                    <a:cubicBezTo>
                      <a:pt x="88" y="18"/>
                      <a:pt x="88" y="18"/>
                      <a:pt x="88" y="18"/>
                    </a:cubicBezTo>
                    <a:cubicBezTo>
                      <a:pt x="88" y="18"/>
                      <a:pt x="88" y="18"/>
                      <a:pt x="88" y="18"/>
                    </a:cubicBezTo>
                    <a:cubicBezTo>
                      <a:pt x="88" y="18"/>
                      <a:pt x="88" y="18"/>
                      <a:pt x="88" y="18"/>
                    </a:cubicBezTo>
                    <a:close/>
                    <a:moveTo>
                      <a:pt x="112" y="37"/>
                    </a:moveTo>
                    <a:cubicBezTo>
                      <a:pt x="114" y="44"/>
                      <a:pt x="116" y="51"/>
                      <a:pt x="116" y="58"/>
                    </a:cubicBezTo>
                    <a:cubicBezTo>
                      <a:pt x="116" y="90"/>
                      <a:pt x="90" y="116"/>
                      <a:pt x="58" y="116"/>
                    </a:cubicBezTo>
                    <a:cubicBezTo>
                      <a:pt x="26" y="116"/>
                      <a:pt x="0" y="90"/>
                      <a:pt x="0" y="58"/>
                    </a:cubicBezTo>
                    <a:cubicBezTo>
                      <a:pt x="0" y="50"/>
                      <a:pt x="2" y="42"/>
                      <a:pt x="5" y="35"/>
                    </a:cubicBezTo>
                    <a:cubicBezTo>
                      <a:pt x="5" y="42"/>
                      <a:pt x="5" y="42"/>
                      <a:pt x="5" y="42"/>
                    </a:cubicBezTo>
                    <a:cubicBezTo>
                      <a:pt x="5" y="42"/>
                      <a:pt x="5" y="42"/>
                      <a:pt x="5" y="42"/>
                    </a:cubicBezTo>
                    <a:cubicBezTo>
                      <a:pt x="5" y="42"/>
                      <a:pt x="5" y="42"/>
                      <a:pt x="5" y="42"/>
                    </a:cubicBezTo>
                    <a:cubicBezTo>
                      <a:pt x="5" y="42"/>
                      <a:pt x="5" y="42"/>
                      <a:pt x="5" y="42"/>
                    </a:cubicBezTo>
                    <a:cubicBezTo>
                      <a:pt x="6" y="42"/>
                      <a:pt x="6" y="42"/>
                      <a:pt x="6" y="42"/>
                    </a:cubicBezTo>
                    <a:cubicBezTo>
                      <a:pt x="6" y="43"/>
                      <a:pt x="6" y="43"/>
                      <a:pt x="6" y="43"/>
                    </a:cubicBezTo>
                    <a:cubicBezTo>
                      <a:pt x="6" y="43"/>
                      <a:pt x="7" y="43"/>
                      <a:pt x="7" y="43"/>
                    </a:cubicBezTo>
                    <a:cubicBezTo>
                      <a:pt x="7" y="43"/>
                      <a:pt x="7" y="43"/>
                      <a:pt x="7" y="43"/>
                    </a:cubicBezTo>
                    <a:cubicBezTo>
                      <a:pt x="7" y="43"/>
                      <a:pt x="7" y="43"/>
                      <a:pt x="7" y="43"/>
                    </a:cubicBezTo>
                    <a:cubicBezTo>
                      <a:pt x="7" y="43"/>
                      <a:pt x="7" y="43"/>
                      <a:pt x="7" y="43"/>
                    </a:cubicBezTo>
                    <a:cubicBezTo>
                      <a:pt x="7" y="43"/>
                      <a:pt x="7" y="44"/>
                      <a:pt x="7" y="44"/>
                    </a:cubicBezTo>
                    <a:cubicBezTo>
                      <a:pt x="7" y="44"/>
                      <a:pt x="7" y="44"/>
                      <a:pt x="7" y="44"/>
                    </a:cubicBezTo>
                    <a:cubicBezTo>
                      <a:pt x="8" y="44"/>
                      <a:pt x="8" y="44"/>
                      <a:pt x="8" y="45"/>
                    </a:cubicBezTo>
                    <a:cubicBezTo>
                      <a:pt x="8" y="45"/>
                      <a:pt x="8" y="45"/>
                      <a:pt x="8" y="45"/>
                    </a:cubicBezTo>
                    <a:cubicBezTo>
                      <a:pt x="8" y="45"/>
                      <a:pt x="8" y="45"/>
                      <a:pt x="8" y="45"/>
                    </a:cubicBezTo>
                    <a:cubicBezTo>
                      <a:pt x="8" y="45"/>
                      <a:pt x="8" y="45"/>
                      <a:pt x="8" y="45"/>
                    </a:cubicBezTo>
                    <a:cubicBezTo>
                      <a:pt x="8" y="45"/>
                      <a:pt x="8" y="45"/>
                      <a:pt x="9" y="45"/>
                    </a:cubicBezTo>
                    <a:cubicBezTo>
                      <a:pt x="9" y="45"/>
                      <a:pt x="9" y="45"/>
                      <a:pt x="9" y="45"/>
                    </a:cubicBezTo>
                    <a:cubicBezTo>
                      <a:pt x="9" y="45"/>
                      <a:pt x="9" y="45"/>
                      <a:pt x="9" y="45"/>
                    </a:cubicBezTo>
                    <a:cubicBezTo>
                      <a:pt x="9" y="45"/>
                      <a:pt x="9" y="45"/>
                      <a:pt x="9" y="45"/>
                    </a:cubicBezTo>
                    <a:cubicBezTo>
                      <a:pt x="9" y="45"/>
                      <a:pt x="9" y="45"/>
                      <a:pt x="9" y="45"/>
                    </a:cubicBezTo>
                    <a:cubicBezTo>
                      <a:pt x="9" y="45"/>
                      <a:pt x="9" y="45"/>
                      <a:pt x="9" y="45"/>
                    </a:cubicBezTo>
                    <a:cubicBezTo>
                      <a:pt x="9" y="45"/>
                      <a:pt x="9" y="45"/>
                      <a:pt x="9" y="45"/>
                    </a:cubicBezTo>
                    <a:cubicBezTo>
                      <a:pt x="9" y="46"/>
                      <a:pt x="9" y="46"/>
                      <a:pt x="9" y="46"/>
                    </a:cubicBezTo>
                    <a:cubicBezTo>
                      <a:pt x="10" y="46"/>
                      <a:pt x="10" y="46"/>
                      <a:pt x="10" y="46"/>
                    </a:cubicBezTo>
                    <a:cubicBezTo>
                      <a:pt x="10" y="46"/>
                      <a:pt x="10" y="46"/>
                      <a:pt x="10" y="46"/>
                    </a:cubicBezTo>
                    <a:cubicBezTo>
                      <a:pt x="10" y="46"/>
                      <a:pt x="10" y="46"/>
                      <a:pt x="10" y="46"/>
                    </a:cubicBezTo>
                    <a:cubicBezTo>
                      <a:pt x="10" y="46"/>
                      <a:pt x="10" y="46"/>
                      <a:pt x="10" y="47"/>
                    </a:cubicBezTo>
                    <a:cubicBezTo>
                      <a:pt x="10" y="47"/>
                      <a:pt x="10" y="47"/>
                      <a:pt x="10" y="47"/>
                    </a:cubicBezTo>
                    <a:cubicBezTo>
                      <a:pt x="10" y="47"/>
                      <a:pt x="10" y="47"/>
                      <a:pt x="10" y="47"/>
                    </a:cubicBezTo>
                    <a:cubicBezTo>
                      <a:pt x="10" y="47"/>
                      <a:pt x="10" y="47"/>
                      <a:pt x="10" y="47"/>
                    </a:cubicBezTo>
                    <a:cubicBezTo>
                      <a:pt x="11" y="47"/>
                      <a:pt x="11" y="47"/>
                      <a:pt x="11" y="47"/>
                    </a:cubicBezTo>
                    <a:cubicBezTo>
                      <a:pt x="11" y="47"/>
                      <a:pt x="11" y="47"/>
                      <a:pt x="11" y="47"/>
                    </a:cubicBezTo>
                    <a:cubicBezTo>
                      <a:pt x="11" y="48"/>
                      <a:pt x="11" y="48"/>
                      <a:pt x="11" y="48"/>
                    </a:cubicBezTo>
                    <a:cubicBezTo>
                      <a:pt x="11" y="48"/>
                      <a:pt x="11" y="49"/>
                      <a:pt x="11" y="49"/>
                    </a:cubicBezTo>
                    <a:cubicBezTo>
                      <a:pt x="11" y="49"/>
                      <a:pt x="11" y="49"/>
                      <a:pt x="11" y="49"/>
                    </a:cubicBezTo>
                    <a:cubicBezTo>
                      <a:pt x="11" y="49"/>
                      <a:pt x="11" y="49"/>
                      <a:pt x="11" y="49"/>
                    </a:cubicBezTo>
                    <a:cubicBezTo>
                      <a:pt x="11" y="49"/>
                      <a:pt x="11" y="49"/>
                      <a:pt x="11" y="49"/>
                    </a:cubicBezTo>
                    <a:cubicBezTo>
                      <a:pt x="11" y="50"/>
                      <a:pt x="11" y="50"/>
                      <a:pt x="11" y="50"/>
                    </a:cubicBezTo>
                    <a:cubicBezTo>
                      <a:pt x="11" y="50"/>
                      <a:pt x="11" y="50"/>
                      <a:pt x="11" y="50"/>
                    </a:cubicBezTo>
                    <a:cubicBezTo>
                      <a:pt x="11" y="50"/>
                      <a:pt x="11" y="50"/>
                      <a:pt x="11" y="50"/>
                    </a:cubicBezTo>
                    <a:cubicBezTo>
                      <a:pt x="11" y="50"/>
                      <a:pt x="11" y="50"/>
                      <a:pt x="11" y="50"/>
                    </a:cubicBezTo>
                    <a:cubicBezTo>
                      <a:pt x="11" y="50"/>
                      <a:pt x="11" y="50"/>
                      <a:pt x="11" y="50"/>
                    </a:cubicBezTo>
                    <a:cubicBezTo>
                      <a:pt x="13" y="50"/>
                      <a:pt x="13" y="50"/>
                      <a:pt x="13" y="50"/>
                    </a:cubicBezTo>
                    <a:cubicBezTo>
                      <a:pt x="13" y="50"/>
                      <a:pt x="13" y="50"/>
                      <a:pt x="13" y="50"/>
                    </a:cubicBezTo>
                    <a:cubicBezTo>
                      <a:pt x="13" y="50"/>
                      <a:pt x="13" y="50"/>
                      <a:pt x="13" y="50"/>
                    </a:cubicBezTo>
                    <a:cubicBezTo>
                      <a:pt x="13" y="50"/>
                      <a:pt x="13" y="50"/>
                      <a:pt x="13" y="50"/>
                    </a:cubicBezTo>
                    <a:cubicBezTo>
                      <a:pt x="13" y="51"/>
                      <a:pt x="13" y="51"/>
                      <a:pt x="13" y="51"/>
                    </a:cubicBezTo>
                    <a:cubicBezTo>
                      <a:pt x="13" y="51"/>
                      <a:pt x="14" y="51"/>
                      <a:pt x="14" y="51"/>
                    </a:cubicBezTo>
                    <a:cubicBezTo>
                      <a:pt x="14" y="51"/>
                      <a:pt x="14" y="52"/>
                      <a:pt x="14" y="52"/>
                    </a:cubicBezTo>
                    <a:cubicBezTo>
                      <a:pt x="14" y="52"/>
                      <a:pt x="14" y="52"/>
                      <a:pt x="14" y="52"/>
                    </a:cubicBezTo>
                    <a:cubicBezTo>
                      <a:pt x="14" y="52"/>
                      <a:pt x="14" y="53"/>
                      <a:pt x="14" y="53"/>
                    </a:cubicBezTo>
                    <a:cubicBezTo>
                      <a:pt x="14" y="53"/>
                      <a:pt x="14" y="53"/>
                      <a:pt x="14" y="53"/>
                    </a:cubicBezTo>
                    <a:cubicBezTo>
                      <a:pt x="14" y="53"/>
                      <a:pt x="14" y="53"/>
                      <a:pt x="14" y="53"/>
                    </a:cubicBezTo>
                    <a:cubicBezTo>
                      <a:pt x="15" y="53"/>
                      <a:pt x="15" y="53"/>
                      <a:pt x="15" y="54"/>
                    </a:cubicBezTo>
                    <a:cubicBezTo>
                      <a:pt x="15" y="54"/>
                      <a:pt x="15" y="54"/>
                      <a:pt x="14" y="54"/>
                    </a:cubicBezTo>
                    <a:cubicBezTo>
                      <a:pt x="14" y="54"/>
                      <a:pt x="14" y="54"/>
                      <a:pt x="14" y="54"/>
                    </a:cubicBezTo>
                    <a:cubicBezTo>
                      <a:pt x="14" y="56"/>
                      <a:pt x="14" y="56"/>
                      <a:pt x="14" y="56"/>
                    </a:cubicBezTo>
                    <a:cubicBezTo>
                      <a:pt x="14" y="56"/>
                      <a:pt x="14" y="56"/>
                      <a:pt x="14" y="56"/>
                    </a:cubicBezTo>
                    <a:cubicBezTo>
                      <a:pt x="14" y="56"/>
                      <a:pt x="14" y="56"/>
                      <a:pt x="14" y="56"/>
                    </a:cubicBezTo>
                    <a:cubicBezTo>
                      <a:pt x="13" y="56"/>
                      <a:pt x="13" y="56"/>
                      <a:pt x="13" y="56"/>
                    </a:cubicBezTo>
                    <a:cubicBezTo>
                      <a:pt x="13" y="57"/>
                      <a:pt x="13" y="57"/>
                      <a:pt x="13" y="57"/>
                    </a:cubicBezTo>
                    <a:cubicBezTo>
                      <a:pt x="13" y="57"/>
                      <a:pt x="13" y="57"/>
                      <a:pt x="13" y="57"/>
                    </a:cubicBezTo>
                    <a:cubicBezTo>
                      <a:pt x="13" y="57"/>
                      <a:pt x="13" y="57"/>
                      <a:pt x="13" y="57"/>
                    </a:cubicBezTo>
                    <a:cubicBezTo>
                      <a:pt x="13" y="58"/>
                      <a:pt x="13" y="58"/>
                      <a:pt x="13" y="58"/>
                    </a:cubicBezTo>
                    <a:cubicBezTo>
                      <a:pt x="13" y="58"/>
                      <a:pt x="13" y="58"/>
                      <a:pt x="13" y="58"/>
                    </a:cubicBezTo>
                    <a:cubicBezTo>
                      <a:pt x="13" y="58"/>
                      <a:pt x="13" y="58"/>
                      <a:pt x="13" y="58"/>
                    </a:cubicBezTo>
                    <a:cubicBezTo>
                      <a:pt x="12" y="58"/>
                      <a:pt x="12" y="58"/>
                      <a:pt x="12" y="58"/>
                    </a:cubicBezTo>
                    <a:cubicBezTo>
                      <a:pt x="12" y="59"/>
                      <a:pt x="12" y="59"/>
                      <a:pt x="12" y="59"/>
                    </a:cubicBezTo>
                    <a:cubicBezTo>
                      <a:pt x="12" y="59"/>
                      <a:pt x="12" y="59"/>
                      <a:pt x="12" y="59"/>
                    </a:cubicBezTo>
                    <a:cubicBezTo>
                      <a:pt x="12" y="60"/>
                      <a:pt x="12" y="60"/>
                      <a:pt x="13" y="60"/>
                    </a:cubicBezTo>
                    <a:cubicBezTo>
                      <a:pt x="13" y="60"/>
                      <a:pt x="13" y="60"/>
                      <a:pt x="13" y="60"/>
                    </a:cubicBezTo>
                    <a:cubicBezTo>
                      <a:pt x="13" y="60"/>
                      <a:pt x="13" y="60"/>
                      <a:pt x="13" y="60"/>
                    </a:cubicBezTo>
                    <a:cubicBezTo>
                      <a:pt x="13" y="61"/>
                      <a:pt x="13" y="61"/>
                      <a:pt x="13" y="61"/>
                    </a:cubicBezTo>
                    <a:cubicBezTo>
                      <a:pt x="12" y="61"/>
                      <a:pt x="12" y="61"/>
                      <a:pt x="12" y="61"/>
                    </a:cubicBezTo>
                    <a:cubicBezTo>
                      <a:pt x="12" y="61"/>
                      <a:pt x="12" y="61"/>
                      <a:pt x="12" y="61"/>
                    </a:cubicBezTo>
                    <a:cubicBezTo>
                      <a:pt x="12" y="61"/>
                      <a:pt x="12" y="62"/>
                      <a:pt x="12" y="62"/>
                    </a:cubicBezTo>
                    <a:cubicBezTo>
                      <a:pt x="12" y="62"/>
                      <a:pt x="12" y="62"/>
                      <a:pt x="12" y="62"/>
                    </a:cubicBezTo>
                    <a:cubicBezTo>
                      <a:pt x="12" y="62"/>
                      <a:pt x="12" y="62"/>
                      <a:pt x="12" y="62"/>
                    </a:cubicBezTo>
                    <a:cubicBezTo>
                      <a:pt x="12" y="63"/>
                      <a:pt x="12" y="63"/>
                      <a:pt x="12" y="63"/>
                    </a:cubicBezTo>
                    <a:cubicBezTo>
                      <a:pt x="12" y="63"/>
                      <a:pt x="12" y="63"/>
                      <a:pt x="12" y="63"/>
                    </a:cubicBezTo>
                    <a:cubicBezTo>
                      <a:pt x="12" y="64"/>
                      <a:pt x="12" y="64"/>
                      <a:pt x="12" y="64"/>
                    </a:cubicBezTo>
                    <a:cubicBezTo>
                      <a:pt x="12" y="64"/>
                      <a:pt x="13" y="64"/>
                      <a:pt x="13" y="65"/>
                    </a:cubicBezTo>
                    <a:cubicBezTo>
                      <a:pt x="13" y="65"/>
                      <a:pt x="13" y="65"/>
                      <a:pt x="14" y="66"/>
                    </a:cubicBezTo>
                    <a:cubicBezTo>
                      <a:pt x="14" y="66"/>
                      <a:pt x="14" y="66"/>
                      <a:pt x="14" y="66"/>
                    </a:cubicBezTo>
                    <a:cubicBezTo>
                      <a:pt x="14" y="66"/>
                      <a:pt x="14" y="67"/>
                      <a:pt x="14" y="67"/>
                    </a:cubicBezTo>
                    <a:cubicBezTo>
                      <a:pt x="14" y="67"/>
                      <a:pt x="14" y="67"/>
                      <a:pt x="14" y="67"/>
                    </a:cubicBezTo>
                    <a:cubicBezTo>
                      <a:pt x="14" y="67"/>
                      <a:pt x="14" y="68"/>
                      <a:pt x="15" y="68"/>
                    </a:cubicBezTo>
                    <a:cubicBezTo>
                      <a:pt x="15" y="68"/>
                      <a:pt x="15" y="68"/>
                      <a:pt x="15" y="68"/>
                    </a:cubicBezTo>
                    <a:cubicBezTo>
                      <a:pt x="15" y="68"/>
                      <a:pt x="15" y="68"/>
                      <a:pt x="15" y="68"/>
                    </a:cubicBezTo>
                    <a:cubicBezTo>
                      <a:pt x="15" y="68"/>
                      <a:pt x="15" y="68"/>
                      <a:pt x="15" y="68"/>
                    </a:cubicBezTo>
                    <a:cubicBezTo>
                      <a:pt x="15" y="68"/>
                      <a:pt x="15" y="68"/>
                      <a:pt x="15" y="68"/>
                    </a:cubicBezTo>
                    <a:cubicBezTo>
                      <a:pt x="15" y="68"/>
                      <a:pt x="15" y="68"/>
                      <a:pt x="15" y="68"/>
                    </a:cubicBezTo>
                    <a:cubicBezTo>
                      <a:pt x="15" y="68"/>
                      <a:pt x="15" y="68"/>
                      <a:pt x="15" y="68"/>
                    </a:cubicBezTo>
                    <a:cubicBezTo>
                      <a:pt x="15" y="69"/>
                      <a:pt x="15" y="69"/>
                      <a:pt x="15" y="69"/>
                    </a:cubicBezTo>
                    <a:cubicBezTo>
                      <a:pt x="15" y="69"/>
                      <a:pt x="15" y="69"/>
                      <a:pt x="15" y="69"/>
                    </a:cubicBezTo>
                    <a:cubicBezTo>
                      <a:pt x="15" y="69"/>
                      <a:pt x="16" y="69"/>
                      <a:pt x="16" y="69"/>
                    </a:cubicBezTo>
                    <a:cubicBezTo>
                      <a:pt x="16" y="69"/>
                      <a:pt x="16" y="69"/>
                      <a:pt x="16" y="69"/>
                    </a:cubicBezTo>
                    <a:cubicBezTo>
                      <a:pt x="16" y="70"/>
                      <a:pt x="16" y="70"/>
                      <a:pt x="16" y="70"/>
                    </a:cubicBezTo>
                    <a:cubicBezTo>
                      <a:pt x="16" y="70"/>
                      <a:pt x="16" y="70"/>
                      <a:pt x="16" y="70"/>
                    </a:cubicBezTo>
                    <a:cubicBezTo>
                      <a:pt x="16" y="70"/>
                      <a:pt x="16" y="70"/>
                      <a:pt x="16" y="70"/>
                    </a:cubicBezTo>
                    <a:cubicBezTo>
                      <a:pt x="16" y="70"/>
                      <a:pt x="16" y="70"/>
                      <a:pt x="16" y="70"/>
                    </a:cubicBezTo>
                    <a:cubicBezTo>
                      <a:pt x="16" y="70"/>
                      <a:pt x="16" y="70"/>
                      <a:pt x="16" y="70"/>
                    </a:cubicBezTo>
                    <a:cubicBezTo>
                      <a:pt x="16" y="70"/>
                      <a:pt x="16" y="71"/>
                      <a:pt x="16" y="71"/>
                    </a:cubicBezTo>
                    <a:cubicBezTo>
                      <a:pt x="16" y="72"/>
                      <a:pt x="16" y="72"/>
                      <a:pt x="16" y="72"/>
                    </a:cubicBezTo>
                    <a:cubicBezTo>
                      <a:pt x="16" y="72"/>
                      <a:pt x="16" y="72"/>
                      <a:pt x="16" y="72"/>
                    </a:cubicBezTo>
                    <a:cubicBezTo>
                      <a:pt x="16" y="72"/>
                      <a:pt x="16" y="72"/>
                      <a:pt x="16" y="72"/>
                    </a:cubicBezTo>
                    <a:cubicBezTo>
                      <a:pt x="16" y="73"/>
                      <a:pt x="16" y="73"/>
                      <a:pt x="16" y="73"/>
                    </a:cubicBezTo>
                    <a:cubicBezTo>
                      <a:pt x="16" y="73"/>
                      <a:pt x="16" y="73"/>
                      <a:pt x="16" y="73"/>
                    </a:cubicBezTo>
                    <a:cubicBezTo>
                      <a:pt x="16" y="73"/>
                      <a:pt x="16" y="73"/>
                      <a:pt x="17" y="73"/>
                    </a:cubicBezTo>
                    <a:cubicBezTo>
                      <a:pt x="17" y="73"/>
                      <a:pt x="17" y="73"/>
                      <a:pt x="17" y="74"/>
                    </a:cubicBezTo>
                    <a:cubicBezTo>
                      <a:pt x="17" y="74"/>
                      <a:pt x="17" y="74"/>
                      <a:pt x="17" y="74"/>
                    </a:cubicBezTo>
                    <a:cubicBezTo>
                      <a:pt x="17" y="74"/>
                      <a:pt x="17" y="74"/>
                      <a:pt x="17" y="74"/>
                    </a:cubicBezTo>
                    <a:cubicBezTo>
                      <a:pt x="17" y="74"/>
                      <a:pt x="17" y="75"/>
                      <a:pt x="17" y="75"/>
                    </a:cubicBezTo>
                    <a:cubicBezTo>
                      <a:pt x="17" y="75"/>
                      <a:pt x="17" y="75"/>
                      <a:pt x="18" y="75"/>
                    </a:cubicBezTo>
                    <a:cubicBezTo>
                      <a:pt x="18" y="75"/>
                      <a:pt x="18" y="75"/>
                      <a:pt x="18" y="75"/>
                    </a:cubicBezTo>
                    <a:cubicBezTo>
                      <a:pt x="18" y="76"/>
                      <a:pt x="18" y="76"/>
                      <a:pt x="18" y="76"/>
                    </a:cubicBezTo>
                    <a:cubicBezTo>
                      <a:pt x="19" y="76"/>
                      <a:pt x="19" y="76"/>
                      <a:pt x="19" y="76"/>
                    </a:cubicBezTo>
                    <a:cubicBezTo>
                      <a:pt x="20" y="76"/>
                      <a:pt x="20" y="76"/>
                      <a:pt x="20" y="76"/>
                    </a:cubicBezTo>
                    <a:cubicBezTo>
                      <a:pt x="20" y="76"/>
                      <a:pt x="20" y="76"/>
                      <a:pt x="20" y="76"/>
                    </a:cubicBezTo>
                    <a:cubicBezTo>
                      <a:pt x="20" y="76"/>
                      <a:pt x="20" y="76"/>
                      <a:pt x="20" y="76"/>
                    </a:cubicBezTo>
                    <a:cubicBezTo>
                      <a:pt x="20" y="77"/>
                      <a:pt x="20" y="77"/>
                      <a:pt x="20" y="77"/>
                    </a:cubicBezTo>
                    <a:cubicBezTo>
                      <a:pt x="20" y="77"/>
                      <a:pt x="20" y="77"/>
                      <a:pt x="20" y="77"/>
                    </a:cubicBezTo>
                    <a:cubicBezTo>
                      <a:pt x="20" y="77"/>
                      <a:pt x="20" y="77"/>
                      <a:pt x="20" y="77"/>
                    </a:cubicBezTo>
                    <a:cubicBezTo>
                      <a:pt x="20" y="77"/>
                      <a:pt x="20" y="77"/>
                      <a:pt x="20" y="77"/>
                    </a:cubicBezTo>
                    <a:cubicBezTo>
                      <a:pt x="20" y="77"/>
                      <a:pt x="20" y="77"/>
                      <a:pt x="20" y="77"/>
                    </a:cubicBezTo>
                    <a:cubicBezTo>
                      <a:pt x="20" y="77"/>
                      <a:pt x="21" y="77"/>
                      <a:pt x="21" y="77"/>
                    </a:cubicBezTo>
                    <a:cubicBezTo>
                      <a:pt x="21" y="77"/>
                      <a:pt x="21" y="77"/>
                      <a:pt x="21" y="77"/>
                    </a:cubicBezTo>
                    <a:cubicBezTo>
                      <a:pt x="21" y="77"/>
                      <a:pt x="21" y="77"/>
                      <a:pt x="21" y="77"/>
                    </a:cubicBezTo>
                    <a:cubicBezTo>
                      <a:pt x="21" y="78"/>
                      <a:pt x="21" y="78"/>
                      <a:pt x="22" y="78"/>
                    </a:cubicBezTo>
                    <a:cubicBezTo>
                      <a:pt x="22" y="78"/>
                      <a:pt x="22" y="78"/>
                      <a:pt x="22" y="78"/>
                    </a:cubicBezTo>
                    <a:cubicBezTo>
                      <a:pt x="22" y="78"/>
                      <a:pt x="22" y="78"/>
                      <a:pt x="22" y="78"/>
                    </a:cubicBezTo>
                    <a:cubicBezTo>
                      <a:pt x="22" y="78"/>
                      <a:pt x="22" y="78"/>
                      <a:pt x="22" y="78"/>
                    </a:cubicBezTo>
                    <a:cubicBezTo>
                      <a:pt x="22" y="78"/>
                      <a:pt x="22" y="78"/>
                      <a:pt x="22" y="78"/>
                    </a:cubicBezTo>
                    <a:cubicBezTo>
                      <a:pt x="22" y="78"/>
                      <a:pt x="22" y="78"/>
                      <a:pt x="22" y="78"/>
                    </a:cubicBezTo>
                    <a:cubicBezTo>
                      <a:pt x="22" y="78"/>
                      <a:pt x="22" y="78"/>
                      <a:pt x="22" y="78"/>
                    </a:cubicBezTo>
                    <a:cubicBezTo>
                      <a:pt x="22" y="78"/>
                      <a:pt x="22" y="79"/>
                      <a:pt x="22" y="79"/>
                    </a:cubicBezTo>
                    <a:cubicBezTo>
                      <a:pt x="22" y="79"/>
                      <a:pt x="22" y="79"/>
                      <a:pt x="22" y="80"/>
                    </a:cubicBezTo>
                    <a:cubicBezTo>
                      <a:pt x="22" y="80"/>
                      <a:pt x="22" y="80"/>
                      <a:pt x="22" y="80"/>
                    </a:cubicBezTo>
                    <a:cubicBezTo>
                      <a:pt x="22" y="80"/>
                      <a:pt x="22" y="80"/>
                      <a:pt x="22" y="80"/>
                    </a:cubicBezTo>
                    <a:cubicBezTo>
                      <a:pt x="22" y="80"/>
                      <a:pt x="22" y="81"/>
                      <a:pt x="23" y="81"/>
                    </a:cubicBezTo>
                    <a:cubicBezTo>
                      <a:pt x="23" y="81"/>
                      <a:pt x="23" y="81"/>
                      <a:pt x="23" y="81"/>
                    </a:cubicBezTo>
                    <a:cubicBezTo>
                      <a:pt x="23" y="81"/>
                      <a:pt x="23" y="81"/>
                      <a:pt x="23" y="81"/>
                    </a:cubicBezTo>
                    <a:cubicBezTo>
                      <a:pt x="23" y="81"/>
                      <a:pt x="23" y="81"/>
                      <a:pt x="23" y="81"/>
                    </a:cubicBezTo>
                    <a:cubicBezTo>
                      <a:pt x="23" y="81"/>
                      <a:pt x="23" y="81"/>
                      <a:pt x="23" y="81"/>
                    </a:cubicBezTo>
                    <a:cubicBezTo>
                      <a:pt x="23" y="81"/>
                      <a:pt x="23" y="82"/>
                      <a:pt x="23" y="82"/>
                    </a:cubicBezTo>
                    <a:cubicBezTo>
                      <a:pt x="23" y="82"/>
                      <a:pt x="23" y="82"/>
                      <a:pt x="23" y="82"/>
                    </a:cubicBezTo>
                    <a:cubicBezTo>
                      <a:pt x="23" y="82"/>
                      <a:pt x="23" y="82"/>
                      <a:pt x="23" y="82"/>
                    </a:cubicBezTo>
                    <a:cubicBezTo>
                      <a:pt x="23" y="82"/>
                      <a:pt x="23" y="82"/>
                      <a:pt x="23" y="82"/>
                    </a:cubicBezTo>
                    <a:cubicBezTo>
                      <a:pt x="23" y="82"/>
                      <a:pt x="23" y="82"/>
                      <a:pt x="23" y="82"/>
                    </a:cubicBezTo>
                    <a:cubicBezTo>
                      <a:pt x="23" y="82"/>
                      <a:pt x="23" y="83"/>
                      <a:pt x="23" y="83"/>
                    </a:cubicBezTo>
                    <a:cubicBezTo>
                      <a:pt x="23" y="83"/>
                      <a:pt x="23" y="83"/>
                      <a:pt x="23" y="83"/>
                    </a:cubicBezTo>
                    <a:cubicBezTo>
                      <a:pt x="24" y="83"/>
                      <a:pt x="24" y="83"/>
                      <a:pt x="24" y="83"/>
                    </a:cubicBezTo>
                    <a:cubicBezTo>
                      <a:pt x="24" y="83"/>
                      <a:pt x="24" y="83"/>
                      <a:pt x="24" y="83"/>
                    </a:cubicBezTo>
                    <a:cubicBezTo>
                      <a:pt x="24" y="83"/>
                      <a:pt x="24" y="83"/>
                      <a:pt x="24" y="84"/>
                    </a:cubicBezTo>
                    <a:cubicBezTo>
                      <a:pt x="24" y="84"/>
                      <a:pt x="24" y="84"/>
                      <a:pt x="24" y="84"/>
                    </a:cubicBezTo>
                    <a:cubicBezTo>
                      <a:pt x="24" y="84"/>
                      <a:pt x="24" y="85"/>
                      <a:pt x="24" y="85"/>
                    </a:cubicBezTo>
                    <a:cubicBezTo>
                      <a:pt x="24" y="89"/>
                      <a:pt x="24" y="89"/>
                      <a:pt x="24" y="89"/>
                    </a:cubicBezTo>
                    <a:cubicBezTo>
                      <a:pt x="24" y="89"/>
                      <a:pt x="24" y="89"/>
                      <a:pt x="24" y="89"/>
                    </a:cubicBezTo>
                    <a:cubicBezTo>
                      <a:pt x="24" y="89"/>
                      <a:pt x="24" y="89"/>
                      <a:pt x="24" y="89"/>
                    </a:cubicBezTo>
                    <a:cubicBezTo>
                      <a:pt x="24" y="89"/>
                      <a:pt x="24" y="89"/>
                      <a:pt x="24" y="89"/>
                    </a:cubicBezTo>
                    <a:cubicBezTo>
                      <a:pt x="24" y="89"/>
                      <a:pt x="24" y="89"/>
                      <a:pt x="24" y="89"/>
                    </a:cubicBezTo>
                    <a:cubicBezTo>
                      <a:pt x="24" y="89"/>
                      <a:pt x="24" y="89"/>
                      <a:pt x="24" y="89"/>
                    </a:cubicBezTo>
                    <a:cubicBezTo>
                      <a:pt x="24" y="90"/>
                      <a:pt x="24" y="90"/>
                      <a:pt x="24" y="90"/>
                    </a:cubicBezTo>
                    <a:cubicBezTo>
                      <a:pt x="24" y="90"/>
                      <a:pt x="24" y="90"/>
                      <a:pt x="25" y="90"/>
                    </a:cubicBezTo>
                    <a:cubicBezTo>
                      <a:pt x="25" y="90"/>
                      <a:pt x="25" y="90"/>
                      <a:pt x="25" y="90"/>
                    </a:cubicBezTo>
                    <a:cubicBezTo>
                      <a:pt x="25" y="90"/>
                      <a:pt x="25" y="91"/>
                      <a:pt x="25" y="91"/>
                    </a:cubicBezTo>
                    <a:cubicBezTo>
                      <a:pt x="25" y="91"/>
                      <a:pt x="25" y="92"/>
                      <a:pt x="25" y="92"/>
                    </a:cubicBezTo>
                    <a:cubicBezTo>
                      <a:pt x="25" y="92"/>
                      <a:pt x="25" y="92"/>
                      <a:pt x="25" y="92"/>
                    </a:cubicBezTo>
                    <a:cubicBezTo>
                      <a:pt x="25" y="93"/>
                      <a:pt x="25" y="93"/>
                      <a:pt x="25" y="93"/>
                    </a:cubicBezTo>
                    <a:cubicBezTo>
                      <a:pt x="25" y="93"/>
                      <a:pt x="25" y="93"/>
                      <a:pt x="25" y="93"/>
                    </a:cubicBezTo>
                    <a:cubicBezTo>
                      <a:pt x="25" y="93"/>
                      <a:pt x="25" y="93"/>
                      <a:pt x="25" y="93"/>
                    </a:cubicBezTo>
                    <a:cubicBezTo>
                      <a:pt x="25" y="93"/>
                      <a:pt x="25" y="93"/>
                      <a:pt x="25" y="93"/>
                    </a:cubicBezTo>
                    <a:cubicBezTo>
                      <a:pt x="25" y="93"/>
                      <a:pt x="25" y="93"/>
                      <a:pt x="25" y="93"/>
                    </a:cubicBezTo>
                    <a:cubicBezTo>
                      <a:pt x="25" y="94"/>
                      <a:pt x="25" y="94"/>
                      <a:pt x="25" y="94"/>
                    </a:cubicBezTo>
                    <a:cubicBezTo>
                      <a:pt x="25" y="94"/>
                      <a:pt x="25" y="94"/>
                      <a:pt x="25" y="94"/>
                    </a:cubicBezTo>
                    <a:cubicBezTo>
                      <a:pt x="25" y="94"/>
                      <a:pt x="25" y="95"/>
                      <a:pt x="25" y="95"/>
                    </a:cubicBezTo>
                    <a:cubicBezTo>
                      <a:pt x="25" y="95"/>
                      <a:pt x="25" y="95"/>
                      <a:pt x="25" y="95"/>
                    </a:cubicBezTo>
                    <a:cubicBezTo>
                      <a:pt x="25" y="96"/>
                      <a:pt x="26" y="96"/>
                      <a:pt x="26" y="97"/>
                    </a:cubicBezTo>
                    <a:cubicBezTo>
                      <a:pt x="26" y="97"/>
                      <a:pt x="26" y="97"/>
                      <a:pt x="26" y="97"/>
                    </a:cubicBezTo>
                    <a:cubicBezTo>
                      <a:pt x="27" y="97"/>
                      <a:pt x="27" y="97"/>
                      <a:pt x="27" y="98"/>
                    </a:cubicBezTo>
                    <a:cubicBezTo>
                      <a:pt x="27" y="98"/>
                      <a:pt x="27" y="98"/>
                      <a:pt x="27" y="98"/>
                    </a:cubicBezTo>
                    <a:cubicBezTo>
                      <a:pt x="27" y="98"/>
                      <a:pt x="27" y="98"/>
                      <a:pt x="27" y="98"/>
                    </a:cubicBezTo>
                    <a:cubicBezTo>
                      <a:pt x="27" y="98"/>
                      <a:pt x="27" y="98"/>
                      <a:pt x="27" y="98"/>
                    </a:cubicBezTo>
                    <a:cubicBezTo>
                      <a:pt x="27" y="98"/>
                      <a:pt x="27" y="98"/>
                      <a:pt x="27" y="98"/>
                    </a:cubicBezTo>
                    <a:cubicBezTo>
                      <a:pt x="27" y="98"/>
                      <a:pt x="27" y="98"/>
                      <a:pt x="27" y="98"/>
                    </a:cubicBezTo>
                    <a:cubicBezTo>
                      <a:pt x="27" y="98"/>
                      <a:pt x="27" y="98"/>
                      <a:pt x="27" y="98"/>
                    </a:cubicBezTo>
                    <a:cubicBezTo>
                      <a:pt x="27" y="98"/>
                      <a:pt x="27" y="98"/>
                      <a:pt x="27" y="98"/>
                    </a:cubicBezTo>
                    <a:cubicBezTo>
                      <a:pt x="28" y="98"/>
                      <a:pt x="28" y="99"/>
                      <a:pt x="28" y="99"/>
                    </a:cubicBezTo>
                    <a:cubicBezTo>
                      <a:pt x="28" y="99"/>
                      <a:pt x="28" y="99"/>
                      <a:pt x="28" y="99"/>
                    </a:cubicBezTo>
                    <a:cubicBezTo>
                      <a:pt x="28" y="99"/>
                      <a:pt x="28" y="99"/>
                      <a:pt x="28" y="99"/>
                    </a:cubicBezTo>
                    <a:cubicBezTo>
                      <a:pt x="28" y="99"/>
                      <a:pt x="28" y="99"/>
                      <a:pt x="28" y="99"/>
                    </a:cubicBezTo>
                    <a:cubicBezTo>
                      <a:pt x="28" y="99"/>
                      <a:pt x="28" y="99"/>
                      <a:pt x="29" y="99"/>
                    </a:cubicBezTo>
                    <a:cubicBezTo>
                      <a:pt x="29" y="100"/>
                      <a:pt x="29" y="100"/>
                      <a:pt x="29" y="101"/>
                    </a:cubicBezTo>
                    <a:cubicBezTo>
                      <a:pt x="29" y="101"/>
                      <a:pt x="29" y="101"/>
                      <a:pt x="29" y="101"/>
                    </a:cubicBezTo>
                    <a:cubicBezTo>
                      <a:pt x="30" y="101"/>
                      <a:pt x="30" y="101"/>
                      <a:pt x="30" y="102"/>
                    </a:cubicBezTo>
                    <a:cubicBezTo>
                      <a:pt x="30" y="102"/>
                      <a:pt x="30" y="102"/>
                      <a:pt x="30" y="102"/>
                    </a:cubicBezTo>
                    <a:cubicBezTo>
                      <a:pt x="30" y="102"/>
                      <a:pt x="30" y="102"/>
                      <a:pt x="30" y="102"/>
                    </a:cubicBezTo>
                    <a:cubicBezTo>
                      <a:pt x="30" y="102"/>
                      <a:pt x="30" y="102"/>
                      <a:pt x="30" y="102"/>
                    </a:cubicBezTo>
                    <a:cubicBezTo>
                      <a:pt x="30" y="102"/>
                      <a:pt x="30" y="102"/>
                      <a:pt x="30" y="102"/>
                    </a:cubicBezTo>
                    <a:cubicBezTo>
                      <a:pt x="30" y="103"/>
                      <a:pt x="30" y="103"/>
                      <a:pt x="30" y="103"/>
                    </a:cubicBezTo>
                    <a:cubicBezTo>
                      <a:pt x="30" y="103"/>
                      <a:pt x="30" y="103"/>
                      <a:pt x="30" y="103"/>
                    </a:cubicBezTo>
                    <a:cubicBezTo>
                      <a:pt x="30" y="103"/>
                      <a:pt x="30" y="103"/>
                      <a:pt x="31" y="103"/>
                    </a:cubicBezTo>
                    <a:cubicBezTo>
                      <a:pt x="31" y="103"/>
                      <a:pt x="31" y="104"/>
                      <a:pt x="31" y="104"/>
                    </a:cubicBezTo>
                    <a:cubicBezTo>
                      <a:pt x="31" y="104"/>
                      <a:pt x="31" y="104"/>
                      <a:pt x="31" y="104"/>
                    </a:cubicBezTo>
                    <a:cubicBezTo>
                      <a:pt x="31" y="104"/>
                      <a:pt x="31" y="104"/>
                      <a:pt x="31" y="104"/>
                    </a:cubicBezTo>
                    <a:cubicBezTo>
                      <a:pt x="31" y="104"/>
                      <a:pt x="32" y="104"/>
                      <a:pt x="32" y="104"/>
                    </a:cubicBezTo>
                    <a:cubicBezTo>
                      <a:pt x="32" y="105"/>
                      <a:pt x="32" y="105"/>
                      <a:pt x="32" y="105"/>
                    </a:cubicBezTo>
                    <a:cubicBezTo>
                      <a:pt x="33" y="105"/>
                      <a:pt x="33" y="105"/>
                      <a:pt x="33" y="105"/>
                    </a:cubicBezTo>
                    <a:cubicBezTo>
                      <a:pt x="33" y="105"/>
                      <a:pt x="33" y="105"/>
                      <a:pt x="33" y="105"/>
                    </a:cubicBezTo>
                    <a:cubicBezTo>
                      <a:pt x="33" y="105"/>
                      <a:pt x="33" y="105"/>
                      <a:pt x="33" y="105"/>
                    </a:cubicBezTo>
                    <a:cubicBezTo>
                      <a:pt x="33" y="105"/>
                      <a:pt x="33" y="105"/>
                      <a:pt x="33" y="105"/>
                    </a:cubicBezTo>
                    <a:cubicBezTo>
                      <a:pt x="33" y="105"/>
                      <a:pt x="33" y="105"/>
                      <a:pt x="33" y="105"/>
                    </a:cubicBezTo>
                    <a:cubicBezTo>
                      <a:pt x="33" y="105"/>
                      <a:pt x="33" y="105"/>
                      <a:pt x="33" y="105"/>
                    </a:cubicBezTo>
                    <a:cubicBezTo>
                      <a:pt x="33" y="105"/>
                      <a:pt x="33" y="105"/>
                      <a:pt x="33" y="105"/>
                    </a:cubicBezTo>
                    <a:cubicBezTo>
                      <a:pt x="34" y="105"/>
                      <a:pt x="34" y="105"/>
                      <a:pt x="34" y="105"/>
                    </a:cubicBezTo>
                    <a:cubicBezTo>
                      <a:pt x="34" y="105"/>
                      <a:pt x="34" y="105"/>
                      <a:pt x="34" y="105"/>
                    </a:cubicBezTo>
                    <a:cubicBezTo>
                      <a:pt x="34" y="106"/>
                      <a:pt x="34" y="106"/>
                      <a:pt x="34" y="106"/>
                    </a:cubicBezTo>
                    <a:cubicBezTo>
                      <a:pt x="34" y="106"/>
                      <a:pt x="34" y="106"/>
                      <a:pt x="34" y="106"/>
                    </a:cubicBezTo>
                    <a:cubicBezTo>
                      <a:pt x="34" y="106"/>
                      <a:pt x="34" y="106"/>
                      <a:pt x="34" y="106"/>
                    </a:cubicBezTo>
                    <a:cubicBezTo>
                      <a:pt x="34" y="106"/>
                      <a:pt x="34" y="106"/>
                      <a:pt x="35" y="106"/>
                    </a:cubicBezTo>
                    <a:cubicBezTo>
                      <a:pt x="35" y="106"/>
                      <a:pt x="35" y="106"/>
                      <a:pt x="35" y="105"/>
                    </a:cubicBezTo>
                    <a:cubicBezTo>
                      <a:pt x="35" y="105"/>
                      <a:pt x="35" y="105"/>
                      <a:pt x="35" y="105"/>
                    </a:cubicBezTo>
                    <a:cubicBezTo>
                      <a:pt x="35" y="105"/>
                      <a:pt x="35" y="105"/>
                      <a:pt x="35" y="104"/>
                    </a:cubicBezTo>
                    <a:cubicBezTo>
                      <a:pt x="35" y="104"/>
                      <a:pt x="35" y="104"/>
                      <a:pt x="35" y="104"/>
                    </a:cubicBezTo>
                    <a:cubicBezTo>
                      <a:pt x="35" y="104"/>
                      <a:pt x="35" y="104"/>
                      <a:pt x="35" y="104"/>
                    </a:cubicBezTo>
                    <a:cubicBezTo>
                      <a:pt x="35" y="104"/>
                      <a:pt x="35" y="104"/>
                      <a:pt x="35" y="104"/>
                    </a:cubicBezTo>
                    <a:cubicBezTo>
                      <a:pt x="35" y="104"/>
                      <a:pt x="35" y="104"/>
                      <a:pt x="35" y="104"/>
                    </a:cubicBezTo>
                    <a:cubicBezTo>
                      <a:pt x="35" y="104"/>
                      <a:pt x="35" y="104"/>
                      <a:pt x="35" y="104"/>
                    </a:cubicBezTo>
                    <a:cubicBezTo>
                      <a:pt x="35" y="104"/>
                      <a:pt x="35" y="104"/>
                      <a:pt x="35" y="104"/>
                    </a:cubicBezTo>
                    <a:cubicBezTo>
                      <a:pt x="35" y="104"/>
                      <a:pt x="35" y="104"/>
                      <a:pt x="35" y="103"/>
                    </a:cubicBezTo>
                    <a:cubicBezTo>
                      <a:pt x="35" y="103"/>
                      <a:pt x="35" y="103"/>
                      <a:pt x="35" y="103"/>
                    </a:cubicBezTo>
                    <a:cubicBezTo>
                      <a:pt x="35" y="103"/>
                      <a:pt x="35" y="102"/>
                      <a:pt x="35" y="102"/>
                    </a:cubicBezTo>
                    <a:cubicBezTo>
                      <a:pt x="34" y="102"/>
                      <a:pt x="34" y="102"/>
                      <a:pt x="34" y="102"/>
                    </a:cubicBezTo>
                    <a:cubicBezTo>
                      <a:pt x="34" y="102"/>
                      <a:pt x="34" y="102"/>
                      <a:pt x="34" y="102"/>
                    </a:cubicBezTo>
                    <a:cubicBezTo>
                      <a:pt x="34" y="102"/>
                      <a:pt x="34" y="102"/>
                      <a:pt x="34" y="102"/>
                    </a:cubicBezTo>
                    <a:cubicBezTo>
                      <a:pt x="34" y="101"/>
                      <a:pt x="34" y="101"/>
                      <a:pt x="34" y="101"/>
                    </a:cubicBezTo>
                    <a:cubicBezTo>
                      <a:pt x="34" y="101"/>
                      <a:pt x="34" y="101"/>
                      <a:pt x="34" y="101"/>
                    </a:cubicBezTo>
                    <a:cubicBezTo>
                      <a:pt x="34" y="101"/>
                      <a:pt x="34" y="101"/>
                      <a:pt x="34" y="101"/>
                    </a:cubicBezTo>
                    <a:cubicBezTo>
                      <a:pt x="34" y="101"/>
                      <a:pt x="34" y="101"/>
                      <a:pt x="34" y="101"/>
                    </a:cubicBezTo>
                    <a:cubicBezTo>
                      <a:pt x="34" y="101"/>
                      <a:pt x="34" y="101"/>
                      <a:pt x="34" y="101"/>
                    </a:cubicBezTo>
                    <a:cubicBezTo>
                      <a:pt x="34" y="100"/>
                      <a:pt x="34" y="100"/>
                      <a:pt x="34" y="100"/>
                    </a:cubicBezTo>
                    <a:cubicBezTo>
                      <a:pt x="34" y="100"/>
                      <a:pt x="34" y="99"/>
                      <a:pt x="34" y="99"/>
                    </a:cubicBezTo>
                    <a:cubicBezTo>
                      <a:pt x="34" y="99"/>
                      <a:pt x="34" y="99"/>
                      <a:pt x="33" y="99"/>
                    </a:cubicBezTo>
                    <a:cubicBezTo>
                      <a:pt x="33" y="98"/>
                      <a:pt x="33" y="98"/>
                      <a:pt x="33" y="98"/>
                    </a:cubicBezTo>
                    <a:cubicBezTo>
                      <a:pt x="33" y="98"/>
                      <a:pt x="33" y="98"/>
                      <a:pt x="33" y="98"/>
                    </a:cubicBezTo>
                    <a:cubicBezTo>
                      <a:pt x="33" y="98"/>
                      <a:pt x="33" y="98"/>
                      <a:pt x="33" y="98"/>
                    </a:cubicBezTo>
                    <a:cubicBezTo>
                      <a:pt x="33" y="98"/>
                      <a:pt x="33" y="98"/>
                      <a:pt x="33" y="98"/>
                    </a:cubicBezTo>
                    <a:cubicBezTo>
                      <a:pt x="33" y="98"/>
                      <a:pt x="33" y="98"/>
                      <a:pt x="33" y="98"/>
                    </a:cubicBezTo>
                    <a:cubicBezTo>
                      <a:pt x="33" y="98"/>
                      <a:pt x="33" y="98"/>
                      <a:pt x="33" y="98"/>
                    </a:cubicBezTo>
                    <a:cubicBezTo>
                      <a:pt x="33" y="98"/>
                      <a:pt x="33" y="97"/>
                      <a:pt x="33" y="97"/>
                    </a:cubicBezTo>
                    <a:cubicBezTo>
                      <a:pt x="33" y="97"/>
                      <a:pt x="33" y="97"/>
                      <a:pt x="33" y="97"/>
                    </a:cubicBezTo>
                    <a:cubicBezTo>
                      <a:pt x="33" y="97"/>
                      <a:pt x="33" y="97"/>
                      <a:pt x="33" y="97"/>
                    </a:cubicBezTo>
                    <a:cubicBezTo>
                      <a:pt x="34" y="97"/>
                      <a:pt x="34" y="97"/>
                      <a:pt x="34" y="96"/>
                    </a:cubicBezTo>
                    <a:cubicBezTo>
                      <a:pt x="34" y="96"/>
                      <a:pt x="34" y="96"/>
                      <a:pt x="34" y="96"/>
                    </a:cubicBezTo>
                    <a:cubicBezTo>
                      <a:pt x="34" y="96"/>
                      <a:pt x="34" y="96"/>
                      <a:pt x="34" y="96"/>
                    </a:cubicBezTo>
                    <a:cubicBezTo>
                      <a:pt x="34" y="96"/>
                      <a:pt x="34" y="96"/>
                      <a:pt x="34" y="96"/>
                    </a:cubicBezTo>
                    <a:cubicBezTo>
                      <a:pt x="34" y="96"/>
                      <a:pt x="35" y="96"/>
                      <a:pt x="35" y="96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5" y="95"/>
                      <a:pt x="35" y="95"/>
                      <a:pt x="35" y="95"/>
                    </a:cubicBezTo>
                    <a:cubicBezTo>
                      <a:pt x="35" y="95"/>
                      <a:pt x="35" y="95"/>
                      <a:pt x="35" y="95"/>
                    </a:cubicBezTo>
                    <a:cubicBezTo>
                      <a:pt x="36" y="95"/>
                      <a:pt x="36" y="95"/>
                      <a:pt x="36" y="95"/>
                    </a:cubicBezTo>
                    <a:cubicBezTo>
                      <a:pt x="36" y="95"/>
                      <a:pt x="36" y="95"/>
                      <a:pt x="36" y="95"/>
                    </a:cubicBezTo>
                    <a:cubicBezTo>
                      <a:pt x="36" y="95"/>
                      <a:pt x="37" y="95"/>
                      <a:pt x="37" y="95"/>
                    </a:cubicBezTo>
                    <a:cubicBezTo>
                      <a:pt x="37" y="94"/>
                      <a:pt x="37" y="94"/>
                      <a:pt x="37" y="93"/>
                    </a:cubicBezTo>
                    <a:cubicBezTo>
                      <a:pt x="37" y="93"/>
                      <a:pt x="36" y="93"/>
                      <a:pt x="36" y="93"/>
                    </a:cubicBezTo>
                    <a:cubicBezTo>
                      <a:pt x="36" y="93"/>
                      <a:pt x="36" y="93"/>
                      <a:pt x="36" y="93"/>
                    </a:cubicBezTo>
                    <a:cubicBezTo>
                      <a:pt x="36" y="93"/>
                      <a:pt x="36" y="93"/>
                      <a:pt x="36" y="93"/>
                    </a:cubicBezTo>
                    <a:cubicBezTo>
                      <a:pt x="36" y="93"/>
                      <a:pt x="36" y="93"/>
                      <a:pt x="36" y="93"/>
                    </a:cubicBezTo>
                    <a:cubicBezTo>
                      <a:pt x="36" y="93"/>
                      <a:pt x="35" y="93"/>
                      <a:pt x="35" y="92"/>
                    </a:cubicBezTo>
                    <a:cubicBezTo>
                      <a:pt x="35" y="92"/>
                      <a:pt x="35" y="92"/>
                      <a:pt x="35" y="92"/>
                    </a:cubicBezTo>
                    <a:cubicBezTo>
                      <a:pt x="37" y="92"/>
                      <a:pt x="37" y="92"/>
                      <a:pt x="37" y="92"/>
                    </a:cubicBezTo>
                    <a:cubicBezTo>
                      <a:pt x="37" y="92"/>
                      <a:pt x="37" y="92"/>
                      <a:pt x="37" y="92"/>
                    </a:cubicBezTo>
                    <a:cubicBezTo>
                      <a:pt x="37" y="92"/>
                      <a:pt x="37" y="92"/>
                      <a:pt x="37" y="92"/>
                    </a:cubicBezTo>
                    <a:cubicBezTo>
                      <a:pt x="37" y="92"/>
                      <a:pt x="37" y="92"/>
                      <a:pt x="38" y="92"/>
                    </a:cubicBezTo>
                    <a:cubicBezTo>
                      <a:pt x="38" y="92"/>
                      <a:pt x="38" y="92"/>
                      <a:pt x="38" y="92"/>
                    </a:cubicBezTo>
                    <a:cubicBezTo>
                      <a:pt x="38" y="91"/>
                      <a:pt x="38" y="91"/>
                      <a:pt x="38" y="91"/>
                    </a:cubicBezTo>
                    <a:cubicBezTo>
                      <a:pt x="38" y="91"/>
                      <a:pt x="38" y="91"/>
                      <a:pt x="38" y="91"/>
                    </a:cubicBezTo>
                    <a:cubicBezTo>
                      <a:pt x="38" y="91"/>
                      <a:pt x="38" y="90"/>
                      <a:pt x="38" y="90"/>
                    </a:cubicBezTo>
                    <a:cubicBezTo>
                      <a:pt x="38" y="90"/>
                      <a:pt x="38" y="90"/>
                      <a:pt x="38" y="90"/>
                    </a:cubicBezTo>
                    <a:cubicBezTo>
                      <a:pt x="38" y="90"/>
                      <a:pt x="38" y="90"/>
                      <a:pt x="38" y="90"/>
                    </a:cubicBezTo>
                    <a:cubicBezTo>
                      <a:pt x="38" y="90"/>
                      <a:pt x="38" y="90"/>
                      <a:pt x="38" y="90"/>
                    </a:cubicBezTo>
                    <a:cubicBezTo>
                      <a:pt x="39" y="90"/>
                      <a:pt x="39" y="90"/>
                      <a:pt x="39" y="90"/>
                    </a:cubicBezTo>
                    <a:cubicBezTo>
                      <a:pt x="39" y="90"/>
                      <a:pt x="40" y="89"/>
                      <a:pt x="40" y="89"/>
                    </a:cubicBezTo>
                    <a:cubicBezTo>
                      <a:pt x="40" y="88"/>
                      <a:pt x="40" y="88"/>
                      <a:pt x="40" y="88"/>
                    </a:cubicBezTo>
                    <a:cubicBezTo>
                      <a:pt x="40" y="85"/>
                      <a:pt x="40" y="85"/>
                      <a:pt x="40" y="85"/>
                    </a:cubicBezTo>
                    <a:cubicBezTo>
                      <a:pt x="40" y="85"/>
                      <a:pt x="40" y="84"/>
                      <a:pt x="40" y="84"/>
                    </a:cubicBezTo>
                    <a:cubicBezTo>
                      <a:pt x="40" y="84"/>
                      <a:pt x="40" y="84"/>
                      <a:pt x="40" y="84"/>
                    </a:cubicBezTo>
                    <a:cubicBezTo>
                      <a:pt x="41" y="85"/>
                      <a:pt x="41" y="85"/>
                      <a:pt x="41" y="85"/>
                    </a:cubicBezTo>
                    <a:cubicBezTo>
                      <a:pt x="41" y="84"/>
                      <a:pt x="41" y="84"/>
                      <a:pt x="41" y="84"/>
                    </a:cubicBezTo>
                    <a:cubicBezTo>
                      <a:pt x="41" y="84"/>
                      <a:pt x="41" y="84"/>
                      <a:pt x="41" y="84"/>
                    </a:cubicBezTo>
                    <a:cubicBezTo>
                      <a:pt x="41" y="84"/>
                      <a:pt x="41" y="83"/>
                      <a:pt x="41" y="83"/>
                    </a:cubicBezTo>
                    <a:cubicBezTo>
                      <a:pt x="41" y="83"/>
                      <a:pt x="41" y="83"/>
                      <a:pt x="41" y="83"/>
                    </a:cubicBezTo>
                    <a:cubicBezTo>
                      <a:pt x="41" y="83"/>
                      <a:pt x="41" y="83"/>
                      <a:pt x="42" y="82"/>
                    </a:cubicBezTo>
                    <a:cubicBezTo>
                      <a:pt x="42" y="82"/>
                      <a:pt x="42" y="82"/>
                      <a:pt x="43" y="82"/>
                    </a:cubicBezTo>
                    <a:cubicBezTo>
                      <a:pt x="43" y="82"/>
                      <a:pt x="43" y="82"/>
                      <a:pt x="43" y="82"/>
                    </a:cubicBezTo>
                    <a:cubicBezTo>
                      <a:pt x="43" y="82"/>
                      <a:pt x="44" y="82"/>
                      <a:pt x="44" y="82"/>
                    </a:cubicBezTo>
                    <a:cubicBezTo>
                      <a:pt x="44" y="82"/>
                      <a:pt x="44" y="82"/>
                      <a:pt x="44" y="82"/>
                    </a:cubicBezTo>
                    <a:cubicBezTo>
                      <a:pt x="44" y="82"/>
                      <a:pt x="45" y="82"/>
                      <a:pt x="45" y="82"/>
                    </a:cubicBezTo>
                    <a:cubicBezTo>
                      <a:pt x="45" y="82"/>
                      <a:pt x="45" y="82"/>
                      <a:pt x="45" y="82"/>
                    </a:cubicBezTo>
                    <a:cubicBezTo>
                      <a:pt x="45" y="82"/>
                      <a:pt x="45" y="82"/>
                      <a:pt x="45" y="82"/>
                    </a:cubicBezTo>
                    <a:cubicBezTo>
                      <a:pt x="45" y="82"/>
                      <a:pt x="45" y="82"/>
                      <a:pt x="45" y="82"/>
                    </a:cubicBezTo>
                    <a:cubicBezTo>
                      <a:pt x="45" y="82"/>
                      <a:pt x="45" y="82"/>
                      <a:pt x="45" y="82"/>
                    </a:cubicBezTo>
                    <a:cubicBezTo>
                      <a:pt x="45" y="82"/>
                      <a:pt x="45" y="82"/>
                      <a:pt x="45" y="82"/>
                    </a:cubicBezTo>
                    <a:cubicBezTo>
                      <a:pt x="45" y="82"/>
                      <a:pt x="45" y="82"/>
                      <a:pt x="45" y="82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6" y="81"/>
                      <a:pt x="46" y="81"/>
                      <a:pt x="46" y="81"/>
                    </a:cubicBezTo>
                    <a:cubicBezTo>
                      <a:pt x="46" y="81"/>
                      <a:pt x="46" y="81"/>
                      <a:pt x="46" y="81"/>
                    </a:cubicBezTo>
                    <a:cubicBezTo>
                      <a:pt x="46" y="80"/>
                      <a:pt x="46" y="80"/>
                      <a:pt x="46" y="80"/>
                    </a:cubicBezTo>
                    <a:cubicBezTo>
                      <a:pt x="46" y="80"/>
                      <a:pt x="47" y="80"/>
                      <a:pt x="47" y="80"/>
                    </a:cubicBezTo>
                    <a:cubicBezTo>
                      <a:pt x="47" y="80"/>
                      <a:pt x="47" y="80"/>
                      <a:pt x="47" y="80"/>
                    </a:cubicBezTo>
                    <a:cubicBezTo>
                      <a:pt x="47" y="80"/>
                      <a:pt x="47" y="80"/>
                      <a:pt x="47" y="80"/>
                    </a:cubicBezTo>
                    <a:cubicBezTo>
                      <a:pt x="47" y="80"/>
                      <a:pt x="48" y="80"/>
                      <a:pt x="48" y="79"/>
                    </a:cubicBezTo>
                    <a:cubicBezTo>
                      <a:pt x="48" y="79"/>
                      <a:pt x="48" y="79"/>
                      <a:pt x="48" y="79"/>
                    </a:cubicBezTo>
                    <a:cubicBezTo>
                      <a:pt x="48" y="78"/>
                      <a:pt x="48" y="78"/>
                      <a:pt x="48" y="78"/>
                    </a:cubicBezTo>
                    <a:cubicBezTo>
                      <a:pt x="49" y="78"/>
                      <a:pt x="49" y="78"/>
                      <a:pt x="49" y="78"/>
                    </a:cubicBezTo>
                    <a:cubicBezTo>
                      <a:pt x="49" y="77"/>
                      <a:pt x="49" y="76"/>
                      <a:pt x="49" y="76"/>
                    </a:cubicBezTo>
                    <a:cubicBezTo>
                      <a:pt x="49" y="75"/>
                      <a:pt x="49" y="75"/>
                      <a:pt x="49" y="75"/>
                    </a:cubicBezTo>
                    <a:cubicBezTo>
                      <a:pt x="49" y="73"/>
                      <a:pt x="49" y="73"/>
                      <a:pt x="49" y="73"/>
                    </a:cubicBezTo>
                    <a:cubicBezTo>
                      <a:pt x="49" y="72"/>
                      <a:pt x="49" y="72"/>
                      <a:pt x="49" y="72"/>
                    </a:cubicBezTo>
                    <a:cubicBezTo>
                      <a:pt x="49" y="72"/>
                      <a:pt x="49" y="72"/>
                      <a:pt x="49" y="72"/>
                    </a:cubicBezTo>
                    <a:cubicBezTo>
                      <a:pt x="49" y="72"/>
                      <a:pt x="49" y="72"/>
                      <a:pt x="49" y="72"/>
                    </a:cubicBezTo>
                    <a:cubicBezTo>
                      <a:pt x="49" y="72"/>
                      <a:pt x="49" y="72"/>
                      <a:pt x="49" y="72"/>
                    </a:cubicBezTo>
                    <a:cubicBezTo>
                      <a:pt x="49" y="72"/>
                      <a:pt x="49" y="72"/>
                      <a:pt x="49" y="72"/>
                    </a:cubicBezTo>
                    <a:cubicBezTo>
                      <a:pt x="49" y="72"/>
                      <a:pt x="49" y="72"/>
                      <a:pt x="49" y="72"/>
                    </a:cubicBezTo>
                    <a:cubicBezTo>
                      <a:pt x="49" y="72"/>
                      <a:pt x="49" y="72"/>
                      <a:pt x="49" y="72"/>
                    </a:cubicBezTo>
                    <a:cubicBezTo>
                      <a:pt x="50" y="72"/>
                      <a:pt x="50" y="72"/>
                      <a:pt x="50" y="72"/>
                    </a:cubicBezTo>
                    <a:cubicBezTo>
                      <a:pt x="50" y="72"/>
                      <a:pt x="50" y="72"/>
                      <a:pt x="50" y="72"/>
                    </a:cubicBezTo>
                    <a:cubicBezTo>
                      <a:pt x="50" y="72"/>
                      <a:pt x="50" y="71"/>
                      <a:pt x="50" y="71"/>
                    </a:cubicBezTo>
                    <a:cubicBezTo>
                      <a:pt x="50" y="71"/>
                      <a:pt x="50" y="71"/>
                      <a:pt x="50" y="71"/>
                    </a:cubicBezTo>
                    <a:cubicBezTo>
                      <a:pt x="50" y="71"/>
                      <a:pt x="50" y="71"/>
                      <a:pt x="50" y="71"/>
                    </a:cubicBezTo>
                    <a:cubicBezTo>
                      <a:pt x="50" y="71"/>
                      <a:pt x="51" y="71"/>
                      <a:pt x="51" y="71"/>
                    </a:cubicBezTo>
                    <a:cubicBezTo>
                      <a:pt x="51" y="71"/>
                      <a:pt x="51" y="71"/>
                      <a:pt x="51" y="71"/>
                    </a:cubicBezTo>
                    <a:cubicBezTo>
                      <a:pt x="51" y="70"/>
                      <a:pt x="51" y="70"/>
                      <a:pt x="51" y="70"/>
                    </a:cubicBezTo>
                    <a:cubicBezTo>
                      <a:pt x="51" y="70"/>
                      <a:pt x="51" y="70"/>
                      <a:pt x="51" y="70"/>
                    </a:cubicBezTo>
                    <a:cubicBezTo>
                      <a:pt x="51" y="70"/>
                      <a:pt x="51" y="70"/>
                      <a:pt x="51" y="70"/>
                    </a:cubicBezTo>
                    <a:cubicBezTo>
                      <a:pt x="51" y="70"/>
                      <a:pt x="51" y="70"/>
                      <a:pt x="51" y="70"/>
                    </a:cubicBezTo>
                    <a:cubicBezTo>
                      <a:pt x="51" y="70"/>
                      <a:pt x="51" y="70"/>
                      <a:pt x="51" y="70"/>
                    </a:cubicBezTo>
                    <a:cubicBezTo>
                      <a:pt x="51" y="70"/>
                      <a:pt x="52" y="69"/>
                      <a:pt x="52" y="69"/>
                    </a:cubicBezTo>
                    <a:cubicBezTo>
                      <a:pt x="52" y="69"/>
                      <a:pt x="52" y="68"/>
                      <a:pt x="53" y="68"/>
                    </a:cubicBezTo>
                    <a:cubicBezTo>
                      <a:pt x="53" y="68"/>
                      <a:pt x="53" y="68"/>
                      <a:pt x="53" y="68"/>
                    </a:cubicBezTo>
                    <a:cubicBezTo>
                      <a:pt x="54" y="68"/>
                      <a:pt x="53" y="67"/>
                      <a:pt x="53" y="67"/>
                    </a:cubicBezTo>
                    <a:cubicBezTo>
                      <a:pt x="53" y="67"/>
                      <a:pt x="53" y="67"/>
                      <a:pt x="53" y="67"/>
                    </a:cubicBezTo>
                    <a:cubicBezTo>
                      <a:pt x="53" y="67"/>
                      <a:pt x="53" y="67"/>
                      <a:pt x="53" y="67"/>
                    </a:cubicBezTo>
                    <a:cubicBezTo>
                      <a:pt x="53" y="67"/>
                      <a:pt x="53" y="67"/>
                      <a:pt x="53" y="67"/>
                    </a:cubicBezTo>
                    <a:cubicBezTo>
                      <a:pt x="53" y="67"/>
                      <a:pt x="53" y="67"/>
                      <a:pt x="53" y="67"/>
                    </a:cubicBezTo>
                    <a:cubicBezTo>
                      <a:pt x="53" y="67"/>
                      <a:pt x="53" y="66"/>
                      <a:pt x="53" y="66"/>
                    </a:cubicBezTo>
                    <a:cubicBezTo>
                      <a:pt x="53" y="66"/>
                      <a:pt x="53" y="66"/>
                      <a:pt x="53" y="66"/>
                    </a:cubicBezTo>
                    <a:cubicBezTo>
                      <a:pt x="53" y="66"/>
                      <a:pt x="53" y="66"/>
                      <a:pt x="53" y="66"/>
                    </a:cubicBezTo>
                    <a:cubicBezTo>
                      <a:pt x="53" y="66"/>
                      <a:pt x="53" y="66"/>
                      <a:pt x="53" y="66"/>
                    </a:cubicBezTo>
                    <a:cubicBezTo>
                      <a:pt x="53" y="64"/>
                      <a:pt x="53" y="64"/>
                      <a:pt x="53" y="64"/>
                    </a:cubicBezTo>
                    <a:cubicBezTo>
                      <a:pt x="53" y="64"/>
                      <a:pt x="53" y="64"/>
                      <a:pt x="53" y="64"/>
                    </a:cubicBezTo>
                    <a:cubicBezTo>
                      <a:pt x="53" y="64"/>
                      <a:pt x="53" y="64"/>
                      <a:pt x="53" y="64"/>
                    </a:cubicBezTo>
                    <a:cubicBezTo>
                      <a:pt x="53" y="64"/>
                      <a:pt x="53" y="64"/>
                      <a:pt x="53" y="64"/>
                    </a:cubicBezTo>
                    <a:cubicBezTo>
                      <a:pt x="53" y="63"/>
                      <a:pt x="53" y="63"/>
                      <a:pt x="53" y="63"/>
                    </a:cubicBezTo>
                    <a:cubicBezTo>
                      <a:pt x="53" y="63"/>
                      <a:pt x="53" y="63"/>
                      <a:pt x="53" y="63"/>
                    </a:cubicBezTo>
                    <a:cubicBezTo>
                      <a:pt x="52" y="63"/>
                      <a:pt x="52" y="63"/>
                      <a:pt x="52" y="63"/>
                    </a:cubicBezTo>
                    <a:cubicBezTo>
                      <a:pt x="52" y="63"/>
                      <a:pt x="52" y="63"/>
                      <a:pt x="52" y="63"/>
                    </a:cubicBezTo>
                    <a:cubicBezTo>
                      <a:pt x="51" y="63"/>
                      <a:pt x="51" y="63"/>
                      <a:pt x="51" y="63"/>
                    </a:cubicBezTo>
                    <a:cubicBezTo>
                      <a:pt x="50" y="63"/>
                      <a:pt x="50" y="63"/>
                      <a:pt x="50" y="62"/>
                    </a:cubicBezTo>
                    <a:cubicBezTo>
                      <a:pt x="50" y="62"/>
                      <a:pt x="50" y="62"/>
                      <a:pt x="50" y="62"/>
                    </a:cubicBezTo>
                    <a:cubicBezTo>
                      <a:pt x="50" y="62"/>
                      <a:pt x="50" y="62"/>
                      <a:pt x="50" y="62"/>
                    </a:cubicBezTo>
                    <a:cubicBezTo>
                      <a:pt x="50" y="62"/>
                      <a:pt x="50" y="62"/>
                      <a:pt x="50" y="62"/>
                    </a:cubicBezTo>
                    <a:cubicBezTo>
                      <a:pt x="49" y="62"/>
                      <a:pt x="49" y="62"/>
                      <a:pt x="49" y="62"/>
                    </a:cubicBezTo>
                    <a:cubicBezTo>
                      <a:pt x="49" y="62"/>
                      <a:pt x="49" y="61"/>
                      <a:pt x="49" y="61"/>
                    </a:cubicBezTo>
                    <a:cubicBezTo>
                      <a:pt x="49" y="61"/>
                      <a:pt x="49" y="61"/>
                      <a:pt x="48" y="61"/>
                    </a:cubicBezTo>
                    <a:cubicBezTo>
                      <a:pt x="48" y="61"/>
                      <a:pt x="48" y="61"/>
                      <a:pt x="48" y="61"/>
                    </a:cubicBezTo>
                    <a:cubicBezTo>
                      <a:pt x="48" y="61"/>
                      <a:pt x="48" y="61"/>
                      <a:pt x="48" y="61"/>
                    </a:cubicBezTo>
                    <a:cubicBezTo>
                      <a:pt x="48" y="61"/>
                      <a:pt x="48" y="61"/>
                      <a:pt x="48" y="61"/>
                    </a:cubicBezTo>
                    <a:cubicBezTo>
                      <a:pt x="48" y="61"/>
                      <a:pt x="48" y="61"/>
                      <a:pt x="48" y="61"/>
                    </a:cubicBezTo>
                    <a:cubicBezTo>
                      <a:pt x="48" y="61"/>
                      <a:pt x="48" y="61"/>
                      <a:pt x="48" y="61"/>
                    </a:cubicBezTo>
                    <a:cubicBezTo>
                      <a:pt x="47" y="61"/>
                      <a:pt x="47" y="61"/>
                      <a:pt x="47" y="61"/>
                    </a:cubicBezTo>
                    <a:cubicBezTo>
                      <a:pt x="47" y="61"/>
                      <a:pt x="47" y="61"/>
                      <a:pt x="47" y="61"/>
                    </a:cubicBezTo>
                    <a:cubicBezTo>
                      <a:pt x="46" y="61"/>
                      <a:pt x="46" y="61"/>
                      <a:pt x="46" y="61"/>
                    </a:cubicBezTo>
                    <a:cubicBezTo>
                      <a:pt x="46" y="61"/>
                      <a:pt x="46" y="61"/>
                      <a:pt x="45" y="61"/>
                    </a:cubicBezTo>
                    <a:cubicBezTo>
                      <a:pt x="45" y="61"/>
                      <a:pt x="45" y="61"/>
                      <a:pt x="45" y="61"/>
                    </a:cubicBezTo>
                    <a:cubicBezTo>
                      <a:pt x="44" y="61"/>
                      <a:pt x="44" y="61"/>
                      <a:pt x="44" y="61"/>
                    </a:cubicBezTo>
                    <a:cubicBezTo>
                      <a:pt x="44" y="61"/>
                      <a:pt x="44" y="61"/>
                      <a:pt x="44" y="61"/>
                    </a:cubicBezTo>
                    <a:cubicBezTo>
                      <a:pt x="44" y="61"/>
                      <a:pt x="44" y="61"/>
                      <a:pt x="44" y="61"/>
                    </a:cubicBezTo>
                    <a:cubicBezTo>
                      <a:pt x="44" y="60"/>
                      <a:pt x="44" y="60"/>
                      <a:pt x="43" y="60"/>
                    </a:cubicBezTo>
                    <a:cubicBezTo>
                      <a:pt x="43" y="60"/>
                      <a:pt x="43" y="60"/>
                      <a:pt x="43" y="60"/>
                    </a:cubicBezTo>
                    <a:cubicBezTo>
                      <a:pt x="43" y="60"/>
                      <a:pt x="42" y="60"/>
                      <a:pt x="42" y="60"/>
                    </a:cubicBezTo>
                    <a:cubicBezTo>
                      <a:pt x="42" y="60"/>
                      <a:pt x="42" y="60"/>
                      <a:pt x="42" y="60"/>
                    </a:cubicBezTo>
                    <a:cubicBezTo>
                      <a:pt x="42" y="60"/>
                      <a:pt x="42" y="60"/>
                      <a:pt x="42" y="60"/>
                    </a:cubicBezTo>
                    <a:cubicBezTo>
                      <a:pt x="42" y="60"/>
                      <a:pt x="42" y="60"/>
                      <a:pt x="42" y="60"/>
                    </a:cubicBezTo>
                    <a:cubicBezTo>
                      <a:pt x="42" y="60"/>
                      <a:pt x="42" y="60"/>
                      <a:pt x="42" y="60"/>
                    </a:cubicBezTo>
                    <a:cubicBezTo>
                      <a:pt x="42" y="60"/>
                      <a:pt x="42" y="60"/>
                      <a:pt x="42" y="60"/>
                    </a:cubicBezTo>
                    <a:cubicBezTo>
                      <a:pt x="42" y="59"/>
                      <a:pt x="42" y="59"/>
                      <a:pt x="42" y="59"/>
                    </a:cubicBezTo>
                    <a:cubicBezTo>
                      <a:pt x="42" y="59"/>
                      <a:pt x="41" y="59"/>
                      <a:pt x="41" y="59"/>
                    </a:cubicBezTo>
                    <a:cubicBezTo>
                      <a:pt x="41" y="59"/>
                      <a:pt x="41" y="59"/>
                      <a:pt x="41" y="59"/>
                    </a:cubicBezTo>
                    <a:cubicBezTo>
                      <a:pt x="41" y="59"/>
                      <a:pt x="41" y="59"/>
                      <a:pt x="41" y="59"/>
                    </a:cubicBezTo>
                    <a:cubicBezTo>
                      <a:pt x="39" y="59"/>
                      <a:pt x="39" y="59"/>
                      <a:pt x="39" y="59"/>
                    </a:cubicBezTo>
                    <a:cubicBezTo>
                      <a:pt x="39" y="59"/>
                      <a:pt x="39" y="59"/>
                      <a:pt x="39" y="59"/>
                    </a:cubicBezTo>
                    <a:cubicBezTo>
                      <a:pt x="38" y="59"/>
                      <a:pt x="38" y="59"/>
                      <a:pt x="38" y="59"/>
                    </a:cubicBezTo>
                    <a:cubicBezTo>
                      <a:pt x="38" y="59"/>
                      <a:pt x="38" y="59"/>
                      <a:pt x="38" y="59"/>
                    </a:cubicBezTo>
                    <a:cubicBezTo>
                      <a:pt x="38" y="59"/>
                      <a:pt x="38" y="59"/>
                      <a:pt x="38" y="59"/>
                    </a:cubicBezTo>
                    <a:cubicBezTo>
                      <a:pt x="37" y="59"/>
                      <a:pt x="37" y="59"/>
                      <a:pt x="37" y="59"/>
                    </a:cubicBezTo>
                    <a:cubicBezTo>
                      <a:pt x="37" y="59"/>
                      <a:pt x="37" y="59"/>
                      <a:pt x="37" y="59"/>
                    </a:cubicBezTo>
                    <a:cubicBezTo>
                      <a:pt x="37" y="59"/>
                      <a:pt x="37" y="59"/>
                      <a:pt x="37" y="59"/>
                    </a:cubicBezTo>
                    <a:cubicBezTo>
                      <a:pt x="37" y="59"/>
                      <a:pt x="37" y="59"/>
                      <a:pt x="37" y="59"/>
                    </a:cubicBezTo>
                    <a:cubicBezTo>
                      <a:pt x="37" y="59"/>
                      <a:pt x="37" y="59"/>
                      <a:pt x="37" y="59"/>
                    </a:cubicBezTo>
                    <a:cubicBezTo>
                      <a:pt x="37" y="59"/>
                      <a:pt x="37" y="59"/>
                      <a:pt x="37" y="59"/>
                    </a:cubicBezTo>
                    <a:cubicBezTo>
                      <a:pt x="37" y="59"/>
                      <a:pt x="38" y="59"/>
                      <a:pt x="38" y="58"/>
                    </a:cubicBezTo>
                    <a:cubicBezTo>
                      <a:pt x="38" y="58"/>
                      <a:pt x="38" y="58"/>
                      <a:pt x="38" y="58"/>
                    </a:cubicBezTo>
                    <a:cubicBezTo>
                      <a:pt x="39" y="58"/>
                      <a:pt x="39" y="58"/>
                      <a:pt x="39" y="58"/>
                    </a:cubicBezTo>
                    <a:cubicBezTo>
                      <a:pt x="39" y="58"/>
                      <a:pt x="39" y="58"/>
                      <a:pt x="39" y="58"/>
                    </a:cubicBezTo>
                    <a:cubicBezTo>
                      <a:pt x="39" y="58"/>
                      <a:pt x="39" y="58"/>
                      <a:pt x="39" y="58"/>
                    </a:cubicBezTo>
                    <a:cubicBezTo>
                      <a:pt x="39" y="58"/>
                      <a:pt x="40" y="58"/>
                      <a:pt x="40" y="58"/>
                    </a:cubicBezTo>
                    <a:cubicBezTo>
                      <a:pt x="40" y="58"/>
                      <a:pt x="39" y="57"/>
                      <a:pt x="39" y="57"/>
                    </a:cubicBezTo>
                    <a:cubicBezTo>
                      <a:pt x="39" y="57"/>
                      <a:pt x="39" y="57"/>
                      <a:pt x="39" y="56"/>
                    </a:cubicBezTo>
                    <a:cubicBezTo>
                      <a:pt x="39" y="56"/>
                      <a:pt x="38" y="56"/>
                      <a:pt x="38" y="56"/>
                    </a:cubicBezTo>
                    <a:cubicBezTo>
                      <a:pt x="38" y="56"/>
                      <a:pt x="38" y="55"/>
                      <a:pt x="38" y="55"/>
                    </a:cubicBezTo>
                    <a:cubicBezTo>
                      <a:pt x="38" y="55"/>
                      <a:pt x="38" y="55"/>
                      <a:pt x="38" y="55"/>
                    </a:cubicBezTo>
                    <a:cubicBezTo>
                      <a:pt x="38" y="55"/>
                      <a:pt x="38" y="55"/>
                      <a:pt x="38" y="55"/>
                    </a:cubicBezTo>
                    <a:cubicBezTo>
                      <a:pt x="38" y="55"/>
                      <a:pt x="37" y="55"/>
                      <a:pt x="37" y="55"/>
                    </a:cubicBezTo>
                    <a:cubicBezTo>
                      <a:pt x="37" y="55"/>
                      <a:pt x="37" y="55"/>
                      <a:pt x="37" y="55"/>
                    </a:cubicBezTo>
                    <a:cubicBezTo>
                      <a:pt x="37" y="55"/>
                      <a:pt x="37" y="55"/>
                      <a:pt x="37" y="55"/>
                    </a:cubicBezTo>
                    <a:cubicBezTo>
                      <a:pt x="37" y="55"/>
                      <a:pt x="37" y="55"/>
                      <a:pt x="36" y="54"/>
                    </a:cubicBezTo>
                    <a:cubicBezTo>
                      <a:pt x="36" y="54"/>
                      <a:pt x="36" y="54"/>
                      <a:pt x="36" y="54"/>
                    </a:cubicBezTo>
                    <a:cubicBezTo>
                      <a:pt x="36" y="54"/>
                      <a:pt x="36" y="54"/>
                      <a:pt x="36" y="54"/>
                    </a:cubicBezTo>
                    <a:cubicBezTo>
                      <a:pt x="36" y="54"/>
                      <a:pt x="36" y="54"/>
                      <a:pt x="36" y="54"/>
                    </a:cubicBezTo>
                    <a:cubicBezTo>
                      <a:pt x="36" y="54"/>
                      <a:pt x="36" y="54"/>
                      <a:pt x="36" y="54"/>
                    </a:cubicBezTo>
                    <a:cubicBezTo>
                      <a:pt x="36" y="54"/>
                      <a:pt x="36" y="54"/>
                      <a:pt x="36" y="54"/>
                    </a:cubicBezTo>
                    <a:cubicBezTo>
                      <a:pt x="36" y="53"/>
                      <a:pt x="36" y="53"/>
                      <a:pt x="35" y="53"/>
                    </a:cubicBezTo>
                    <a:cubicBezTo>
                      <a:pt x="35" y="53"/>
                      <a:pt x="35" y="53"/>
                      <a:pt x="35" y="53"/>
                    </a:cubicBezTo>
                    <a:cubicBezTo>
                      <a:pt x="35" y="53"/>
                      <a:pt x="35" y="53"/>
                      <a:pt x="35" y="52"/>
                    </a:cubicBezTo>
                    <a:cubicBezTo>
                      <a:pt x="35" y="52"/>
                      <a:pt x="35" y="52"/>
                      <a:pt x="35" y="52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1"/>
                      <a:pt x="33" y="51"/>
                      <a:pt x="33" y="51"/>
                    </a:cubicBezTo>
                    <a:cubicBezTo>
                      <a:pt x="32" y="51"/>
                      <a:pt x="32" y="51"/>
                      <a:pt x="32" y="51"/>
                    </a:cubicBezTo>
                    <a:cubicBezTo>
                      <a:pt x="32" y="51"/>
                      <a:pt x="32" y="51"/>
                      <a:pt x="32" y="51"/>
                    </a:cubicBezTo>
                    <a:cubicBezTo>
                      <a:pt x="32" y="51"/>
                      <a:pt x="31" y="51"/>
                      <a:pt x="31" y="51"/>
                    </a:cubicBezTo>
                    <a:cubicBezTo>
                      <a:pt x="31" y="51"/>
                      <a:pt x="31" y="51"/>
                      <a:pt x="31" y="51"/>
                    </a:cubicBezTo>
                    <a:cubicBezTo>
                      <a:pt x="31" y="51"/>
                      <a:pt x="31" y="51"/>
                      <a:pt x="31" y="51"/>
                    </a:cubicBezTo>
                    <a:cubicBezTo>
                      <a:pt x="31" y="51"/>
                      <a:pt x="31" y="50"/>
                      <a:pt x="30" y="50"/>
                    </a:cubicBezTo>
                    <a:cubicBezTo>
                      <a:pt x="30" y="50"/>
                      <a:pt x="30" y="50"/>
                      <a:pt x="30" y="50"/>
                    </a:cubicBezTo>
                    <a:cubicBezTo>
                      <a:pt x="30" y="50"/>
                      <a:pt x="30" y="50"/>
                      <a:pt x="30" y="50"/>
                    </a:cubicBezTo>
                    <a:cubicBezTo>
                      <a:pt x="30" y="50"/>
                      <a:pt x="30" y="50"/>
                      <a:pt x="30" y="50"/>
                    </a:cubicBezTo>
                    <a:cubicBezTo>
                      <a:pt x="30" y="49"/>
                      <a:pt x="29" y="49"/>
                      <a:pt x="29" y="49"/>
                    </a:cubicBezTo>
                    <a:cubicBezTo>
                      <a:pt x="29" y="49"/>
                      <a:pt x="29" y="49"/>
                      <a:pt x="29" y="49"/>
                    </a:cubicBezTo>
                    <a:cubicBezTo>
                      <a:pt x="28" y="49"/>
                      <a:pt x="28" y="49"/>
                      <a:pt x="28" y="49"/>
                    </a:cubicBezTo>
                    <a:cubicBezTo>
                      <a:pt x="28" y="49"/>
                      <a:pt x="28" y="49"/>
                      <a:pt x="28" y="49"/>
                    </a:cubicBezTo>
                    <a:cubicBezTo>
                      <a:pt x="28" y="49"/>
                      <a:pt x="28" y="49"/>
                      <a:pt x="28" y="49"/>
                    </a:cubicBezTo>
                    <a:cubicBezTo>
                      <a:pt x="29" y="48"/>
                      <a:pt x="29" y="48"/>
                      <a:pt x="29" y="48"/>
                    </a:cubicBezTo>
                    <a:cubicBezTo>
                      <a:pt x="28" y="48"/>
                      <a:pt x="28" y="48"/>
                      <a:pt x="28" y="48"/>
                    </a:cubicBezTo>
                    <a:cubicBezTo>
                      <a:pt x="28" y="48"/>
                      <a:pt x="28" y="48"/>
                      <a:pt x="28" y="48"/>
                    </a:cubicBezTo>
                    <a:cubicBezTo>
                      <a:pt x="28" y="48"/>
                      <a:pt x="28" y="48"/>
                      <a:pt x="28" y="48"/>
                    </a:cubicBezTo>
                    <a:cubicBezTo>
                      <a:pt x="28" y="48"/>
                      <a:pt x="28" y="48"/>
                      <a:pt x="28" y="48"/>
                    </a:cubicBezTo>
                    <a:cubicBezTo>
                      <a:pt x="27" y="48"/>
                      <a:pt x="27" y="48"/>
                      <a:pt x="27" y="48"/>
                    </a:cubicBezTo>
                    <a:cubicBezTo>
                      <a:pt x="27" y="48"/>
                      <a:pt x="26" y="48"/>
                      <a:pt x="26" y="48"/>
                    </a:cubicBezTo>
                    <a:cubicBezTo>
                      <a:pt x="26" y="48"/>
                      <a:pt x="26" y="48"/>
                      <a:pt x="26" y="48"/>
                    </a:cubicBezTo>
                    <a:cubicBezTo>
                      <a:pt x="26" y="48"/>
                      <a:pt x="26" y="48"/>
                      <a:pt x="26" y="48"/>
                    </a:cubicBezTo>
                    <a:cubicBezTo>
                      <a:pt x="26" y="48"/>
                      <a:pt x="26" y="48"/>
                      <a:pt x="26" y="48"/>
                    </a:cubicBezTo>
                    <a:cubicBezTo>
                      <a:pt x="26" y="48"/>
                      <a:pt x="26" y="48"/>
                      <a:pt x="26" y="48"/>
                    </a:cubicBezTo>
                    <a:cubicBezTo>
                      <a:pt x="26" y="48"/>
                      <a:pt x="25" y="48"/>
                      <a:pt x="26" y="48"/>
                    </a:cubicBezTo>
                    <a:cubicBezTo>
                      <a:pt x="26" y="47"/>
                      <a:pt x="26" y="47"/>
                      <a:pt x="26" y="47"/>
                    </a:cubicBezTo>
                    <a:cubicBezTo>
                      <a:pt x="25" y="47"/>
                      <a:pt x="25" y="47"/>
                      <a:pt x="25" y="47"/>
                    </a:cubicBezTo>
                    <a:cubicBezTo>
                      <a:pt x="25" y="47"/>
                      <a:pt x="24" y="47"/>
                      <a:pt x="24" y="47"/>
                    </a:cubicBezTo>
                    <a:cubicBezTo>
                      <a:pt x="24" y="47"/>
                      <a:pt x="24" y="47"/>
                      <a:pt x="23" y="47"/>
                    </a:cubicBezTo>
                    <a:cubicBezTo>
                      <a:pt x="23" y="47"/>
                      <a:pt x="23" y="47"/>
                      <a:pt x="23" y="47"/>
                    </a:cubicBezTo>
                    <a:cubicBezTo>
                      <a:pt x="23" y="47"/>
                      <a:pt x="22" y="46"/>
                      <a:pt x="22" y="46"/>
                    </a:cubicBezTo>
                    <a:cubicBezTo>
                      <a:pt x="22" y="46"/>
                      <a:pt x="22" y="46"/>
                      <a:pt x="21" y="46"/>
                    </a:cubicBezTo>
                    <a:cubicBezTo>
                      <a:pt x="21" y="46"/>
                      <a:pt x="21" y="46"/>
                      <a:pt x="21" y="46"/>
                    </a:cubicBezTo>
                    <a:cubicBezTo>
                      <a:pt x="21" y="46"/>
                      <a:pt x="21" y="46"/>
                      <a:pt x="21" y="46"/>
                    </a:cubicBezTo>
                    <a:cubicBezTo>
                      <a:pt x="21" y="46"/>
                      <a:pt x="21" y="46"/>
                      <a:pt x="21" y="46"/>
                    </a:cubicBezTo>
                    <a:cubicBezTo>
                      <a:pt x="20" y="46"/>
                      <a:pt x="20" y="46"/>
                      <a:pt x="20" y="46"/>
                    </a:cubicBezTo>
                    <a:cubicBezTo>
                      <a:pt x="20" y="47"/>
                      <a:pt x="20" y="47"/>
                      <a:pt x="20" y="47"/>
                    </a:cubicBezTo>
                    <a:cubicBezTo>
                      <a:pt x="20" y="46"/>
                      <a:pt x="19" y="46"/>
                      <a:pt x="19" y="46"/>
                    </a:cubicBezTo>
                    <a:cubicBezTo>
                      <a:pt x="19" y="46"/>
                      <a:pt x="19" y="46"/>
                      <a:pt x="19" y="46"/>
                    </a:cubicBezTo>
                    <a:cubicBezTo>
                      <a:pt x="19" y="46"/>
                      <a:pt x="19" y="46"/>
                      <a:pt x="19" y="46"/>
                    </a:cubicBezTo>
                    <a:cubicBezTo>
                      <a:pt x="19" y="47"/>
                      <a:pt x="19" y="47"/>
                      <a:pt x="19" y="47"/>
                    </a:cubicBezTo>
                    <a:cubicBezTo>
                      <a:pt x="19" y="47"/>
                      <a:pt x="19" y="47"/>
                      <a:pt x="19" y="47"/>
                    </a:cubicBezTo>
                    <a:cubicBezTo>
                      <a:pt x="19" y="47"/>
                      <a:pt x="18" y="47"/>
                      <a:pt x="18" y="47"/>
                    </a:cubicBezTo>
                    <a:cubicBezTo>
                      <a:pt x="18" y="47"/>
                      <a:pt x="18" y="47"/>
                      <a:pt x="18" y="47"/>
                    </a:cubicBezTo>
                    <a:cubicBezTo>
                      <a:pt x="18" y="47"/>
                      <a:pt x="18" y="47"/>
                      <a:pt x="18" y="47"/>
                    </a:cubicBezTo>
                    <a:cubicBezTo>
                      <a:pt x="18" y="47"/>
                      <a:pt x="17" y="47"/>
                      <a:pt x="17" y="47"/>
                    </a:cubicBezTo>
                    <a:cubicBezTo>
                      <a:pt x="17" y="47"/>
                      <a:pt x="17" y="47"/>
                      <a:pt x="17" y="47"/>
                    </a:cubicBezTo>
                    <a:cubicBezTo>
                      <a:pt x="16" y="47"/>
                      <a:pt x="16" y="47"/>
                      <a:pt x="16" y="47"/>
                    </a:cubicBezTo>
                    <a:cubicBezTo>
                      <a:pt x="16" y="47"/>
                      <a:pt x="16" y="47"/>
                      <a:pt x="16" y="47"/>
                    </a:cubicBezTo>
                    <a:cubicBezTo>
                      <a:pt x="16" y="48"/>
                      <a:pt x="16" y="48"/>
                      <a:pt x="16" y="48"/>
                    </a:cubicBezTo>
                    <a:cubicBezTo>
                      <a:pt x="16" y="48"/>
                      <a:pt x="16" y="48"/>
                      <a:pt x="16" y="48"/>
                    </a:cubicBezTo>
                    <a:cubicBezTo>
                      <a:pt x="16" y="48"/>
                      <a:pt x="17" y="48"/>
                      <a:pt x="17" y="48"/>
                    </a:cubicBezTo>
                    <a:cubicBezTo>
                      <a:pt x="17" y="48"/>
                      <a:pt x="17" y="48"/>
                      <a:pt x="17" y="48"/>
                    </a:cubicBezTo>
                    <a:cubicBezTo>
                      <a:pt x="17" y="49"/>
                      <a:pt x="17" y="49"/>
                      <a:pt x="17" y="49"/>
                    </a:cubicBezTo>
                    <a:cubicBezTo>
                      <a:pt x="17" y="49"/>
                      <a:pt x="17" y="49"/>
                      <a:pt x="17" y="49"/>
                    </a:cubicBezTo>
                    <a:cubicBezTo>
                      <a:pt x="17" y="49"/>
                      <a:pt x="17" y="49"/>
                      <a:pt x="16" y="49"/>
                    </a:cubicBezTo>
                    <a:cubicBezTo>
                      <a:pt x="16" y="49"/>
                      <a:pt x="16" y="49"/>
                      <a:pt x="16" y="49"/>
                    </a:cubicBezTo>
                    <a:cubicBezTo>
                      <a:pt x="16" y="49"/>
                      <a:pt x="16" y="49"/>
                      <a:pt x="16" y="49"/>
                    </a:cubicBezTo>
                    <a:cubicBezTo>
                      <a:pt x="16" y="49"/>
                      <a:pt x="16" y="49"/>
                      <a:pt x="16" y="49"/>
                    </a:cubicBezTo>
                    <a:cubicBezTo>
                      <a:pt x="16" y="49"/>
                      <a:pt x="16" y="49"/>
                      <a:pt x="16" y="49"/>
                    </a:cubicBezTo>
                    <a:cubicBezTo>
                      <a:pt x="16" y="49"/>
                      <a:pt x="16" y="49"/>
                      <a:pt x="16" y="49"/>
                    </a:cubicBezTo>
                    <a:cubicBezTo>
                      <a:pt x="16" y="49"/>
                      <a:pt x="15" y="49"/>
                      <a:pt x="15" y="49"/>
                    </a:cubicBezTo>
                    <a:cubicBezTo>
                      <a:pt x="15" y="49"/>
                      <a:pt x="15" y="49"/>
                      <a:pt x="15" y="49"/>
                    </a:cubicBezTo>
                    <a:cubicBezTo>
                      <a:pt x="15" y="49"/>
                      <a:pt x="15" y="48"/>
                      <a:pt x="15" y="48"/>
                    </a:cubicBezTo>
                    <a:cubicBezTo>
                      <a:pt x="15" y="48"/>
                      <a:pt x="15" y="48"/>
                      <a:pt x="15" y="48"/>
                    </a:cubicBezTo>
                    <a:cubicBezTo>
                      <a:pt x="15" y="48"/>
                      <a:pt x="15" y="48"/>
                      <a:pt x="14" y="48"/>
                    </a:cubicBezTo>
                    <a:cubicBezTo>
                      <a:pt x="14" y="48"/>
                      <a:pt x="14" y="48"/>
                      <a:pt x="14" y="48"/>
                    </a:cubicBezTo>
                    <a:cubicBezTo>
                      <a:pt x="14" y="48"/>
                      <a:pt x="14" y="48"/>
                      <a:pt x="14" y="48"/>
                    </a:cubicBezTo>
                    <a:cubicBezTo>
                      <a:pt x="13" y="48"/>
                      <a:pt x="13" y="48"/>
                      <a:pt x="13" y="48"/>
                    </a:cubicBezTo>
                    <a:cubicBezTo>
                      <a:pt x="13" y="48"/>
                      <a:pt x="13" y="48"/>
                      <a:pt x="13" y="48"/>
                    </a:cubicBezTo>
                    <a:cubicBezTo>
                      <a:pt x="13" y="48"/>
                      <a:pt x="13" y="48"/>
                      <a:pt x="13" y="48"/>
                    </a:cubicBezTo>
                    <a:cubicBezTo>
                      <a:pt x="13" y="48"/>
                      <a:pt x="13" y="48"/>
                      <a:pt x="13" y="48"/>
                    </a:cubicBezTo>
                    <a:cubicBezTo>
                      <a:pt x="13" y="48"/>
                      <a:pt x="12" y="48"/>
                      <a:pt x="12" y="48"/>
                    </a:cubicBezTo>
                    <a:cubicBezTo>
                      <a:pt x="12" y="48"/>
                      <a:pt x="12" y="48"/>
                      <a:pt x="12" y="48"/>
                    </a:cubicBezTo>
                    <a:cubicBezTo>
                      <a:pt x="12" y="47"/>
                      <a:pt x="12" y="47"/>
                      <a:pt x="12" y="47"/>
                    </a:cubicBezTo>
                    <a:cubicBezTo>
                      <a:pt x="12" y="47"/>
                      <a:pt x="12" y="47"/>
                      <a:pt x="12" y="47"/>
                    </a:cubicBezTo>
                    <a:cubicBezTo>
                      <a:pt x="12" y="47"/>
                      <a:pt x="12" y="47"/>
                      <a:pt x="12" y="46"/>
                    </a:cubicBezTo>
                    <a:cubicBezTo>
                      <a:pt x="12" y="46"/>
                      <a:pt x="12" y="46"/>
                      <a:pt x="12" y="46"/>
                    </a:cubicBezTo>
                    <a:cubicBezTo>
                      <a:pt x="12" y="46"/>
                      <a:pt x="12" y="46"/>
                      <a:pt x="12" y="46"/>
                    </a:cubicBezTo>
                    <a:cubicBezTo>
                      <a:pt x="12" y="46"/>
                      <a:pt x="12" y="46"/>
                      <a:pt x="12" y="46"/>
                    </a:cubicBezTo>
                    <a:cubicBezTo>
                      <a:pt x="12" y="46"/>
                      <a:pt x="13" y="46"/>
                      <a:pt x="13" y="45"/>
                    </a:cubicBezTo>
                    <a:cubicBezTo>
                      <a:pt x="13" y="45"/>
                      <a:pt x="13" y="44"/>
                      <a:pt x="13" y="44"/>
                    </a:cubicBezTo>
                    <a:cubicBezTo>
                      <a:pt x="13" y="44"/>
                      <a:pt x="13" y="44"/>
                      <a:pt x="13" y="44"/>
                    </a:cubicBezTo>
                    <a:cubicBezTo>
                      <a:pt x="13" y="44"/>
                      <a:pt x="13" y="44"/>
                      <a:pt x="13" y="44"/>
                    </a:cubicBezTo>
                    <a:cubicBezTo>
                      <a:pt x="13" y="44"/>
                      <a:pt x="13" y="44"/>
                      <a:pt x="13" y="44"/>
                    </a:cubicBezTo>
                    <a:cubicBezTo>
                      <a:pt x="13" y="43"/>
                      <a:pt x="13" y="43"/>
                      <a:pt x="13" y="43"/>
                    </a:cubicBezTo>
                    <a:cubicBezTo>
                      <a:pt x="13" y="43"/>
                      <a:pt x="13" y="43"/>
                      <a:pt x="13" y="42"/>
                    </a:cubicBezTo>
                    <a:cubicBezTo>
                      <a:pt x="13" y="42"/>
                      <a:pt x="13" y="42"/>
                      <a:pt x="12" y="42"/>
                    </a:cubicBezTo>
                    <a:cubicBezTo>
                      <a:pt x="12" y="42"/>
                      <a:pt x="12" y="42"/>
                      <a:pt x="12" y="42"/>
                    </a:cubicBezTo>
                    <a:cubicBezTo>
                      <a:pt x="12" y="42"/>
                      <a:pt x="12" y="42"/>
                      <a:pt x="12" y="42"/>
                    </a:cubicBezTo>
                    <a:cubicBezTo>
                      <a:pt x="12" y="42"/>
                      <a:pt x="12" y="42"/>
                      <a:pt x="12" y="42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1"/>
                      <a:pt x="11" y="41"/>
                      <a:pt x="11" y="41"/>
                    </a:cubicBezTo>
                    <a:cubicBezTo>
                      <a:pt x="11" y="41"/>
                      <a:pt x="11" y="41"/>
                      <a:pt x="11" y="41"/>
                    </a:cubicBezTo>
                    <a:cubicBezTo>
                      <a:pt x="11" y="41"/>
                      <a:pt x="11" y="41"/>
                      <a:pt x="11" y="41"/>
                    </a:cubicBezTo>
                    <a:cubicBezTo>
                      <a:pt x="11" y="41"/>
                      <a:pt x="11" y="41"/>
                      <a:pt x="11" y="41"/>
                    </a:cubicBezTo>
                    <a:cubicBezTo>
                      <a:pt x="11" y="41"/>
                      <a:pt x="11" y="41"/>
                      <a:pt x="11" y="40"/>
                    </a:cubicBezTo>
                    <a:cubicBezTo>
                      <a:pt x="11" y="40"/>
                      <a:pt x="11" y="40"/>
                      <a:pt x="11" y="40"/>
                    </a:cubicBezTo>
                    <a:cubicBezTo>
                      <a:pt x="11" y="40"/>
                      <a:pt x="11" y="40"/>
                      <a:pt x="11" y="40"/>
                    </a:cubicBezTo>
                    <a:cubicBezTo>
                      <a:pt x="11" y="40"/>
                      <a:pt x="11" y="40"/>
                      <a:pt x="11" y="40"/>
                    </a:cubicBezTo>
                    <a:cubicBezTo>
                      <a:pt x="11" y="40"/>
                      <a:pt x="11" y="40"/>
                      <a:pt x="11" y="40"/>
                    </a:cubicBezTo>
                    <a:cubicBezTo>
                      <a:pt x="11" y="40"/>
                      <a:pt x="11" y="40"/>
                      <a:pt x="12" y="40"/>
                    </a:cubicBezTo>
                    <a:cubicBezTo>
                      <a:pt x="12" y="40"/>
                      <a:pt x="12" y="39"/>
                      <a:pt x="13" y="38"/>
                    </a:cubicBezTo>
                    <a:cubicBezTo>
                      <a:pt x="13" y="38"/>
                      <a:pt x="13" y="38"/>
                      <a:pt x="13" y="37"/>
                    </a:cubicBezTo>
                    <a:cubicBezTo>
                      <a:pt x="13" y="37"/>
                      <a:pt x="13" y="37"/>
                      <a:pt x="13" y="37"/>
                    </a:cubicBezTo>
                    <a:cubicBezTo>
                      <a:pt x="13" y="37"/>
                      <a:pt x="13" y="37"/>
                      <a:pt x="13" y="37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2" y="37"/>
                      <a:pt x="11" y="37"/>
                      <a:pt x="11" y="37"/>
                    </a:cubicBezTo>
                    <a:cubicBezTo>
                      <a:pt x="11" y="37"/>
                      <a:pt x="10" y="37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9" y="38"/>
                      <a:pt x="9" y="39"/>
                      <a:pt x="9" y="39"/>
                    </a:cubicBezTo>
                    <a:cubicBezTo>
                      <a:pt x="9" y="39"/>
                      <a:pt x="9" y="39"/>
                      <a:pt x="9" y="39"/>
                    </a:cubicBezTo>
                    <a:cubicBezTo>
                      <a:pt x="9" y="39"/>
                      <a:pt x="9" y="39"/>
                      <a:pt x="9" y="39"/>
                    </a:cubicBezTo>
                    <a:cubicBezTo>
                      <a:pt x="9" y="39"/>
                      <a:pt x="8" y="40"/>
                      <a:pt x="8" y="40"/>
                    </a:cubicBezTo>
                    <a:cubicBezTo>
                      <a:pt x="8" y="40"/>
                      <a:pt x="8" y="39"/>
                      <a:pt x="8" y="39"/>
                    </a:cubicBezTo>
                    <a:cubicBezTo>
                      <a:pt x="8" y="39"/>
                      <a:pt x="8" y="39"/>
                      <a:pt x="8" y="39"/>
                    </a:cubicBezTo>
                    <a:cubicBezTo>
                      <a:pt x="8" y="39"/>
                      <a:pt x="8" y="39"/>
                      <a:pt x="8" y="39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8" y="38"/>
                      <a:pt x="8" y="38"/>
                      <a:pt x="7" y="38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7" y="38"/>
                      <a:pt x="8" y="37"/>
                      <a:pt x="8" y="37"/>
                    </a:cubicBezTo>
                    <a:cubicBezTo>
                      <a:pt x="8" y="37"/>
                      <a:pt x="8" y="37"/>
                      <a:pt x="8" y="37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8" y="37"/>
                      <a:pt x="8" y="37"/>
                      <a:pt x="8" y="37"/>
                    </a:cubicBezTo>
                    <a:cubicBezTo>
                      <a:pt x="8" y="37"/>
                      <a:pt x="8" y="37"/>
                      <a:pt x="8" y="37"/>
                    </a:cubicBezTo>
                    <a:cubicBezTo>
                      <a:pt x="8" y="37"/>
                      <a:pt x="8" y="37"/>
                      <a:pt x="8" y="37"/>
                    </a:cubicBezTo>
                    <a:cubicBezTo>
                      <a:pt x="9" y="37"/>
                      <a:pt x="9" y="37"/>
                      <a:pt x="9" y="37"/>
                    </a:cubicBezTo>
                    <a:cubicBezTo>
                      <a:pt x="9" y="37"/>
                      <a:pt x="9" y="37"/>
                      <a:pt x="9" y="37"/>
                    </a:cubicBezTo>
                    <a:cubicBezTo>
                      <a:pt x="9" y="37"/>
                      <a:pt x="9" y="37"/>
                      <a:pt x="9" y="36"/>
                    </a:cubicBezTo>
                    <a:cubicBezTo>
                      <a:pt x="9" y="36"/>
                      <a:pt x="8" y="36"/>
                      <a:pt x="9" y="36"/>
                    </a:cubicBezTo>
                    <a:cubicBezTo>
                      <a:pt x="9" y="36"/>
                      <a:pt x="9" y="36"/>
                      <a:pt x="9" y="36"/>
                    </a:cubicBezTo>
                    <a:cubicBezTo>
                      <a:pt x="9" y="36"/>
                      <a:pt x="9" y="36"/>
                      <a:pt x="9" y="36"/>
                    </a:cubicBezTo>
                    <a:cubicBezTo>
                      <a:pt x="9" y="36"/>
                      <a:pt x="9" y="36"/>
                      <a:pt x="9" y="36"/>
                    </a:cubicBezTo>
                    <a:cubicBezTo>
                      <a:pt x="9" y="36"/>
                      <a:pt x="9" y="35"/>
                      <a:pt x="9" y="35"/>
                    </a:cubicBezTo>
                    <a:cubicBezTo>
                      <a:pt x="9" y="35"/>
                      <a:pt x="9" y="34"/>
                      <a:pt x="9" y="34"/>
                    </a:cubicBezTo>
                    <a:cubicBezTo>
                      <a:pt x="9" y="34"/>
                      <a:pt x="9" y="34"/>
                      <a:pt x="9" y="34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10" y="34"/>
                      <a:pt x="9" y="33"/>
                      <a:pt x="10" y="33"/>
                    </a:cubicBezTo>
                    <a:cubicBezTo>
                      <a:pt x="10" y="33"/>
                      <a:pt x="10" y="33"/>
                      <a:pt x="10" y="33"/>
                    </a:cubicBezTo>
                    <a:cubicBezTo>
                      <a:pt x="10" y="33"/>
                      <a:pt x="10" y="33"/>
                      <a:pt x="10" y="33"/>
                    </a:cubicBezTo>
                    <a:cubicBezTo>
                      <a:pt x="10" y="33"/>
                      <a:pt x="10" y="33"/>
                      <a:pt x="10" y="33"/>
                    </a:cubicBezTo>
                    <a:cubicBezTo>
                      <a:pt x="10" y="33"/>
                      <a:pt x="10" y="33"/>
                      <a:pt x="10" y="33"/>
                    </a:cubicBezTo>
                    <a:cubicBezTo>
                      <a:pt x="10" y="33"/>
                      <a:pt x="10" y="32"/>
                      <a:pt x="10" y="32"/>
                    </a:cubicBezTo>
                    <a:cubicBezTo>
                      <a:pt x="10" y="32"/>
                      <a:pt x="10" y="32"/>
                      <a:pt x="10" y="32"/>
                    </a:cubicBezTo>
                    <a:cubicBezTo>
                      <a:pt x="10" y="32"/>
                      <a:pt x="10" y="32"/>
                      <a:pt x="10" y="32"/>
                    </a:cubicBezTo>
                    <a:cubicBezTo>
                      <a:pt x="10" y="32"/>
                      <a:pt x="11" y="32"/>
                      <a:pt x="11" y="32"/>
                    </a:cubicBezTo>
                    <a:cubicBezTo>
                      <a:pt x="11" y="32"/>
                      <a:pt x="11" y="32"/>
                      <a:pt x="11" y="32"/>
                    </a:cubicBezTo>
                    <a:cubicBezTo>
                      <a:pt x="11" y="31"/>
                      <a:pt x="11" y="31"/>
                      <a:pt x="11" y="31"/>
                    </a:cubicBezTo>
                    <a:cubicBezTo>
                      <a:pt x="12" y="31"/>
                      <a:pt x="12" y="31"/>
                      <a:pt x="12" y="30"/>
                    </a:cubicBezTo>
                    <a:cubicBezTo>
                      <a:pt x="12" y="30"/>
                      <a:pt x="12" y="30"/>
                      <a:pt x="12" y="30"/>
                    </a:cubicBezTo>
                    <a:cubicBezTo>
                      <a:pt x="12" y="30"/>
                      <a:pt x="12" y="30"/>
                      <a:pt x="12" y="30"/>
                    </a:cubicBezTo>
                    <a:cubicBezTo>
                      <a:pt x="12" y="30"/>
                      <a:pt x="12" y="30"/>
                      <a:pt x="12" y="30"/>
                    </a:cubicBezTo>
                    <a:cubicBezTo>
                      <a:pt x="12" y="30"/>
                      <a:pt x="13" y="30"/>
                      <a:pt x="13" y="30"/>
                    </a:cubicBezTo>
                    <a:cubicBezTo>
                      <a:pt x="13" y="30"/>
                      <a:pt x="13" y="30"/>
                      <a:pt x="13" y="30"/>
                    </a:cubicBezTo>
                    <a:cubicBezTo>
                      <a:pt x="13" y="30"/>
                      <a:pt x="13" y="30"/>
                      <a:pt x="13" y="30"/>
                    </a:cubicBezTo>
                    <a:cubicBezTo>
                      <a:pt x="14" y="30"/>
                      <a:pt x="14" y="30"/>
                      <a:pt x="14" y="30"/>
                    </a:cubicBezTo>
                    <a:cubicBezTo>
                      <a:pt x="15" y="30"/>
                      <a:pt x="15" y="30"/>
                      <a:pt x="15" y="30"/>
                    </a:cubicBezTo>
                    <a:cubicBezTo>
                      <a:pt x="15" y="29"/>
                      <a:pt x="15" y="29"/>
                      <a:pt x="16" y="29"/>
                    </a:cubicBezTo>
                    <a:cubicBezTo>
                      <a:pt x="16" y="29"/>
                      <a:pt x="16" y="29"/>
                      <a:pt x="16" y="29"/>
                    </a:cubicBezTo>
                    <a:cubicBezTo>
                      <a:pt x="16" y="29"/>
                      <a:pt x="16" y="29"/>
                      <a:pt x="16" y="29"/>
                    </a:cubicBezTo>
                    <a:cubicBezTo>
                      <a:pt x="16" y="29"/>
                      <a:pt x="16" y="29"/>
                      <a:pt x="16" y="29"/>
                    </a:cubicBezTo>
                    <a:cubicBezTo>
                      <a:pt x="16" y="29"/>
                      <a:pt x="17" y="30"/>
                      <a:pt x="17" y="30"/>
                    </a:cubicBezTo>
                    <a:cubicBezTo>
                      <a:pt x="17" y="31"/>
                      <a:pt x="17" y="31"/>
                      <a:pt x="17" y="31"/>
                    </a:cubicBezTo>
                    <a:cubicBezTo>
                      <a:pt x="17" y="31"/>
                      <a:pt x="16" y="32"/>
                      <a:pt x="16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6" y="33"/>
                      <a:pt x="16" y="33"/>
                      <a:pt x="16" y="33"/>
                    </a:cubicBezTo>
                    <a:cubicBezTo>
                      <a:pt x="16" y="33"/>
                      <a:pt x="17" y="33"/>
                      <a:pt x="17" y="33"/>
                    </a:cubicBezTo>
                    <a:cubicBezTo>
                      <a:pt x="17" y="33"/>
                      <a:pt x="17" y="33"/>
                      <a:pt x="17" y="33"/>
                    </a:cubicBezTo>
                    <a:cubicBezTo>
                      <a:pt x="17" y="33"/>
                      <a:pt x="17" y="33"/>
                      <a:pt x="17" y="33"/>
                    </a:cubicBezTo>
                    <a:cubicBezTo>
                      <a:pt x="17" y="33"/>
                      <a:pt x="17" y="33"/>
                      <a:pt x="17" y="33"/>
                    </a:cubicBezTo>
                    <a:cubicBezTo>
                      <a:pt x="17" y="33"/>
                      <a:pt x="17" y="33"/>
                      <a:pt x="17" y="33"/>
                    </a:cubicBezTo>
                    <a:cubicBezTo>
                      <a:pt x="18" y="33"/>
                      <a:pt x="18" y="32"/>
                      <a:pt x="18" y="32"/>
                    </a:cubicBezTo>
                    <a:cubicBezTo>
                      <a:pt x="18" y="32"/>
                      <a:pt x="18" y="31"/>
                      <a:pt x="18" y="31"/>
                    </a:cubicBezTo>
                    <a:cubicBezTo>
                      <a:pt x="18" y="31"/>
                      <a:pt x="18" y="31"/>
                      <a:pt x="18" y="31"/>
                    </a:cubicBezTo>
                    <a:cubicBezTo>
                      <a:pt x="18" y="31"/>
                      <a:pt x="18" y="31"/>
                      <a:pt x="18" y="31"/>
                    </a:cubicBezTo>
                    <a:cubicBezTo>
                      <a:pt x="18" y="31"/>
                      <a:pt x="18" y="31"/>
                      <a:pt x="18" y="31"/>
                    </a:cubicBezTo>
                    <a:cubicBezTo>
                      <a:pt x="18" y="31"/>
                      <a:pt x="18" y="31"/>
                      <a:pt x="18" y="31"/>
                    </a:cubicBezTo>
                    <a:cubicBezTo>
                      <a:pt x="18" y="31"/>
                      <a:pt x="18" y="30"/>
                      <a:pt x="18" y="30"/>
                    </a:cubicBezTo>
                    <a:cubicBezTo>
                      <a:pt x="18" y="30"/>
                      <a:pt x="18" y="30"/>
                      <a:pt x="18" y="30"/>
                    </a:cubicBezTo>
                    <a:cubicBezTo>
                      <a:pt x="19" y="30"/>
                      <a:pt x="19" y="30"/>
                      <a:pt x="19" y="30"/>
                    </a:cubicBezTo>
                    <a:cubicBezTo>
                      <a:pt x="19" y="30"/>
                      <a:pt x="19" y="30"/>
                      <a:pt x="19" y="30"/>
                    </a:cubicBezTo>
                    <a:cubicBezTo>
                      <a:pt x="19" y="30"/>
                      <a:pt x="19" y="30"/>
                      <a:pt x="19" y="30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20" y="29"/>
                      <a:pt x="20" y="29"/>
                      <a:pt x="20" y="28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1" y="28"/>
                      <a:pt x="21" y="28"/>
                      <a:pt x="21" y="28"/>
                    </a:cubicBezTo>
                    <a:cubicBezTo>
                      <a:pt x="21" y="28"/>
                      <a:pt x="21" y="28"/>
                      <a:pt x="21" y="28"/>
                    </a:cubicBezTo>
                    <a:cubicBezTo>
                      <a:pt x="21" y="28"/>
                      <a:pt x="21" y="28"/>
                      <a:pt x="21" y="28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1" y="27"/>
                      <a:pt x="20" y="27"/>
                      <a:pt x="20" y="27"/>
                    </a:cubicBezTo>
                    <a:cubicBezTo>
                      <a:pt x="20" y="27"/>
                      <a:pt x="20" y="27"/>
                      <a:pt x="20" y="27"/>
                    </a:cubicBezTo>
                    <a:cubicBezTo>
                      <a:pt x="20" y="27"/>
                      <a:pt x="20" y="27"/>
                      <a:pt x="20" y="27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2" y="27"/>
                      <a:pt x="22" y="27"/>
                      <a:pt x="22" y="26"/>
                    </a:cubicBezTo>
                    <a:cubicBezTo>
                      <a:pt x="22" y="26"/>
                      <a:pt x="22" y="26"/>
                      <a:pt x="22" y="26"/>
                    </a:cubicBezTo>
                    <a:cubicBezTo>
                      <a:pt x="23" y="25"/>
                      <a:pt x="23" y="25"/>
                      <a:pt x="23" y="25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5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3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5" y="23"/>
                      <a:pt x="25" y="22"/>
                      <a:pt x="25" y="22"/>
                    </a:cubicBezTo>
                    <a:cubicBezTo>
                      <a:pt x="26" y="22"/>
                      <a:pt x="26" y="21"/>
                      <a:pt x="27" y="21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28" y="21"/>
                      <a:pt x="28" y="21"/>
                      <a:pt x="28" y="21"/>
                    </a:cubicBezTo>
                    <a:cubicBezTo>
                      <a:pt x="28" y="21"/>
                      <a:pt x="28" y="20"/>
                      <a:pt x="28" y="20"/>
                    </a:cubicBezTo>
                    <a:cubicBezTo>
                      <a:pt x="28" y="20"/>
                      <a:pt x="28" y="20"/>
                      <a:pt x="28" y="20"/>
                    </a:cubicBezTo>
                    <a:cubicBezTo>
                      <a:pt x="28" y="20"/>
                      <a:pt x="28" y="20"/>
                      <a:pt x="28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9" y="20"/>
                      <a:pt x="29" y="20"/>
                      <a:pt x="30" y="20"/>
                    </a:cubicBezTo>
                    <a:cubicBezTo>
                      <a:pt x="30" y="19"/>
                      <a:pt x="30" y="19"/>
                      <a:pt x="30" y="19"/>
                    </a:cubicBezTo>
                    <a:cubicBezTo>
                      <a:pt x="30" y="19"/>
                      <a:pt x="30" y="19"/>
                      <a:pt x="30" y="19"/>
                    </a:cubicBezTo>
                    <a:cubicBezTo>
                      <a:pt x="30" y="18"/>
                      <a:pt x="30" y="18"/>
                      <a:pt x="30" y="18"/>
                    </a:cubicBezTo>
                    <a:cubicBezTo>
                      <a:pt x="30" y="18"/>
                      <a:pt x="30" y="18"/>
                      <a:pt x="30" y="18"/>
                    </a:cubicBezTo>
                    <a:cubicBezTo>
                      <a:pt x="30" y="18"/>
                      <a:pt x="30" y="18"/>
                      <a:pt x="30" y="18"/>
                    </a:cubicBezTo>
                    <a:cubicBezTo>
                      <a:pt x="30" y="18"/>
                      <a:pt x="30" y="18"/>
                      <a:pt x="30" y="18"/>
                    </a:cubicBezTo>
                    <a:cubicBezTo>
                      <a:pt x="30" y="18"/>
                      <a:pt x="30" y="18"/>
                      <a:pt x="30" y="18"/>
                    </a:cubicBezTo>
                    <a:cubicBezTo>
                      <a:pt x="30" y="18"/>
                      <a:pt x="30" y="18"/>
                      <a:pt x="30" y="18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1" y="18"/>
                      <a:pt x="31" y="17"/>
                      <a:pt x="31" y="17"/>
                    </a:cubicBezTo>
                    <a:cubicBezTo>
                      <a:pt x="31" y="17"/>
                      <a:pt x="31" y="17"/>
                      <a:pt x="31" y="17"/>
                    </a:cubicBezTo>
                    <a:cubicBezTo>
                      <a:pt x="31" y="17"/>
                      <a:pt x="31" y="17"/>
                      <a:pt x="31" y="17"/>
                    </a:cubicBezTo>
                    <a:cubicBezTo>
                      <a:pt x="31" y="17"/>
                      <a:pt x="31" y="17"/>
                      <a:pt x="31" y="17"/>
                    </a:cubicBezTo>
                    <a:cubicBezTo>
                      <a:pt x="32" y="17"/>
                      <a:pt x="32" y="17"/>
                      <a:pt x="32" y="17"/>
                    </a:cubicBezTo>
                    <a:cubicBezTo>
                      <a:pt x="32" y="17"/>
                      <a:pt x="32" y="17"/>
                      <a:pt x="32" y="17"/>
                    </a:cubicBezTo>
                    <a:cubicBezTo>
                      <a:pt x="32" y="17"/>
                      <a:pt x="32" y="17"/>
                      <a:pt x="32" y="17"/>
                    </a:cubicBezTo>
                    <a:cubicBezTo>
                      <a:pt x="32" y="17"/>
                      <a:pt x="32" y="17"/>
                      <a:pt x="32" y="17"/>
                    </a:cubicBezTo>
                    <a:cubicBezTo>
                      <a:pt x="32" y="17"/>
                      <a:pt x="32" y="17"/>
                      <a:pt x="32" y="17"/>
                    </a:cubicBezTo>
                    <a:cubicBezTo>
                      <a:pt x="33" y="17"/>
                      <a:pt x="33" y="17"/>
                      <a:pt x="33" y="16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4" y="16"/>
                      <a:pt x="34" y="16"/>
                      <a:pt x="34" y="16"/>
                    </a:cubicBezTo>
                    <a:cubicBezTo>
                      <a:pt x="34" y="16"/>
                      <a:pt x="34" y="16"/>
                      <a:pt x="34" y="16"/>
                    </a:cubicBezTo>
                    <a:cubicBezTo>
                      <a:pt x="34" y="16"/>
                      <a:pt x="34" y="16"/>
                      <a:pt x="34" y="16"/>
                    </a:cubicBezTo>
                    <a:cubicBezTo>
                      <a:pt x="34" y="16"/>
                      <a:pt x="34" y="16"/>
                      <a:pt x="34" y="16"/>
                    </a:cubicBezTo>
                    <a:cubicBezTo>
                      <a:pt x="35" y="16"/>
                      <a:pt x="35" y="15"/>
                      <a:pt x="35" y="15"/>
                    </a:cubicBezTo>
                    <a:cubicBezTo>
                      <a:pt x="35" y="15"/>
                      <a:pt x="35" y="15"/>
                      <a:pt x="35" y="15"/>
                    </a:cubicBezTo>
                    <a:cubicBezTo>
                      <a:pt x="34" y="15"/>
                      <a:pt x="34" y="15"/>
                      <a:pt x="34" y="15"/>
                    </a:cubicBezTo>
                    <a:cubicBezTo>
                      <a:pt x="33" y="15"/>
                      <a:pt x="33" y="15"/>
                      <a:pt x="33" y="15"/>
                    </a:cubicBezTo>
                    <a:cubicBezTo>
                      <a:pt x="33" y="15"/>
                      <a:pt x="33" y="15"/>
                      <a:pt x="33" y="15"/>
                    </a:cubicBezTo>
                    <a:cubicBezTo>
                      <a:pt x="33" y="15"/>
                      <a:pt x="33" y="15"/>
                      <a:pt x="33" y="15"/>
                    </a:cubicBezTo>
                    <a:cubicBezTo>
                      <a:pt x="33" y="15"/>
                      <a:pt x="33" y="15"/>
                      <a:pt x="32" y="15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33" y="15"/>
                      <a:pt x="33" y="15"/>
                      <a:pt x="33" y="15"/>
                    </a:cubicBezTo>
                    <a:cubicBezTo>
                      <a:pt x="33" y="15"/>
                      <a:pt x="33" y="14"/>
                      <a:pt x="33" y="14"/>
                    </a:cubicBezTo>
                    <a:cubicBezTo>
                      <a:pt x="33" y="14"/>
                      <a:pt x="33" y="14"/>
                      <a:pt x="33" y="14"/>
                    </a:cubicBezTo>
                    <a:cubicBezTo>
                      <a:pt x="33" y="14"/>
                      <a:pt x="33" y="14"/>
                      <a:pt x="33" y="14"/>
                    </a:cubicBezTo>
                    <a:cubicBezTo>
                      <a:pt x="33" y="14"/>
                      <a:pt x="33" y="14"/>
                      <a:pt x="33" y="14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8" y="14"/>
                      <a:pt x="38" y="14"/>
                      <a:pt x="38" y="14"/>
                    </a:cubicBezTo>
                    <a:cubicBezTo>
                      <a:pt x="38" y="13"/>
                      <a:pt x="38" y="13"/>
                      <a:pt x="38" y="13"/>
                    </a:cubicBezTo>
                    <a:cubicBezTo>
                      <a:pt x="38" y="13"/>
                      <a:pt x="38" y="13"/>
                      <a:pt x="39" y="13"/>
                    </a:cubicBezTo>
                    <a:cubicBezTo>
                      <a:pt x="39" y="13"/>
                      <a:pt x="39" y="13"/>
                      <a:pt x="39" y="13"/>
                    </a:cubicBezTo>
                    <a:cubicBezTo>
                      <a:pt x="39" y="13"/>
                      <a:pt x="39" y="13"/>
                      <a:pt x="39" y="13"/>
                    </a:cubicBezTo>
                    <a:cubicBezTo>
                      <a:pt x="39" y="13"/>
                      <a:pt x="39" y="13"/>
                      <a:pt x="39" y="13"/>
                    </a:cubicBezTo>
                    <a:cubicBezTo>
                      <a:pt x="39" y="13"/>
                      <a:pt x="39" y="13"/>
                      <a:pt x="39" y="13"/>
                    </a:cubicBezTo>
                    <a:cubicBezTo>
                      <a:pt x="39" y="13"/>
                      <a:pt x="39" y="13"/>
                      <a:pt x="39" y="13"/>
                    </a:cubicBezTo>
                    <a:cubicBezTo>
                      <a:pt x="39" y="13"/>
                      <a:pt x="39" y="13"/>
                      <a:pt x="39" y="12"/>
                    </a:cubicBezTo>
                    <a:cubicBezTo>
                      <a:pt x="39" y="12"/>
                      <a:pt x="40" y="12"/>
                      <a:pt x="40" y="12"/>
                    </a:cubicBezTo>
                    <a:cubicBezTo>
                      <a:pt x="40" y="12"/>
                      <a:pt x="40" y="12"/>
                      <a:pt x="40" y="12"/>
                    </a:cubicBezTo>
                    <a:cubicBezTo>
                      <a:pt x="40" y="12"/>
                      <a:pt x="40" y="12"/>
                      <a:pt x="40" y="12"/>
                    </a:cubicBezTo>
                    <a:cubicBezTo>
                      <a:pt x="40" y="12"/>
                      <a:pt x="40" y="12"/>
                      <a:pt x="41" y="12"/>
                    </a:cubicBezTo>
                    <a:cubicBezTo>
                      <a:pt x="41" y="12"/>
                      <a:pt x="41" y="12"/>
                      <a:pt x="41" y="12"/>
                    </a:cubicBezTo>
                    <a:cubicBezTo>
                      <a:pt x="41" y="12"/>
                      <a:pt x="41" y="12"/>
                      <a:pt x="41" y="12"/>
                    </a:cubicBezTo>
                    <a:cubicBezTo>
                      <a:pt x="41" y="12"/>
                      <a:pt x="41" y="12"/>
                      <a:pt x="41" y="12"/>
                    </a:cubicBezTo>
                    <a:cubicBezTo>
                      <a:pt x="41" y="12"/>
                      <a:pt x="41" y="12"/>
                      <a:pt x="42" y="12"/>
                    </a:cubicBezTo>
                    <a:cubicBezTo>
                      <a:pt x="42" y="12"/>
                      <a:pt x="42" y="12"/>
                      <a:pt x="42" y="12"/>
                    </a:cubicBezTo>
                    <a:cubicBezTo>
                      <a:pt x="42" y="12"/>
                      <a:pt x="42" y="11"/>
                      <a:pt x="42" y="11"/>
                    </a:cubicBezTo>
                    <a:cubicBezTo>
                      <a:pt x="42" y="11"/>
                      <a:pt x="42" y="10"/>
                      <a:pt x="42" y="10"/>
                    </a:cubicBezTo>
                    <a:cubicBezTo>
                      <a:pt x="42" y="10"/>
                      <a:pt x="42" y="10"/>
                      <a:pt x="42" y="10"/>
                    </a:cubicBezTo>
                    <a:cubicBezTo>
                      <a:pt x="42" y="10"/>
                      <a:pt x="42" y="10"/>
                      <a:pt x="42" y="10"/>
                    </a:cubicBezTo>
                    <a:cubicBezTo>
                      <a:pt x="42" y="8"/>
                      <a:pt x="42" y="8"/>
                      <a:pt x="42" y="8"/>
                    </a:cubicBezTo>
                    <a:cubicBezTo>
                      <a:pt x="41" y="8"/>
                      <a:pt x="41" y="8"/>
                      <a:pt x="41" y="8"/>
                    </a:cubicBezTo>
                    <a:cubicBezTo>
                      <a:pt x="41" y="8"/>
                      <a:pt x="41" y="8"/>
                      <a:pt x="41" y="8"/>
                    </a:cubicBezTo>
                    <a:cubicBezTo>
                      <a:pt x="41" y="8"/>
                      <a:pt x="40" y="8"/>
                      <a:pt x="40" y="8"/>
                    </a:cubicBezTo>
                    <a:cubicBezTo>
                      <a:pt x="40" y="8"/>
                      <a:pt x="40" y="8"/>
                      <a:pt x="40" y="8"/>
                    </a:cubicBezTo>
                    <a:cubicBezTo>
                      <a:pt x="40" y="8"/>
                      <a:pt x="40" y="8"/>
                      <a:pt x="40" y="8"/>
                    </a:cubicBezTo>
                    <a:cubicBezTo>
                      <a:pt x="40" y="8"/>
                      <a:pt x="40" y="8"/>
                      <a:pt x="40" y="8"/>
                    </a:cubicBezTo>
                    <a:cubicBezTo>
                      <a:pt x="40" y="8"/>
                      <a:pt x="40" y="8"/>
                      <a:pt x="39" y="8"/>
                    </a:cubicBezTo>
                    <a:cubicBezTo>
                      <a:pt x="40" y="8"/>
                      <a:pt x="40" y="8"/>
                      <a:pt x="40" y="8"/>
                    </a:cubicBezTo>
                    <a:cubicBezTo>
                      <a:pt x="40" y="8"/>
                      <a:pt x="40" y="8"/>
                      <a:pt x="40" y="8"/>
                    </a:cubicBezTo>
                    <a:cubicBezTo>
                      <a:pt x="40" y="8"/>
                      <a:pt x="40" y="8"/>
                      <a:pt x="40" y="8"/>
                    </a:cubicBezTo>
                    <a:cubicBezTo>
                      <a:pt x="40" y="7"/>
                      <a:pt x="40" y="7"/>
                      <a:pt x="40" y="7"/>
                    </a:cubicBezTo>
                    <a:cubicBezTo>
                      <a:pt x="40" y="7"/>
                      <a:pt x="40" y="7"/>
                      <a:pt x="40" y="7"/>
                    </a:cubicBezTo>
                    <a:cubicBezTo>
                      <a:pt x="40" y="7"/>
                      <a:pt x="40" y="7"/>
                      <a:pt x="39" y="7"/>
                    </a:cubicBezTo>
                    <a:cubicBezTo>
                      <a:pt x="39" y="7"/>
                      <a:pt x="39" y="7"/>
                      <a:pt x="39" y="7"/>
                    </a:cubicBezTo>
                    <a:cubicBezTo>
                      <a:pt x="37" y="7"/>
                      <a:pt x="37" y="7"/>
                      <a:pt x="37" y="7"/>
                    </a:cubicBezTo>
                    <a:cubicBezTo>
                      <a:pt x="37" y="7"/>
                      <a:pt x="37" y="7"/>
                      <a:pt x="37" y="7"/>
                    </a:cubicBezTo>
                    <a:cubicBezTo>
                      <a:pt x="37" y="7"/>
                      <a:pt x="36" y="8"/>
                      <a:pt x="36" y="8"/>
                    </a:cubicBezTo>
                    <a:cubicBezTo>
                      <a:pt x="36" y="8"/>
                      <a:pt x="36" y="8"/>
                      <a:pt x="36" y="8"/>
                    </a:cubicBezTo>
                    <a:cubicBezTo>
                      <a:pt x="36" y="8"/>
                      <a:pt x="36" y="8"/>
                      <a:pt x="36" y="8"/>
                    </a:cubicBezTo>
                    <a:cubicBezTo>
                      <a:pt x="36" y="8"/>
                      <a:pt x="35" y="8"/>
                      <a:pt x="35" y="8"/>
                    </a:cubicBezTo>
                    <a:cubicBezTo>
                      <a:pt x="34" y="8"/>
                      <a:pt x="34" y="8"/>
                      <a:pt x="34" y="8"/>
                    </a:cubicBezTo>
                    <a:cubicBezTo>
                      <a:pt x="34" y="8"/>
                      <a:pt x="34" y="8"/>
                      <a:pt x="34" y="8"/>
                    </a:cubicBezTo>
                    <a:cubicBezTo>
                      <a:pt x="34" y="8"/>
                      <a:pt x="34" y="8"/>
                      <a:pt x="34" y="8"/>
                    </a:cubicBezTo>
                    <a:cubicBezTo>
                      <a:pt x="34" y="9"/>
                      <a:pt x="34" y="9"/>
                      <a:pt x="34" y="9"/>
                    </a:cubicBezTo>
                    <a:cubicBezTo>
                      <a:pt x="34" y="9"/>
                      <a:pt x="34" y="9"/>
                      <a:pt x="34" y="9"/>
                    </a:cubicBezTo>
                    <a:cubicBezTo>
                      <a:pt x="34" y="9"/>
                      <a:pt x="34" y="10"/>
                      <a:pt x="34" y="10"/>
                    </a:cubicBezTo>
                    <a:cubicBezTo>
                      <a:pt x="34" y="10"/>
                      <a:pt x="34" y="10"/>
                      <a:pt x="34" y="10"/>
                    </a:cubicBezTo>
                    <a:cubicBezTo>
                      <a:pt x="34" y="10"/>
                      <a:pt x="34" y="10"/>
                      <a:pt x="34" y="10"/>
                    </a:cubicBezTo>
                    <a:cubicBezTo>
                      <a:pt x="33" y="10"/>
                      <a:pt x="33" y="10"/>
                      <a:pt x="33" y="10"/>
                    </a:cubicBezTo>
                    <a:cubicBezTo>
                      <a:pt x="33" y="10"/>
                      <a:pt x="33" y="10"/>
                      <a:pt x="33" y="10"/>
                    </a:cubicBezTo>
                    <a:cubicBezTo>
                      <a:pt x="33" y="10"/>
                      <a:pt x="33" y="11"/>
                      <a:pt x="32" y="11"/>
                    </a:cubicBezTo>
                    <a:cubicBezTo>
                      <a:pt x="32" y="11"/>
                      <a:pt x="32" y="11"/>
                      <a:pt x="32" y="11"/>
                    </a:cubicBezTo>
                    <a:cubicBezTo>
                      <a:pt x="32" y="11"/>
                      <a:pt x="32" y="11"/>
                      <a:pt x="31" y="11"/>
                    </a:cubicBezTo>
                    <a:cubicBezTo>
                      <a:pt x="31" y="11"/>
                      <a:pt x="31" y="12"/>
                      <a:pt x="31" y="12"/>
                    </a:cubicBezTo>
                    <a:cubicBezTo>
                      <a:pt x="31" y="12"/>
                      <a:pt x="31" y="12"/>
                      <a:pt x="31" y="12"/>
                    </a:cubicBezTo>
                    <a:cubicBezTo>
                      <a:pt x="31" y="12"/>
                      <a:pt x="31" y="12"/>
                      <a:pt x="31" y="12"/>
                    </a:cubicBezTo>
                    <a:cubicBezTo>
                      <a:pt x="31" y="12"/>
                      <a:pt x="31" y="12"/>
                      <a:pt x="31" y="12"/>
                    </a:cubicBezTo>
                    <a:cubicBezTo>
                      <a:pt x="31" y="12"/>
                      <a:pt x="31" y="12"/>
                      <a:pt x="31" y="12"/>
                    </a:cubicBezTo>
                    <a:cubicBezTo>
                      <a:pt x="31" y="12"/>
                      <a:pt x="31" y="12"/>
                      <a:pt x="31" y="12"/>
                    </a:cubicBezTo>
                    <a:cubicBezTo>
                      <a:pt x="31" y="12"/>
                      <a:pt x="31" y="12"/>
                      <a:pt x="31" y="11"/>
                    </a:cubicBezTo>
                    <a:cubicBezTo>
                      <a:pt x="31" y="11"/>
                      <a:pt x="31" y="11"/>
                      <a:pt x="31" y="10"/>
                    </a:cubicBezTo>
                    <a:cubicBezTo>
                      <a:pt x="31" y="10"/>
                      <a:pt x="31" y="10"/>
                      <a:pt x="31" y="10"/>
                    </a:cubicBezTo>
                    <a:cubicBezTo>
                      <a:pt x="31" y="10"/>
                      <a:pt x="31" y="10"/>
                      <a:pt x="31" y="10"/>
                    </a:cubicBezTo>
                    <a:cubicBezTo>
                      <a:pt x="31" y="10"/>
                      <a:pt x="31" y="10"/>
                      <a:pt x="31" y="10"/>
                    </a:cubicBezTo>
                    <a:cubicBezTo>
                      <a:pt x="31" y="10"/>
                      <a:pt x="31" y="10"/>
                      <a:pt x="31" y="10"/>
                    </a:cubicBezTo>
                    <a:cubicBezTo>
                      <a:pt x="31" y="10"/>
                      <a:pt x="31" y="10"/>
                      <a:pt x="31" y="10"/>
                    </a:cubicBezTo>
                    <a:cubicBezTo>
                      <a:pt x="31" y="9"/>
                      <a:pt x="31" y="9"/>
                      <a:pt x="31" y="9"/>
                    </a:cubicBezTo>
                    <a:cubicBezTo>
                      <a:pt x="31" y="9"/>
                      <a:pt x="31" y="9"/>
                      <a:pt x="31" y="9"/>
                    </a:cubicBezTo>
                    <a:cubicBezTo>
                      <a:pt x="31" y="9"/>
                      <a:pt x="32" y="9"/>
                      <a:pt x="32" y="9"/>
                    </a:cubicBezTo>
                    <a:cubicBezTo>
                      <a:pt x="32" y="9"/>
                      <a:pt x="32" y="9"/>
                      <a:pt x="32" y="9"/>
                    </a:cubicBezTo>
                    <a:cubicBezTo>
                      <a:pt x="32" y="8"/>
                      <a:pt x="32" y="8"/>
                      <a:pt x="32" y="8"/>
                    </a:cubicBezTo>
                    <a:cubicBezTo>
                      <a:pt x="32" y="8"/>
                      <a:pt x="32" y="8"/>
                      <a:pt x="32" y="8"/>
                    </a:cubicBezTo>
                    <a:cubicBezTo>
                      <a:pt x="32" y="8"/>
                      <a:pt x="32" y="8"/>
                      <a:pt x="32" y="7"/>
                    </a:cubicBezTo>
                    <a:cubicBezTo>
                      <a:pt x="32" y="7"/>
                      <a:pt x="32" y="7"/>
                      <a:pt x="32" y="7"/>
                    </a:cubicBezTo>
                    <a:cubicBezTo>
                      <a:pt x="32" y="8"/>
                      <a:pt x="32" y="8"/>
                      <a:pt x="32" y="8"/>
                    </a:cubicBezTo>
                    <a:cubicBezTo>
                      <a:pt x="32" y="7"/>
                      <a:pt x="32" y="7"/>
                      <a:pt x="32" y="7"/>
                    </a:cubicBezTo>
                    <a:cubicBezTo>
                      <a:pt x="32" y="7"/>
                      <a:pt x="32" y="7"/>
                      <a:pt x="32" y="7"/>
                    </a:cubicBezTo>
                    <a:cubicBezTo>
                      <a:pt x="32" y="7"/>
                      <a:pt x="32" y="7"/>
                      <a:pt x="32" y="7"/>
                    </a:cubicBezTo>
                    <a:cubicBezTo>
                      <a:pt x="32" y="7"/>
                      <a:pt x="32" y="7"/>
                      <a:pt x="32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4" y="7"/>
                      <a:pt x="34" y="6"/>
                      <a:pt x="34" y="6"/>
                    </a:cubicBezTo>
                    <a:cubicBezTo>
                      <a:pt x="34" y="6"/>
                      <a:pt x="35" y="6"/>
                      <a:pt x="35" y="6"/>
                    </a:cubicBezTo>
                    <a:cubicBezTo>
                      <a:pt x="35" y="6"/>
                      <a:pt x="35" y="6"/>
                      <a:pt x="35" y="6"/>
                    </a:cubicBezTo>
                    <a:cubicBezTo>
                      <a:pt x="36" y="6"/>
                      <a:pt x="36" y="6"/>
                      <a:pt x="36" y="6"/>
                    </a:cubicBezTo>
                    <a:cubicBezTo>
                      <a:pt x="36" y="6"/>
                      <a:pt x="36" y="6"/>
                      <a:pt x="36" y="6"/>
                    </a:cubicBezTo>
                    <a:cubicBezTo>
                      <a:pt x="36" y="6"/>
                      <a:pt x="36" y="6"/>
                      <a:pt x="36" y="6"/>
                    </a:cubicBezTo>
                    <a:cubicBezTo>
                      <a:pt x="36" y="6"/>
                      <a:pt x="36" y="6"/>
                      <a:pt x="36" y="6"/>
                    </a:cubicBezTo>
                    <a:cubicBezTo>
                      <a:pt x="36" y="6"/>
                      <a:pt x="36" y="6"/>
                      <a:pt x="36" y="6"/>
                    </a:cubicBezTo>
                    <a:cubicBezTo>
                      <a:pt x="36" y="6"/>
                      <a:pt x="36" y="6"/>
                      <a:pt x="36" y="6"/>
                    </a:cubicBezTo>
                    <a:cubicBezTo>
                      <a:pt x="36" y="6"/>
                      <a:pt x="36" y="6"/>
                      <a:pt x="37" y="5"/>
                    </a:cubicBezTo>
                    <a:cubicBezTo>
                      <a:pt x="37" y="5"/>
                      <a:pt x="37" y="5"/>
                      <a:pt x="37" y="4"/>
                    </a:cubicBezTo>
                    <a:cubicBezTo>
                      <a:pt x="37" y="4"/>
                      <a:pt x="37" y="4"/>
                      <a:pt x="37" y="4"/>
                    </a:cubicBezTo>
                    <a:cubicBezTo>
                      <a:pt x="41" y="3"/>
                      <a:pt x="45" y="2"/>
                      <a:pt x="49" y="1"/>
                    </a:cubicBezTo>
                    <a:cubicBezTo>
                      <a:pt x="49" y="1"/>
                      <a:pt x="49" y="1"/>
                      <a:pt x="49" y="1"/>
                    </a:cubicBezTo>
                    <a:cubicBezTo>
                      <a:pt x="49" y="1"/>
                      <a:pt x="49" y="1"/>
                      <a:pt x="49" y="1"/>
                    </a:cubicBezTo>
                    <a:cubicBezTo>
                      <a:pt x="49" y="1"/>
                      <a:pt x="49" y="1"/>
                      <a:pt x="49" y="2"/>
                    </a:cubicBezTo>
                    <a:cubicBezTo>
                      <a:pt x="50" y="2"/>
                      <a:pt x="50" y="2"/>
                      <a:pt x="50" y="2"/>
                    </a:cubicBezTo>
                    <a:cubicBezTo>
                      <a:pt x="50" y="3"/>
                      <a:pt x="50" y="3"/>
                      <a:pt x="50" y="3"/>
                    </a:cubicBezTo>
                    <a:cubicBezTo>
                      <a:pt x="50" y="3"/>
                      <a:pt x="50" y="3"/>
                      <a:pt x="50" y="4"/>
                    </a:cubicBezTo>
                    <a:cubicBezTo>
                      <a:pt x="50" y="4"/>
                      <a:pt x="50" y="4"/>
                      <a:pt x="50" y="4"/>
                    </a:cubicBezTo>
                    <a:cubicBezTo>
                      <a:pt x="49" y="4"/>
                      <a:pt x="49" y="4"/>
                      <a:pt x="49" y="4"/>
                    </a:cubicBezTo>
                    <a:cubicBezTo>
                      <a:pt x="49" y="4"/>
                      <a:pt x="49" y="4"/>
                      <a:pt x="49" y="4"/>
                    </a:cubicBezTo>
                    <a:cubicBezTo>
                      <a:pt x="49" y="5"/>
                      <a:pt x="49" y="5"/>
                      <a:pt x="48" y="5"/>
                    </a:cubicBezTo>
                    <a:cubicBezTo>
                      <a:pt x="48" y="5"/>
                      <a:pt x="48" y="5"/>
                      <a:pt x="48" y="5"/>
                    </a:cubicBezTo>
                    <a:cubicBezTo>
                      <a:pt x="48" y="6"/>
                      <a:pt x="48" y="6"/>
                      <a:pt x="48" y="6"/>
                    </a:cubicBezTo>
                    <a:cubicBezTo>
                      <a:pt x="48" y="6"/>
                      <a:pt x="48" y="6"/>
                      <a:pt x="48" y="6"/>
                    </a:cubicBezTo>
                    <a:cubicBezTo>
                      <a:pt x="48" y="6"/>
                      <a:pt x="48" y="6"/>
                      <a:pt x="48" y="6"/>
                    </a:cubicBezTo>
                    <a:cubicBezTo>
                      <a:pt x="48" y="7"/>
                      <a:pt x="49" y="7"/>
                      <a:pt x="49" y="7"/>
                    </a:cubicBezTo>
                    <a:cubicBezTo>
                      <a:pt x="49" y="7"/>
                      <a:pt x="49" y="8"/>
                      <a:pt x="50" y="8"/>
                    </a:cubicBezTo>
                    <a:cubicBezTo>
                      <a:pt x="50" y="8"/>
                      <a:pt x="50" y="8"/>
                      <a:pt x="50" y="8"/>
                    </a:cubicBezTo>
                    <a:cubicBezTo>
                      <a:pt x="52" y="8"/>
                      <a:pt x="52" y="8"/>
                      <a:pt x="52" y="8"/>
                    </a:cubicBezTo>
                    <a:cubicBezTo>
                      <a:pt x="52" y="8"/>
                      <a:pt x="52" y="8"/>
                      <a:pt x="52" y="8"/>
                    </a:cubicBezTo>
                    <a:cubicBezTo>
                      <a:pt x="52" y="8"/>
                      <a:pt x="52" y="8"/>
                      <a:pt x="52" y="8"/>
                    </a:cubicBezTo>
                    <a:cubicBezTo>
                      <a:pt x="53" y="8"/>
                      <a:pt x="53" y="8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53" y="6"/>
                      <a:pt x="53" y="6"/>
                      <a:pt x="53" y="6"/>
                    </a:cubicBezTo>
                    <a:cubicBezTo>
                      <a:pt x="53" y="6"/>
                      <a:pt x="53" y="6"/>
                      <a:pt x="53" y="6"/>
                    </a:cubicBezTo>
                    <a:cubicBezTo>
                      <a:pt x="53" y="6"/>
                      <a:pt x="53" y="6"/>
                      <a:pt x="53" y="6"/>
                    </a:cubicBezTo>
                    <a:cubicBezTo>
                      <a:pt x="53" y="6"/>
                      <a:pt x="54" y="6"/>
                      <a:pt x="54" y="6"/>
                    </a:cubicBezTo>
                    <a:cubicBezTo>
                      <a:pt x="54" y="6"/>
                      <a:pt x="54" y="6"/>
                      <a:pt x="54" y="6"/>
                    </a:cubicBezTo>
                    <a:cubicBezTo>
                      <a:pt x="54" y="6"/>
                      <a:pt x="54" y="6"/>
                      <a:pt x="54" y="6"/>
                    </a:cubicBezTo>
                    <a:cubicBezTo>
                      <a:pt x="55" y="6"/>
                      <a:pt x="55" y="6"/>
                      <a:pt x="55" y="6"/>
                    </a:cubicBezTo>
                    <a:cubicBezTo>
                      <a:pt x="55" y="6"/>
                      <a:pt x="56" y="6"/>
                      <a:pt x="56" y="5"/>
                    </a:cubicBezTo>
                    <a:cubicBezTo>
                      <a:pt x="56" y="5"/>
                      <a:pt x="56" y="5"/>
                      <a:pt x="56" y="5"/>
                    </a:cubicBezTo>
                    <a:cubicBezTo>
                      <a:pt x="56" y="5"/>
                      <a:pt x="56" y="5"/>
                      <a:pt x="56" y="5"/>
                    </a:cubicBezTo>
                    <a:cubicBezTo>
                      <a:pt x="56" y="5"/>
                      <a:pt x="56" y="5"/>
                      <a:pt x="56" y="5"/>
                    </a:cubicBezTo>
                    <a:cubicBezTo>
                      <a:pt x="56" y="5"/>
                      <a:pt x="56" y="5"/>
                      <a:pt x="57" y="5"/>
                    </a:cubicBezTo>
                    <a:cubicBezTo>
                      <a:pt x="57" y="5"/>
                      <a:pt x="57" y="5"/>
                      <a:pt x="57" y="4"/>
                    </a:cubicBezTo>
                    <a:cubicBezTo>
                      <a:pt x="57" y="4"/>
                      <a:pt x="57" y="4"/>
                      <a:pt x="57" y="4"/>
                    </a:cubicBezTo>
                    <a:cubicBezTo>
                      <a:pt x="58" y="4"/>
                      <a:pt x="58" y="4"/>
                      <a:pt x="58" y="4"/>
                    </a:cubicBezTo>
                    <a:cubicBezTo>
                      <a:pt x="58" y="4"/>
                      <a:pt x="58" y="4"/>
                      <a:pt x="58" y="4"/>
                    </a:cubicBezTo>
                    <a:cubicBezTo>
                      <a:pt x="58" y="4"/>
                      <a:pt x="59" y="4"/>
                      <a:pt x="59" y="4"/>
                    </a:cubicBezTo>
                    <a:cubicBezTo>
                      <a:pt x="59" y="4"/>
                      <a:pt x="59" y="4"/>
                      <a:pt x="59" y="4"/>
                    </a:cubicBezTo>
                    <a:cubicBezTo>
                      <a:pt x="59" y="4"/>
                      <a:pt x="59" y="4"/>
                      <a:pt x="59" y="4"/>
                    </a:cubicBezTo>
                    <a:cubicBezTo>
                      <a:pt x="59" y="4"/>
                      <a:pt x="59" y="4"/>
                      <a:pt x="59" y="4"/>
                    </a:cubicBezTo>
                    <a:cubicBezTo>
                      <a:pt x="59" y="4"/>
                      <a:pt x="59" y="4"/>
                      <a:pt x="59" y="4"/>
                    </a:cubicBezTo>
                    <a:cubicBezTo>
                      <a:pt x="59" y="3"/>
                      <a:pt x="59" y="3"/>
                      <a:pt x="59" y="3"/>
                    </a:cubicBezTo>
                    <a:cubicBezTo>
                      <a:pt x="59" y="3"/>
                      <a:pt x="59" y="3"/>
                      <a:pt x="59" y="3"/>
                    </a:cubicBezTo>
                    <a:cubicBezTo>
                      <a:pt x="59" y="3"/>
                      <a:pt x="59" y="3"/>
                      <a:pt x="59" y="3"/>
                    </a:cubicBezTo>
                    <a:cubicBezTo>
                      <a:pt x="59" y="2"/>
                      <a:pt x="59" y="2"/>
                      <a:pt x="59" y="2"/>
                    </a:cubicBezTo>
                    <a:cubicBezTo>
                      <a:pt x="59" y="2"/>
                      <a:pt x="59" y="2"/>
                      <a:pt x="60" y="1"/>
                    </a:cubicBezTo>
                    <a:cubicBezTo>
                      <a:pt x="60" y="1"/>
                      <a:pt x="60" y="1"/>
                      <a:pt x="60" y="1"/>
                    </a:cubicBezTo>
                    <a:cubicBezTo>
                      <a:pt x="60" y="1"/>
                      <a:pt x="60" y="1"/>
                      <a:pt x="60" y="1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1"/>
                      <a:pt x="75" y="3"/>
                      <a:pt x="82" y="6"/>
                    </a:cubicBezTo>
                    <a:cubicBezTo>
                      <a:pt x="82" y="6"/>
                      <a:pt x="82" y="6"/>
                      <a:pt x="82" y="6"/>
                    </a:cubicBezTo>
                    <a:cubicBezTo>
                      <a:pt x="82" y="6"/>
                      <a:pt x="82" y="6"/>
                      <a:pt x="82" y="6"/>
                    </a:cubicBezTo>
                    <a:cubicBezTo>
                      <a:pt x="82" y="6"/>
                      <a:pt x="82" y="6"/>
                      <a:pt x="82" y="6"/>
                    </a:cubicBezTo>
                    <a:cubicBezTo>
                      <a:pt x="82" y="6"/>
                      <a:pt x="82" y="6"/>
                      <a:pt x="82" y="6"/>
                    </a:cubicBezTo>
                    <a:cubicBezTo>
                      <a:pt x="82" y="6"/>
                      <a:pt x="82" y="6"/>
                      <a:pt x="82" y="6"/>
                    </a:cubicBezTo>
                    <a:cubicBezTo>
                      <a:pt x="82" y="6"/>
                      <a:pt x="82" y="6"/>
                      <a:pt x="82" y="6"/>
                    </a:cubicBezTo>
                    <a:cubicBezTo>
                      <a:pt x="82" y="7"/>
                      <a:pt x="82" y="7"/>
                      <a:pt x="82" y="7"/>
                    </a:cubicBezTo>
                    <a:cubicBezTo>
                      <a:pt x="82" y="7"/>
                      <a:pt x="82" y="7"/>
                      <a:pt x="82" y="7"/>
                    </a:cubicBezTo>
                    <a:cubicBezTo>
                      <a:pt x="82" y="7"/>
                      <a:pt x="82" y="7"/>
                      <a:pt x="82" y="7"/>
                    </a:cubicBezTo>
                    <a:cubicBezTo>
                      <a:pt x="82" y="7"/>
                      <a:pt x="82" y="7"/>
                      <a:pt x="82" y="7"/>
                    </a:cubicBezTo>
                    <a:cubicBezTo>
                      <a:pt x="82" y="7"/>
                      <a:pt x="82" y="7"/>
                      <a:pt x="82" y="7"/>
                    </a:cubicBezTo>
                    <a:cubicBezTo>
                      <a:pt x="82" y="8"/>
                      <a:pt x="82" y="8"/>
                      <a:pt x="82" y="8"/>
                    </a:cubicBezTo>
                    <a:cubicBezTo>
                      <a:pt x="82" y="8"/>
                      <a:pt x="82" y="8"/>
                      <a:pt x="82" y="8"/>
                    </a:cubicBezTo>
                    <a:cubicBezTo>
                      <a:pt x="82" y="8"/>
                      <a:pt x="82" y="9"/>
                      <a:pt x="82" y="9"/>
                    </a:cubicBezTo>
                    <a:cubicBezTo>
                      <a:pt x="82" y="9"/>
                      <a:pt x="82" y="9"/>
                      <a:pt x="82" y="9"/>
                    </a:cubicBezTo>
                    <a:cubicBezTo>
                      <a:pt x="83" y="9"/>
                      <a:pt x="83" y="10"/>
                      <a:pt x="83" y="10"/>
                    </a:cubicBezTo>
                    <a:cubicBezTo>
                      <a:pt x="83" y="10"/>
                      <a:pt x="83" y="10"/>
                      <a:pt x="83" y="10"/>
                    </a:cubicBezTo>
                    <a:cubicBezTo>
                      <a:pt x="83" y="10"/>
                      <a:pt x="83" y="10"/>
                      <a:pt x="83" y="10"/>
                    </a:cubicBezTo>
                    <a:cubicBezTo>
                      <a:pt x="83" y="10"/>
                      <a:pt x="83" y="10"/>
                      <a:pt x="83" y="10"/>
                    </a:cubicBezTo>
                    <a:cubicBezTo>
                      <a:pt x="83" y="10"/>
                      <a:pt x="83" y="10"/>
                      <a:pt x="83" y="10"/>
                    </a:cubicBezTo>
                    <a:cubicBezTo>
                      <a:pt x="83" y="11"/>
                      <a:pt x="83" y="11"/>
                      <a:pt x="83" y="11"/>
                    </a:cubicBezTo>
                    <a:cubicBezTo>
                      <a:pt x="83" y="10"/>
                      <a:pt x="83" y="10"/>
                      <a:pt x="83" y="10"/>
                    </a:cubicBezTo>
                    <a:cubicBezTo>
                      <a:pt x="81" y="10"/>
                      <a:pt x="81" y="10"/>
                      <a:pt x="81" y="10"/>
                    </a:cubicBezTo>
                    <a:cubicBezTo>
                      <a:pt x="81" y="10"/>
                      <a:pt x="81" y="10"/>
                      <a:pt x="81" y="10"/>
                    </a:cubicBezTo>
                    <a:cubicBezTo>
                      <a:pt x="81" y="10"/>
                      <a:pt x="81" y="10"/>
                      <a:pt x="81" y="10"/>
                    </a:cubicBezTo>
                    <a:cubicBezTo>
                      <a:pt x="81" y="10"/>
                      <a:pt x="81" y="11"/>
                      <a:pt x="81" y="11"/>
                    </a:cubicBezTo>
                    <a:cubicBezTo>
                      <a:pt x="81" y="11"/>
                      <a:pt x="81" y="11"/>
                      <a:pt x="81" y="11"/>
                    </a:cubicBezTo>
                    <a:cubicBezTo>
                      <a:pt x="81" y="11"/>
                      <a:pt x="81" y="11"/>
                      <a:pt x="81" y="11"/>
                    </a:cubicBezTo>
                    <a:cubicBezTo>
                      <a:pt x="80" y="11"/>
                      <a:pt x="80" y="11"/>
                      <a:pt x="80" y="11"/>
                    </a:cubicBezTo>
                    <a:cubicBezTo>
                      <a:pt x="80" y="11"/>
                      <a:pt x="80" y="11"/>
                      <a:pt x="80" y="11"/>
                    </a:cubicBezTo>
                    <a:cubicBezTo>
                      <a:pt x="80" y="11"/>
                      <a:pt x="80" y="11"/>
                      <a:pt x="80" y="11"/>
                    </a:cubicBezTo>
                    <a:cubicBezTo>
                      <a:pt x="79" y="11"/>
                      <a:pt x="79" y="11"/>
                      <a:pt x="79" y="11"/>
                    </a:cubicBezTo>
                    <a:cubicBezTo>
                      <a:pt x="79" y="11"/>
                      <a:pt x="79" y="11"/>
                      <a:pt x="79" y="11"/>
                    </a:cubicBezTo>
                    <a:cubicBezTo>
                      <a:pt x="79" y="11"/>
                      <a:pt x="79" y="11"/>
                      <a:pt x="79" y="11"/>
                    </a:cubicBezTo>
                    <a:cubicBezTo>
                      <a:pt x="79" y="11"/>
                      <a:pt x="79" y="11"/>
                      <a:pt x="79" y="11"/>
                    </a:cubicBezTo>
                    <a:cubicBezTo>
                      <a:pt x="78" y="11"/>
                      <a:pt x="78" y="11"/>
                      <a:pt x="78" y="12"/>
                    </a:cubicBezTo>
                    <a:cubicBezTo>
                      <a:pt x="77" y="12"/>
                      <a:pt x="77" y="12"/>
                      <a:pt x="77" y="13"/>
                    </a:cubicBezTo>
                    <a:cubicBezTo>
                      <a:pt x="77" y="13"/>
                      <a:pt x="77" y="13"/>
                      <a:pt x="77" y="13"/>
                    </a:cubicBezTo>
                    <a:cubicBezTo>
                      <a:pt x="77" y="13"/>
                      <a:pt x="77" y="13"/>
                      <a:pt x="77" y="13"/>
                    </a:cubicBezTo>
                    <a:cubicBezTo>
                      <a:pt x="77" y="13"/>
                      <a:pt x="76" y="13"/>
                      <a:pt x="76" y="14"/>
                    </a:cubicBezTo>
                    <a:cubicBezTo>
                      <a:pt x="76" y="14"/>
                      <a:pt x="76" y="14"/>
                      <a:pt x="76" y="14"/>
                    </a:cubicBezTo>
                    <a:cubicBezTo>
                      <a:pt x="76" y="14"/>
                      <a:pt x="76" y="14"/>
                      <a:pt x="76" y="14"/>
                    </a:cubicBezTo>
                    <a:cubicBezTo>
                      <a:pt x="77" y="15"/>
                      <a:pt x="77" y="16"/>
                      <a:pt x="78" y="16"/>
                    </a:cubicBezTo>
                    <a:cubicBezTo>
                      <a:pt x="78" y="16"/>
                      <a:pt x="78" y="17"/>
                      <a:pt x="79" y="17"/>
                    </a:cubicBezTo>
                    <a:cubicBezTo>
                      <a:pt x="79" y="18"/>
                      <a:pt x="80" y="19"/>
                      <a:pt x="80" y="20"/>
                    </a:cubicBezTo>
                    <a:cubicBezTo>
                      <a:pt x="80" y="20"/>
                      <a:pt x="80" y="20"/>
                      <a:pt x="80" y="20"/>
                    </a:cubicBezTo>
                    <a:cubicBezTo>
                      <a:pt x="81" y="20"/>
                      <a:pt x="81" y="20"/>
                      <a:pt x="81" y="20"/>
                    </a:cubicBezTo>
                    <a:cubicBezTo>
                      <a:pt x="81" y="20"/>
                      <a:pt x="81" y="20"/>
                      <a:pt x="81" y="19"/>
                    </a:cubicBezTo>
                    <a:cubicBezTo>
                      <a:pt x="81" y="19"/>
                      <a:pt x="81" y="19"/>
                      <a:pt x="81" y="19"/>
                    </a:cubicBezTo>
                    <a:cubicBezTo>
                      <a:pt x="81" y="19"/>
                      <a:pt x="81" y="19"/>
                      <a:pt x="81" y="19"/>
                    </a:cubicBezTo>
                    <a:cubicBezTo>
                      <a:pt x="81" y="19"/>
                      <a:pt x="81" y="19"/>
                      <a:pt x="81" y="19"/>
                    </a:cubicBezTo>
                    <a:cubicBezTo>
                      <a:pt x="83" y="19"/>
                      <a:pt x="83" y="19"/>
                      <a:pt x="83" y="19"/>
                    </a:cubicBezTo>
                    <a:cubicBezTo>
                      <a:pt x="83" y="19"/>
                      <a:pt x="83" y="19"/>
                      <a:pt x="83" y="19"/>
                    </a:cubicBezTo>
                    <a:cubicBezTo>
                      <a:pt x="83" y="19"/>
                      <a:pt x="83" y="19"/>
                      <a:pt x="83" y="19"/>
                    </a:cubicBezTo>
                    <a:cubicBezTo>
                      <a:pt x="83" y="19"/>
                      <a:pt x="83" y="19"/>
                      <a:pt x="83" y="18"/>
                    </a:cubicBezTo>
                    <a:cubicBezTo>
                      <a:pt x="83" y="18"/>
                      <a:pt x="84" y="18"/>
                      <a:pt x="84" y="18"/>
                    </a:cubicBezTo>
                    <a:cubicBezTo>
                      <a:pt x="84" y="18"/>
                      <a:pt x="84" y="18"/>
                      <a:pt x="84" y="18"/>
                    </a:cubicBezTo>
                    <a:cubicBezTo>
                      <a:pt x="84" y="18"/>
                      <a:pt x="84" y="18"/>
                      <a:pt x="84" y="19"/>
                    </a:cubicBezTo>
                    <a:cubicBezTo>
                      <a:pt x="84" y="19"/>
                      <a:pt x="84" y="19"/>
                      <a:pt x="84" y="19"/>
                    </a:cubicBezTo>
                    <a:cubicBezTo>
                      <a:pt x="84" y="19"/>
                      <a:pt x="85" y="19"/>
                      <a:pt x="85" y="19"/>
                    </a:cubicBezTo>
                    <a:cubicBezTo>
                      <a:pt x="85" y="19"/>
                      <a:pt x="85" y="19"/>
                      <a:pt x="85" y="19"/>
                    </a:cubicBezTo>
                    <a:cubicBezTo>
                      <a:pt x="85" y="19"/>
                      <a:pt x="85" y="19"/>
                      <a:pt x="85" y="19"/>
                    </a:cubicBezTo>
                    <a:cubicBezTo>
                      <a:pt x="85" y="19"/>
                      <a:pt x="85" y="19"/>
                      <a:pt x="85" y="19"/>
                    </a:cubicBezTo>
                    <a:cubicBezTo>
                      <a:pt x="85" y="19"/>
                      <a:pt x="86" y="19"/>
                      <a:pt x="86" y="19"/>
                    </a:cubicBezTo>
                    <a:cubicBezTo>
                      <a:pt x="86" y="19"/>
                      <a:pt x="86" y="19"/>
                      <a:pt x="86" y="20"/>
                    </a:cubicBezTo>
                    <a:cubicBezTo>
                      <a:pt x="86" y="20"/>
                      <a:pt x="86" y="20"/>
                      <a:pt x="86" y="20"/>
                    </a:cubicBezTo>
                    <a:cubicBezTo>
                      <a:pt x="86" y="20"/>
                      <a:pt x="86" y="20"/>
                      <a:pt x="86" y="20"/>
                    </a:cubicBezTo>
                    <a:cubicBezTo>
                      <a:pt x="87" y="20"/>
                      <a:pt x="87" y="20"/>
                      <a:pt x="87" y="20"/>
                    </a:cubicBezTo>
                    <a:cubicBezTo>
                      <a:pt x="87" y="20"/>
                      <a:pt x="87" y="20"/>
                      <a:pt x="87" y="20"/>
                    </a:cubicBezTo>
                    <a:cubicBezTo>
                      <a:pt x="87" y="20"/>
                      <a:pt x="87" y="20"/>
                      <a:pt x="87" y="20"/>
                    </a:cubicBezTo>
                    <a:cubicBezTo>
                      <a:pt x="87" y="20"/>
                      <a:pt x="87" y="20"/>
                      <a:pt x="87" y="20"/>
                    </a:cubicBezTo>
                    <a:cubicBezTo>
                      <a:pt x="88" y="20"/>
                      <a:pt x="88" y="20"/>
                      <a:pt x="88" y="21"/>
                    </a:cubicBezTo>
                    <a:cubicBezTo>
                      <a:pt x="88" y="21"/>
                      <a:pt x="88" y="21"/>
                      <a:pt x="88" y="21"/>
                    </a:cubicBezTo>
                    <a:cubicBezTo>
                      <a:pt x="88" y="23"/>
                      <a:pt x="88" y="23"/>
                      <a:pt x="88" y="23"/>
                    </a:cubicBezTo>
                    <a:cubicBezTo>
                      <a:pt x="89" y="23"/>
                      <a:pt x="89" y="23"/>
                      <a:pt x="89" y="23"/>
                    </a:cubicBezTo>
                    <a:cubicBezTo>
                      <a:pt x="89" y="23"/>
                      <a:pt x="89" y="23"/>
                      <a:pt x="89" y="23"/>
                    </a:cubicBezTo>
                    <a:cubicBezTo>
                      <a:pt x="89" y="23"/>
                      <a:pt x="89" y="23"/>
                      <a:pt x="89" y="23"/>
                    </a:cubicBezTo>
                    <a:cubicBezTo>
                      <a:pt x="89" y="23"/>
                      <a:pt x="89" y="23"/>
                      <a:pt x="89" y="23"/>
                    </a:cubicBezTo>
                    <a:cubicBezTo>
                      <a:pt x="89" y="24"/>
                      <a:pt x="89" y="24"/>
                      <a:pt x="89" y="24"/>
                    </a:cubicBezTo>
                    <a:cubicBezTo>
                      <a:pt x="90" y="24"/>
                      <a:pt x="90" y="24"/>
                      <a:pt x="90" y="24"/>
                    </a:cubicBezTo>
                    <a:cubicBezTo>
                      <a:pt x="90" y="23"/>
                      <a:pt x="90" y="23"/>
                      <a:pt x="90" y="23"/>
                    </a:cubicBezTo>
                    <a:cubicBezTo>
                      <a:pt x="90" y="23"/>
                      <a:pt x="90" y="23"/>
                      <a:pt x="90" y="23"/>
                    </a:cubicBezTo>
                    <a:cubicBezTo>
                      <a:pt x="90" y="23"/>
                      <a:pt x="90" y="23"/>
                      <a:pt x="90" y="23"/>
                    </a:cubicBezTo>
                    <a:cubicBezTo>
                      <a:pt x="90" y="23"/>
                      <a:pt x="91" y="22"/>
                      <a:pt x="91" y="22"/>
                    </a:cubicBezTo>
                    <a:cubicBezTo>
                      <a:pt x="91" y="22"/>
                      <a:pt x="91" y="22"/>
                      <a:pt x="91" y="22"/>
                    </a:cubicBezTo>
                    <a:cubicBezTo>
                      <a:pt x="91" y="20"/>
                      <a:pt x="91" y="20"/>
                      <a:pt x="91" y="20"/>
                    </a:cubicBezTo>
                    <a:cubicBezTo>
                      <a:pt x="91" y="20"/>
                      <a:pt x="90" y="20"/>
                      <a:pt x="90" y="20"/>
                    </a:cubicBezTo>
                    <a:cubicBezTo>
                      <a:pt x="90" y="20"/>
                      <a:pt x="90" y="20"/>
                      <a:pt x="90" y="20"/>
                    </a:cubicBezTo>
                    <a:cubicBezTo>
                      <a:pt x="90" y="19"/>
                      <a:pt x="90" y="19"/>
                      <a:pt x="89" y="19"/>
                    </a:cubicBezTo>
                    <a:cubicBezTo>
                      <a:pt x="89" y="19"/>
                      <a:pt x="89" y="19"/>
                      <a:pt x="89" y="19"/>
                    </a:cubicBezTo>
                    <a:cubicBezTo>
                      <a:pt x="89" y="19"/>
                      <a:pt x="90" y="19"/>
                      <a:pt x="90" y="19"/>
                    </a:cubicBezTo>
                    <a:cubicBezTo>
                      <a:pt x="90" y="19"/>
                      <a:pt x="90" y="19"/>
                      <a:pt x="90" y="19"/>
                    </a:cubicBezTo>
                    <a:cubicBezTo>
                      <a:pt x="90" y="19"/>
                      <a:pt x="90" y="19"/>
                      <a:pt x="90" y="19"/>
                    </a:cubicBezTo>
                    <a:cubicBezTo>
                      <a:pt x="90" y="19"/>
                      <a:pt x="90" y="19"/>
                      <a:pt x="90" y="19"/>
                    </a:cubicBezTo>
                    <a:cubicBezTo>
                      <a:pt x="90" y="19"/>
                      <a:pt x="90" y="19"/>
                      <a:pt x="90" y="19"/>
                    </a:cubicBezTo>
                    <a:cubicBezTo>
                      <a:pt x="90" y="19"/>
                      <a:pt x="90" y="19"/>
                      <a:pt x="90" y="19"/>
                    </a:cubicBezTo>
                    <a:cubicBezTo>
                      <a:pt x="90" y="19"/>
                      <a:pt x="90" y="19"/>
                      <a:pt x="91" y="19"/>
                    </a:cubicBezTo>
                    <a:cubicBezTo>
                      <a:pt x="91" y="19"/>
                      <a:pt x="91" y="19"/>
                      <a:pt x="91" y="19"/>
                    </a:cubicBezTo>
                    <a:cubicBezTo>
                      <a:pt x="91" y="19"/>
                      <a:pt x="91" y="19"/>
                      <a:pt x="91" y="19"/>
                    </a:cubicBezTo>
                    <a:cubicBezTo>
                      <a:pt x="91" y="19"/>
                      <a:pt x="91" y="19"/>
                      <a:pt x="91" y="19"/>
                    </a:cubicBezTo>
                    <a:cubicBezTo>
                      <a:pt x="91" y="20"/>
                      <a:pt x="91" y="20"/>
                      <a:pt x="91" y="20"/>
                    </a:cubicBezTo>
                    <a:cubicBezTo>
                      <a:pt x="91" y="20"/>
                      <a:pt x="91" y="20"/>
                      <a:pt x="91" y="20"/>
                    </a:cubicBezTo>
                    <a:cubicBezTo>
                      <a:pt x="91" y="21"/>
                      <a:pt x="92" y="21"/>
                      <a:pt x="92" y="21"/>
                    </a:cubicBezTo>
                    <a:cubicBezTo>
                      <a:pt x="92" y="21"/>
                      <a:pt x="92" y="21"/>
                      <a:pt x="92" y="21"/>
                    </a:cubicBezTo>
                    <a:cubicBezTo>
                      <a:pt x="92" y="21"/>
                      <a:pt x="92" y="21"/>
                      <a:pt x="92" y="21"/>
                    </a:cubicBezTo>
                    <a:cubicBezTo>
                      <a:pt x="92" y="21"/>
                      <a:pt x="92" y="21"/>
                      <a:pt x="92" y="21"/>
                    </a:cubicBezTo>
                    <a:cubicBezTo>
                      <a:pt x="92" y="21"/>
                      <a:pt x="92" y="21"/>
                      <a:pt x="92" y="21"/>
                    </a:cubicBezTo>
                    <a:cubicBezTo>
                      <a:pt x="92" y="21"/>
                      <a:pt x="92" y="22"/>
                      <a:pt x="93" y="22"/>
                    </a:cubicBezTo>
                    <a:cubicBezTo>
                      <a:pt x="93" y="22"/>
                      <a:pt x="93" y="22"/>
                      <a:pt x="93" y="22"/>
                    </a:cubicBezTo>
                    <a:cubicBezTo>
                      <a:pt x="93" y="22"/>
                      <a:pt x="93" y="22"/>
                      <a:pt x="93" y="22"/>
                    </a:cubicBezTo>
                    <a:cubicBezTo>
                      <a:pt x="93" y="22"/>
                      <a:pt x="93" y="22"/>
                      <a:pt x="93" y="22"/>
                    </a:cubicBezTo>
                    <a:cubicBezTo>
                      <a:pt x="93" y="22"/>
                      <a:pt x="94" y="22"/>
                      <a:pt x="94" y="22"/>
                    </a:cubicBezTo>
                    <a:cubicBezTo>
                      <a:pt x="94" y="21"/>
                      <a:pt x="94" y="21"/>
                      <a:pt x="94" y="21"/>
                    </a:cubicBezTo>
                    <a:cubicBezTo>
                      <a:pt x="94" y="21"/>
                      <a:pt x="94" y="21"/>
                      <a:pt x="94" y="21"/>
                    </a:cubicBezTo>
                    <a:cubicBezTo>
                      <a:pt x="94" y="21"/>
                      <a:pt x="94" y="20"/>
                      <a:pt x="94" y="20"/>
                    </a:cubicBezTo>
                    <a:cubicBezTo>
                      <a:pt x="94" y="19"/>
                      <a:pt x="94" y="18"/>
                      <a:pt x="93" y="18"/>
                    </a:cubicBezTo>
                    <a:cubicBezTo>
                      <a:pt x="93" y="17"/>
                      <a:pt x="93" y="17"/>
                      <a:pt x="93" y="17"/>
                    </a:cubicBezTo>
                    <a:cubicBezTo>
                      <a:pt x="93" y="17"/>
                      <a:pt x="93" y="17"/>
                      <a:pt x="93" y="17"/>
                    </a:cubicBezTo>
                    <a:cubicBezTo>
                      <a:pt x="93" y="17"/>
                      <a:pt x="93" y="17"/>
                      <a:pt x="93" y="17"/>
                    </a:cubicBezTo>
                    <a:cubicBezTo>
                      <a:pt x="93" y="17"/>
                      <a:pt x="93" y="17"/>
                      <a:pt x="93" y="16"/>
                    </a:cubicBezTo>
                    <a:cubicBezTo>
                      <a:pt x="93" y="16"/>
                      <a:pt x="93" y="16"/>
                      <a:pt x="93" y="16"/>
                    </a:cubicBezTo>
                    <a:cubicBezTo>
                      <a:pt x="93" y="16"/>
                      <a:pt x="93" y="16"/>
                      <a:pt x="93" y="16"/>
                    </a:cubicBezTo>
                    <a:cubicBezTo>
                      <a:pt x="94" y="16"/>
                      <a:pt x="94" y="16"/>
                      <a:pt x="94" y="17"/>
                    </a:cubicBezTo>
                    <a:cubicBezTo>
                      <a:pt x="95" y="17"/>
                      <a:pt x="95" y="17"/>
                      <a:pt x="95" y="17"/>
                    </a:cubicBezTo>
                    <a:cubicBezTo>
                      <a:pt x="95" y="17"/>
                      <a:pt x="95" y="17"/>
                      <a:pt x="95" y="17"/>
                    </a:cubicBezTo>
                    <a:cubicBezTo>
                      <a:pt x="95" y="17"/>
                      <a:pt x="95" y="17"/>
                      <a:pt x="96" y="17"/>
                    </a:cubicBezTo>
                    <a:cubicBezTo>
                      <a:pt x="96" y="17"/>
                      <a:pt x="96" y="17"/>
                      <a:pt x="96" y="17"/>
                    </a:cubicBezTo>
                    <a:cubicBezTo>
                      <a:pt x="96" y="17"/>
                      <a:pt x="96" y="18"/>
                      <a:pt x="96" y="18"/>
                    </a:cubicBezTo>
                    <a:cubicBezTo>
                      <a:pt x="96" y="18"/>
                      <a:pt x="96" y="18"/>
                      <a:pt x="96" y="18"/>
                    </a:cubicBezTo>
                    <a:cubicBezTo>
                      <a:pt x="97" y="18"/>
                      <a:pt x="97" y="18"/>
                      <a:pt x="97" y="19"/>
                    </a:cubicBezTo>
                    <a:cubicBezTo>
                      <a:pt x="97" y="19"/>
                      <a:pt x="97" y="19"/>
                      <a:pt x="97" y="19"/>
                    </a:cubicBezTo>
                    <a:cubicBezTo>
                      <a:pt x="97" y="19"/>
                      <a:pt x="97" y="19"/>
                      <a:pt x="97" y="19"/>
                    </a:cubicBezTo>
                    <a:cubicBezTo>
                      <a:pt x="96" y="19"/>
                      <a:pt x="96" y="19"/>
                      <a:pt x="96" y="19"/>
                    </a:cubicBezTo>
                    <a:cubicBezTo>
                      <a:pt x="96" y="19"/>
                      <a:pt x="96" y="19"/>
                      <a:pt x="96" y="20"/>
                    </a:cubicBezTo>
                    <a:cubicBezTo>
                      <a:pt x="96" y="20"/>
                      <a:pt x="96" y="20"/>
                      <a:pt x="96" y="20"/>
                    </a:cubicBezTo>
                    <a:cubicBezTo>
                      <a:pt x="96" y="20"/>
                      <a:pt x="96" y="20"/>
                      <a:pt x="96" y="20"/>
                    </a:cubicBezTo>
                    <a:cubicBezTo>
                      <a:pt x="96" y="20"/>
                      <a:pt x="96" y="20"/>
                      <a:pt x="96" y="20"/>
                    </a:cubicBezTo>
                    <a:cubicBezTo>
                      <a:pt x="95" y="20"/>
                      <a:pt x="95" y="20"/>
                      <a:pt x="95" y="20"/>
                    </a:cubicBezTo>
                    <a:cubicBezTo>
                      <a:pt x="95" y="20"/>
                      <a:pt x="95" y="20"/>
                      <a:pt x="95" y="20"/>
                    </a:cubicBezTo>
                    <a:cubicBezTo>
                      <a:pt x="95" y="21"/>
                      <a:pt x="95" y="21"/>
                      <a:pt x="96" y="21"/>
                    </a:cubicBezTo>
                    <a:cubicBezTo>
                      <a:pt x="96" y="22"/>
                      <a:pt x="96" y="22"/>
                      <a:pt x="96" y="22"/>
                    </a:cubicBezTo>
                    <a:cubicBezTo>
                      <a:pt x="96" y="22"/>
                      <a:pt x="96" y="22"/>
                      <a:pt x="96" y="22"/>
                    </a:cubicBezTo>
                    <a:cubicBezTo>
                      <a:pt x="96" y="22"/>
                      <a:pt x="96" y="22"/>
                      <a:pt x="96" y="22"/>
                    </a:cubicBezTo>
                    <a:cubicBezTo>
                      <a:pt x="96" y="22"/>
                      <a:pt x="96" y="22"/>
                      <a:pt x="96" y="22"/>
                    </a:cubicBezTo>
                    <a:cubicBezTo>
                      <a:pt x="96" y="22"/>
                      <a:pt x="96" y="23"/>
                      <a:pt x="97" y="23"/>
                    </a:cubicBezTo>
                    <a:cubicBezTo>
                      <a:pt x="97" y="23"/>
                      <a:pt x="97" y="23"/>
                      <a:pt x="97" y="23"/>
                    </a:cubicBezTo>
                    <a:cubicBezTo>
                      <a:pt x="97" y="23"/>
                      <a:pt x="97" y="23"/>
                      <a:pt x="97" y="23"/>
                    </a:cubicBezTo>
                    <a:cubicBezTo>
                      <a:pt x="97" y="23"/>
                      <a:pt x="97" y="23"/>
                      <a:pt x="97" y="23"/>
                    </a:cubicBezTo>
                    <a:cubicBezTo>
                      <a:pt x="97" y="23"/>
                      <a:pt x="97" y="23"/>
                      <a:pt x="97" y="23"/>
                    </a:cubicBezTo>
                    <a:cubicBezTo>
                      <a:pt x="98" y="24"/>
                      <a:pt x="98" y="24"/>
                      <a:pt x="98" y="24"/>
                    </a:cubicBezTo>
                    <a:cubicBezTo>
                      <a:pt x="98" y="24"/>
                      <a:pt x="98" y="24"/>
                      <a:pt x="98" y="24"/>
                    </a:cubicBezTo>
                    <a:cubicBezTo>
                      <a:pt x="98" y="24"/>
                      <a:pt x="99" y="24"/>
                      <a:pt x="99" y="24"/>
                    </a:cubicBezTo>
                    <a:cubicBezTo>
                      <a:pt x="99" y="24"/>
                      <a:pt x="99" y="24"/>
                      <a:pt x="99" y="24"/>
                    </a:cubicBezTo>
                    <a:cubicBezTo>
                      <a:pt x="99" y="24"/>
                      <a:pt x="99" y="24"/>
                      <a:pt x="99" y="24"/>
                    </a:cubicBezTo>
                    <a:cubicBezTo>
                      <a:pt x="99" y="24"/>
                      <a:pt x="99" y="24"/>
                      <a:pt x="99" y="24"/>
                    </a:cubicBezTo>
                    <a:cubicBezTo>
                      <a:pt x="99" y="24"/>
                      <a:pt x="99" y="23"/>
                      <a:pt x="100" y="23"/>
                    </a:cubicBezTo>
                    <a:cubicBezTo>
                      <a:pt x="100" y="23"/>
                      <a:pt x="100" y="23"/>
                      <a:pt x="100" y="23"/>
                    </a:cubicBezTo>
                    <a:cubicBezTo>
                      <a:pt x="100" y="24"/>
                      <a:pt x="100" y="24"/>
                      <a:pt x="100" y="24"/>
                    </a:cubicBezTo>
                    <a:cubicBezTo>
                      <a:pt x="100" y="24"/>
                      <a:pt x="100" y="24"/>
                      <a:pt x="100" y="24"/>
                    </a:cubicBezTo>
                    <a:cubicBezTo>
                      <a:pt x="100" y="24"/>
                      <a:pt x="100" y="24"/>
                      <a:pt x="100" y="24"/>
                    </a:cubicBezTo>
                    <a:cubicBezTo>
                      <a:pt x="100" y="24"/>
                      <a:pt x="100" y="24"/>
                      <a:pt x="100" y="24"/>
                    </a:cubicBezTo>
                    <a:cubicBezTo>
                      <a:pt x="100" y="24"/>
                      <a:pt x="100" y="24"/>
                      <a:pt x="100" y="24"/>
                    </a:cubicBezTo>
                    <a:cubicBezTo>
                      <a:pt x="100" y="24"/>
                      <a:pt x="100" y="24"/>
                      <a:pt x="100" y="24"/>
                    </a:cubicBezTo>
                    <a:cubicBezTo>
                      <a:pt x="100" y="24"/>
                      <a:pt x="100" y="24"/>
                      <a:pt x="100" y="24"/>
                    </a:cubicBezTo>
                    <a:cubicBezTo>
                      <a:pt x="100" y="24"/>
                      <a:pt x="100" y="24"/>
                      <a:pt x="100" y="24"/>
                    </a:cubicBezTo>
                    <a:cubicBezTo>
                      <a:pt x="100" y="24"/>
                      <a:pt x="100" y="24"/>
                      <a:pt x="100" y="24"/>
                    </a:cubicBezTo>
                    <a:cubicBezTo>
                      <a:pt x="100" y="25"/>
                      <a:pt x="100" y="25"/>
                      <a:pt x="100" y="25"/>
                    </a:cubicBezTo>
                    <a:cubicBezTo>
                      <a:pt x="100" y="25"/>
                      <a:pt x="100" y="25"/>
                      <a:pt x="100" y="25"/>
                    </a:cubicBezTo>
                    <a:cubicBezTo>
                      <a:pt x="100" y="25"/>
                      <a:pt x="100" y="26"/>
                      <a:pt x="101" y="26"/>
                    </a:cubicBezTo>
                    <a:cubicBezTo>
                      <a:pt x="101" y="26"/>
                      <a:pt x="101" y="26"/>
                      <a:pt x="101" y="26"/>
                    </a:cubicBezTo>
                    <a:cubicBezTo>
                      <a:pt x="101" y="26"/>
                      <a:pt x="101" y="26"/>
                      <a:pt x="101" y="26"/>
                    </a:cubicBezTo>
                    <a:cubicBezTo>
                      <a:pt x="101" y="26"/>
                      <a:pt x="101" y="26"/>
                      <a:pt x="101" y="26"/>
                    </a:cubicBezTo>
                    <a:cubicBezTo>
                      <a:pt x="101" y="27"/>
                      <a:pt x="101" y="27"/>
                      <a:pt x="101" y="27"/>
                    </a:cubicBezTo>
                    <a:cubicBezTo>
                      <a:pt x="101" y="27"/>
                      <a:pt x="101" y="27"/>
                      <a:pt x="101" y="27"/>
                    </a:cubicBezTo>
                    <a:cubicBezTo>
                      <a:pt x="101" y="27"/>
                      <a:pt x="101" y="27"/>
                      <a:pt x="101" y="27"/>
                    </a:cubicBezTo>
                    <a:cubicBezTo>
                      <a:pt x="101" y="27"/>
                      <a:pt x="101" y="27"/>
                      <a:pt x="101" y="27"/>
                    </a:cubicBezTo>
                    <a:cubicBezTo>
                      <a:pt x="101" y="27"/>
                      <a:pt x="101" y="27"/>
                      <a:pt x="101" y="27"/>
                    </a:cubicBezTo>
                    <a:cubicBezTo>
                      <a:pt x="101" y="27"/>
                      <a:pt x="101" y="28"/>
                      <a:pt x="101" y="28"/>
                    </a:cubicBezTo>
                    <a:cubicBezTo>
                      <a:pt x="101" y="28"/>
                      <a:pt x="101" y="27"/>
                      <a:pt x="101" y="27"/>
                    </a:cubicBezTo>
                    <a:cubicBezTo>
                      <a:pt x="100" y="27"/>
                      <a:pt x="100" y="27"/>
                      <a:pt x="100" y="27"/>
                    </a:cubicBezTo>
                    <a:cubicBezTo>
                      <a:pt x="100" y="28"/>
                      <a:pt x="100" y="28"/>
                      <a:pt x="100" y="28"/>
                    </a:cubicBezTo>
                    <a:cubicBezTo>
                      <a:pt x="100" y="28"/>
                      <a:pt x="100" y="28"/>
                      <a:pt x="100" y="28"/>
                    </a:cubicBezTo>
                    <a:cubicBezTo>
                      <a:pt x="100" y="28"/>
                      <a:pt x="100" y="28"/>
                      <a:pt x="100" y="28"/>
                    </a:cubicBezTo>
                    <a:cubicBezTo>
                      <a:pt x="100" y="28"/>
                      <a:pt x="99" y="28"/>
                      <a:pt x="99" y="28"/>
                    </a:cubicBezTo>
                    <a:cubicBezTo>
                      <a:pt x="99" y="27"/>
                      <a:pt x="99" y="27"/>
                      <a:pt x="99" y="27"/>
                    </a:cubicBezTo>
                    <a:cubicBezTo>
                      <a:pt x="99" y="27"/>
                      <a:pt x="99" y="27"/>
                      <a:pt x="98" y="27"/>
                    </a:cubicBezTo>
                    <a:cubicBezTo>
                      <a:pt x="98" y="27"/>
                      <a:pt x="98" y="27"/>
                      <a:pt x="98" y="27"/>
                    </a:cubicBezTo>
                    <a:cubicBezTo>
                      <a:pt x="98" y="27"/>
                      <a:pt x="98" y="27"/>
                      <a:pt x="98" y="27"/>
                    </a:cubicBezTo>
                    <a:cubicBezTo>
                      <a:pt x="98" y="27"/>
                      <a:pt x="98" y="27"/>
                      <a:pt x="98" y="27"/>
                    </a:cubicBezTo>
                    <a:cubicBezTo>
                      <a:pt x="98" y="27"/>
                      <a:pt x="98" y="27"/>
                      <a:pt x="98" y="27"/>
                    </a:cubicBezTo>
                    <a:cubicBezTo>
                      <a:pt x="98" y="27"/>
                      <a:pt x="98" y="27"/>
                      <a:pt x="98" y="27"/>
                    </a:cubicBezTo>
                    <a:cubicBezTo>
                      <a:pt x="97" y="27"/>
                      <a:pt x="97" y="27"/>
                      <a:pt x="97" y="27"/>
                    </a:cubicBezTo>
                    <a:cubicBezTo>
                      <a:pt x="97" y="27"/>
                      <a:pt x="97" y="27"/>
                      <a:pt x="97" y="26"/>
                    </a:cubicBezTo>
                    <a:cubicBezTo>
                      <a:pt x="96" y="26"/>
                      <a:pt x="96" y="26"/>
                      <a:pt x="96" y="26"/>
                    </a:cubicBezTo>
                    <a:cubicBezTo>
                      <a:pt x="96" y="27"/>
                      <a:pt x="96" y="27"/>
                      <a:pt x="96" y="27"/>
                    </a:cubicBezTo>
                    <a:cubicBezTo>
                      <a:pt x="96" y="27"/>
                      <a:pt x="96" y="28"/>
                      <a:pt x="96" y="28"/>
                    </a:cubicBezTo>
                    <a:cubicBezTo>
                      <a:pt x="96" y="28"/>
                      <a:pt x="96" y="28"/>
                      <a:pt x="96" y="28"/>
                    </a:cubicBezTo>
                    <a:cubicBezTo>
                      <a:pt x="96" y="28"/>
                      <a:pt x="96" y="28"/>
                      <a:pt x="95" y="28"/>
                    </a:cubicBezTo>
                    <a:cubicBezTo>
                      <a:pt x="95" y="28"/>
                      <a:pt x="95" y="28"/>
                      <a:pt x="95" y="28"/>
                    </a:cubicBezTo>
                    <a:cubicBezTo>
                      <a:pt x="95" y="28"/>
                      <a:pt x="95" y="28"/>
                      <a:pt x="95" y="28"/>
                    </a:cubicBezTo>
                    <a:cubicBezTo>
                      <a:pt x="95" y="28"/>
                      <a:pt x="95" y="28"/>
                      <a:pt x="95" y="28"/>
                    </a:cubicBezTo>
                    <a:cubicBezTo>
                      <a:pt x="95" y="27"/>
                      <a:pt x="95" y="27"/>
                      <a:pt x="95" y="27"/>
                    </a:cubicBezTo>
                    <a:cubicBezTo>
                      <a:pt x="94" y="27"/>
                      <a:pt x="94" y="27"/>
                      <a:pt x="94" y="27"/>
                    </a:cubicBezTo>
                    <a:cubicBezTo>
                      <a:pt x="94" y="27"/>
                      <a:pt x="94" y="27"/>
                      <a:pt x="94" y="27"/>
                    </a:cubicBezTo>
                    <a:cubicBezTo>
                      <a:pt x="94" y="27"/>
                      <a:pt x="94" y="27"/>
                      <a:pt x="94" y="27"/>
                    </a:cubicBezTo>
                    <a:cubicBezTo>
                      <a:pt x="94" y="27"/>
                      <a:pt x="94" y="27"/>
                      <a:pt x="94" y="27"/>
                    </a:cubicBezTo>
                    <a:cubicBezTo>
                      <a:pt x="94" y="27"/>
                      <a:pt x="94" y="27"/>
                      <a:pt x="94" y="27"/>
                    </a:cubicBezTo>
                    <a:cubicBezTo>
                      <a:pt x="94" y="27"/>
                      <a:pt x="94" y="27"/>
                      <a:pt x="94" y="27"/>
                    </a:cubicBezTo>
                    <a:cubicBezTo>
                      <a:pt x="93" y="27"/>
                      <a:pt x="93" y="27"/>
                      <a:pt x="93" y="27"/>
                    </a:cubicBezTo>
                    <a:cubicBezTo>
                      <a:pt x="93" y="27"/>
                      <a:pt x="93" y="27"/>
                      <a:pt x="93" y="27"/>
                    </a:cubicBezTo>
                    <a:cubicBezTo>
                      <a:pt x="93" y="27"/>
                      <a:pt x="93" y="27"/>
                      <a:pt x="93" y="27"/>
                    </a:cubicBezTo>
                    <a:cubicBezTo>
                      <a:pt x="93" y="27"/>
                      <a:pt x="93" y="27"/>
                      <a:pt x="93" y="27"/>
                    </a:cubicBezTo>
                    <a:cubicBezTo>
                      <a:pt x="93" y="26"/>
                      <a:pt x="93" y="26"/>
                      <a:pt x="93" y="26"/>
                    </a:cubicBezTo>
                    <a:cubicBezTo>
                      <a:pt x="93" y="26"/>
                      <a:pt x="93" y="26"/>
                      <a:pt x="93" y="26"/>
                    </a:cubicBezTo>
                    <a:cubicBezTo>
                      <a:pt x="93" y="26"/>
                      <a:pt x="93" y="26"/>
                      <a:pt x="93" y="26"/>
                    </a:cubicBezTo>
                    <a:cubicBezTo>
                      <a:pt x="92" y="26"/>
                      <a:pt x="92" y="26"/>
                      <a:pt x="92" y="26"/>
                    </a:cubicBezTo>
                    <a:cubicBezTo>
                      <a:pt x="92" y="26"/>
                      <a:pt x="92" y="26"/>
                      <a:pt x="92" y="26"/>
                    </a:cubicBezTo>
                    <a:cubicBezTo>
                      <a:pt x="92" y="26"/>
                      <a:pt x="92" y="26"/>
                      <a:pt x="92" y="26"/>
                    </a:cubicBezTo>
                    <a:cubicBezTo>
                      <a:pt x="92" y="26"/>
                      <a:pt x="92" y="26"/>
                      <a:pt x="92" y="26"/>
                    </a:cubicBezTo>
                    <a:cubicBezTo>
                      <a:pt x="91" y="26"/>
                      <a:pt x="91" y="26"/>
                      <a:pt x="91" y="26"/>
                    </a:cubicBezTo>
                    <a:cubicBezTo>
                      <a:pt x="91" y="26"/>
                      <a:pt x="91" y="26"/>
                      <a:pt x="91" y="26"/>
                    </a:cubicBezTo>
                    <a:cubicBezTo>
                      <a:pt x="91" y="26"/>
                      <a:pt x="91" y="26"/>
                      <a:pt x="91" y="26"/>
                    </a:cubicBezTo>
                    <a:cubicBezTo>
                      <a:pt x="90" y="26"/>
                      <a:pt x="90" y="26"/>
                      <a:pt x="90" y="26"/>
                    </a:cubicBezTo>
                    <a:cubicBezTo>
                      <a:pt x="90" y="26"/>
                      <a:pt x="90" y="26"/>
                      <a:pt x="90" y="26"/>
                    </a:cubicBezTo>
                    <a:cubicBezTo>
                      <a:pt x="90" y="26"/>
                      <a:pt x="90" y="26"/>
                      <a:pt x="90" y="26"/>
                    </a:cubicBezTo>
                    <a:cubicBezTo>
                      <a:pt x="90" y="26"/>
                      <a:pt x="90" y="26"/>
                      <a:pt x="90" y="25"/>
                    </a:cubicBezTo>
                    <a:cubicBezTo>
                      <a:pt x="90" y="25"/>
                      <a:pt x="90" y="25"/>
                      <a:pt x="90" y="25"/>
                    </a:cubicBezTo>
                    <a:cubicBezTo>
                      <a:pt x="89" y="25"/>
                      <a:pt x="89" y="25"/>
                      <a:pt x="89" y="25"/>
                    </a:cubicBezTo>
                    <a:cubicBezTo>
                      <a:pt x="89" y="25"/>
                      <a:pt x="89" y="25"/>
                      <a:pt x="89" y="25"/>
                    </a:cubicBezTo>
                    <a:cubicBezTo>
                      <a:pt x="89" y="25"/>
                      <a:pt x="89" y="25"/>
                      <a:pt x="89" y="25"/>
                    </a:cubicBezTo>
                    <a:cubicBezTo>
                      <a:pt x="89" y="25"/>
                      <a:pt x="89" y="25"/>
                      <a:pt x="89" y="25"/>
                    </a:cubicBezTo>
                    <a:cubicBezTo>
                      <a:pt x="89" y="24"/>
                      <a:pt x="89" y="24"/>
                      <a:pt x="89" y="24"/>
                    </a:cubicBezTo>
                    <a:cubicBezTo>
                      <a:pt x="89" y="24"/>
                      <a:pt x="89" y="24"/>
                      <a:pt x="89" y="24"/>
                    </a:cubicBezTo>
                    <a:cubicBezTo>
                      <a:pt x="89" y="24"/>
                      <a:pt x="89" y="24"/>
                      <a:pt x="89" y="24"/>
                    </a:cubicBezTo>
                    <a:cubicBezTo>
                      <a:pt x="89" y="24"/>
                      <a:pt x="89" y="24"/>
                      <a:pt x="89" y="24"/>
                    </a:cubicBezTo>
                    <a:cubicBezTo>
                      <a:pt x="89" y="24"/>
                      <a:pt x="89" y="24"/>
                      <a:pt x="89" y="24"/>
                    </a:cubicBezTo>
                    <a:cubicBezTo>
                      <a:pt x="89" y="24"/>
                      <a:pt x="89" y="23"/>
                      <a:pt x="89" y="23"/>
                    </a:cubicBezTo>
                    <a:cubicBezTo>
                      <a:pt x="88" y="23"/>
                      <a:pt x="88" y="23"/>
                      <a:pt x="88" y="23"/>
                    </a:cubicBezTo>
                    <a:cubicBezTo>
                      <a:pt x="88" y="23"/>
                      <a:pt x="88" y="23"/>
                      <a:pt x="88" y="23"/>
                    </a:cubicBezTo>
                    <a:cubicBezTo>
                      <a:pt x="88" y="23"/>
                      <a:pt x="88" y="23"/>
                      <a:pt x="88" y="23"/>
                    </a:cubicBezTo>
                    <a:cubicBezTo>
                      <a:pt x="88" y="22"/>
                      <a:pt x="88" y="22"/>
                      <a:pt x="88" y="22"/>
                    </a:cubicBezTo>
                    <a:cubicBezTo>
                      <a:pt x="87" y="22"/>
                      <a:pt x="87" y="22"/>
                      <a:pt x="87" y="22"/>
                    </a:cubicBezTo>
                    <a:cubicBezTo>
                      <a:pt x="87" y="22"/>
                      <a:pt x="86" y="23"/>
                      <a:pt x="86" y="23"/>
                    </a:cubicBezTo>
                    <a:cubicBezTo>
                      <a:pt x="86" y="23"/>
                      <a:pt x="86" y="23"/>
                      <a:pt x="86" y="23"/>
                    </a:cubicBezTo>
                    <a:cubicBezTo>
                      <a:pt x="86" y="23"/>
                      <a:pt x="86" y="23"/>
                      <a:pt x="86" y="23"/>
                    </a:cubicBezTo>
                    <a:cubicBezTo>
                      <a:pt x="85" y="23"/>
                      <a:pt x="85" y="23"/>
                      <a:pt x="85" y="23"/>
                    </a:cubicBezTo>
                    <a:cubicBezTo>
                      <a:pt x="85" y="23"/>
                      <a:pt x="85" y="23"/>
                      <a:pt x="84" y="23"/>
                    </a:cubicBezTo>
                    <a:cubicBezTo>
                      <a:pt x="84" y="23"/>
                      <a:pt x="83" y="23"/>
                      <a:pt x="83" y="23"/>
                    </a:cubicBezTo>
                    <a:cubicBezTo>
                      <a:pt x="83" y="23"/>
                      <a:pt x="83" y="23"/>
                      <a:pt x="83" y="23"/>
                    </a:cubicBezTo>
                    <a:cubicBezTo>
                      <a:pt x="82" y="23"/>
                      <a:pt x="82" y="23"/>
                      <a:pt x="82" y="23"/>
                    </a:cubicBezTo>
                    <a:cubicBezTo>
                      <a:pt x="82" y="23"/>
                      <a:pt x="82" y="23"/>
                      <a:pt x="82" y="23"/>
                    </a:cubicBezTo>
                    <a:cubicBezTo>
                      <a:pt x="82" y="23"/>
                      <a:pt x="82" y="23"/>
                      <a:pt x="82" y="23"/>
                    </a:cubicBezTo>
                    <a:cubicBezTo>
                      <a:pt x="82" y="23"/>
                      <a:pt x="82" y="23"/>
                      <a:pt x="82" y="23"/>
                    </a:cubicBezTo>
                    <a:cubicBezTo>
                      <a:pt x="82" y="23"/>
                      <a:pt x="82" y="23"/>
                      <a:pt x="81" y="23"/>
                    </a:cubicBezTo>
                    <a:cubicBezTo>
                      <a:pt x="81" y="23"/>
                      <a:pt x="81" y="23"/>
                      <a:pt x="81" y="23"/>
                    </a:cubicBezTo>
                    <a:cubicBezTo>
                      <a:pt x="81" y="23"/>
                      <a:pt x="81" y="23"/>
                      <a:pt x="81" y="23"/>
                    </a:cubicBezTo>
                    <a:cubicBezTo>
                      <a:pt x="81" y="23"/>
                      <a:pt x="81" y="23"/>
                      <a:pt x="81" y="23"/>
                    </a:cubicBezTo>
                    <a:cubicBezTo>
                      <a:pt x="81" y="24"/>
                      <a:pt x="81" y="24"/>
                      <a:pt x="81" y="24"/>
                    </a:cubicBezTo>
                    <a:cubicBezTo>
                      <a:pt x="81" y="24"/>
                      <a:pt x="81" y="24"/>
                      <a:pt x="81" y="24"/>
                    </a:cubicBezTo>
                    <a:cubicBezTo>
                      <a:pt x="81" y="24"/>
                      <a:pt x="81" y="24"/>
                      <a:pt x="80" y="24"/>
                    </a:cubicBezTo>
                    <a:cubicBezTo>
                      <a:pt x="80" y="24"/>
                      <a:pt x="80" y="24"/>
                      <a:pt x="80" y="24"/>
                    </a:cubicBezTo>
                    <a:cubicBezTo>
                      <a:pt x="79" y="24"/>
                      <a:pt x="79" y="24"/>
                      <a:pt x="79" y="24"/>
                    </a:cubicBezTo>
                    <a:cubicBezTo>
                      <a:pt x="79" y="24"/>
                      <a:pt x="79" y="24"/>
                      <a:pt x="79" y="24"/>
                    </a:cubicBezTo>
                    <a:cubicBezTo>
                      <a:pt x="79" y="24"/>
                      <a:pt x="79" y="24"/>
                      <a:pt x="78" y="24"/>
                    </a:cubicBezTo>
                    <a:cubicBezTo>
                      <a:pt x="78" y="24"/>
                      <a:pt x="78" y="24"/>
                      <a:pt x="78" y="24"/>
                    </a:cubicBezTo>
                    <a:cubicBezTo>
                      <a:pt x="78" y="24"/>
                      <a:pt x="78" y="24"/>
                      <a:pt x="78" y="24"/>
                    </a:cubicBezTo>
                    <a:cubicBezTo>
                      <a:pt x="78" y="24"/>
                      <a:pt x="78" y="24"/>
                      <a:pt x="78" y="24"/>
                    </a:cubicBezTo>
                    <a:cubicBezTo>
                      <a:pt x="78" y="24"/>
                      <a:pt x="78" y="24"/>
                      <a:pt x="78" y="24"/>
                    </a:cubicBezTo>
                    <a:cubicBezTo>
                      <a:pt x="78" y="24"/>
                      <a:pt x="78" y="24"/>
                      <a:pt x="78" y="25"/>
                    </a:cubicBezTo>
                    <a:cubicBezTo>
                      <a:pt x="78" y="25"/>
                      <a:pt x="78" y="25"/>
                      <a:pt x="77" y="25"/>
                    </a:cubicBezTo>
                    <a:cubicBezTo>
                      <a:pt x="77" y="25"/>
                      <a:pt x="77" y="25"/>
                      <a:pt x="77" y="25"/>
                    </a:cubicBezTo>
                    <a:cubicBezTo>
                      <a:pt x="77" y="25"/>
                      <a:pt x="77" y="25"/>
                      <a:pt x="76" y="25"/>
                    </a:cubicBezTo>
                    <a:cubicBezTo>
                      <a:pt x="76" y="25"/>
                      <a:pt x="76" y="26"/>
                      <a:pt x="76" y="26"/>
                    </a:cubicBezTo>
                    <a:cubicBezTo>
                      <a:pt x="76" y="26"/>
                      <a:pt x="76" y="26"/>
                      <a:pt x="76" y="26"/>
                    </a:cubicBezTo>
                    <a:cubicBezTo>
                      <a:pt x="76" y="26"/>
                      <a:pt x="76" y="26"/>
                      <a:pt x="76" y="26"/>
                    </a:cubicBezTo>
                    <a:cubicBezTo>
                      <a:pt x="76" y="26"/>
                      <a:pt x="76" y="26"/>
                      <a:pt x="76" y="26"/>
                    </a:cubicBezTo>
                    <a:cubicBezTo>
                      <a:pt x="76" y="26"/>
                      <a:pt x="76" y="26"/>
                      <a:pt x="76" y="26"/>
                    </a:cubicBezTo>
                    <a:cubicBezTo>
                      <a:pt x="76" y="26"/>
                      <a:pt x="76" y="26"/>
                      <a:pt x="75" y="26"/>
                    </a:cubicBezTo>
                    <a:cubicBezTo>
                      <a:pt x="75" y="26"/>
                      <a:pt x="75" y="27"/>
                      <a:pt x="75" y="27"/>
                    </a:cubicBezTo>
                    <a:cubicBezTo>
                      <a:pt x="75" y="27"/>
                      <a:pt x="75" y="27"/>
                      <a:pt x="75" y="27"/>
                    </a:cubicBezTo>
                    <a:cubicBezTo>
                      <a:pt x="75" y="28"/>
                      <a:pt x="75" y="28"/>
                      <a:pt x="75" y="28"/>
                    </a:cubicBezTo>
                    <a:cubicBezTo>
                      <a:pt x="74" y="28"/>
                      <a:pt x="74" y="28"/>
                      <a:pt x="74" y="28"/>
                    </a:cubicBezTo>
                    <a:cubicBezTo>
                      <a:pt x="74" y="28"/>
                      <a:pt x="74" y="28"/>
                      <a:pt x="74" y="28"/>
                    </a:cubicBezTo>
                    <a:cubicBezTo>
                      <a:pt x="75" y="29"/>
                      <a:pt x="75" y="29"/>
                      <a:pt x="74" y="30"/>
                    </a:cubicBezTo>
                    <a:cubicBezTo>
                      <a:pt x="74" y="30"/>
                      <a:pt x="74" y="30"/>
                      <a:pt x="74" y="30"/>
                    </a:cubicBezTo>
                    <a:cubicBezTo>
                      <a:pt x="74" y="30"/>
                      <a:pt x="74" y="30"/>
                      <a:pt x="74" y="30"/>
                    </a:cubicBezTo>
                    <a:cubicBezTo>
                      <a:pt x="74" y="30"/>
                      <a:pt x="74" y="30"/>
                      <a:pt x="74" y="30"/>
                    </a:cubicBezTo>
                    <a:cubicBezTo>
                      <a:pt x="74" y="30"/>
                      <a:pt x="73" y="30"/>
                      <a:pt x="73" y="30"/>
                    </a:cubicBezTo>
                    <a:cubicBezTo>
                      <a:pt x="73" y="30"/>
                      <a:pt x="73" y="30"/>
                      <a:pt x="73" y="30"/>
                    </a:cubicBezTo>
                    <a:cubicBezTo>
                      <a:pt x="73" y="30"/>
                      <a:pt x="73" y="30"/>
                      <a:pt x="73" y="30"/>
                    </a:cubicBezTo>
                    <a:cubicBezTo>
                      <a:pt x="73" y="30"/>
                      <a:pt x="73" y="30"/>
                      <a:pt x="72" y="30"/>
                    </a:cubicBezTo>
                    <a:cubicBezTo>
                      <a:pt x="72" y="30"/>
                      <a:pt x="72" y="30"/>
                      <a:pt x="72" y="30"/>
                    </a:cubicBezTo>
                    <a:cubicBezTo>
                      <a:pt x="72" y="30"/>
                      <a:pt x="72" y="30"/>
                      <a:pt x="72" y="30"/>
                    </a:cubicBezTo>
                    <a:cubicBezTo>
                      <a:pt x="72" y="30"/>
                      <a:pt x="72" y="30"/>
                      <a:pt x="72" y="30"/>
                    </a:cubicBezTo>
                    <a:cubicBezTo>
                      <a:pt x="72" y="30"/>
                      <a:pt x="72" y="30"/>
                      <a:pt x="72" y="31"/>
                    </a:cubicBezTo>
                    <a:cubicBezTo>
                      <a:pt x="71" y="31"/>
                      <a:pt x="71" y="31"/>
                      <a:pt x="71" y="32"/>
                    </a:cubicBezTo>
                    <a:cubicBezTo>
                      <a:pt x="71" y="32"/>
                      <a:pt x="71" y="32"/>
                      <a:pt x="71" y="32"/>
                    </a:cubicBezTo>
                    <a:cubicBezTo>
                      <a:pt x="71" y="32"/>
                      <a:pt x="71" y="33"/>
                      <a:pt x="71" y="33"/>
                    </a:cubicBezTo>
                    <a:cubicBezTo>
                      <a:pt x="71" y="33"/>
                      <a:pt x="71" y="33"/>
                      <a:pt x="71" y="33"/>
                    </a:cubicBezTo>
                    <a:cubicBezTo>
                      <a:pt x="71" y="33"/>
                      <a:pt x="71" y="33"/>
                      <a:pt x="71" y="33"/>
                    </a:cubicBezTo>
                    <a:cubicBezTo>
                      <a:pt x="71" y="34"/>
                      <a:pt x="71" y="34"/>
                      <a:pt x="71" y="34"/>
                    </a:cubicBezTo>
                    <a:cubicBezTo>
                      <a:pt x="71" y="34"/>
                      <a:pt x="71" y="34"/>
                      <a:pt x="70" y="35"/>
                    </a:cubicBezTo>
                    <a:cubicBezTo>
                      <a:pt x="70" y="35"/>
                      <a:pt x="70" y="35"/>
                      <a:pt x="70" y="35"/>
                    </a:cubicBezTo>
                    <a:cubicBezTo>
                      <a:pt x="70" y="35"/>
                      <a:pt x="70" y="35"/>
                      <a:pt x="70" y="35"/>
                    </a:cubicBezTo>
                    <a:cubicBezTo>
                      <a:pt x="70" y="35"/>
                      <a:pt x="70" y="35"/>
                      <a:pt x="70" y="35"/>
                    </a:cubicBezTo>
                    <a:cubicBezTo>
                      <a:pt x="70" y="35"/>
                      <a:pt x="70" y="35"/>
                      <a:pt x="70" y="36"/>
                    </a:cubicBezTo>
                    <a:cubicBezTo>
                      <a:pt x="70" y="36"/>
                      <a:pt x="70" y="36"/>
                      <a:pt x="69" y="36"/>
                    </a:cubicBezTo>
                    <a:cubicBezTo>
                      <a:pt x="69" y="36"/>
                      <a:pt x="69" y="36"/>
                      <a:pt x="69" y="36"/>
                    </a:cubicBezTo>
                    <a:cubicBezTo>
                      <a:pt x="69" y="36"/>
                      <a:pt x="69" y="36"/>
                      <a:pt x="69" y="36"/>
                    </a:cubicBezTo>
                    <a:cubicBezTo>
                      <a:pt x="69" y="38"/>
                      <a:pt x="69" y="38"/>
                      <a:pt x="69" y="38"/>
                    </a:cubicBezTo>
                    <a:cubicBezTo>
                      <a:pt x="69" y="38"/>
                      <a:pt x="69" y="38"/>
                      <a:pt x="69" y="38"/>
                    </a:cubicBezTo>
                    <a:cubicBezTo>
                      <a:pt x="69" y="38"/>
                      <a:pt x="69" y="38"/>
                      <a:pt x="69" y="38"/>
                    </a:cubicBezTo>
                    <a:cubicBezTo>
                      <a:pt x="69" y="39"/>
                      <a:pt x="69" y="39"/>
                      <a:pt x="69" y="39"/>
                    </a:cubicBezTo>
                    <a:cubicBezTo>
                      <a:pt x="69" y="39"/>
                      <a:pt x="69" y="39"/>
                      <a:pt x="70" y="39"/>
                    </a:cubicBezTo>
                    <a:cubicBezTo>
                      <a:pt x="70" y="39"/>
                      <a:pt x="70" y="39"/>
                      <a:pt x="70" y="39"/>
                    </a:cubicBezTo>
                    <a:cubicBezTo>
                      <a:pt x="70" y="39"/>
                      <a:pt x="70" y="39"/>
                      <a:pt x="70" y="39"/>
                    </a:cubicBezTo>
                    <a:cubicBezTo>
                      <a:pt x="70" y="39"/>
                      <a:pt x="70" y="39"/>
                      <a:pt x="70" y="39"/>
                    </a:cubicBezTo>
                    <a:cubicBezTo>
                      <a:pt x="70" y="39"/>
                      <a:pt x="70" y="39"/>
                      <a:pt x="70" y="40"/>
                    </a:cubicBezTo>
                    <a:cubicBezTo>
                      <a:pt x="70" y="40"/>
                      <a:pt x="70" y="40"/>
                      <a:pt x="70" y="40"/>
                    </a:cubicBezTo>
                    <a:cubicBezTo>
                      <a:pt x="70" y="40"/>
                      <a:pt x="70" y="40"/>
                      <a:pt x="70" y="40"/>
                    </a:cubicBezTo>
                    <a:cubicBezTo>
                      <a:pt x="70" y="40"/>
                      <a:pt x="70" y="40"/>
                      <a:pt x="70" y="41"/>
                    </a:cubicBezTo>
                    <a:cubicBezTo>
                      <a:pt x="70" y="41"/>
                      <a:pt x="70" y="41"/>
                      <a:pt x="70" y="41"/>
                    </a:cubicBezTo>
                    <a:cubicBezTo>
                      <a:pt x="70" y="41"/>
                      <a:pt x="70" y="42"/>
                      <a:pt x="70" y="42"/>
                    </a:cubicBezTo>
                    <a:cubicBezTo>
                      <a:pt x="70" y="42"/>
                      <a:pt x="70" y="42"/>
                      <a:pt x="70" y="42"/>
                    </a:cubicBezTo>
                    <a:cubicBezTo>
                      <a:pt x="70" y="43"/>
                      <a:pt x="69" y="43"/>
                      <a:pt x="69" y="43"/>
                    </a:cubicBezTo>
                    <a:cubicBezTo>
                      <a:pt x="69" y="44"/>
                      <a:pt x="69" y="44"/>
                      <a:pt x="69" y="44"/>
                    </a:cubicBezTo>
                    <a:cubicBezTo>
                      <a:pt x="70" y="44"/>
                      <a:pt x="70" y="44"/>
                      <a:pt x="70" y="44"/>
                    </a:cubicBezTo>
                    <a:cubicBezTo>
                      <a:pt x="70" y="44"/>
                      <a:pt x="70" y="44"/>
                      <a:pt x="70" y="44"/>
                    </a:cubicBezTo>
                    <a:cubicBezTo>
                      <a:pt x="70" y="44"/>
                      <a:pt x="70" y="44"/>
                      <a:pt x="70" y="44"/>
                    </a:cubicBezTo>
                    <a:cubicBezTo>
                      <a:pt x="70" y="44"/>
                      <a:pt x="70" y="44"/>
                      <a:pt x="70" y="44"/>
                    </a:cubicBezTo>
                    <a:cubicBezTo>
                      <a:pt x="70" y="44"/>
                      <a:pt x="70" y="44"/>
                      <a:pt x="70" y="44"/>
                    </a:cubicBezTo>
                    <a:cubicBezTo>
                      <a:pt x="70" y="44"/>
                      <a:pt x="70" y="44"/>
                      <a:pt x="70" y="45"/>
                    </a:cubicBezTo>
                    <a:cubicBezTo>
                      <a:pt x="70" y="45"/>
                      <a:pt x="70" y="45"/>
                      <a:pt x="70" y="45"/>
                    </a:cubicBezTo>
                    <a:cubicBezTo>
                      <a:pt x="70" y="45"/>
                      <a:pt x="70" y="45"/>
                      <a:pt x="71" y="45"/>
                    </a:cubicBezTo>
                    <a:cubicBezTo>
                      <a:pt x="71" y="46"/>
                      <a:pt x="71" y="46"/>
                      <a:pt x="71" y="46"/>
                    </a:cubicBezTo>
                    <a:cubicBezTo>
                      <a:pt x="71" y="46"/>
                      <a:pt x="71" y="46"/>
                      <a:pt x="71" y="46"/>
                    </a:cubicBezTo>
                    <a:cubicBezTo>
                      <a:pt x="71" y="46"/>
                      <a:pt x="71" y="46"/>
                      <a:pt x="71" y="47"/>
                    </a:cubicBezTo>
                    <a:cubicBezTo>
                      <a:pt x="72" y="47"/>
                      <a:pt x="72" y="47"/>
                      <a:pt x="72" y="47"/>
                    </a:cubicBezTo>
                    <a:cubicBezTo>
                      <a:pt x="72" y="47"/>
                      <a:pt x="72" y="47"/>
                      <a:pt x="72" y="47"/>
                    </a:cubicBezTo>
                    <a:cubicBezTo>
                      <a:pt x="73" y="48"/>
                      <a:pt x="73" y="48"/>
                      <a:pt x="73" y="49"/>
                    </a:cubicBezTo>
                    <a:cubicBezTo>
                      <a:pt x="73" y="49"/>
                      <a:pt x="73" y="49"/>
                      <a:pt x="73" y="49"/>
                    </a:cubicBezTo>
                    <a:cubicBezTo>
                      <a:pt x="73" y="49"/>
                      <a:pt x="73" y="50"/>
                      <a:pt x="73" y="50"/>
                    </a:cubicBezTo>
                    <a:cubicBezTo>
                      <a:pt x="74" y="50"/>
                      <a:pt x="74" y="50"/>
                      <a:pt x="74" y="50"/>
                    </a:cubicBezTo>
                    <a:cubicBezTo>
                      <a:pt x="74" y="50"/>
                      <a:pt x="74" y="50"/>
                      <a:pt x="74" y="50"/>
                    </a:cubicBezTo>
                    <a:cubicBezTo>
                      <a:pt x="74" y="50"/>
                      <a:pt x="74" y="50"/>
                      <a:pt x="74" y="50"/>
                    </a:cubicBezTo>
                    <a:cubicBezTo>
                      <a:pt x="74" y="51"/>
                      <a:pt x="74" y="51"/>
                      <a:pt x="74" y="51"/>
                    </a:cubicBezTo>
                    <a:cubicBezTo>
                      <a:pt x="74" y="51"/>
                      <a:pt x="74" y="51"/>
                      <a:pt x="74" y="51"/>
                    </a:cubicBezTo>
                    <a:cubicBezTo>
                      <a:pt x="75" y="51"/>
                      <a:pt x="75" y="51"/>
                      <a:pt x="75" y="51"/>
                    </a:cubicBezTo>
                    <a:cubicBezTo>
                      <a:pt x="75" y="51"/>
                      <a:pt x="76" y="51"/>
                      <a:pt x="76" y="51"/>
                    </a:cubicBezTo>
                    <a:cubicBezTo>
                      <a:pt x="76" y="51"/>
                      <a:pt x="76" y="51"/>
                      <a:pt x="76" y="51"/>
                    </a:cubicBezTo>
                    <a:cubicBezTo>
                      <a:pt x="76" y="51"/>
                      <a:pt x="76" y="51"/>
                      <a:pt x="76" y="51"/>
                    </a:cubicBezTo>
                    <a:cubicBezTo>
                      <a:pt x="76" y="51"/>
                      <a:pt x="76" y="51"/>
                      <a:pt x="76" y="51"/>
                    </a:cubicBezTo>
                    <a:cubicBezTo>
                      <a:pt x="76" y="51"/>
                      <a:pt x="77" y="51"/>
                      <a:pt x="77" y="51"/>
                    </a:cubicBezTo>
                    <a:cubicBezTo>
                      <a:pt x="77" y="51"/>
                      <a:pt x="77" y="51"/>
                      <a:pt x="77" y="51"/>
                    </a:cubicBezTo>
                    <a:cubicBezTo>
                      <a:pt x="77" y="52"/>
                      <a:pt x="77" y="52"/>
                      <a:pt x="77" y="52"/>
                    </a:cubicBezTo>
                    <a:cubicBezTo>
                      <a:pt x="77" y="52"/>
                      <a:pt x="77" y="52"/>
                      <a:pt x="77" y="52"/>
                    </a:cubicBezTo>
                    <a:cubicBezTo>
                      <a:pt x="77" y="53"/>
                      <a:pt x="77" y="53"/>
                      <a:pt x="78" y="53"/>
                    </a:cubicBezTo>
                    <a:cubicBezTo>
                      <a:pt x="78" y="53"/>
                      <a:pt x="78" y="53"/>
                      <a:pt x="78" y="53"/>
                    </a:cubicBezTo>
                    <a:cubicBezTo>
                      <a:pt x="78" y="53"/>
                      <a:pt x="79" y="53"/>
                      <a:pt x="79" y="54"/>
                    </a:cubicBezTo>
                    <a:cubicBezTo>
                      <a:pt x="79" y="54"/>
                      <a:pt x="79" y="54"/>
                      <a:pt x="79" y="54"/>
                    </a:cubicBezTo>
                    <a:cubicBezTo>
                      <a:pt x="79" y="54"/>
                      <a:pt x="79" y="54"/>
                      <a:pt x="79" y="54"/>
                    </a:cubicBezTo>
                    <a:cubicBezTo>
                      <a:pt x="80" y="54"/>
                      <a:pt x="80" y="54"/>
                      <a:pt x="80" y="54"/>
                    </a:cubicBezTo>
                    <a:cubicBezTo>
                      <a:pt x="80" y="54"/>
                      <a:pt x="80" y="54"/>
                      <a:pt x="80" y="54"/>
                    </a:cubicBezTo>
                    <a:cubicBezTo>
                      <a:pt x="80" y="54"/>
                      <a:pt x="80" y="53"/>
                      <a:pt x="80" y="53"/>
                    </a:cubicBezTo>
                    <a:cubicBezTo>
                      <a:pt x="80" y="53"/>
                      <a:pt x="80" y="53"/>
                      <a:pt x="80" y="53"/>
                    </a:cubicBezTo>
                    <a:cubicBezTo>
                      <a:pt x="81" y="53"/>
                      <a:pt x="81" y="53"/>
                      <a:pt x="81" y="53"/>
                    </a:cubicBezTo>
                    <a:cubicBezTo>
                      <a:pt x="81" y="53"/>
                      <a:pt x="81" y="53"/>
                      <a:pt x="81" y="53"/>
                    </a:cubicBezTo>
                    <a:cubicBezTo>
                      <a:pt x="81" y="53"/>
                      <a:pt x="81" y="53"/>
                      <a:pt x="81" y="53"/>
                    </a:cubicBezTo>
                    <a:cubicBezTo>
                      <a:pt x="81" y="53"/>
                      <a:pt x="81" y="53"/>
                      <a:pt x="81" y="53"/>
                    </a:cubicBezTo>
                    <a:cubicBezTo>
                      <a:pt x="81" y="53"/>
                      <a:pt x="82" y="53"/>
                      <a:pt x="82" y="53"/>
                    </a:cubicBezTo>
                    <a:cubicBezTo>
                      <a:pt x="82" y="53"/>
                      <a:pt x="82" y="53"/>
                      <a:pt x="82" y="53"/>
                    </a:cubicBezTo>
                    <a:cubicBezTo>
                      <a:pt x="82" y="53"/>
                      <a:pt x="82" y="53"/>
                      <a:pt x="82" y="53"/>
                    </a:cubicBezTo>
                    <a:cubicBezTo>
                      <a:pt x="83" y="53"/>
                      <a:pt x="83" y="53"/>
                      <a:pt x="83" y="53"/>
                    </a:cubicBezTo>
                    <a:cubicBezTo>
                      <a:pt x="83" y="53"/>
                      <a:pt x="83" y="53"/>
                      <a:pt x="83" y="53"/>
                    </a:cubicBezTo>
                    <a:cubicBezTo>
                      <a:pt x="83" y="53"/>
                      <a:pt x="83" y="53"/>
                      <a:pt x="83" y="53"/>
                    </a:cubicBezTo>
                    <a:cubicBezTo>
                      <a:pt x="83" y="54"/>
                      <a:pt x="83" y="54"/>
                      <a:pt x="83" y="54"/>
                    </a:cubicBezTo>
                    <a:cubicBezTo>
                      <a:pt x="83" y="54"/>
                      <a:pt x="84" y="54"/>
                      <a:pt x="84" y="54"/>
                    </a:cubicBezTo>
                    <a:cubicBezTo>
                      <a:pt x="84" y="54"/>
                      <a:pt x="84" y="54"/>
                      <a:pt x="84" y="54"/>
                    </a:cubicBezTo>
                    <a:cubicBezTo>
                      <a:pt x="84" y="54"/>
                      <a:pt x="84" y="54"/>
                      <a:pt x="85" y="54"/>
                    </a:cubicBezTo>
                    <a:cubicBezTo>
                      <a:pt x="85" y="54"/>
                      <a:pt x="85" y="54"/>
                      <a:pt x="85" y="54"/>
                    </a:cubicBezTo>
                    <a:cubicBezTo>
                      <a:pt x="85" y="54"/>
                      <a:pt x="85" y="54"/>
                      <a:pt x="85" y="54"/>
                    </a:cubicBezTo>
                    <a:cubicBezTo>
                      <a:pt x="85" y="54"/>
                      <a:pt x="85" y="54"/>
                      <a:pt x="85" y="54"/>
                    </a:cubicBezTo>
                    <a:cubicBezTo>
                      <a:pt x="86" y="54"/>
                      <a:pt x="86" y="53"/>
                      <a:pt x="86" y="53"/>
                    </a:cubicBezTo>
                    <a:cubicBezTo>
                      <a:pt x="86" y="53"/>
                      <a:pt x="86" y="53"/>
                      <a:pt x="86" y="53"/>
                    </a:cubicBezTo>
                    <a:cubicBezTo>
                      <a:pt x="86" y="54"/>
                      <a:pt x="86" y="54"/>
                      <a:pt x="86" y="54"/>
                    </a:cubicBezTo>
                    <a:cubicBezTo>
                      <a:pt x="86" y="53"/>
                      <a:pt x="86" y="53"/>
                      <a:pt x="86" y="53"/>
                    </a:cubicBezTo>
                    <a:cubicBezTo>
                      <a:pt x="86" y="53"/>
                      <a:pt x="86" y="53"/>
                      <a:pt x="86" y="52"/>
                    </a:cubicBezTo>
                    <a:cubicBezTo>
                      <a:pt x="86" y="52"/>
                      <a:pt x="86" y="52"/>
                      <a:pt x="87" y="52"/>
                    </a:cubicBezTo>
                    <a:cubicBezTo>
                      <a:pt x="87" y="52"/>
                      <a:pt x="87" y="52"/>
                      <a:pt x="87" y="52"/>
                    </a:cubicBezTo>
                    <a:cubicBezTo>
                      <a:pt x="87" y="52"/>
                      <a:pt x="87" y="52"/>
                      <a:pt x="87" y="52"/>
                    </a:cubicBezTo>
                    <a:cubicBezTo>
                      <a:pt x="87" y="52"/>
                      <a:pt x="87" y="52"/>
                      <a:pt x="87" y="52"/>
                    </a:cubicBezTo>
                    <a:cubicBezTo>
                      <a:pt x="89" y="52"/>
                      <a:pt x="89" y="52"/>
                      <a:pt x="89" y="52"/>
                    </a:cubicBezTo>
                    <a:cubicBezTo>
                      <a:pt x="89" y="52"/>
                      <a:pt x="89" y="52"/>
                      <a:pt x="89" y="53"/>
                    </a:cubicBezTo>
                    <a:cubicBezTo>
                      <a:pt x="89" y="53"/>
                      <a:pt x="90" y="53"/>
                      <a:pt x="90" y="53"/>
                    </a:cubicBezTo>
                    <a:cubicBezTo>
                      <a:pt x="90" y="53"/>
                      <a:pt x="90" y="53"/>
                      <a:pt x="90" y="53"/>
                    </a:cubicBezTo>
                    <a:cubicBezTo>
                      <a:pt x="90" y="53"/>
                      <a:pt x="90" y="53"/>
                      <a:pt x="90" y="53"/>
                    </a:cubicBezTo>
                    <a:cubicBezTo>
                      <a:pt x="90" y="53"/>
                      <a:pt x="91" y="53"/>
                      <a:pt x="91" y="53"/>
                    </a:cubicBezTo>
                    <a:cubicBezTo>
                      <a:pt x="91" y="53"/>
                      <a:pt x="91" y="53"/>
                      <a:pt x="91" y="53"/>
                    </a:cubicBezTo>
                    <a:cubicBezTo>
                      <a:pt x="90" y="53"/>
                      <a:pt x="90" y="53"/>
                      <a:pt x="90" y="53"/>
                    </a:cubicBezTo>
                    <a:cubicBezTo>
                      <a:pt x="91" y="53"/>
                      <a:pt x="91" y="53"/>
                      <a:pt x="91" y="53"/>
                    </a:cubicBezTo>
                    <a:cubicBezTo>
                      <a:pt x="91" y="53"/>
                      <a:pt x="91" y="53"/>
                      <a:pt x="91" y="53"/>
                    </a:cubicBezTo>
                    <a:cubicBezTo>
                      <a:pt x="91" y="53"/>
                      <a:pt x="91" y="53"/>
                      <a:pt x="92" y="53"/>
                    </a:cubicBezTo>
                    <a:cubicBezTo>
                      <a:pt x="92" y="53"/>
                      <a:pt x="92" y="54"/>
                      <a:pt x="92" y="54"/>
                    </a:cubicBezTo>
                    <a:cubicBezTo>
                      <a:pt x="92" y="54"/>
                      <a:pt x="92" y="54"/>
                      <a:pt x="92" y="54"/>
                    </a:cubicBezTo>
                    <a:cubicBezTo>
                      <a:pt x="92" y="54"/>
                      <a:pt x="92" y="54"/>
                      <a:pt x="92" y="54"/>
                    </a:cubicBezTo>
                    <a:cubicBezTo>
                      <a:pt x="92" y="54"/>
                      <a:pt x="92" y="54"/>
                      <a:pt x="92" y="54"/>
                    </a:cubicBezTo>
                    <a:cubicBezTo>
                      <a:pt x="93" y="54"/>
                      <a:pt x="93" y="54"/>
                      <a:pt x="93" y="54"/>
                    </a:cubicBezTo>
                    <a:cubicBezTo>
                      <a:pt x="93" y="54"/>
                      <a:pt x="93" y="54"/>
                      <a:pt x="94" y="55"/>
                    </a:cubicBezTo>
                    <a:cubicBezTo>
                      <a:pt x="94" y="55"/>
                      <a:pt x="94" y="55"/>
                      <a:pt x="94" y="56"/>
                    </a:cubicBezTo>
                    <a:cubicBezTo>
                      <a:pt x="94" y="56"/>
                      <a:pt x="94" y="56"/>
                      <a:pt x="94" y="57"/>
                    </a:cubicBezTo>
                    <a:cubicBezTo>
                      <a:pt x="94" y="57"/>
                      <a:pt x="94" y="57"/>
                      <a:pt x="94" y="57"/>
                    </a:cubicBezTo>
                    <a:cubicBezTo>
                      <a:pt x="94" y="57"/>
                      <a:pt x="94" y="57"/>
                      <a:pt x="94" y="57"/>
                    </a:cubicBezTo>
                    <a:cubicBezTo>
                      <a:pt x="94" y="57"/>
                      <a:pt x="94" y="57"/>
                      <a:pt x="94" y="57"/>
                    </a:cubicBezTo>
                    <a:cubicBezTo>
                      <a:pt x="94" y="57"/>
                      <a:pt x="94" y="57"/>
                      <a:pt x="93" y="57"/>
                    </a:cubicBezTo>
                    <a:cubicBezTo>
                      <a:pt x="93" y="57"/>
                      <a:pt x="93" y="57"/>
                      <a:pt x="93" y="57"/>
                    </a:cubicBezTo>
                    <a:cubicBezTo>
                      <a:pt x="93" y="58"/>
                      <a:pt x="93" y="58"/>
                      <a:pt x="93" y="58"/>
                    </a:cubicBezTo>
                    <a:cubicBezTo>
                      <a:pt x="93" y="59"/>
                      <a:pt x="93" y="59"/>
                      <a:pt x="93" y="59"/>
                    </a:cubicBezTo>
                    <a:cubicBezTo>
                      <a:pt x="93" y="59"/>
                      <a:pt x="93" y="59"/>
                      <a:pt x="93" y="59"/>
                    </a:cubicBezTo>
                    <a:cubicBezTo>
                      <a:pt x="93" y="59"/>
                      <a:pt x="94" y="59"/>
                      <a:pt x="94" y="59"/>
                    </a:cubicBezTo>
                    <a:cubicBezTo>
                      <a:pt x="94" y="59"/>
                      <a:pt x="94" y="59"/>
                      <a:pt x="94" y="59"/>
                    </a:cubicBezTo>
                    <a:cubicBezTo>
                      <a:pt x="94" y="59"/>
                      <a:pt x="94" y="59"/>
                      <a:pt x="94" y="59"/>
                    </a:cubicBezTo>
                    <a:cubicBezTo>
                      <a:pt x="94" y="59"/>
                      <a:pt x="94" y="59"/>
                      <a:pt x="94" y="59"/>
                    </a:cubicBezTo>
                    <a:cubicBezTo>
                      <a:pt x="94" y="59"/>
                      <a:pt x="94" y="60"/>
                      <a:pt x="94" y="60"/>
                    </a:cubicBezTo>
                    <a:cubicBezTo>
                      <a:pt x="94" y="60"/>
                      <a:pt x="94" y="60"/>
                      <a:pt x="94" y="60"/>
                    </a:cubicBezTo>
                    <a:cubicBezTo>
                      <a:pt x="94" y="60"/>
                      <a:pt x="94" y="60"/>
                      <a:pt x="95" y="60"/>
                    </a:cubicBezTo>
                    <a:cubicBezTo>
                      <a:pt x="95" y="60"/>
                      <a:pt x="95" y="61"/>
                      <a:pt x="95" y="61"/>
                    </a:cubicBezTo>
                    <a:cubicBezTo>
                      <a:pt x="95" y="61"/>
                      <a:pt x="95" y="61"/>
                      <a:pt x="95" y="62"/>
                    </a:cubicBezTo>
                    <a:cubicBezTo>
                      <a:pt x="95" y="62"/>
                      <a:pt x="95" y="62"/>
                      <a:pt x="95" y="62"/>
                    </a:cubicBezTo>
                    <a:cubicBezTo>
                      <a:pt x="95" y="62"/>
                      <a:pt x="95" y="62"/>
                      <a:pt x="95" y="62"/>
                    </a:cubicBezTo>
                    <a:cubicBezTo>
                      <a:pt x="95" y="62"/>
                      <a:pt x="95" y="63"/>
                      <a:pt x="96" y="63"/>
                    </a:cubicBezTo>
                    <a:cubicBezTo>
                      <a:pt x="96" y="63"/>
                      <a:pt x="96" y="63"/>
                      <a:pt x="96" y="63"/>
                    </a:cubicBezTo>
                    <a:cubicBezTo>
                      <a:pt x="96" y="63"/>
                      <a:pt x="96" y="63"/>
                      <a:pt x="96" y="63"/>
                    </a:cubicBezTo>
                    <a:cubicBezTo>
                      <a:pt x="96" y="63"/>
                      <a:pt x="96" y="64"/>
                      <a:pt x="96" y="64"/>
                    </a:cubicBezTo>
                    <a:cubicBezTo>
                      <a:pt x="96" y="64"/>
                      <a:pt x="96" y="64"/>
                      <a:pt x="96" y="64"/>
                    </a:cubicBezTo>
                    <a:cubicBezTo>
                      <a:pt x="96" y="64"/>
                      <a:pt x="96" y="64"/>
                      <a:pt x="96" y="64"/>
                    </a:cubicBezTo>
                    <a:cubicBezTo>
                      <a:pt x="96" y="65"/>
                      <a:pt x="96" y="65"/>
                      <a:pt x="96" y="65"/>
                    </a:cubicBezTo>
                    <a:cubicBezTo>
                      <a:pt x="96" y="65"/>
                      <a:pt x="96" y="65"/>
                      <a:pt x="96" y="65"/>
                    </a:cubicBezTo>
                    <a:cubicBezTo>
                      <a:pt x="97" y="65"/>
                      <a:pt x="97" y="65"/>
                      <a:pt x="97" y="65"/>
                    </a:cubicBezTo>
                    <a:cubicBezTo>
                      <a:pt x="97" y="65"/>
                      <a:pt x="97" y="65"/>
                      <a:pt x="97" y="65"/>
                    </a:cubicBezTo>
                    <a:cubicBezTo>
                      <a:pt x="97" y="65"/>
                      <a:pt x="97" y="65"/>
                      <a:pt x="97" y="65"/>
                    </a:cubicBezTo>
                    <a:cubicBezTo>
                      <a:pt x="97" y="65"/>
                      <a:pt x="97" y="65"/>
                      <a:pt x="97" y="65"/>
                    </a:cubicBezTo>
                    <a:cubicBezTo>
                      <a:pt x="97" y="66"/>
                      <a:pt x="97" y="66"/>
                      <a:pt x="97" y="66"/>
                    </a:cubicBezTo>
                    <a:cubicBezTo>
                      <a:pt x="97" y="66"/>
                      <a:pt x="97" y="66"/>
                      <a:pt x="97" y="66"/>
                    </a:cubicBezTo>
                    <a:cubicBezTo>
                      <a:pt x="97" y="67"/>
                      <a:pt x="97" y="67"/>
                      <a:pt x="97" y="67"/>
                    </a:cubicBezTo>
                    <a:cubicBezTo>
                      <a:pt x="97" y="67"/>
                      <a:pt x="97" y="67"/>
                      <a:pt x="97" y="67"/>
                    </a:cubicBezTo>
                    <a:cubicBezTo>
                      <a:pt x="96" y="67"/>
                      <a:pt x="96" y="67"/>
                      <a:pt x="96" y="67"/>
                    </a:cubicBezTo>
                    <a:cubicBezTo>
                      <a:pt x="96" y="69"/>
                      <a:pt x="96" y="69"/>
                      <a:pt x="96" y="69"/>
                    </a:cubicBezTo>
                    <a:cubicBezTo>
                      <a:pt x="96" y="69"/>
                      <a:pt x="96" y="69"/>
                      <a:pt x="96" y="69"/>
                    </a:cubicBezTo>
                    <a:cubicBezTo>
                      <a:pt x="97" y="69"/>
                      <a:pt x="97" y="69"/>
                      <a:pt x="97" y="69"/>
                    </a:cubicBezTo>
                    <a:cubicBezTo>
                      <a:pt x="97" y="69"/>
                      <a:pt x="97" y="69"/>
                      <a:pt x="97" y="69"/>
                    </a:cubicBezTo>
                    <a:cubicBezTo>
                      <a:pt x="97" y="69"/>
                      <a:pt x="97" y="70"/>
                      <a:pt x="97" y="70"/>
                    </a:cubicBezTo>
                    <a:cubicBezTo>
                      <a:pt x="97" y="70"/>
                      <a:pt x="97" y="70"/>
                      <a:pt x="97" y="70"/>
                    </a:cubicBezTo>
                    <a:cubicBezTo>
                      <a:pt x="97" y="70"/>
                      <a:pt x="96" y="70"/>
                      <a:pt x="96" y="70"/>
                    </a:cubicBezTo>
                    <a:cubicBezTo>
                      <a:pt x="96" y="70"/>
                      <a:pt x="96" y="70"/>
                      <a:pt x="96" y="71"/>
                    </a:cubicBezTo>
                    <a:cubicBezTo>
                      <a:pt x="96" y="71"/>
                      <a:pt x="96" y="71"/>
                      <a:pt x="96" y="71"/>
                    </a:cubicBezTo>
                    <a:cubicBezTo>
                      <a:pt x="96" y="71"/>
                      <a:pt x="96" y="71"/>
                      <a:pt x="96" y="71"/>
                    </a:cubicBezTo>
                    <a:cubicBezTo>
                      <a:pt x="96" y="71"/>
                      <a:pt x="96" y="71"/>
                      <a:pt x="96" y="71"/>
                    </a:cubicBezTo>
                    <a:cubicBezTo>
                      <a:pt x="95" y="71"/>
                      <a:pt x="95" y="71"/>
                      <a:pt x="95" y="71"/>
                    </a:cubicBezTo>
                    <a:cubicBezTo>
                      <a:pt x="95" y="73"/>
                      <a:pt x="95" y="73"/>
                      <a:pt x="95" y="73"/>
                    </a:cubicBezTo>
                    <a:cubicBezTo>
                      <a:pt x="95" y="73"/>
                      <a:pt x="95" y="73"/>
                      <a:pt x="95" y="73"/>
                    </a:cubicBezTo>
                    <a:cubicBezTo>
                      <a:pt x="95" y="73"/>
                      <a:pt x="95" y="73"/>
                      <a:pt x="95" y="73"/>
                    </a:cubicBezTo>
                    <a:cubicBezTo>
                      <a:pt x="95" y="73"/>
                      <a:pt x="95" y="73"/>
                      <a:pt x="95" y="73"/>
                    </a:cubicBezTo>
                    <a:cubicBezTo>
                      <a:pt x="95" y="74"/>
                      <a:pt x="95" y="74"/>
                      <a:pt x="95" y="74"/>
                    </a:cubicBezTo>
                    <a:cubicBezTo>
                      <a:pt x="95" y="74"/>
                      <a:pt x="95" y="74"/>
                      <a:pt x="94" y="74"/>
                    </a:cubicBezTo>
                    <a:cubicBezTo>
                      <a:pt x="94" y="74"/>
                      <a:pt x="94" y="74"/>
                      <a:pt x="94" y="75"/>
                    </a:cubicBezTo>
                    <a:cubicBezTo>
                      <a:pt x="94" y="75"/>
                      <a:pt x="94" y="75"/>
                      <a:pt x="94" y="75"/>
                    </a:cubicBezTo>
                    <a:cubicBezTo>
                      <a:pt x="94" y="75"/>
                      <a:pt x="94" y="75"/>
                      <a:pt x="94" y="75"/>
                    </a:cubicBezTo>
                    <a:cubicBezTo>
                      <a:pt x="94" y="75"/>
                      <a:pt x="94" y="75"/>
                      <a:pt x="94" y="75"/>
                    </a:cubicBezTo>
                    <a:cubicBezTo>
                      <a:pt x="94" y="75"/>
                      <a:pt x="94" y="75"/>
                      <a:pt x="94" y="75"/>
                    </a:cubicBezTo>
                    <a:cubicBezTo>
                      <a:pt x="94" y="80"/>
                      <a:pt x="94" y="80"/>
                      <a:pt x="94" y="80"/>
                    </a:cubicBezTo>
                    <a:cubicBezTo>
                      <a:pt x="94" y="80"/>
                      <a:pt x="94" y="80"/>
                      <a:pt x="94" y="80"/>
                    </a:cubicBezTo>
                    <a:cubicBezTo>
                      <a:pt x="94" y="80"/>
                      <a:pt x="94" y="80"/>
                      <a:pt x="94" y="80"/>
                    </a:cubicBezTo>
                    <a:cubicBezTo>
                      <a:pt x="94" y="80"/>
                      <a:pt x="94" y="80"/>
                      <a:pt x="94" y="80"/>
                    </a:cubicBezTo>
                    <a:cubicBezTo>
                      <a:pt x="94" y="80"/>
                      <a:pt x="94" y="80"/>
                      <a:pt x="94" y="80"/>
                    </a:cubicBezTo>
                    <a:cubicBezTo>
                      <a:pt x="94" y="80"/>
                      <a:pt x="94" y="80"/>
                      <a:pt x="94" y="80"/>
                    </a:cubicBezTo>
                    <a:cubicBezTo>
                      <a:pt x="94" y="80"/>
                      <a:pt x="94" y="80"/>
                      <a:pt x="94" y="80"/>
                    </a:cubicBezTo>
                    <a:cubicBezTo>
                      <a:pt x="94" y="81"/>
                      <a:pt x="94" y="81"/>
                      <a:pt x="95" y="81"/>
                    </a:cubicBezTo>
                    <a:cubicBezTo>
                      <a:pt x="95" y="81"/>
                      <a:pt x="95" y="81"/>
                      <a:pt x="95" y="81"/>
                    </a:cubicBezTo>
                    <a:cubicBezTo>
                      <a:pt x="95" y="81"/>
                      <a:pt x="95" y="81"/>
                      <a:pt x="95" y="81"/>
                    </a:cubicBezTo>
                    <a:cubicBezTo>
                      <a:pt x="95" y="81"/>
                      <a:pt x="95" y="81"/>
                      <a:pt x="95" y="81"/>
                    </a:cubicBezTo>
                    <a:cubicBezTo>
                      <a:pt x="95" y="81"/>
                      <a:pt x="95" y="81"/>
                      <a:pt x="95" y="81"/>
                    </a:cubicBezTo>
                    <a:cubicBezTo>
                      <a:pt x="95" y="81"/>
                      <a:pt x="95" y="81"/>
                      <a:pt x="95" y="81"/>
                    </a:cubicBezTo>
                    <a:cubicBezTo>
                      <a:pt x="95" y="81"/>
                      <a:pt x="95" y="81"/>
                      <a:pt x="95" y="81"/>
                    </a:cubicBezTo>
                    <a:cubicBezTo>
                      <a:pt x="95" y="82"/>
                      <a:pt x="95" y="82"/>
                      <a:pt x="95" y="82"/>
                    </a:cubicBezTo>
                    <a:cubicBezTo>
                      <a:pt x="95" y="82"/>
                      <a:pt x="95" y="82"/>
                      <a:pt x="95" y="82"/>
                    </a:cubicBezTo>
                    <a:cubicBezTo>
                      <a:pt x="94" y="82"/>
                      <a:pt x="94" y="82"/>
                      <a:pt x="94" y="82"/>
                    </a:cubicBezTo>
                    <a:cubicBezTo>
                      <a:pt x="94" y="87"/>
                      <a:pt x="94" y="87"/>
                      <a:pt x="94" y="87"/>
                    </a:cubicBezTo>
                    <a:cubicBezTo>
                      <a:pt x="94" y="87"/>
                      <a:pt x="94" y="87"/>
                      <a:pt x="94" y="87"/>
                    </a:cubicBezTo>
                    <a:cubicBezTo>
                      <a:pt x="94" y="87"/>
                      <a:pt x="95" y="87"/>
                      <a:pt x="95" y="87"/>
                    </a:cubicBezTo>
                    <a:cubicBezTo>
                      <a:pt x="95" y="87"/>
                      <a:pt x="95" y="88"/>
                      <a:pt x="95" y="88"/>
                    </a:cubicBezTo>
                    <a:cubicBezTo>
                      <a:pt x="95" y="88"/>
                      <a:pt x="95" y="89"/>
                      <a:pt x="95" y="89"/>
                    </a:cubicBezTo>
                    <a:cubicBezTo>
                      <a:pt x="95" y="89"/>
                      <a:pt x="95" y="89"/>
                      <a:pt x="95" y="89"/>
                    </a:cubicBezTo>
                    <a:cubicBezTo>
                      <a:pt x="94" y="90"/>
                      <a:pt x="94" y="90"/>
                      <a:pt x="94" y="90"/>
                    </a:cubicBezTo>
                    <a:cubicBezTo>
                      <a:pt x="94" y="90"/>
                      <a:pt x="94" y="90"/>
                      <a:pt x="94" y="90"/>
                    </a:cubicBezTo>
                    <a:cubicBezTo>
                      <a:pt x="94" y="90"/>
                      <a:pt x="93" y="90"/>
                      <a:pt x="93" y="90"/>
                    </a:cubicBezTo>
                    <a:cubicBezTo>
                      <a:pt x="93" y="90"/>
                      <a:pt x="93" y="91"/>
                      <a:pt x="93" y="91"/>
                    </a:cubicBezTo>
                    <a:cubicBezTo>
                      <a:pt x="93" y="91"/>
                      <a:pt x="93" y="91"/>
                      <a:pt x="93" y="91"/>
                    </a:cubicBezTo>
                    <a:cubicBezTo>
                      <a:pt x="93" y="91"/>
                      <a:pt x="93" y="92"/>
                      <a:pt x="93" y="92"/>
                    </a:cubicBezTo>
                    <a:cubicBezTo>
                      <a:pt x="94" y="92"/>
                      <a:pt x="94" y="92"/>
                      <a:pt x="94" y="92"/>
                    </a:cubicBezTo>
                    <a:cubicBezTo>
                      <a:pt x="94" y="92"/>
                      <a:pt x="94" y="92"/>
                      <a:pt x="94" y="92"/>
                    </a:cubicBezTo>
                    <a:cubicBezTo>
                      <a:pt x="94" y="92"/>
                      <a:pt x="94" y="92"/>
                      <a:pt x="95" y="92"/>
                    </a:cubicBezTo>
                    <a:cubicBezTo>
                      <a:pt x="95" y="92"/>
                      <a:pt x="95" y="92"/>
                      <a:pt x="96" y="92"/>
                    </a:cubicBezTo>
                    <a:cubicBezTo>
                      <a:pt x="96" y="92"/>
                      <a:pt x="96" y="92"/>
                      <a:pt x="96" y="92"/>
                    </a:cubicBezTo>
                    <a:cubicBezTo>
                      <a:pt x="97" y="92"/>
                      <a:pt x="98" y="92"/>
                      <a:pt x="98" y="91"/>
                    </a:cubicBezTo>
                    <a:cubicBezTo>
                      <a:pt x="99" y="91"/>
                      <a:pt x="99" y="91"/>
                      <a:pt x="99" y="91"/>
                    </a:cubicBezTo>
                    <a:cubicBezTo>
                      <a:pt x="99" y="91"/>
                      <a:pt x="99" y="91"/>
                      <a:pt x="99" y="91"/>
                    </a:cubicBezTo>
                    <a:cubicBezTo>
                      <a:pt x="99" y="91"/>
                      <a:pt x="99" y="91"/>
                      <a:pt x="99" y="91"/>
                    </a:cubicBezTo>
                    <a:cubicBezTo>
                      <a:pt x="99" y="91"/>
                      <a:pt x="99" y="91"/>
                      <a:pt x="99" y="91"/>
                    </a:cubicBezTo>
                    <a:cubicBezTo>
                      <a:pt x="99" y="91"/>
                      <a:pt x="100" y="91"/>
                      <a:pt x="100" y="91"/>
                    </a:cubicBezTo>
                    <a:cubicBezTo>
                      <a:pt x="100" y="90"/>
                      <a:pt x="100" y="90"/>
                      <a:pt x="100" y="90"/>
                    </a:cubicBezTo>
                    <a:cubicBezTo>
                      <a:pt x="100" y="90"/>
                      <a:pt x="100" y="90"/>
                      <a:pt x="100" y="90"/>
                    </a:cubicBezTo>
                    <a:cubicBezTo>
                      <a:pt x="100" y="90"/>
                      <a:pt x="100" y="90"/>
                      <a:pt x="100" y="90"/>
                    </a:cubicBezTo>
                    <a:cubicBezTo>
                      <a:pt x="100" y="89"/>
                      <a:pt x="101" y="88"/>
                      <a:pt x="101" y="88"/>
                    </a:cubicBezTo>
                    <a:cubicBezTo>
                      <a:pt x="102" y="88"/>
                      <a:pt x="102" y="88"/>
                      <a:pt x="102" y="88"/>
                    </a:cubicBezTo>
                    <a:cubicBezTo>
                      <a:pt x="102" y="88"/>
                      <a:pt x="103" y="88"/>
                      <a:pt x="103" y="88"/>
                    </a:cubicBezTo>
                    <a:cubicBezTo>
                      <a:pt x="103" y="88"/>
                      <a:pt x="103" y="88"/>
                      <a:pt x="103" y="88"/>
                    </a:cubicBezTo>
                    <a:cubicBezTo>
                      <a:pt x="103" y="88"/>
                      <a:pt x="103" y="88"/>
                      <a:pt x="104" y="88"/>
                    </a:cubicBezTo>
                    <a:cubicBezTo>
                      <a:pt x="104" y="88"/>
                      <a:pt x="104" y="88"/>
                      <a:pt x="104" y="88"/>
                    </a:cubicBezTo>
                    <a:cubicBezTo>
                      <a:pt x="105" y="87"/>
                      <a:pt x="105" y="87"/>
                      <a:pt x="105" y="87"/>
                    </a:cubicBezTo>
                    <a:cubicBezTo>
                      <a:pt x="105" y="87"/>
                      <a:pt x="105" y="86"/>
                      <a:pt x="105" y="86"/>
                    </a:cubicBezTo>
                    <a:cubicBezTo>
                      <a:pt x="105" y="86"/>
                      <a:pt x="105" y="86"/>
                      <a:pt x="105" y="86"/>
                    </a:cubicBezTo>
                    <a:cubicBezTo>
                      <a:pt x="105" y="85"/>
                      <a:pt x="105" y="85"/>
                      <a:pt x="105" y="85"/>
                    </a:cubicBezTo>
                    <a:cubicBezTo>
                      <a:pt x="105" y="85"/>
                      <a:pt x="104" y="85"/>
                      <a:pt x="104" y="85"/>
                    </a:cubicBezTo>
                    <a:cubicBezTo>
                      <a:pt x="104" y="85"/>
                      <a:pt x="104" y="85"/>
                      <a:pt x="104" y="85"/>
                    </a:cubicBezTo>
                    <a:cubicBezTo>
                      <a:pt x="104" y="84"/>
                      <a:pt x="104" y="84"/>
                      <a:pt x="104" y="84"/>
                    </a:cubicBezTo>
                    <a:cubicBezTo>
                      <a:pt x="104" y="84"/>
                      <a:pt x="104" y="84"/>
                      <a:pt x="104" y="84"/>
                    </a:cubicBezTo>
                    <a:cubicBezTo>
                      <a:pt x="105" y="84"/>
                      <a:pt x="105" y="84"/>
                      <a:pt x="105" y="84"/>
                    </a:cubicBezTo>
                    <a:cubicBezTo>
                      <a:pt x="105" y="84"/>
                      <a:pt x="105" y="84"/>
                      <a:pt x="105" y="83"/>
                    </a:cubicBezTo>
                    <a:cubicBezTo>
                      <a:pt x="105" y="83"/>
                      <a:pt x="105" y="83"/>
                      <a:pt x="105" y="83"/>
                    </a:cubicBezTo>
                    <a:cubicBezTo>
                      <a:pt x="105" y="83"/>
                      <a:pt x="105" y="83"/>
                      <a:pt x="105" y="83"/>
                    </a:cubicBezTo>
                    <a:cubicBezTo>
                      <a:pt x="105" y="83"/>
                      <a:pt x="105" y="83"/>
                      <a:pt x="105" y="83"/>
                    </a:cubicBezTo>
                    <a:cubicBezTo>
                      <a:pt x="105" y="84"/>
                      <a:pt x="105" y="84"/>
                      <a:pt x="105" y="84"/>
                    </a:cubicBezTo>
                    <a:cubicBezTo>
                      <a:pt x="105" y="83"/>
                      <a:pt x="105" y="83"/>
                      <a:pt x="105" y="83"/>
                    </a:cubicBezTo>
                    <a:cubicBezTo>
                      <a:pt x="105" y="83"/>
                      <a:pt x="105" y="83"/>
                      <a:pt x="105" y="83"/>
                    </a:cubicBezTo>
                    <a:cubicBezTo>
                      <a:pt x="105" y="83"/>
                      <a:pt x="105" y="83"/>
                      <a:pt x="105" y="83"/>
                    </a:cubicBezTo>
                    <a:cubicBezTo>
                      <a:pt x="105" y="83"/>
                      <a:pt x="105" y="83"/>
                      <a:pt x="105" y="83"/>
                    </a:cubicBezTo>
                    <a:cubicBezTo>
                      <a:pt x="106" y="83"/>
                      <a:pt x="106" y="83"/>
                      <a:pt x="106" y="83"/>
                    </a:cubicBezTo>
                    <a:cubicBezTo>
                      <a:pt x="106" y="83"/>
                      <a:pt x="107" y="82"/>
                      <a:pt x="107" y="82"/>
                    </a:cubicBezTo>
                    <a:cubicBezTo>
                      <a:pt x="107" y="81"/>
                      <a:pt x="107" y="81"/>
                      <a:pt x="107" y="80"/>
                    </a:cubicBezTo>
                    <a:cubicBezTo>
                      <a:pt x="107" y="80"/>
                      <a:pt x="107" y="80"/>
                      <a:pt x="107" y="80"/>
                    </a:cubicBezTo>
                    <a:cubicBezTo>
                      <a:pt x="107" y="80"/>
                      <a:pt x="107" y="79"/>
                      <a:pt x="107" y="79"/>
                    </a:cubicBezTo>
                    <a:cubicBezTo>
                      <a:pt x="107" y="79"/>
                      <a:pt x="107" y="79"/>
                      <a:pt x="107" y="79"/>
                    </a:cubicBezTo>
                    <a:cubicBezTo>
                      <a:pt x="107" y="79"/>
                      <a:pt x="107" y="79"/>
                      <a:pt x="107" y="79"/>
                    </a:cubicBezTo>
                    <a:cubicBezTo>
                      <a:pt x="107" y="79"/>
                      <a:pt x="107" y="79"/>
                      <a:pt x="107" y="79"/>
                    </a:cubicBezTo>
                    <a:cubicBezTo>
                      <a:pt x="107" y="79"/>
                      <a:pt x="107" y="78"/>
                      <a:pt x="107" y="78"/>
                    </a:cubicBezTo>
                    <a:cubicBezTo>
                      <a:pt x="107" y="78"/>
                      <a:pt x="108" y="78"/>
                      <a:pt x="108" y="78"/>
                    </a:cubicBezTo>
                    <a:cubicBezTo>
                      <a:pt x="108" y="78"/>
                      <a:pt x="108" y="78"/>
                      <a:pt x="108" y="78"/>
                    </a:cubicBezTo>
                    <a:cubicBezTo>
                      <a:pt x="108" y="78"/>
                      <a:pt x="108" y="78"/>
                      <a:pt x="108" y="78"/>
                    </a:cubicBezTo>
                    <a:cubicBezTo>
                      <a:pt x="109" y="77"/>
                      <a:pt x="109" y="77"/>
                      <a:pt x="109" y="77"/>
                    </a:cubicBezTo>
                    <a:cubicBezTo>
                      <a:pt x="109" y="77"/>
                      <a:pt x="109" y="76"/>
                      <a:pt x="109" y="76"/>
                    </a:cubicBezTo>
                    <a:cubicBezTo>
                      <a:pt x="109" y="76"/>
                      <a:pt x="109" y="76"/>
                      <a:pt x="109" y="76"/>
                    </a:cubicBezTo>
                    <a:cubicBezTo>
                      <a:pt x="109" y="76"/>
                      <a:pt x="109" y="75"/>
                      <a:pt x="109" y="75"/>
                    </a:cubicBezTo>
                    <a:cubicBezTo>
                      <a:pt x="110" y="75"/>
                      <a:pt x="110" y="74"/>
                      <a:pt x="111" y="74"/>
                    </a:cubicBezTo>
                    <a:cubicBezTo>
                      <a:pt x="111" y="74"/>
                      <a:pt x="111" y="74"/>
                      <a:pt x="111" y="74"/>
                    </a:cubicBezTo>
                    <a:cubicBezTo>
                      <a:pt x="111" y="74"/>
                      <a:pt x="111" y="73"/>
                      <a:pt x="111" y="73"/>
                    </a:cubicBezTo>
                    <a:cubicBezTo>
                      <a:pt x="111" y="73"/>
                      <a:pt x="111" y="72"/>
                      <a:pt x="111" y="72"/>
                    </a:cubicBezTo>
                    <a:cubicBezTo>
                      <a:pt x="111" y="72"/>
                      <a:pt x="111" y="72"/>
                      <a:pt x="111" y="72"/>
                    </a:cubicBezTo>
                    <a:cubicBezTo>
                      <a:pt x="111" y="71"/>
                      <a:pt x="111" y="71"/>
                      <a:pt x="111" y="70"/>
                    </a:cubicBezTo>
                    <a:cubicBezTo>
                      <a:pt x="111" y="70"/>
                      <a:pt x="111" y="70"/>
                      <a:pt x="112" y="69"/>
                    </a:cubicBezTo>
                    <a:cubicBezTo>
                      <a:pt x="112" y="69"/>
                      <a:pt x="112" y="69"/>
                      <a:pt x="112" y="69"/>
                    </a:cubicBezTo>
                    <a:cubicBezTo>
                      <a:pt x="112" y="69"/>
                      <a:pt x="112" y="69"/>
                      <a:pt x="112" y="69"/>
                    </a:cubicBezTo>
                    <a:cubicBezTo>
                      <a:pt x="112" y="68"/>
                      <a:pt x="112" y="68"/>
                      <a:pt x="112" y="68"/>
                    </a:cubicBezTo>
                    <a:cubicBezTo>
                      <a:pt x="112" y="68"/>
                      <a:pt x="112" y="68"/>
                      <a:pt x="112" y="68"/>
                    </a:cubicBezTo>
                    <a:cubicBezTo>
                      <a:pt x="112" y="68"/>
                      <a:pt x="112" y="68"/>
                      <a:pt x="112" y="68"/>
                    </a:cubicBezTo>
                    <a:cubicBezTo>
                      <a:pt x="112" y="68"/>
                      <a:pt x="112" y="68"/>
                      <a:pt x="112" y="68"/>
                    </a:cubicBezTo>
                    <a:cubicBezTo>
                      <a:pt x="112" y="69"/>
                      <a:pt x="112" y="69"/>
                      <a:pt x="112" y="69"/>
                    </a:cubicBezTo>
                    <a:cubicBezTo>
                      <a:pt x="112" y="68"/>
                      <a:pt x="112" y="68"/>
                      <a:pt x="112" y="68"/>
                    </a:cubicBezTo>
                    <a:cubicBezTo>
                      <a:pt x="112" y="67"/>
                      <a:pt x="112" y="66"/>
                      <a:pt x="112" y="65"/>
                    </a:cubicBezTo>
                    <a:cubicBezTo>
                      <a:pt x="112" y="65"/>
                      <a:pt x="112" y="64"/>
                      <a:pt x="112" y="64"/>
                    </a:cubicBezTo>
                    <a:cubicBezTo>
                      <a:pt x="112" y="63"/>
                      <a:pt x="112" y="62"/>
                      <a:pt x="113" y="62"/>
                    </a:cubicBezTo>
                    <a:cubicBezTo>
                      <a:pt x="113" y="61"/>
                      <a:pt x="113" y="61"/>
                      <a:pt x="113" y="61"/>
                    </a:cubicBezTo>
                    <a:cubicBezTo>
                      <a:pt x="113" y="61"/>
                      <a:pt x="113" y="61"/>
                      <a:pt x="113" y="61"/>
                    </a:cubicBezTo>
                    <a:cubicBezTo>
                      <a:pt x="113" y="61"/>
                      <a:pt x="113" y="61"/>
                      <a:pt x="113" y="61"/>
                    </a:cubicBezTo>
                    <a:cubicBezTo>
                      <a:pt x="113" y="61"/>
                      <a:pt x="113" y="61"/>
                      <a:pt x="113" y="61"/>
                    </a:cubicBezTo>
                    <a:cubicBezTo>
                      <a:pt x="113" y="61"/>
                      <a:pt x="113" y="61"/>
                      <a:pt x="113" y="61"/>
                    </a:cubicBezTo>
                    <a:cubicBezTo>
                      <a:pt x="113" y="61"/>
                      <a:pt x="113" y="61"/>
                      <a:pt x="113" y="61"/>
                    </a:cubicBezTo>
                    <a:cubicBezTo>
                      <a:pt x="113" y="60"/>
                      <a:pt x="113" y="60"/>
                      <a:pt x="113" y="60"/>
                    </a:cubicBezTo>
                    <a:cubicBezTo>
                      <a:pt x="113" y="60"/>
                      <a:pt x="113" y="60"/>
                      <a:pt x="113" y="60"/>
                    </a:cubicBezTo>
                    <a:cubicBezTo>
                      <a:pt x="113" y="60"/>
                      <a:pt x="113" y="60"/>
                      <a:pt x="113" y="60"/>
                    </a:cubicBezTo>
                    <a:cubicBezTo>
                      <a:pt x="113" y="60"/>
                      <a:pt x="113" y="60"/>
                      <a:pt x="114" y="60"/>
                    </a:cubicBezTo>
                    <a:cubicBezTo>
                      <a:pt x="114" y="60"/>
                      <a:pt x="114" y="60"/>
                      <a:pt x="114" y="60"/>
                    </a:cubicBezTo>
                    <a:cubicBezTo>
                      <a:pt x="114" y="58"/>
                      <a:pt x="114" y="58"/>
                      <a:pt x="114" y="58"/>
                    </a:cubicBezTo>
                    <a:cubicBezTo>
                      <a:pt x="114" y="58"/>
                      <a:pt x="114" y="58"/>
                      <a:pt x="114" y="57"/>
                    </a:cubicBezTo>
                    <a:cubicBezTo>
                      <a:pt x="114" y="57"/>
                      <a:pt x="114" y="57"/>
                      <a:pt x="114" y="57"/>
                    </a:cubicBezTo>
                    <a:cubicBezTo>
                      <a:pt x="113" y="57"/>
                      <a:pt x="113" y="57"/>
                      <a:pt x="113" y="57"/>
                    </a:cubicBezTo>
                    <a:cubicBezTo>
                      <a:pt x="113" y="57"/>
                      <a:pt x="113" y="56"/>
                      <a:pt x="113" y="56"/>
                    </a:cubicBezTo>
                    <a:cubicBezTo>
                      <a:pt x="113" y="56"/>
                      <a:pt x="113" y="56"/>
                      <a:pt x="113" y="56"/>
                    </a:cubicBezTo>
                    <a:cubicBezTo>
                      <a:pt x="113" y="56"/>
                      <a:pt x="113" y="55"/>
                      <a:pt x="114" y="55"/>
                    </a:cubicBezTo>
                    <a:cubicBezTo>
                      <a:pt x="114" y="55"/>
                      <a:pt x="114" y="55"/>
                      <a:pt x="114" y="55"/>
                    </a:cubicBezTo>
                    <a:cubicBezTo>
                      <a:pt x="114" y="55"/>
                      <a:pt x="114" y="55"/>
                      <a:pt x="114" y="55"/>
                    </a:cubicBezTo>
                    <a:cubicBezTo>
                      <a:pt x="114" y="54"/>
                      <a:pt x="114" y="54"/>
                      <a:pt x="114" y="54"/>
                    </a:cubicBezTo>
                    <a:cubicBezTo>
                      <a:pt x="114" y="54"/>
                      <a:pt x="114" y="54"/>
                      <a:pt x="114" y="54"/>
                    </a:cubicBezTo>
                    <a:cubicBezTo>
                      <a:pt x="114" y="53"/>
                      <a:pt x="114" y="53"/>
                      <a:pt x="114" y="53"/>
                    </a:cubicBezTo>
                    <a:cubicBezTo>
                      <a:pt x="114" y="53"/>
                      <a:pt x="114" y="53"/>
                      <a:pt x="114" y="53"/>
                    </a:cubicBezTo>
                    <a:cubicBezTo>
                      <a:pt x="114" y="52"/>
                      <a:pt x="114" y="52"/>
                      <a:pt x="114" y="52"/>
                    </a:cubicBezTo>
                    <a:cubicBezTo>
                      <a:pt x="114" y="52"/>
                      <a:pt x="114" y="52"/>
                      <a:pt x="114" y="52"/>
                    </a:cubicBezTo>
                    <a:cubicBezTo>
                      <a:pt x="114" y="50"/>
                      <a:pt x="114" y="50"/>
                      <a:pt x="114" y="50"/>
                    </a:cubicBezTo>
                    <a:cubicBezTo>
                      <a:pt x="114" y="50"/>
                      <a:pt x="114" y="50"/>
                      <a:pt x="114" y="50"/>
                    </a:cubicBezTo>
                    <a:cubicBezTo>
                      <a:pt x="114" y="49"/>
                      <a:pt x="115" y="49"/>
                      <a:pt x="114" y="49"/>
                    </a:cubicBezTo>
                    <a:cubicBezTo>
                      <a:pt x="114" y="48"/>
                      <a:pt x="113" y="48"/>
                      <a:pt x="113" y="48"/>
                    </a:cubicBezTo>
                    <a:cubicBezTo>
                      <a:pt x="113" y="47"/>
                      <a:pt x="113" y="47"/>
                      <a:pt x="113" y="47"/>
                    </a:cubicBezTo>
                    <a:cubicBezTo>
                      <a:pt x="113" y="46"/>
                      <a:pt x="113" y="46"/>
                      <a:pt x="113" y="46"/>
                    </a:cubicBezTo>
                    <a:cubicBezTo>
                      <a:pt x="113" y="46"/>
                      <a:pt x="112" y="46"/>
                      <a:pt x="112" y="46"/>
                    </a:cubicBezTo>
                    <a:cubicBezTo>
                      <a:pt x="112" y="46"/>
                      <a:pt x="112" y="46"/>
                      <a:pt x="112" y="45"/>
                    </a:cubicBezTo>
                    <a:cubicBezTo>
                      <a:pt x="112" y="45"/>
                      <a:pt x="112" y="45"/>
                      <a:pt x="112" y="45"/>
                    </a:cubicBezTo>
                    <a:cubicBezTo>
                      <a:pt x="112" y="45"/>
                      <a:pt x="112" y="45"/>
                      <a:pt x="112" y="45"/>
                    </a:cubicBezTo>
                    <a:cubicBezTo>
                      <a:pt x="112" y="45"/>
                      <a:pt x="112" y="45"/>
                      <a:pt x="112" y="45"/>
                    </a:cubicBezTo>
                    <a:cubicBezTo>
                      <a:pt x="112" y="45"/>
                      <a:pt x="112" y="45"/>
                      <a:pt x="112" y="44"/>
                    </a:cubicBezTo>
                    <a:cubicBezTo>
                      <a:pt x="112" y="44"/>
                      <a:pt x="112" y="44"/>
                      <a:pt x="111" y="44"/>
                    </a:cubicBezTo>
                    <a:cubicBezTo>
                      <a:pt x="111" y="44"/>
                      <a:pt x="111" y="44"/>
                      <a:pt x="111" y="44"/>
                    </a:cubicBezTo>
                    <a:cubicBezTo>
                      <a:pt x="111" y="44"/>
                      <a:pt x="111" y="44"/>
                      <a:pt x="111" y="44"/>
                    </a:cubicBezTo>
                    <a:cubicBezTo>
                      <a:pt x="111" y="44"/>
                      <a:pt x="111" y="43"/>
                      <a:pt x="111" y="43"/>
                    </a:cubicBezTo>
                    <a:cubicBezTo>
                      <a:pt x="111" y="43"/>
                      <a:pt x="111" y="43"/>
                      <a:pt x="111" y="43"/>
                    </a:cubicBezTo>
                    <a:cubicBezTo>
                      <a:pt x="111" y="43"/>
                      <a:pt x="111" y="43"/>
                      <a:pt x="111" y="43"/>
                    </a:cubicBezTo>
                    <a:cubicBezTo>
                      <a:pt x="111" y="43"/>
                      <a:pt x="111" y="42"/>
                      <a:pt x="111" y="42"/>
                    </a:cubicBezTo>
                    <a:cubicBezTo>
                      <a:pt x="111" y="42"/>
                      <a:pt x="110" y="42"/>
                      <a:pt x="110" y="42"/>
                    </a:cubicBezTo>
                    <a:cubicBezTo>
                      <a:pt x="110" y="42"/>
                      <a:pt x="110" y="42"/>
                      <a:pt x="110" y="42"/>
                    </a:cubicBezTo>
                    <a:cubicBezTo>
                      <a:pt x="110" y="41"/>
                      <a:pt x="110" y="41"/>
                      <a:pt x="110" y="41"/>
                    </a:cubicBezTo>
                    <a:cubicBezTo>
                      <a:pt x="109" y="41"/>
                      <a:pt x="109" y="40"/>
                      <a:pt x="109" y="39"/>
                    </a:cubicBezTo>
                    <a:cubicBezTo>
                      <a:pt x="109" y="39"/>
                      <a:pt x="109" y="39"/>
                      <a:pt x="109" y="39"/>
                    </a:cubicBezTo>
                    <a:cubicBezTo>
                      <a:pt x="109" y="39"/>
                      <a:pt x="109" y="39"/>
                      <a:pt x="109" y="39"/>
                    </a:cubicBezTo>
                    <a:cubicBezTo>
                      <a:pt x="109" y="39"/>
                      <a:pt x="109" y="39"/>
                      <a:pt x="109" y="39"/>
                    </a:cubicBezTo>
                    <a:cubicBezTo>
                      <a:pt x="109" y="38"/>
                      <a:pt x="108" y="38"/>
                      <a:pt x="108" y="38"/>
                    </a:cubicBezTo>
                    <a:cubicBezTo>
                      <a:pt x="108" y="38"/>
                      <a:pt x="108" y="38"/>
                      <a:pt x="108" y="38"/>
                    </a:cubicBezTo>
                    <a:cubicBezTo>
                      <a:pt x="108" y="37"/>
                      <a:pt x="108" y="37"/>
                      <a:pt x="108" y="37"/>
                    </a:cubicBezTo>
                    <a:cubicBezTo>
                      <a:pt x="108" y="37"/>
                      <a:pt x="107" y="37"/>
                      <a:pt x="107" y="37"/>
                    </a:cubicBezTo>
                    <a:cubicBezTo>
                      <a:pt x="107" y="37"/>
                      <a:pt x="107" y="37"/>
                      <a:pt x="107" y="37"/>
                    </a:cubicBezTo>
                    <a:cubicBezTo>
                      <a:pt x="107" y="37"/>
                      <a:pt x="107" y="36"/>
                      <a:pt x="107" y="36"/>
                    </a:cubicBezTo>
                    <a:cubicBezTo>
                      <a:pt x="107" y="36"/>
                      <a:pt x="107" y="36"/>
                      <a:pt x="107" y="36"/>
                    </a:cubicBezTo>
                    <a:cubicBezTo>
                      <a:pt x="107" y="36"/>
                      <a:pt x="107" y="36"/>
                      <a:pt x="107" y="36"/>
                    </a:cubicBezTo>
                    <a:cubicBezTo>
                      <a:pt x="107" y="36"/>
                      <a:pt x="107" y="36"/>
                      <a:pt x="107" y="36"/>
                    </a:cubicBezTo>
                    <a:cubicBezTo>
                      <a:pt x="107" y="36"/>
                      <a:pt x="107" y="36"/>
                      <a:pt x="107" y="36"/>
                    </a:cubicBezTo>
                    <a:cubicBezTo>
                      <a:pt x="107" y="36"/>
                      <a:pt x="107" y="36"/>
                      <a:pt x="107" y="36"/>
                    </a:cubicBezTo>
                    <a:cubicBezTo>
                      <a:pt x="107" y="35"/>
                      <a:pt x="107" y="35"/>
                      <a:pt x="107" y="35"/>
                    </a:cubicBezTo>
                    <a:cubicBezTo>
                      <a:pt x="107" y="35"/>
                      <a:pt x="107" y="35"/>
                      <a:pt x="107" y="35"/>
                    </a:cubicBezTo>
                    <a:cubicBezTo>
                      <a:pt x="106" y="35"/>
                      <a:pt x="106" y="35"/>
                      <a:pt x="106" y="35"/>
                    </a:cubicBezTo>
                    <a:cubicBezTo>
                      <a:pt x="106" y="34"/>
                      <a:pt x="105" y="34"/>
                      <a:pt x="105" y="33"/>
                    </a:cubicBezTo>
                    <a:cubicBezTo>
                      <a:pt x="105" y="32"/>
                      <a:pt x="105" y="32"/>
                      <a:pt x="105" y="32"/>
                    </a:cubicBezTo>
                    <a:cubicBezTo>
                      <a:pt x="104" y="32"/>
                      <a:pt x="104" y="31"/>
                      <a:pt x="103" y="31"/>
                    </a:cubicBezTo>
                    <a:cubicBezTo>
                      <a:pt x="104" y="31"/>
                      <a:pt x="104" y="31"/>
                      <a:pt x="104" y="31"/>
                    </a:cubicBezTo>
                    <a:cubicBezTo>
                      <a:pt x="104" y="30"/>
                      <a:pt x="104" y="30"/>
                      <a:pt x="104" y="30"/>
                    </a:cubicBezTo>
                    <a:cubicBezTo>
                      <a:pt x="104" y="31"/>
                      <a:pt x="104" y="31"/>
                      <a:pt x="104" y="31"/>
                    </a:cubicBezTo>
                    <a:cubicBezTo>
                      <a:pt x="105" y="31"/>
                      <a:pt x="105" y="31"/>
                      <a:pt x="105" y="31"/>
                    </a:cubicBezTo>
                    <a:cubicBezTo>
                      <a:pt x="105" y="31"/>
                      <a:pt x="105" y="31"/>
                      <a:pt x="105" y="31"/>
                    </a:cubicBezTo>
                    <a:cubicBezTo>
                      <a:pt x="105" y="31"/>
                      <a:pt x="105" y="31"/>
                      <a:pt x="105" y="31"/>
                    </a:cubicBezTo>
                    <a:cubicBezTo>
                      <a:pt x="105" y="31"/>
                      <a:pt x="105" y="31"/>
                      <a:pt x="105" y="31"/>
                    </a:cubicBezTo>
                    <a:cubicBezTo>
                      <a:pt x="105" y="32"/>
                      <a:pt x="105" y="32"/>
                      <a:pt x="105" y="32"/>
                    </a:cubicBezTo>
                    <a:cubicBezTo>
                      <a:pt x="105" y="32"/>
                      <a:pt x="105" y="32"/>
                      <a:pt x="105" y="32"/>
                    </a:cubicBezTo>
                    <a:cubicBezTo>
                      <a:pt x="105" y="32"/>
                      <a:pt x="105" y="32"/>
                      <a:pt x="105" y="32"/>
                    </a:cubicBezTo>
                    <a:cubicBezTo>
                      <a:pt x="105" y="32"/>
                      <a:pt x="105" y="32"/>
                      <a:pt x="105" y="32"/>
                    </a:cubicBezTo>
                    <a:cubicBezTo>
                      <a:pt x="105" y="33"/>
                      <a:pt x="105" y="33"/>
                      <a:pt x="105" y="33"/>
                    </a:cubicBezTo>
                    <a:cubicBezTo>
                      <a:pt x="106" y="33"/>
                      <a:pt x="106" y="33"/>
                      <a:pt x="106" y="33"/>
                    </a:cubicBezTo>
                    <a:cubicBezTo>
                      <a:pt x="106" y="33"/>
                      <a:pt x="106" y="33"/>
                      <a:pt x="106" y="33"/>
                    </a:cubicBezTo>
                    <a:cubicBezTo>
                      <a:pt x="106" y="33"/>
                      <a:pt x="106" y="33"/>
                      <a:pt x="106" y="33"/>
                    </a:cubicBezTo>
                    <a:cubicBezTo>
                      <a:pt x="106" y="33"/>
                      <a:pt x="106" y="33"/>
                      <a:pt x="106" y="33"/>
                    </a:cubicBezTo>
                    <a:cubicBezTo>
                      <a:pt x="106" y="34"/>
                      <a:pt x="106" y="34"/>
                      <a:pt x="106" y="34"/>
                    </a:cubicBezTo>
                    <a:cubicBezTo>
                      <a:pt x="106" y="34"/>
                      <a:pt x="107" y="34"/>
                      <a:pt x="107" y="34"/>
                    </a:cubicBezTo>
                    <a:cubicBezTo>
                      <a:pt x="107" y="34"/>
                      <a:pt x="107" y="34"/>
                      <a:pt x="107" y="34"/>
                    </a:cubicBezTo>
                    <a:cubicBezTo>
                      <a:pt x="107" y="34"/>
                      <a:pt x="107" y="35"/>
                      <a:pt x="107" y="35"/>
                    </a:cubicBezTo>
                    <a:cubicBezTo>
                      <a:pt x="108" y="35"/>
                      <a:pt x="108" y="35"/>
                      <a:pt x="108" y="35"/>
                    </a:cubicBezTo>
                    <a:cubicBezTo>
                      <a:pt x="108" y="36"/>
                      <a:pt x="108" y="36"/>
                      <a:pt x="108" y="36"/>
                    </a:cubicBezTo>
                    <a:cubicBezTo>
                      <a:pt x="108" y="36"/>
                      <a:pt x="108" y="36"/>
                      <a:pt x="108" y="36"/>
                    </a:cubicBezTo>
                    <a:cubicBezTo>
                      <a:pt x="108" y="36"/>
                      <a:pt x="108" y="36"/>
                      <a:pt x="108" y="36"/>
                    </a:cubicBezTo>
                    <a:cubicBezTo>
                      <a:pt x="108" y="36"/>
                      <a:pt x="108" y="37"/>
                      <a:pt x="108" y="37"/>
                    </a:cubicBezTo>
                    <a:cubicBezTo>
                      <a:pt x="109" y="37"/>
                      <a:pt x="109" y="37"/>
                      <a:pt x="109" y="37"/>
                    </a:cubicBezTo>
                    <a:cubicBezTo>
                      <a:pt x="109" y="37"/>
                      <a:pt x="109" y="37"/>
                      <a:pt x="109" y="37"/>
                    </a:cubicBezTo>
                    <a:cubicBezTo>
                      <a:pt x="109" y="38"/>
                      <a:pt x="109" y="38"/>
                      <a:pt x="109" y="38"/>
                    </a:cubicBezTo>
                    <a:cubicBezTo>
                      <a:pt x="109" y="38"/>
                      <a:pt x="109" y="38"/>
                      <a:pt x="109" y="38"/>
                    </a:cubicBezTo>
                    <a:cubicBezTo>
                      <a:pt x="109" y="38"/>
                      <a:pt x="109" y="38"/>
                      <a:pt x="109" y="38"/>
                    </a:cubicBezTo>
                    <a:cubicBezTo>
                      <a:pt x="109" y="38"/>
                      <a:pt x="109" y="38"/>
                      <a:pt x="109" y="38"/>
                    </a:cubicBezTo>
                    <a:cubicBezTo>
                      <a:pt x="109" y="38"/>
                      <a:pt x="109" y="38"/>
                      <a:pt x="109" y="38"/>
                    </a:cubicBezTo>
                    <a:cubicBezTo>
                      <a:pt x="109" y="38"/>
                      <a:pt x="109" y="38"/>
                      <a:pt x="109" y="38"/>
                    </a:cubicBezTo>
                    <a:cubicBezTo>
                      <a:pt x="109" y="39"/>
                      <a:pt x="109" y="39"/>
                      <a:pt x="109" y="39"/>
                    </a:cubicBezTo>
                    <a:cubicBezTo>
                      <a:pt x="110" y="39"/>
                      <a:pt x="110" y="39"/>
                      <a:pt x="110" y="39"/>
                    </a:cubicBezTo>
                    <a:cubicBezTo>
                      <a:pt x="110" y="39"/>
                      <a:pt x="110" y="40"/>
                      <a:pt x="110" y="40"/>
                    </a:cubicBezTo>
                    <a:cubicBezTo>
                      <a:pt x="110" y="40"/>
                      <a:pt x="110" y="40"/>
                      <a:pt x="110" y="40"/>
                    </a:cubicBezTo>
                    <a:cubicBezTo>
                      <a:pt x="110" y="40"/>
                      <a:pt x="110" y="40"/>
                      <a:pt x="110" y="40"/>
                    </a:cubicBezTo>
                    <a:cubicBezTo>
                      <a:pt x="110" y="40"/>
                      <a:pt x="110" y="41"/>
                      <a:pt x="111" y="41"/>
                    </a:cubicBezTo>
                    <a:cubicBezTo>
                      <a:pt x="111" y="41"/>
                      <a:pt x="111" y="41"/>
                      <a:pt x="111" y="41"/>
                    </a:cubicBezTo>
                    <a:cubicBezTo>
                      <a:pt x="111" y="41"/>
                      <a:pt x="111" y="41"/>
                      <a:pt x="111" y="41"/>
                    </a:cubicBezTo>
                    <a:cubicBezTo>
                      <a:pt x="111" y="42"/>
                      <a:pt x="111" y="42"/>
                      <a:pt x="111" y="42"/>
                    </a:cubicBezTo>
                    <a:cubicBezTo>
                      <a:pt x="111" y="42"/>
                      <a:pt x="111" y="42"/>
                      <a:pt x="111" y="42"/>
                    </a:cubicBezTo>
                    <a:cubicBezTo>
                      <a:pt x="111" y="42"/>
                      <a:pt x="111" y="42"/>
                      <a:pt x="111" y="42"/>
                    </a:cubicBezTo>
                    <a:cubicBezTo>
                      <a:pt x="111" y="42"/>
                      <a:pt x="111" y="43"/>
                      <a:pt x="111" y="43"/>
                    </a:cubicBezTo>
                    <a:cubicBezTo>
                      <a:pt x="112" y="43"/>
                      <a:pt x="112" y="43"/>
                      <a:pt x="112" y="44"/>
                    </a:cubicBezTo>
                    <a:cubicBezTo>
                      <a:pt x="113" y="44"/>
                      <a:pt x="113" y="44"/>
                      <a:pt x="113" y="44"/>
                    </a:cubicBezTo>
                    <a:cubicBezTo>
                      <a:pt x="113" y="43"/>
                      <a:pt x="113" y="43"/>
                      <a:pt x="113" y="43"/>
                    </a:cubicBezTo>
                    <a:cubicBezTo>
                      <a:pt x="113" y="42"/>
                      <a:pt x="112" y="41"/>
                      <a:pt x="112" y="39"/>
                    </a:cubicBezTo>
                    <a:cubicBezTo>
                      <a:pt x="112" y="38"/>
                      <a:pt x="112" y="38"/>
                      <a:pt x="112" y="37"/>
                    </a:cubicBezTo>
                    <a:close/>
                    <a:moveTo>
                      <a:pt x="79" y="5"/>
                    </a:moveTo>
                    <a:cubicBezTo>
                      <a:pt x="79" y="5"/>
                      <a:pt x="78" y="5"/>
                      <a:pt x="78" y="6"/>
                    </a:cubicBezTo>
                    <a:cubicBezTo>
                      <a:pt x="78" y="6"/>
                      <a:pt x="78" y="6"/>
                      <a:pt x="78" y="6"/>
                    </a:cubicBezTo>
                    <a:cubicBezTo>
                      <a:pt x="78" y="6"/>
                      <a:pt x="78" y="6"/>
                      <a:pt x="78" y="6"/>
                    </a:cubicBezTo>
                    <a:cubicBezTo>
                      <a:pt x="78" y="7"/>
                      <a:pt x="78" y="7"/>
                      <a:pt x="78" y="7"/>
                    </a:cubicBezTo>
                    <a:cubicBezTo>
                      <a:pt x="78" y="7"/>
                      <a:pt x="79" y="7"/>
                      <a:pt x="79" y="7"/>
                    </a:cubicBezTo>
                    <a:cubicBezTo>
                      <a:pt x="79" y="8"/>
                      <a:pt x="79" y="8"/>
                      <a:pt x="79" y="8"/>
                    </a:cubicBezTo>
                    <a:cubicBezTo>
                      <a:pt x="79" y="7"/>
                      <a:pt x="79" y="7"/>
                      <a:pt x="79" y="7"/>
                    </a:cubicBezTo>
                    <a:cubicBezTo>
                      <a:pt x="79" y="7"/>
                      <a:pt x="79" y="7"/>
                      <a:pt x="79" y="7"/>
                    </a:cubicBezTo>
                    <a:cubicBezTo>
                      <a:pt x="79" y="7"/>
                      <a:pt x="79" y="8"/>
                      <a:pt x="79" y="8"/>
                    </a:cubicBezTo>
                    <a:cubicBezTo>
                      <a:pt x="79" y="8"/>
                      <a:pt x="79" y="8"/>
                      <a:pt x="79" y="8"/>
                    </a:cubicBezTo>
                    <a:cubicBezTo>
                      <a:pt x="78" y="8"/>
                      <a:pt x="78" y="8"/>
                      <a:pt x="78" y="8"/>
                    </a:cubicBezTo>
                    <a:cubicBezTo>
                      <a:pt x="78" y="8"/>
                      <a:pt x="78" y="8"/>
                      <a:pt x="78" y="8"/>
                    </a:cubicBezTo>
                    <a:cubicBezTo>
                      <a:pt x="78" y="8"/>
                      <a:pt x="78" y="8"/>
                      <a:pt x="78" y="8"/>
                    </a:cubicBezTo>
                    <a:cubicBezTo>
                      <a:pt x="78" y="8"/>
                      <a:pt x="78" y="8"/>
                      <a:pt x="78" y="8"/>
                    </a:cubicBezTo>
                    <a:cubicBezTo>
                      <a:pt x="78" y="10"/>
                      <a:pt x="78" y="10"/>
                      <a:pt x="78" y="10"/>
                    </a:cubicBezTo>
                    <a:cubicBezTo>
                      <a:pt x="79" y="10"/>
                      <a:pt x="79" y="10"/>
                      <a:pt x="79" y="10"/>
                    </a:cubicBezTo>
                    <a:cubicBezTo>
                      <a:pt x="79" y="10"/>
                      <a:pt x="79" y="10"/>
                      <a:pt x="79" y="10"/>
                    </a:cubicBezTo>
                    <a:cubicBezTo>
                      <a:pt x="80" y="10"/>
                      <a:pt x="80" y="10"/>
                      <a:pt x="80" y="10"/>
                    </a:cubicBezTo>
                    <a:cubicBezTo>
                      <a:pt x="80" y="10"/>
                      <a:pt x="80" y="10"/>
                      <a:pt x="80" y="10"/>
                    </a:cubicBezTo>
                    <a:cubicBezTo>
                      <a:pt x="81" y="10"/>
                      <a:pt x="81" y="10"/>
                      <a:pt x="81" y="10"/>
                    </a:cubicBezTo>
                    <a:cubicBezTo>
                      <a:pt x="81" y="10"/>
                      <a:pt x="81" y="10"/>
                      <a:pt x="81" y="10"/>
                    </a:cubicBezTo>
                    <a:cubicBezTo>
                      <a:pt x="81" y="9"/>
                      <a:pt x="81" y="9"/>
                      <a:pt x="81" y="9"/>
                    </a:cubicBezTo>
                    <a:cubicBezTo>
                      <a:pt x="81" y="9"/>
                      <a:pt x="81" y="9"/>
                      <a:pt x="81" y="9"/>
                    </a:cubicBezTo>
                    <a:cubicBezTo>
                      <a:pt x="81" y="9"/>
                      <a:pt x="81" y="8"/>
                      <a:pt x="80" y="8"/>
                    </a:cubicBezTo>
                    <a:cubicBezTo>
                      <a:pt x="80" y="8"/>
                      <a:pt x="80" y="8"/>
                      <a:pt x="80" y="8"/>
                    </a:cubicBezTo>
                    <a:cubicBezTo>
                      <a:pt x="80" y="8"/>
                      <a:pt x="80" y="8"/>
                      <a:pt x="80" y="8"/>
                    </a:cubicBezTo>
                    <a:cubicBezTo>
                      <a:pt x="80" y="8"/>
                      <a:pt x="80" y="8"/>
                      <a:pt x="80" y="8"/>
                    </a:cubicBezTo>
                    <a:cubicBezTo>
                      <a:pt x="80" y="8"/>
                      <a:pt x="80" y="8"/>
                      <a:pt x="80" y="8"/>
                    </a:cubicBezTo>
                    <a:cubicBezTo>
                      <a:pt x="80" y="8"/>
                      <a:pt x="80" y="8"/>
                      <a:pt x="80" y="8"/>
                    </a:cubicBezTo>
                    <a:cubicBezTo>
                      <a:pt x="80" y="8"/>
                      <a:pt x="80" y="8"/>
                      <a:pt x="81" y="7"/>
                    </a:cubicBezTo>
                    <a:cubicBezTo>
                      <a:pt x="81" y="7"/>
                      <a:pt x="81" y="7"/>
                      <a:pt x="81" y="6"/>
                    </a:cubicBezTo>
                    <a:cubicBezTo>
                      <a:pt x="81" y="6"/>
                      <a:pt x="81" y="6"/>
                      <a:pt x="81" y="6"/>
                    </a:cubicBezTo>
                    <a:cubicBezTo>
                      <a:pt x="81" y="6"/>
                      <a:pt x="81" y="6"/>
                      <a:pt x="81" y="6"/>
                    </a:cubicBezTo>
                    <a:cubicBezTo>
                      <a:pt x="81" y="6"/>
                      <a:pt x="81" y="6"/>
                      <a:pt x="81" y="6"/>
                    </a:cubicBezTo>
                    <a:cubicBezTo>
                      <a:pt x="80" y="6"/>
                      <a:pt x="80" y="6"/>
                      <a:pt x="80" y="6"/>
                    </a:cubicBezTo>
                    <a:cubicBezTo>
                      <a:pt x="80" y="6"/>
                      <a:pt x="80" y="6"/>
                      <a:pt x="80" y="6"/>
                    </a:cubicBezTo>
                    <a:cubicBezTo>
                      <a:pt x="80" y="5"/>
                      <a:pt x="80" y="5"/>
                      <a:pt x="80" y="5"/>
                    </a:cubicBezTo>
                    <a:cubicBezTo>
                      <a:pt x="80" y="5"/>
                      <a:pt x="80" y="5"/>
                      <a:pt x="80" y="5"/>
                    </a:cubicBezTo>
                    <a:cubicBezTo>
                      <a:pt x="80" y="5"/>
                      <a:pt x="80" y="5"/>
                      <a:pt x="80" y="5"/>
                    </a:cubicBezTo>
                    <a:cubicBezTo>
                      <a:pt x="79" y="5"/>
                      <a:pt x="79" y="5"/>
                      <a:pt x="79" y="5"/>
                    </a:cubicBezTo>
                    <a:cubicBezTo>
                      <a:pt x="79" y="5"/>
                      <a:pt x="79" y="5"/>
                      <a:pt x="79" y="5"/>
                    </a:cubicBezTo>
                    <a:close/>
                    <a:moveTo>
                      <a:pt x="75" y="5"/>
                    </a:moveTo>
                    <a:cubicBezTo>
                      <a:pt x="75" y="5"/>
                      <a:pt x="75" y="5"/>
                      <a:pt x="75" y="5"/>
                    </a:cubicBezTo>
                    <a:cubicBezTo>
                      <a:pt x="75" y="5"/>
                      <a:pt x="75" y="5"/>
                      <a:pt x="75" y="5"/>
                    </a:cubicBezTo>
                    <a:cubicBezTo>
                      <a:pt x="75" y="5"/>
                      <a:pt x="75" y="5"/>
                      <a:pt x="75" y="5"/>
                    </a:cubicBezTo>
                    <a:cubicBezTo>
                      <a:pt x="75" y="5"/>
                      <a:pt x="75" y="5"/>
                      <a:pt x="74" y="5"/>
                    </a:cubicBezTo>
                    <a:cubicBezTo>
                      <a:pt x="74" y="5"/>
                      <a:pt x="74" y="5"/>
                      <a:pt x="74" y="5"/>
                    </a:cubicBezTo>
                    <a:cubicBezTo>
                      <a:pt x="74" y="5"/>
                      <a:pt x="74" y="5"/>
                      <a:pt x="74" y="5"/>
                    </a:cubicBezTo>
                    <a:cubicBezTo>
                      <a:pt x="74" y="6"/>
                      <a:pt x="74" y="6"/>
                      <a:pt x="74" y="6"/>
                    </a:cubicBezTo>
                    <a:cubicBezTo>
                      <a:pt x="74" y="6"/>
                      <a:pt x="74" y="6"/>
                      <a:pt x="74" y="6"/>
                    </a:cubicBezTo>
                    <a:cubicBezTo>
                      <a:pt x="74" y="6"/>
                      <a:pt x="74" y="6"/>
                      <a:pt x="74" y="6"/>
                    </a:cubicBezTo>
                    <a:cubicBezTo>
                      <a:pt x="74" y="6"/>
                      <a:pt x="74" y="6"/>
                      <a:pt x="74" y="6"/>
                    </a:cubicBezTo>
                    <a:cubicBezTo>
                      <a:pt x="73" y="6"/>
                      <a:pt x="73" y="6"/>
                      <a:pt x="73" y="6"/>
                    </a:cubicBezTo>
                    <a:cubicBezTo>
                      <a:pt x="73" y="6"/>
                      <a:pt x="73" y="6"/>
                      <a:pt x="73" y="6"/>
                    </a:cubicBezTo>
                    <a:cubicBezTo>
                      <a:pt x="73" y="6"/>
                      <a:pt x="73" y="6"/>
                      <a:pt x="73" y="6"/>
                    </a:cubicBezTo>
                    <a:cubicBezTo>
                      <a:pt x="73" y="6"/>
                      <a:pt x="73" y="6"/>
                      <a:pt x="73" y="6"/>
                    </a:cubicBezTo>
                    <a:cubicBezTo>
                      <a:pt x="73" y="7"/>
                      <a:pt x="73" y="7"/>
                      <a:pt x="73" y="7"/>
                    </a:cubicBezTo>
                    <a:cubicBezTo>
                      <a:pt x="73" y="7"/>
                      <a:pt x="73" y="7"/>
                      <a:pt x="73" y="7"/>
                    </a:cubicBezTo>
                    <a:cubicBezTo>
                      <a:pt x="73" y="8"/>
                      <a:pt x="73" y="8"/>
                      <a:pt x="73" y="8"/>
                    </a:cubicBezTo>
                    <a:cubicBezTo>
                      <a:pt x="73" y="8"/>
                      <a:pt x="73" y="8"/>
                      <a:pt x="73" y="8"/>
                    </a:cubicBezTo>
                    <a:cubicBezTo>
                      <a:pt x="73" y="8"/>
                      <a:pt x="73" y="8"/>
                      <a:pt x="73" y="8"/>
                    </a:cubicBezTo>
                    <a:cubicBezTo>
                      <a:pt x="73" y="8"/>
                      <a:pt x="73" y="8"/>
                      <a:pt x="73" y="8"/>
                    </a:cubicBezTo>
                    <a:cubicBezTo>
                      <a:pt x="74" y="8"/>
                      <a:pt x="74" y="8"/>
                      <a:pt x="74" y="8"/>
                    </a:cubicBezTo>
                    <a:cubicBezTo>
                      <a:pt x="74" y="8"/>
                      <a:pt x="74" y="8"/>
                      <a:pt x="74" y="8"/>
                    </a:cubicBezTo>
                    <a:cubicBezTo>
                      <a:pt x="74" y="8"/>
                      <a:pt x="74" y="8"/>
                      <a:pt x="74" y="8"/>
                    </a:cubicBezTo>
                    <a:cubicBezTo>
                      <a:pt x="74" y="8"/>
                      <a:pt x="74" y="8"/>
                      <a:pt x="74" y="8"/>
                    </a:cubicBezTo>
                    <a:cubicBezTo>
                      <a:pt x="74" y="8"/>
                      <a:pt x="74" y="9"/>
                      <a:pt x="74" y="9"/>
                    </a:cubicBezTo>
                    <a:cubicBezTo>
                      <a:pt x="74" y="9"/>
                      <a:pt x="75" y="9"/>
                      <a:pt x="75" y="9"/>
                    </a:cubicBezTo>
                    <a:cubicBezTo>
                      <a:pt x="75" y="9"/>
                      <a:pt x="75" y="9"/>
                      <a:pt x="75" y="9"/>
                    </a:cubicBezTo>
                    <a:cubicBezTo>
                      <a:pt x="75" y="9"/>
                      <a:pt x="75" y="9"/>
                      <a:pt x="75" y="9"/>
                    </a:cubicBezTo>
                    <a:cubicBezTo>
                      <a:pt x="76" y="9"/>
                      <a:pt x="76" y="9"/>
                      <a:pt x="76" y="9"/>
                    </a:cubicBezTo>
                    <a:cubicBezTo>
                      <a:pt x="76" y="9"/>
                      <a:pt x="76" y="9"/>
                      <a:pt x="76" y="9"/>
                    </a:cubicBezTo>
                    <a:cubicBezTo>
                      <a:pt x="77" y="9"/>
                      <a:pt x="77" y="9"/>
                      <a:pt x="77" y="9"/>
                    </a:cubicBezTo>
                    <a:cubicBezTo>
                      <a:pt x="77" y="9"/>
                      <a:pt x="77" y="9"/>
                      <a:pt x="77" y="9"/>
                    </a:cubicBezTo>
                    <a:cubicBezTo>
                      <a:pt x="77" y="9"/>
                      <a:pt x="77" y="9"/>
                      <a:pt x="77" y="8"/>
                    </a:cubicBezTo>
                    <a:cubicBezTo>
                      <a:pt x="78" y="8"/>
                      <a:pt x="78" y="8"/>
                      <a:pt x="78" y="7"/>
                    </a:cubicBezTo>
                    <a:cubicBezTo>
                      <a:pt x="78" y="7"/>
                      <a:pt x="78" y="7"/>
                      <a:pt x="77" y="7"/>
                    </a:cubicBezTo>
                    <a:cubicBezTo>
                      <a:pt x="77" y="6"/>
                      <a:pt x="77" y="6"/>
                      <a:pt x="77" y="6"/>
                    </a:cubicBezTo>
                    <a:cubicBezTo>
                      <a:pt x="77" y="6"/>
                      <a:pt x="77" y="6"/>
                      <a:pt x="77" y="6"/>
                    </a:cubicBezTo>
                    <a:cubicBezTo>
                      <a:pt x="77" y="6"/>
                      <a:pt x="77" y="6"/>
                      <a:pt x="77" y="6"/>
                    </a:cubicBezTo>
                    <a:cubicBezTo>
                      <a:pt x="77" y="6"/>
                      <a:pt x="78" y="6"/>
                      <a:pt x="78" y="5"/>
                    </a:cubicBezTo>
                    <a:cubicBezTo>
                      <a:pt x="78" y="5"/>
                      <a:pt x="78" y="5"/>
                      <a:pt x="78" y="5"/>
                    </a:cubicBezTo>
                    <a:cubicBezTo>
                      <a:pt x="78" y="5"/>
                      <a:pt x="78" y="5"/>
                      <a:pt x="78" y="5"/>
                    </a:cubicBezTo>
                    <a:cubicBezTo>
                      <a:pt x="77" y="5"/>
                      <a:pt x="77" y="5"/>
                      <a:pt x="77" y="5"/>
                    </a:cubicBezTo>
                    <a:cubicBezTo>
                      <a:pt x="77" y="5"/>
                      <a:pt x="77" y="5"/>
                      <a:pt x="77" y="5"/>
                    </a:cubicBezTo>
                    <a:cubicBezTo>
                      <a:pt x="77" y="5"/>
                      <a:pt x="77" y="5"/>
                      <a:pt x="77" y="5"/>
                    </a:cubicBezTo>
                    <a:cubicBezTo>
                      <a:pt x="77" y="4"/>
                      <a:pt x="76" y="4"/>
                      <a:pt x="76" y="4"/>
                    </a:cubicBezTo>
                    <a:cubicBezTo>
                      <a:pt x="76" y="4"/>
                      <a:pt x="76" y="4"/>
                      <a:pt x="76" y="4"/>
                    </a:cubicBezTo>
                    <a:cubicBezTo>
                      <a:pt x="76" y="4"/>
                      <a:pt x="76" y="4"/>
                      <a:pt x="76" y="4"/>
                    </a:cubicBezTo>
                    <a:cubicBezTo>
                      <a:pt x="76" y="4"/>
                      <a:pt x="76" y="4"/>
                      <a:pt x="76" y="4"/>
                    </a:cubicBezTo>
                    <a:cubicBezTo>
                      <a:pt x="76" y="4"/>
                      <a:pt x="75" y="4"/>
                      <a:pt x="75" y="4"/>
                    </a:cubicBezTo>
                    <a:cubicBezTo>
                      <a:pt x="75" y="4"/>
                      <a:pt x="75" y="4"/>
                      <a:pt x="75" y="4"/>
                    </a:cubicBezTo>
                    <a:cubicBezTo>
                      <a:pt x="75" y="4"/>
                      <a:pt x="75" y="4"/>
                      <a:pt x="75" y="4"/>
                    </a:cubicBezTo>
                    <a:cubicBezTo>
                      <a:pt x="75" y="4"/>
                      <a:pt x="75" y="4"/>
                      <a:pt x="75" y="4"/>
                    </a:cubicBezTo>
                    <a:cubicBezTo>
                      <a:pt x="75" y="4"/>
                      <a:pt x="75" y="4"/>
                      <a:pt x="75" y="4"/>
                    </a:cubicBezTo>
                    <a:cubicBezTo>
                      <a:pt x="75" y="4"/>
                      <a:pt x="75" y="4"/>
                      <a:pt x="75" y="4"/>
                    </a:cubicBezTo>
                    <a:cubicBezTo>
                      <a:pt x="75" y="3"/>
                      <a:pt x="75" y="3"/>
                      <a:pt x="75" y="3"/>
                    </a:cubicBezTo>
                    <a:cubicBezTo>
                      <a:pt x="73" y="3"/>
                      <a:pt x="73" y="3"/>
                      <a:pt x="73" y="3"/>
                    </a:cubicBezTo>
                    <a:cubicBezTo>
                      <a:pt x="73" y="4"/>
                      <a:pt x="73" y="4"/>
                      <a:pt x="73" y="4"/>
                    </a:cubicBezTo>
                    <a:cubicBezTo>
                      <a:pt x="73" y="4"/>
                      <a:pt x="73" y="4"/>
                      <a:pt x="73" y="4"/>
                    </a:cubicBezTo>
                    <a:cubicBezTo>
                      <a:pt x="73" y="4"/>
                      <a:pt x="73" y="5"/>
                      <a:pt x="73" y="5"/>
                    </a:cubicBezTo>
                    <a:cubicBezTo>
                      <a:pt x="73" y="5"/>
                      <a:pt x="73" y="5"/>
                      <a:pt x="73" y="5"/>
                    </a:cubicBezTo>
                    <a:cubicBezTo>
                      <a:pt x="75" y="5"/>
                      <a:pt x="75" y="5"/>
                      <a:pt x="75" y="5"/>
                    </a:cubicBezTo>
                    <a:cubicBezTo>
                      <a:pt x="75" y="5"/>
                      <a:pt x="75" y="5"/>
                      <a:pt x="75" y="5"/>
                    </a:cubicBezTo>
                    <a:close/>
                    <a:moveTo>
                      <a:pt x="112" y="77"/>
                    </a:moveTo>
                    <a:cubicBezTo>
                      <a:pt x="113" y="76"/>
                      <a:pt x="113" y="75"/>
                      <a:pt x="113" y="74"/>
                    </a:cubicBezTo>
                    <a:cubicBezTo>
                      <a:pt x="113" y="74"/>
                      <a:pt x="113" y="74"/>
                      <a:pt x="113" y="74"/>
                    </a:cubicBezTo>
                    <a:cubicBezTo>
                      <a:pt x="113" y="74"/>
                      <a:pt x="113" y="74"/>
                      <a:pt x="113" y="74"/>
                    </a:cubicBezTo>
                    <a:cubicBezTo>
                      <a:pt x="113" y="74"/>
                      <a:pt x="113" y="74"/>
                      <a:pt x="113" y="74"/>
                    </a:cubicBezTo>
                    <a:cubicBezTo>
                      <a:pt x="113" y="74"/>
                      <a:pt x="113" y="74"/>
                      <a:pt x="113" y="74"/>
                    </a:cubicBezTo>
                    <a:cubicBezTo>
                      <a:pt x="113" y="74"/>
                      <a:pt x="113" y="74"/>
                      <a:pt x="112" y="73"/>
                    </a:cubicBezTo>
                    <a:cubicBezTo>
                      <a:pt x="112" y="74"/>
                      <a:pt x="112" y="74"/>
                      <a:pt x="112" y="74"/>
                    </a:cubicBezTo>
                    <a:cubicBezTo>
                      <a:pt x="112" y="74"/>
                      <a:pt x="112" y="74"/>
                      <a:pt x="112" y="74"/>
                    </a:cubicBezTo>
                    <a:cubicBezTo>
                      <a:pt x="112" y="74"/>
                      <a:pt x="112" y="74"/>
                      <a:pt x="111" y="74"/>
                    </a:cubicBezTo>
                    <a:cubicBezTo>
                      <a:pt x="111" y="75"/>
                      <a:pt x="111" y="75"/>
                      <a:pt x="111" y="75"/>
                    </a:cubicBezTo>
                    <a:cubicBezTo>
                      <a:pt x="111" y="75"/>
                      <a:pt x="110" y="76"/>
                      <a:pt x="110" y="76"/>
                    </a:cubicBezTo>
                    <a:cubicBezTo>
                      <a:pt x="110" y="76"/>
                      <a:pt x="110" y="76"/>
                      <a:pt x="110" y="76"/>
                    </a:cubicBezTo>
                    <a:cubicBezTo>
                      <a:pt x="110" y="76"/>
                      <a:pt x="110" y="76"/>
                      <a:pt x="110" y="76"/>
                    </a:cubicBezTo>
                    <a:cubicBezTo>
                      <a:pt x="110" y="76"/>
                      <a:pt x="110" y="77"/>
                      <a:pt x="110" y="77"/>
                    </a:cubicBezTo>
                    <a:cubicBezTo>
                      <a:pt x="110" y="77"/>
                      <a:pt x="110" y="77"/>
                      <a:pt x="110" y="77"/>
                    </a:cubicBezTo>
                    <a:cubicBezTo>
                      <a:pt x="110" y="77"/>
                      <a:pt x="110" y="77"/>
                      <a:pt x="110" y="77"/>
                    </a:cubicBezTo>
                    <a:cubicBezTo>
                      <a:pt x="109" y="78"/>
                      <a:pt x="109" y="78"/>
                      <a:pt x="109" y="79"/>
                    </a:cubicBezTo>
                    <a:cubicBezTo>
                      <a:pt x="109" y="79"/>
                      <a:pt x="109" y="79"/>
                      <a:pt x="109" y="79"/>
                    </a:cubicBezTo>
                    <a:cubicBezTo>
                      <a:pt x="109" y="79"/>
                      <a:pt x="109" y="79"/>
                      <a:pt x="109" y="79"/>
                    </a:cubicBezTo>
                    <a:cubicBezTo>
                      <a:pt x="109" y="79"/>
                      <a:pt x="109" y="80"/>
                      <a:pt x="109" y="81"/>
                    </a:cubicBezTo>
                    <a:cubicBezTo>
                      <a:pt x="109" y="81"/>
                      <a:pt x="109" y="81"/>
                      <a:pt x="109" y="81"/>
                    </a:cubicBezTo>
                    <a:cubicBezTo>
                      <a:pt x="109" y="82"/>
                      <a:pt x="109" y="82"/>
                      <a:pt x="109" y="82"/>
                    </a:cubicBezTo>
                    <a:cubicBezTo>
                      <a:pt x="109" y="82"/>
                      <a:pt x="109" y="82"/>
                      <a:pt x="109" y="82"/>
                    </a:cubicBezTo>
                    <a:cubicBezTo>
                      <a:pt x="109" y="82"/>
                      <a:pt x="109" y="82"/>
                      <a:pt x="109" y="82"/>
                    </a:cubicBezTo>
                    <a:cubicBezTo>
                      <a:pt x="110" y="82"/>
                      <a:pt x="111" y="81"/>
                      <a:pt x="111" y="81"/>
                    </a:cubicBezTo>
                    <a:cubicBezTo>
                      <a:pt x="111" y="81"/>
                      <a:pt x="111" y="80"/>
                      <a:pt x="111" y="80"/>
                    </a:cubicBezTo>
                    <a:cubicBezTo>
                      <a:pt x="111" y="80"/>
                      <a:pt x="111" y="80"/>
                      <a:pt x="111" y="80"/>
                    </a:cubicBezTo>
                    <a:cubicBezTo>
                      <a:pt x="111" y="80"/>
                      <a:pt x="111" y="80"/>
                      <a:pt x="111" y="79"/>
                    </a:cubicBezTo>
                    <a:cubicBezTo>
                      <a:pt x="111" y="79"/>
                      <a:pt x="111" y="79"/>
                      <a:pt x="111" y="79"/>
                    </a:cubicBezTo>
                    <a:cubicBezTo>
                      <a:pt x="111" y="79"/>
                      <a:pt x="111" y="79"/>
                      <a:pt x="111" y="79"/>
                    </a:cubicBezTo>
                    <a:cubicBezTo>
                      <a:pt x="111" y="79"/>
                      <a:pt x="111" y="79"/>
                      <a:pt x="111" y="78"/>
                    </a:cubicBezTo>
                    <a:cubicBezTo>
                      <a:pt x="111" y="78"/>
                      <a:pt x="111" y="78"/>
                      <a:pt x="111" y="78"/>
                    </a:cubicBezTo>
                    <a:cubicBezTo>
                      <a:pt x="111" y="78"/>
                      <a:pt x="111" y="78"/>
                      <a:pt x="111" y="78"/>
                    </a:cubicBezTo>
                    <a:cubicBezTo>
                      <a:pt x="111" y="78"/>
                      <a:pt x="112" y="78"/>
                      <a:pt x="112" y="78"/>
                    </a:cubicBezTo>
                    <a:cubicBezTo>
                      <a:pt x="112" y="77"/>
                      <a:pt x="112" y="77"/>
                      <a:pt x="112" y="77"/>
                    </a:cubicBezTo>
                    <a:cubicBezTo>
                      <a:pt x="112" y="77"/>
                      <a:pt x="112" y="77"/>
                      <a:pt x="112" y="77"/>
                    </a:cubicBezTo>
                    <a:cubicBezTo>
                      <a:pt x="112" y="77"/>
                      <a:pt x="112" y="77"/>
                      <a:pt x="112" y="77"/>
                    </a:cubicBezTo>
                    <a:cubicBezTo>
                      <a:pt x="112" y="77"/>
                      <a:pt x="112" y="77"/>
                      <a:pt x="112" y="77"/>
                    </a:cubicBezTo>
                    <a:close/>
                  </a:path>
                </a:pathLst>
              </a:custGeom>
              <a:solidFill>
                <a:srgbClr val="FFC00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75" name="矩形 74"/>
            <p:cNvSpPr/>
            <p:nvPr/>
          </p:nvSpPr>
          <p:spPr>
            <a:xfrm>
              <a:off x="10956875" y="916528"/>
              <a:ext cx="996247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PART 05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 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83" name="TextBox 82"/>
          <p:cNvSpPr txBox="1"/>
          <p:nvPr userDrawn="1"/>
        </p:nvSpPr>
        <p:spPr>
          <a:xfrm>
            <a:off x="398570" y="476888"/>
            <a:ext cx="23394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方正兰亭粗黑_GBK" pitchFamily="2" charset="-122"/>
                <a:ea typeface="方正兰亭粗黑_GBK" pitchFamily="2" charset="-122"/>
                <a:cs typeface="+mn-cs"/>
              </a:rPr>
              <a:t>年度工作概括</a:t>
            </a: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第二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/>
          <p:nvPr userDrawn="1"/>
        </p:nvSpPr>
        <p:spPr>
          <a:xfrm>
            <a:off x="0" y="1198956"/>
            <a:ext cx="12191187" cy="1546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30" name="组合 29"/>
          <p:cNvGrpSpPr/>
          <p:nvPr userDrawn="1"/>
        </p:nvGrpSpPr>
        <p:grpSpPr>
          <a:xfrm>
            <a:off x="6957253" y="285728"/>
            <a:ext cx="996377" cy="1000132"/>
            <a:chOff x="6170529" y="285728"/>
            <a:chExt cx="996247" cy="1000132"/>
          </a:xfrm>
        </p:grpSpPr>
        <p:grpSp>
          <p:nvGrpSpPr>
            <p:cNvPr id="32" name="组合 31"/>
            <p:cNvGrpSpPr/>
            <p:nvPr/>
          </p:nvGrpSpPr>
          <p:grpSpPr>
            <a:xfrm>
              <a:off x="6369792" y="285728"/>
              <a:ext cx="597720" cy="597720"/>
              <a:chOff x="6501056" y="1873013"/>
              <a:chExt cx="696763" cy="696763"/>
            </a:xfrm>
          </p:grpSpPr>
          <p:sp>
            <p:nvSpPr>
              <p:cNvPr id="35" name="椭圆 34"/>
              <p:cNvSpPr/>
              <p:nvPr/>
            </p:nvSpPr>
            <p:spPr>
              <a:xfrm>
                <a:off x="6501056" y="1873013"/>
                <a:ext cx="696763" cy="696763"/>
              </a:xfrm>
              <a:prstGeom prst="ellipse">
                <a:avLst/>
              </a:prstGeom>
              <a:solidFill>
                <a:srgbClr val="EEEEEE"/>
              </a:solidFill>
              <a:ln>
                <a:solidFill>
                  <a:schemeClr val="bg1"/>
                </a:solidFill>
              </a:ln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25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grpSp>
            <p:nvGrpSpPr>
              <p:cNvPr id="36" name="组合 113"/>
              <p:cNvGrpSpPr>
                <a:grpSpLocks noChangeAspect="1"/>
              </p:cNvGrpSpPr>
              <p:nvPr/>
            </p:nvGrpSpPr>
            <p:grpSpPr>
              <a:xfrm>
                <a:off x="6616022" y="1996255"/>
                <a:ext cx="466830" cy="450242"/>
                <a:chOff x="7019925" y="5499100"/>
                <a:chExt cx="312738" cy="301626"/>
              </a:xfrm>
              <a:solidFill>
                <a:srgbClr val="BBBE2C"/>
              </a:solidFill>
            </p:grpSpPr>
            <p:sp>
              <p:nvSpPr>
                <p:cNvPr id="37" name="Freeform 252"/>
                <p:cNvSpPr/>
                <p:nvPr/>
              </p:nvSpPr>
              <p:spPr bwMode="auto">
                <a:xfrm>
                  <a:off x="7069138" y="5567363"/>
                  <a:ext cx="214313" cy="233363"/>
                </a:xfrm>
                <a:custGeom>
                  <a:avLst/>
                  <a:gdLst>
                    <a:gd name="T0" fmla="*/ 0 w 57"/>
                    <a:gd name="T1" fmla="*/ 26 h 62"/>
                    <a:gd name="T2" fmla="*/ 0 w 57"/>
                    <a:gd name="T3" fmla="*/ 59 h 62"/>
                    <a:gd name="T4" fmla="*/ 2 w 57"/>
                    <a:gd name="T5" fmla="*/ 62 h 62"/>
                    <a:gd name="T6" fmla="*/ 4 w 57"/>
                    <a:gd name="T7" fmla="*/ 62 h 62"/>
                    <a:gd name="T8" fmla="*/ 19 w 57"/>
                    <a:gd name="T9" fmla="*/ 62 h 62"/>
                    <a:gd name="T10" fmla="*/ 21 w 57"/>
                    <a:gd name="T11" fmla="*/ 62 h 62"/>
                    <a:gd name="T12" fmla="*/ 21 w 57"/>
                    <a:gd name="T13" fmla="*/ 61 h 62"/>
                    <a:gd name="T14" fmla="*/ 21 w 57"/>
                    <a:gd name="T15" fmla="*/ 45 h 62"/>
                    <a:gd name="T16" fmla="*/ 36 w 57"/>
                    <a:gd name="T17" fmla="*/ 45 h 62"/>
                    <a:gd name="T18" fmla="*/ 36 w 57"/>
                    <a:gd name="T19" fmla="*/ 61 h 62"/>
                    <a:gd name="T20" fmla="*/ 37 w 57"/>
                    <a:gd name="T21" fmla="*/ 62 h 62"/>
                    <a:gd name="T22" fmla="*/ 38 w 57"/>
                    <a:gd name="T23" fmla="*/ 62 h 62"/>
                    <a:gd name="T24" fmla="*/ 53 w 57"/>
                    <a:gd name="T25" fmla="*/ 62 h 62"/>
                    <a:gd name="T26" fmla="*/ 56 w 57"/>
                    <a:gd name="T27" fmla="*/ 62 h 62"/>
                    <a:gd name="T28" fmla="*/ 57 w 57"/>
                    <a:gd name="T29" fmla="*/ 59 h 62"/>
                    <a:gd name="T30" fmla="*/ 57 w 57"/>
                    <a:gd name="T31" fmla="*/ 26 h 62"/>
                    <a:gd name="T32" fmla="*/ 29 w 57"/>
                    <a:gd name="T33" fmla="*/ 0 h 62"/>
                    <a:gd name="T34" fmla="*/ 0 w 57"/>
                    <a:gd name="T35" fmla="*/ 26 h 6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57" h="62">
                      <a:moveTo>
                        <a:pt x="0" y="26"/>
                      </a:moveTo>
                      <a:cubicBezTo>
                        <a:pt x="0" y="59"/>
                        <a:pt x="0" y="59"/>
                        <a:pt x="0" y="59"/>
                      </a:cubicBezTo>
                      <a:cubicBezTo>
                        <a:pt x="0" y="61"/>
                        <a:pt x="1" y="62"/>
                        <a:pt x="2" y="62"/>
                      </a:cubicBezTo>
                      <a:cubicBezTo>
                        <a:pt x="3" y="62"/>
                        <a:pt x="3" y="62"/>
                        <a:pt x="4" y="62"/>
                      </a:cubicBezTo>
                      <a:cubicBezTo>
                        <a:pt x="19" y="62"/>
                        <a:pt x="19" y="62"/>
                        <a:pt x="19" y="62"/>
                      </a:cubicBezTo>
                      <a:cubicBezTo>
                        <a:pt x="20" y="62"/>
                        <a:pt x="20" y="62"/>
                        <a:pt x="21" y="62"/>
                      </a:cubicBezTo>
                      <a:cubicBezTo>
                        <a:pt x="21" y="62"/>
                        <a:pt x="21" y="61"/>
                        <a:pt x="21" y="61"/>
                      </a:cubicBezTo>
                      <a:cubicBezTo>
                        <a:pt x="21" y="45"/>
                        <a:pt x="21" y="45"/>
                        <a:pt x="21" y="45"/>
                      </a:cubicBezTo>
                      <a:cubicBezTo>
                        <a:pt x="36" y="45"/>
                        <a:pt x="36" y="45"/>
                        <a:pt x="36" y="45"/>
                      </a:cubicBezTo>
                      <a:cubicBezTo>
                        <a:pt x="36" y="61"/>
                        <a:pt x="36" y="61"/>
                        <a:pt x="36" y="61"/>
                      </a:cubicBezTo>
                      <a:cubicBezTo>
                        <a:pt x="36" y="61"/>
                        <a:pt x="37" y="62"/>
                        <a:pt x="37" y="62"/>
                      </a:cubicBezTo>
                      <a:cubicBezTo>
                        <a:pt x="37" y="62"/>
                        <a:pt x="38" y="62"/>
                        <a:pt x="38" y="62"/>
                      </a:cubicBezTo>
                      <a:cubicBezTo>
                        <a:pt x="53" y="62"/>
                        <a:pt x="53" y="62"/>
                        <a:pt x="53" y="62"/>
                      </a:cubicBezTo>
                      <a:cubicBezTo>
                        <a:pt x="54" y="62"/>
                        <a:pt x="55" y="62"/>
                        <a:pt x="56" y="62"/>
                      </a:cubicBezTo>
                      <a:cubicBezTo>
                        <a:pt x="56" y="62"/>
                        <a:pt x="57" y="61"/>
                        <a:pt x="57" y="59"/>
                      </a:cubicBezTo>
                      <a:cubicBezTo>
                        <a:pt x="57" y="26"/>
                        <a:pt x="57" y="26"/>
                        <a:pt x="57" y="26"/>
                      </a:cubicBezTo>
                      <a:cubicBezTo>
                        <a:pt x="29" y="0"/>
                        <a:pt x="29" y="0"/>
                        <a:pt x="29" y="0"/>
                      </a:cubicBezTo>
                      <a:lnTo>
                        <a:pt x="0" y="26"/>
                      </a:lnTo>
                      <a:close/>
                    </a:path>
                  </a:pathLst>
                </a:custGeom>
                <a:solidFill>
                  <a:srgbClr val="008BB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425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8" name="Freeform 253"/>
                <p:cNvSpPr/>
                <p:nvPr/>
              </p:nvSpPr>
              <p:spPr bwMode="auto">
                <a:xfrm>
                  <a:off x="7019925" y="5499100"/>
                  <a:ext cx="312738" cy="169863"/>
                </a:xfrm>
                <a:custGeom>
                  <a:avLst/>
                  <a:gdLst>
                    <a:gd name="T0" fmla="*/ 81 w 83"/>
                    <a:gd name="T1" fmla="*/ 35 h 45"/>
                    <a:gd name="T2" fmla="*/ 68 w 83"/>
                    <a:gd name="T3" fmla="*/ 23 h 45"/>
                    <a:gd name="T4" fmla="*/ 68 w 83"/>
                    <a:gd name="T5" fmla="*/ 4 h 45"/>
                    <a:gd name="T6" fmla="*/ 66 w 83"/>
                    <a:gd name="T7" fmla="*/ 2 h 45"/>
                    <a:gd name="T8" fmla="*/ 61 w 83"/>
                    <a:gd name="T9" fmla="*/ 2 h 45"/>
                    <a:gd name="T10" fmla="*/ 59 w 83"/>
                    <a:gd name="T11" fmla="*/ 4 h 45"/>
                    <a:gd name="T12" fmla="*/ 59 w 83"/>
                    <a:gd name="T13" fmla="*/ 15 h 45"/>
                    <a:gd name="T14" fmla="*/ 45 w 83"/>
                    <a:gd name="T15" fmla="*/ 2 h 45"/>
                    <a:gd name="T16" fmla="*/ 38 w 83"/>
                    <a:gd name="T17" fmla="*/ 2 h 45"/>
                    <a:gd name="T18" fmla="*/ 2 w 83"/>
                    <a:gd name="T19" fmla="*/ 35 h 45"/>
                    <a:gd name="T20" fmla="*/ 2 w 83"/>
                    <a:gd name="T21" fmla="*/ 43 h 45"/>
                    <a:gd name="T22" fmla="*/ 6 w 83"/>
                    <a:gd name="T23" fmla="*/ 44 h 45"/>
                    <a:gd name="T24" fmla="*/ 10 w 83"/>
                    <a:gd name="T25" fmla="*/ 43 h 45"/>
                    <a:gd name="T26" fmla="*/ 42 w 83"/>
                    <a:gd name="T27" fmla="*/ 13 h 45"/>
                    <a:gd name="T28" fmla="*/ 74 w 83"/>
                    <a:gd name="T29" fmla="*/ 43 h 45"/>
                    <a:gd name="T30" fmla="*/ 81 w 83"/>
                    <a:gd name="T31" fmla="*/ 43 h 45"/>
                    <a:gd name="T32" fmla="*/ 81 w 83"/>
                    <a:gd name="T33" fmla="*/ 35 h 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83" h="45">
                      <a:moveTo>
                        <a:pt x="81" y="35"/>
                      </a:moveTo>
                      <a:cubicBezTo>
                        <a:pt x="68" y="23"/>
                        <a:pt x="68" y="23"/>
                        <a:pt x="68" y="23"/>
                      </a:cubicBezTo>
                      <a:cubicBezTo>
                        <a:pt x="68" y="4"/>
                        <a:pt x="68" y="4"/>
                        <a:pt x="68" y="4"/>
                      </a:cubicBezTo>
                      <a:cubicBezTo>
                        <a:pt x="68" y="3"/>
                        <a:pt x="67" y="2"/>
                        <a:pt x="66" y="2"/>
                      </a:cubicBezTo>
                      <a:cubicBezTo>
                        <a:pt x="61" y="2"/>
                        <a:pt x="61" y="2"/>
                        <a:pt x="61" y="2"/>
                      </a:cubicBezTo>
                      <a:cubicBezTo>
                        <a:pt x="60" y="2"/>
                        <a:pt x="59" y="3"/>
                        <a:pt x="59" y="4"/>
                      </a:cubicBezTo>
                      <a:cubicBezTo>
                        <a:pt x="59" y="15"/>
                        <a:pt x="59" y="15"/>
                        <a:pt x="59" y="15"/>
                      </a:cubicBezTo>
                      <a:cubicBezTo>
                        <a:pt x="45" y="2"/>
                        <a:pt x="45" y="2"/>
                        <a:pt x="45" y="2"/>
                      </a:cubicBezTo>
                      <a:cubicBezTo>
                        <a:pt x="43" y="0"/>
                        <a:pt x="40" y="0"/>
                        <a:pt x="38" y="2"/>
                      </a:cubicBezTo>
                      <a:cubicBezTo>
                        <a:pt x="2" y="35"/>
                        <a:pt x="2" y="35"/>
                        <a:pt x="2" y="35"/>
                      </a:cubicBezTo>
                      <a:cubicBezTo>
                        <a:pt x="0" y="37"/>
                        <a:pt x="0" y="40"/>
                        <a:pt x="2" y="43"/>
                      </a:cubicBezTo>
                      <a:cubicBezTo>
                        <a:pt x="3" y="44"/>
                        <a:pt x="5" y="44"/>
                        <a:pt x="6" y="44"/>
                      </a:cubicBezTo>
                      <a:cubicBezTo>
                        <a:pt x="7" y="44"/>
                        <a:pt x="9" y="44"/>
                        <a:pt x="10" y="43"/>
                      </a:cubicBezTo>
                      <a:cubicBezTo>
                        <a:pt x="42" y="13"/>
                        <a:pt x="42" y="13"/>
                        <a:pt x="42" y="13"/>
                      </a:cubicBezTo>
                      <a:cubicBezTo>
                        <a:pt x="74" y="43"/>
                        <a:pt x="74" y="43"/>
                        <a:pt x="74" y="43"/>
                      </a:cubicBezTo>
                      <a:cubicBezTo>
                        <a:pt x="76" y="45"/>
                        <a:pt x="80" y="45"/>
                        <a:pt x="81" y="43"/>
                      </a:cubicBezTo>
                      <a:cubicBezTo>
                        <a:pt x="83" y="40"/>
                        <a:pt x="83" y="37"/>
                        <a:pt x="81" y="35"/>
                      </a:cubicBezTo>
                      <a:close/>
                    </a:path>
                  </a:pathLst>
                </a:custGeom>
                <a:solidFill>
                  <a:srgbClr val="008BB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425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</p:grpSp>
        <p:sp>
          <p:nvSpPr>
            <p:cNvPr id="34" name="矩形 33"/>
            <p:cNvSpPr/>
            <p:nvPr/>
          </p:nvSpPr>
          <p:spPr>
            <a:xfrm>
              <a:off x="6170529" y="916528"/>
              <a:ext cx="996247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PART 01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 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9" name="组合 38"/>
          <p:cNvGrpSpPr/>
          <p:nvPr userDrawn="1"/>
        </p:nvGrpSpPr>
        <p:grpSpPr>
          <a:xfrm>
            <a:off x="7957515" y="285728"/>
            <a:ext cx="996377" cy="1000132"/>
            <a:chOff x="7367116" y="285728"/>
            <a:chExt cx="996247" cy="1000132"/>
          </a:xfrm>
        </p:grpSpPr>
        <p:grpSp>
          <p:nvGrpSpPr>
            <p:cNvPr id="40" name="组合 36"/>
            <p:cNvGrpSpPr/>
            <p:nvPr userDrawn="1"/>
          </p:nvGrpSpPr>
          <p:grpSpPr>
            <a:xfrm>
              <a:off x="7566370" y="285728"/>
              <a:ext cx="597719" cy="597720"/>
              <a:chOff x="6501056" y="2921024"/>
              <a:chExt cx="696763" cy="696763"/>
            </a:xfrm>
          </p:grpSpPr>
          <p:sp>
            <p:nvSpPr>
              <p:cNvPr id="42" name="椭圆 41"/>
              <p:cNvSpPr/>
              <p:nvPr userDrawn="1"/>
            </p:nvSpPr>
            <p:spPr>
              <a:xfrm>
                <a:off x="6501056" y="2921024"/>
                <a:ext cx="696763" cy="696763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bg1"/>
                </a:solidFill>
              </a:ln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25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grpSp>
            <p:nvGrpSpPr>
              <p:cNvPr id="43" name="组合 118"/>
              <p:cNvGrpSpPr>
                <a:grpSpLocks noChangeAspect="1"/>
              </p:cNvGrpSpPr>
              <p:nvPr/>
            </p:nvGrpSpPr>
            <p:grpSpPr>
              <a:xfrm>
                <a:off x="6636679" y="3066938"/>
                <a:ext cx="455384" cy="390650"/>
                <a:chOff x="5084763" y="971550"/>
                <a:chExt cx="323850" cy="277813"/>
              </a:xfrm>
              <a:solidFill>
                <a:srgbClr val="4ABAB5"/>
              </a:solidFill>
            </p:grpSpPr>
            <p:sp>
              <p:nvSpPr>
                <p:cNvPr id="44" name="Freeform 301"/>
                <p:cNvSpPr>
                  <a:spLocks noEditPoints="1"/>
                </p:cNvSpPr>
                <p:nvPr/>
              </p:nvSpPr>
              <p:spPr bwMode="auto">
                <a:xfrm>
                  <a:off x="5191125" y="1031875"/>
                  <a:ext cx="217488" cy="217488"/>
                </a:xfrm>
                <a:custGeom>
                  <a:avLst/>
                  <a:gdLst>
                    <a:gd name="T0" fmla="*/ 6 w 58"/>
                    <a:gd name="T1" fmla="*/ 14 h 58"/>
                    <a:gd name="T2" fmla="*/ 7 w 58"/>
                    <a:gd name="T3" fmla="*/ 19 h 58"/>
                    <a:gd name="T4" fmla="*/ 4 w 58"/>
                    <a:gd name="T5" fmla="*/ 20 h 58"/>
                    <a:gd name="T6" fmla="*/ 0 w 58"/>
                    <a:gd name="T7" fmla="*/ 23 h 58"/>
                    <a:gd name="T8" fmla="*/ 2 w 58"/>
                    <a:gd name="T9" fmla="*/ 27 h 58"/>
                    <a:gd name="T10" fmla="*/ 5 w 58"/>
                    <a:gd name="T11" fmla="*/ 31 h 58"/>
                    <a:gd name="T12" fmla="*/ 2 w 58"/>
                    <a:gd name="T13" fmla="*/ 34 h 58"/>
                    <a:gd name="T14" fmla="*/ 1 w 58"/>
                    <a:gd name="T15" fmla="*/ 38 h 58"/>
                    <a:gd name="T16" fmla="*/ 5 w 58"/>
                    <a:gd name="T17" fmla="*/ 41 h 58"/>
                    <a:gd name="T18" fmla="*/ 8 w 58"/>
                    <a:gd name="T19" fmla="*/ 42 h 58"/>
                    <a:gd name="T20" fmla="*/ 8 w 58"/>
                    <a:gd name="T21" fmla="*/ 46 h 58"/>
                    <a:gd name="T22" fmla="*/ 9 w 58"/>
                    <a:gd name="T23" fmla="*/ 51 h 58"/>
                    <a:gd name="T24" fmla="*/ 14 w 58"/>
                    <a:gd name="T25" fmla="*/ 51 h 58"/>
                    <a:gd name="T26" fmla="*/ 18 w 58"/>
                    <a:gd name="T27" fmla="*/ 51 h 58"/>
                    <a:gd name="T28" fmla="*/ 19 w 58"/>
                    <a:gd name="T29" fmla="*/ 54 h 58"/>
                    <a:gd name="T30" fmla="*/ 22 w 58"/>
                    <a:gd name="T31" fmla="*/ 58 h 58"/>
                    <a:gd name="T32" fmla="*/ 27 w 58"/>
                    <a:gd name="T33" fmla="*/ 56 h 58"/>
                    <a:gd name="T34" fmla="*/ 31 w 58"/>
                    <a:gd name="T35" fmla="*/ 53 h 58"/>
                    <a:gd name="T36" fmla="*/ 33 w 58"/>
                    <a:gd name="T37" fmla="*/ 56 h 58"/>
                    <a:gd name="T38" fmla="*/ 38 w 58"/>
                    <a:gd name="T39" fmla="*/ 57 h 58"/>
                    <a:gd name="T40" fmla="*/ 40 w 58"/>
                    <a:gd name="T41" fmla="*/ 53 h 58"/>
                    <a:gd name="T42" fmla="*/ 42 w 58"/>
                    <a:gd name="T43" fmla="*/ 49 h 58"/>
                    <a:gd name="T44" fmla="*/ 46 w 58"/>
                    <a:gd name="T45" fmla="*/ 50 h 58"/>
                    <a:gd name="T46" fmla="*/ 50 w 58"/>
                    <a:gd name="T47" fmla="*/ 49 h 58"/>
                    <a:gd name="T48" fmla="*/ 51 w 58"/>
                    <a:gd name="T49" fmla="*/ 44 h 58"/>
                    <a:gd name="T50" fmla="*/ 50 w 58"/>
                    <a:gd name="T51" fmla="*/ 40 h 58"/>
                    <a:gd name="T52" fmla="*/ 54 w 58"/>
                    <a:gd name="T53" fmla="*/ 39 h 58"/>
                    <a:gd name="T54" fmla="*/ 57 w 58"/>
                    <a:gd name="T55" fmla="*/ 35 h 58"/>
                    <a:gd name="T56" fmla="*/ 55 w 58"/>
                    <a:gd name="T57" fmla="*/ 31 h 58"/>
                    <a:gd name="T58" fmla="*/ 52 w 58"/>
                    <a:gd name="T59" fmla="*/ 27 h 58"/>
                    <a:gd name="T60" fmla="*/ 55 w 58"/>
                    <a:gd name="T61" fmla="*/ 25 h 58"/>
                    <a:gd name="T62" fmla="*/ 56 w 58"/>
                    <a:gd name="T63" fmla="*/ 20 h 58"/>
                    <a:gd name="T64" fmla="*/ 53 w 58"/>
                    <a:gd name="T65" fmla="*/ 18 h 58"/>
                    <a:gd name="T66" fmla="*/ 48 w 58"/>
                    <a:gd name="T67" fmla="*/ 16 h 58"/>
                    <a:gd name="T68" fmla="*/ 49 w 58"/>
                    <a:gd name="T69" fmla="*/ 12 h 58"/>
                    <a:gd name="T70" fmla="*/ 48 w 58"/>
                    <a:gd name="T71" fmla="*/ 8 h 58"/>
                    <a:gd name="T72" fmla="*/ 44 w 58"/>
                    <a:gd name="T73" fmla="*/ 7 h 58"/>
                    <a:gd name="T74" fmla="*/ 39 w 58"/>
                    <a:gd name="T75" fmla="*/ 8 h 58"/>
                    <a:gd name="T76" fmla="*/ 38 w 58"/>
                    <a:gd name="T77" fmla="*/ 4 h 58"/>
                    <a:gd name="T78" fmla="*/ 35 w 58"/>
                    <a:gd name="T79" fmla="*/ 1 h 58"/>
                    <a:gd name="T80" fmla="*/ 30 w 58"/>
                    <a:gd name="T81" fmla="*/ 3 h 58"/>
                    <a:gd name="T82" fmla="*/ 27 w 58"/>
                    <a:gd name="T83" fmla="*/ 5 h 58"/>
                    <a:gd name="T84" fmla="*/ 24 w 58"/>
                    <a:gd name="T85" fmla="*/ 3 h 58"/>
                    <a:gd name="T86" fmla="*/ 20 w 58"/>
                    <a:gd name="T87" fmla="*/ 1 h 58"/>
                    <a:gd name="T88" fmla="*/ 17 w 58"/>
                    <a:gd name="T89" fmla="*/ 5 h 58"/>
                    <a:gd name="T90" fmla="*/ 15 w 58"/>
                    <a:gd name="T91" fmla="*/ 10 h 58"/>
                    <a:gd name="T92" fmla="*/ 12 w 58"/>
                    <a:gd name="T93" fmla="*/ 9 h 58"/>
                    <a:gd name="T94" fmla="*/ 7 w 58"/>
                    <a:gd name="T95" fmla="*/ 10 h 58"/>
                    <a:gd name="T96" fmla="*/ 6 w 58"/>
                    <a:gd name="T97" fmla="*/ 14 h 58"/>
                    <a:gd name="T98" fmla="*/ 23 w 58"/>
                    <a:gd name="T99" fmla="*/ 13 h 58"/>
                    <a:gd name="T100" fmla="*/ 45 w 58"/>
                    <a:gd name="T101" fmla="*/ 24 h 58"/>
                    <a:gd name="T102" fmla="*/ 34 w 58"/>
                    <a:gd name="T103" fmla="*/ 45 h 58"/>
                    <a:gd name="T104" fmla="*/ 13 w 58"/>
                    <a:gd name="T105" fmla="*/ 34 h 58"/>
                    <a:gd name="T106" fmla="*/ 23 w 58"/>
                    <a:gd name="T107" fmla="*/ 13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</a:cxnLst>
                  <a:rect l="0" t="0" r="r" b="b"/>
                  <a:pathLst>
                    <a:path w="58" h="58">
                      <a:moveTo>
                        <a:pt x="6" y="14"/>
                      </a:moveTo>
                      <a:cubicBezTo>
                        <a:pt x="8" y="15"/>
                        <a:pt x="7" y="18"/>
                        <a:pt x="7" y="19"/>
                      </a:cubicBezTo>
                      <a:cubicBezTo>
                        <a:pt x="7" y="20"/>
                        <a:pt x="5" y="20"/>
                        <a:pt x="4" y="20"/>
                      </a:cubicBezTo>
                      <a:cubicBezTo>
                        <a:pt x="2" y="20"/>
                        <a:pt x="0" y="21"/>
                        <a:pt x="0" y="23"/>
                      </a:cubicBezTo>
                      <a:cubicBezTo>
                        <a:pt x="0" y="25"/>
                        <a:pt x="0" y="27"/>
                        <a:pt x="2" y="27"/>
                      </a:cubicBezTo>
                      <a:cubicBezTo>
                        <a:pt x="3" y="28"/>
                        <a:pt x="5" y="30"/>
                        <a:pt x="5" y="31"/>
                      </a:cubicBezTo>
                      <a:cubicBezTo>
                        <a:pt x="5" y="32"/>
                        <a:pt x="4" y="33"/>
                        <a:pt x="2" y="34"/>
                      </a:cubicBezTo>
                      <a:cubicBezTo>
                        <a:pt x="1" y="34"/>
                        <a:pt x="0" y="36"/>
                        <a:pt x="1" y="38"/>
                      </a:cubicBezTo>
                      <a:cubicBezTo>
                        <a:pt x="1" y="40"/>
                        <a:pt x="3" y="42"/>
                        <a:pt x="5" y="41"/>
                      </a:cubicBezTo>
                      <a:cubicBezTo>
                        <a:pt x="6" y="41"/>
                        <a:pt x="8" y="41"/>
                        <a:pt x="8" y="42"/>
                      </a:cubicBezTo>
                      <a:cubicBezTo>
                        <a:pt x="9" y="42"/>
                        <a:pt x="9" y="45"/>
                        <a:pt x="8" y="46"/>
                      </a:cubicBezTo>
                      <a:cubicBezTo>
                        <a:pt x="7" y="47"/>
                        <a:pt x="7" y="50"/>
                        <a:pt x="9" y="51"/>
                      </a:cubicBezTo>
                      <a:cubicBezTo>
                        <a:pt x="11" y="52"/>
                        <a:pt x="13" y="53"/>
                        <a:pt x="14" y="51"/>
                      </a:cubicBezTo>
                      <a:cubicBezTo>
                        <a:pt x="15" y="50"/>
                        <a:pt x="18" y="51"/>
                        <a:pt x="18" y="51"/>
                      </a:cubicBezTo>
                      <a:cubicBezTo>
                        <a:pt x="19" y="51"/>
                        <a:pt x="20" y="53"/>
                        <a:pt x="19" y="54"/>
                      </a:cubicBezTo>
                      <a:cubicBezTo>
                        <a:pt x="19" y="56"/>
                        <a:pt x="20" y="57"/>
                        <a:pt x="22" y="58"/>
                      </a:cubicBezTo>
                      <a:cubicBezTo>
                        <a:pt x="25" y="58"/>
                        <a:pt x="26" y="57"/>
                        <a:pt x="27" y="56"/>
                      </a:cubicBezTo>
                      <a:cubicBezTo>
                        <a:pt x="27" y="54"/>
                        <a:pt x="30" y="53"/>
                        <a:pt x="31" y="53"/>
                      </a:cubicBezTo>
                      <a:cubicBezTo>
                        <a:pt x="31" y="53"/>
                        <a:pt x="33" y="54"/>
                        <a:pt x="33" y="56"/>
                      </a:cubicBezTo>
                      <a:cubicBezTo>
                        <a:pt x="34" y="57"/>
                        <a:pt x="36" y="58"/>
                        <a:pt x="38" y="57"/>
                      </a:cubicBezTo>
                      <a:cubicBezTo>
                        <a:pt x="40" y="57"/>
                        <a:pt x="41" y="55"/>
                        <a:pt x="40" y="53"/>
                      </a:cubicBezTo>
                      <a:cubicBezTo>
                        <a:pt x="40" y="52"/>
                        <a:pt x="42" y="49"/>
                        <a:pt x="42" y="49"/>
                      </a:cubicBezTo>
                      <a:cubicBezTo>
                        <a:pt x="43" y="48"/>
                        <a:pt x="44" y="49"/>
                        <a:pt x="46" y="50"/>
                      </a:cubicBezTo>
                      <a:cubicBezTo>
                        <a:pt x="47" y="51"/>
                        <a:pt x="49" y="51"/>
                        <a:pt x="50" y="49"/>
                      </a:cubicBezTo>
                      <a:cubicBezTo>
                        <a:pt x="52" y="47"/>
                        <a:pt x="52" y="45"/>
                        <a:pt x="51" y="44"/>
                      </a:cubicBezTo>
                      <a:cubicBezTo>
                        <a:pt x="50" y="43"/>
                        <a:pt x="50" y="40"/>
                        <a:pt x="50" y="40"/>
                      </a:cubicBezTo>
                      <a:cubicBezTo>
                        <a:pt x="51" y="39"/>
                        <a:pt x="52" y="38"/>
                        <a:pt x="54" y="39"/>
                      </a:cubicBezTo>
                      <a:cubicBezTo>
                        <a:pt x="55" y="39"/>
                        <a:pt x="57" y="38"/>
                        <a:pt x="57" y="35"/>
                      </a:cubicBezTo>
                      <a:cubicBezTo>
                        <a:pt x="58" y="33"/>
                        <a:pt x="57" y="31"/>
                        <a:pt x="55" y="31"/>
                      </a:cubicBezTo>
                      <a:cubicBezTo>
                        <a:pt x="54" y="31"/>
                        <a:pt x="53" y="28"/>
                        <a:pt x="52" y="27"/>
                      </a:cubicBezTo>
                      <a:cubicBezTo>
                        <a:pt x="52" y="26"/>
                        <a:pt x="54" y="25"/>
                        <a:pt x="55" y="25"/>
                      </a:cubicBezTo>
                      <a:cubicBezTo>
                        <a:pt x="56" y="24"/>
                        <a:pt x="57" y="22"/>
                        <a:pt x="56" y="20"/>
                      </a:cubicBezTo>
                      <a:cubicBezTo>
                        <a:pt x="56" y="18"/>
                        <a:pt x="54" y="17"/>
                        <a:pt x="53" y="18"/>
                      </a:cubicBezTo>
                      <a:cubicBezTo>
                        <a:pt x="51" y="18"/>
                        <a:pt x="49" y="16"/>
                        <a:pt x="48" y="16"/>
                      </a:cubicBezTo>
                      <a:cubicBezTo>
                        <a:pt x="48" y="15"/>
                        <a:pt x="48" y="13"/>
                        <a:pt x="49" y="12"/>
                      </a:cubicBezTo>
                      <a:cubicBezTo>
                        <a:pt x="50" y="11"/>
                        <a:pt x="50" y="9"/>
                        <a:pt x="48" y="8"/>
                      </a:cubicBezTo>
                      <a:cubicBezTo>
                        <a:pt x="47" y="6"/>
                        <a:pt x="45" y="6"/>
                        <a:pt x="44" y="7"/>
                      </a:cubicBezTo>
                      <a:cubicBezTo>
                        <a:pt x="42" y="8"/>
                        <a:pt x="40" y="8"/>
                        <a:pt x="39" y="8"/>
                      </a:cubicBezTo>
                      <a:cubicBezTo>
                        <a:pt x="38" y="7"/>
                        <a:pt x="38" y="6"/>
                        <a:pt x="38" y="4"/>
                      </a:cubicBezTo>
                      <a:cubicBezTo>
                        <a:pt x="38" y="3"/>
                        <a:pt x="37" y="1"/>
                        <a:pt x="35" y="1"/>
                      </a:cubicBezTo>
                      <a:cubicBezTo>
                        <a:pt x="33" y="0"/>
                        <a:pt x="31" y="1"/>
                        <a:pt x="30" y="3"/>
                      </a:cubicBezTo>
                      <a:cubicBezTo>
                        <a:pt x="30" y="4"/>
                        <a:pt x="28" y="5"/>
                        <a:pt x="27" y="5"/>
                      </a:cubicBezTo>
                      <a:cubicBezTo>
                        <a:pt x="26" y="6"/>
                        <a:pt x="25" y="4"/>
                        <a:pt x="24" y="3"/>
                      </a:cubicBezTo>
                      <a:cubicBezTo>
                        <a:pt x="24" y="1"/>
                        <a:pt x="22" y="1"/>
                        <a:pt x="20" y="1"/>
                      </a:cubicBezTo>
                      <a:cubicBezTo>
                        <a:pt x="18" y="2"/>
                        <a:pt x="16" y="4"/>
                        <a:pt x="17" y="5"/>
                      </a:cubicBezTo>
                      <a:cubicBezTo>
                        <a:pt x="17" y="7"/>
                        <a:pt x="16" y="9"/>
                        <a:pt x="15" y="10"/>
                      </a:cubicBezTo>
                      <a:cubicBezTo>
                        <a:pt x="14" y="10"/>
                        <a:pt x="13" y="10"/>
                        <a:pt x="12" y="9"/>
                      </a:cubicBezTo>
                      <a:cubicBezTo>
                        <a:pt x="10" y="8"/>
                        <a:pt x="8" y="8"/>
                        <a:pt x="7" y="10"/>
                      </a:cubicBezTo>
                      <a:cubicBezTo>
                        <a:pt x="6" y="11"/>
                        <a:pt x="5" y="13"/>
                        <a:pt x="6" y="14"/>
                      </a:cubicBezTo>
                      <a:close/>
                      <a:moveTo>
                        <a:pt x="23" y="13"/>
                      </a:moveTo>
                      <a:cubicBezTo>
                        <a:pt x="32" y="10"/>
                        <a:pt x="42" y="15"/>
                        <a:pt x="45" y="24"/>
                      </a:cubicBezTo>
                      <a:cubicBezTo>
                        <a:pt x="47" y="33"/>
                        <a:pt x="43" y="42"/>
                        <a:pt x="34" y="45"/>
                      </a:cubicBezTo>
                      <a:cubicBezTo>
                        <a:pt x="25" y="48"/>
                        <a:pt x="15" y="43"/>
                        <a:pt x="13" y="34"/>
                      </a:cubicBezTo>
                      <a:cubicBezTo>
                        <a:pt x="10" y="26"/>
                        <a:pt x="15" y="16"/>
                        <a:pt x="23" y="13"/>
                      </a:cubicBezTo>
                      <a:close/>
                    </a:path>
                  </a:pathLst>
                </a:custGeom>
                <a:solidFill>
                  <a:srgbClr val="43C5A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425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5" name="Freeform 302"/>
                <p:cNvSpPr>
                  <a:spLocks noEditPoints="1"/>
                </p:cNvSpPr>
                <p:nvPr/>
              </p:nvSpPr>
              <p:spPr bwMode="auto">
                <a:xfrm>
                  <a:off x="5084763" y="971550"/>
                  <a:ext cx="139700" cy="139700"/>
                </a:xfrm>
                <a:custGeom>
                  <a:avLst/>
                  <a:gdLst>
                    <a:gd name="T0" fmla="*/ 4 w 37"/>
                    <a:gd name="T1" fmla="*/ 9 h 37"/>
                    <a:gd name="T2" fmla="*/ 5 w 37"/>
                    <a:gd name="T3" fmla="*/ 12 h 37"/>
                    <a:gd name="T4" fmla="*/ 2 w 37"/>
                    <a:gd name="T5" fmla="*/ 12 h 37"/>
                    <a:gd name="T6" fmla="*/ 0 w 37"/>
                    <a:gd name="T7" fmla="*/ 14 h 37"/>
                    <a:gd name="T8" fmla="*/ 1 w 37"/>
                    <a:gd name="T9" fmla="*/ 17 h 37"/>
                    <a:gd name="T10" fmla="*/ 3 w 37"/>
                    <a:gd name="T11" fmla="*/ 20 h 37"/>
                    <a:gd name="T12" fmla="*/ 2 w 37"/>
                    <a:gd name="T13" fmla="*/ 21 h 37"/>
                    <a:gd name="T14" fmla="*/ 1 w 37"/>
                    <a:gd name="T15" fmla="*/ 24 h 37"/>
                    <a:gd name="T16" fmla="*/ 3 w 37"/>
                    <a:gd name="T17" fmla="*/ 26 h 37"/>
                    <a:gd name="T18" fmla="*/ 5 w 37"/>
                    <a:gd name="T19" fmla="*/ 26 h 37"/>
                    <a:gd name="T20" fmla="*/ 5 w 37"/>
                    <a:gd name="T21" fmla="*/ 29 h 37"/>
                    <a:gd name="T22" fmla="*/ 6 w 37"/>
                    <a:gd name="T23" fmla="*/ 32 h 37"/>
                    <a:gd name="T24" fmla="*/ 9 w 37"/>
                    <a:gd name="T25" fmla="*/ 33 h 37"/>
                    <a:gd name="T26" fmla="*/ 12 w 37"/>
                    <a:gd name="T27" fmla="*/ 32 h 37"/>
                    <a:gd name="T28" fmla="*/ 12 w 37"/>
                    <a:gd name="T29" fmla="*/ 34 h 37"/>
                    <a:gd name="T30" fmla="*/ 15 w 37"/>
                    <a:gd name="T31" fmla="*/ 37 h 37"/>
                    <a:gd name="T32" fmla="*/ 17 w 37"/>
                    <a:gd name="T33" fmla="*/ 35 h 37"/>
                    <a:gd name="T34" fmla="*/ 20 w 37"/>
                    <a:gd name="T35" fmla="*/ 34 h 37"/>
                    <a:gd name="T36" fmla="*/ 21 w 37"/>
                    <a:gd name="T37" fmla="*/ 35 h 37"/>
                    <a:gd name="T38" fmla="*/ 24 w 37"/>
                    <a:gd name="T39" fmla="*/ 36 h 37"/>
                    <a:gd name="T40" fmla="*/ 26 w 37"/>
                    <a:gd name="T41" fmla="*/ 34 h 37"/>
                    <a:gd name="T42" fmla="*/ 27 w 37"/>
                    <a:gd name="T43" fmla="*/ 31 h 37"/>
                    <a:gd name="T44" fmla="*/ 29 w 37"/>
                    <a:gd name="T45" fmla="*/ 32 h 37"/>
                    <a:gd name="T46" fmla="*/ 32 w 37"/>
                    <a:gd name="T47" fmla="*/ 31 h 37"/>
                    <a:gd name="T48" fmla="*/ 33 w 37"/>
                    <a:gd name="T49" fmla="*/ 28 h 37"/>
                    <a:gd name="T50" fmla="*/ 32 w 37"/>
                    <a:gd name="T51" fmla="*/ 25 h 37"/>
                    <a:gd name="T52" fmla="*/ 35 w 37"/>
                    <a:gd name="T53" fmla="*/ 24 h 37"/>
                    <a:gd name="T54" fmla="*/ 37 w 37"/>
                    <a:gd name="T55" fmla="*/ 22 h 37"/>
                    <a:gd name="T56" fmla="*/ 36 w 37"/>
                    <a:gd name="T57" fmla="*/ 19 h 37"/>
                    <a:gd name="T58" fmla="*/ 34 w 37"/>
                    <a:gd name="T59" fmla="*/ 17 h 37"/>
                    <a:gd name="T60" fmla="*/ 35 w 37"/>
                    <a:gd name="T61" fmla="*/ 15 h 37"/>
                    <a:gd name="T62" fmla="*/ 36 w 37"/>
                    <a:gd name="T63" fmla="*/ 12 h 37"/>
                    <a:gd name="T64" fmla="*/ 34 w 37"/>
                    <a:gd name="T65" fmla="*/ 11 h 37"/>
                    <a:gd name="T66" fmla="*/ 31 w 37"/>
                    <a:gd name="T67" fmla="*/ 9 h 37"/>
                    <a:gd name="T68" fmla="*/ 32 w 37"/>
                    <a:gd name="T69" fmla="*/ 7 h 37"/>
                    <a:gd name="T70" fmla="*/ 31 w 37"/>
                    <a:gd name="T71" fmla="*/ 4 h 37"/>
                    <a:gd name="T72" fmla="*/ 28 w 37"/>
                    <a:gd name="T73" fmla="*/ 4 h 37"/>
                    <a:gd name="T74" fmla="*/ 25 w 37"/>
                    <a:gd name="T75" fmla="*/ 4 h 37"/>
                    <a:gd name="T76" fmla="*/ 25 w 37"/>
                    <a:gd name="T77" fmla="*/ 2 h 37"/>
                    <a:gd name="T78" fmla="*/ 22 w 37"/>
                    <a:gd name="T79" fmla="*/ 0 h 37"/>
                    <a:gd name="T80" fmla="*/ 20 w 37"/>
                    <a:gd name="T81" fmla="*/ 1 h 37"/>
                    <a:gd name="T82" fmla="*/ 17 w 37"/>
                    <a:gd name="T83" fmla="*/ 3 h 37"/>
                    <a:gd name="T84" fmla="*/ 16 w 37"/>
                    <a:gd name="T85" fmla="*/ 1 h 37"/>
                    <a:gd name="T86" fmla="*/ 13 w 37"/>
                    <a:gd name="T87" fmla="*/ 0 h 37"/>
                    <a:gd name="T88" fmla="*/ 11 w 37"/>
                    <a:gd name="T89" fmla="*/ 3 h 37"/>
                    <a:gd name="T90" fmla="*/ 10 w 37"/>
                    <a:gd name="T91" fmla="*/ 6 h 37"/>
                    <a:gd name="T92" fmla="*/ 8 w 37"/>
                    <a:gd name="T93" fmla="*/ 5 h 37"/>
                    <a:gd name="T94" fmla="*/ 5 w 37"/>
                    <a:gd name="T95" fmla="*/ 6 h 37"/>
                    <a:gd name="T96" fmla="*/ 4 w 37"/>
                    <a:gd name="T97" fmla="*/ 9 h 37"/>
                    <a:gd name="T98" fmla="*/ 15 w 37"/>
                    <a:gd name="T99" fmla="*/ 8 h 37"/>
                    <a:gd name="T100" fmla="*/ 29 w 37"/>
                    <a:gd name="T101" fmla="*/ 15 h 37"/>
                    <a:gd name="T102" fmla="*/ 22 w 37"/>
                    <a:gd name="T103" fmla="*/ 29 h 37"/>
                    <a:gd name="T104" fmla="*/ 8 w 37"/>
                    <a:gd name="T105" fmla="*/ 22 h 37"/>
                    <a:gd name="T106" fmla="*/ 15 w 37"/>
                    <a:gd name="T107" fmla="*/ 8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</a:cxnLst>
                  <a:rect l="0" t="0" r="r" b="b"/>
                  <a:pathLst>
                    <a:path w="37" h="37">
                      <a:moveTo>
                        <a:pt x="4" y="9"/>
                      </a:moveTo>
                      <a:cubicBezTo>
                        <a:pt x="5" y="9"/>
                        <a:pt x="5" y="11"/>
                        <a:pt x="5" y="12"/>
                      </a:cubicBezTo>
                      <a:cubicBezTo>
                        <a:pt x="4" y="12"/>
                        <a:pt x="3" y="12"/>
                        <a:pt x="2" y="12"/>
                      </a:cubicBezTo>
                      <a:cubicBezTo>
                        <a:pt x="1" y="12"/>
                        <a:pt x="0" y="13"/>
                        <a:pt x="0" y="14"/>
                      </a:cubicBezTo>
                      <a:cubicBezTo>
                        <a:pt x="0" y="16"/>
                        <a:pt x="0" y="17"/>
                        <a:pt x="1" y="17"/>
                      </a:cubicBezTo>
                      <a:cubicBezTo>
                        <a:pt x="2" y="17"/>
                        <a:pt x="3" y="19"/>
                        <a:pt x="3" y="20"/>
                      </a:cubicBezTo>
                      <a:cubicBezTo>
                        <a:pt x="3" y="20"/>
                        <a:pt x="2" y="21"/>
                        <a:pt x="2" y="21"/>
                      </a:cubicBezTo>
                      <a:cubicBezTo>
                        <a:pt x="1" y="21"/>
                        <a:pt x="0" y="23"/>
                        <a:pt x="1" y="24"/>
                      </a:cubicBezTo>
                      <a:cubicBezTo>
                        <a:pt x="1" y="25"/>
                        <a:pt x="2" y="26"/>
                        <a:pt x="3" y="26"/>
                      </a:cubicBezTo>
                      <a:cubicBezTo>
                        <a:pt x="4" y="26"/>
                        <a:pt x="5" y="26"/>
                        <a:pt x="5" y="26"/>
                      </a:cubicBezTo>
                      <a:cubicBezTo>
                        <a:pt x="6" y="27"/>
                        <a:pt x="6" y="28"/>
                        <a:pt x="5" y="29"/>
                      </a:cubicBezTo>
                      <a:cubicBezTo>
                        <a:pt x="5" y="30"/>
                        <a:pt x="5" y="31"/>
                        <a:pt x="6" y="32"/>
                      </a:cubicBezTo>
                      <a:cubicBezTo>
                        <a:pt x="7" y="33"/>
                        <a:pt x="8" y="33"/>
                        <a:pt x="9" y="33"/>
                      </a:cubicBezTo>
                      <a:cubicBezTo>
                        <a:pt x="10" y="32"/>
                        <a:pt x="11" y="32"/>
                        <a:pt x="12" y="32"/>
                      </a:cubicBezTo>
                      <a:cubicBezTo>
                        <a:pt x="12" y="32"/>
                        <a:pt x="13" y="33"/>
                        <a:pt x="12" y="34"/>
                      </a:cubicBezTo>
                      <a:cubicBezTo>
                        <a:pt x="12" y="35"/>
                        <a:pt x="13" y="36"/>
                        <a:pt x="15" y="37"/>
                      </a:cubicBezTo>
                      <a:cubicBezTo>
                        <a:pt x="16" y="37"/>
                        <a:pt x="17" y="36"/>
                        <a:pt x="17" y="35"/>
                      </a:cubicBezTo>
                      <a:cubicBezTo>
                        <a:pt x="18" y="34"/>
                        <a:pt x="19" y="34"/>
                        <a:pt x="20" y="34"/>
                      </a:cubicBezTo>
                      <a:cubicBezTo>
                        <a:pt x="20" y="34"/>
                        <a:pt x="21" y="34"/>
                        <a:pt x="21" y="35"/>
                      </a:cubicBezTo>
                      <a:cubicBezTo>
                        <a:pt x="22" y="36"/>
                        <a:pt x="23" y="37"/>
                        <a:pt x="24" y="36"/>
                      </a:cubicBezTo>
                      <a:cubicBezTo>
                        <a:pt x="26" y="36"/>
                        <a:pt x="26" y="35"/>
                        <a:pt x="26" y="34"/>
                      </a:cubicBezTo>
                      <a:cubicBezTo>
                        <a:pt x="26" y="33"/>
                        <a:pt x="27" y="31"/>
                        <a:pt x="27" y="31"/>
                      </a:cubicBezTo>
                      <a:cubicBezTo>
                        <a:pt x="28" y="31"/>
                        <a:pt x="29" y="31"/>
                        <a:pt x="29" y="32"/>
                      </a:cubicBezTo>
                      <a:cubicBezTo>
                        <a:pt x="30" y="32"/>
                        <a:pt x="32" y="32"/>
                        <a:pt x="32" y="31"/>
                      </a:cubicBezTo>
                      <a:cubicBezTo>
                        <a:pt x="33" y="30"/>
                        <a:pt x="34" y="28"/>
                        <a:pt x="33" y="28"/>
                      </a:cubicBezTo>
                      <a:cubicBezTo>
                        <a:pt x="32" y="27"/>
                        <a:pt x="32" y="25"/>
                        <a:pt x="32" y="25"/>
                      </a:cubicBezTo>
                      <a:cubicBezTo>
                        <a:pt x="33" y="24"/>
                        <a:pt x="34" y="24"/>
                        <a:pt x="35" y="24"/>
                      </a:cubicBezTo>
                      <a:cubicBezTo>
                        <a:pt x="36" y="24"/>
                        <a:pt x="37" y="24"/>
                        <a:pt x="37" y="22"/>
                      </a:cubicBezTo>
                      <a:cubicBezTo>
                        <a:pt x="37" y="21"/>
                        <a:pt x="37" y="20"/>
                        <a:pt x="36" y="19"/>
                      </a:cubicBezTo>
                      <a:cubicBezTo>
                        <a:pt x="35" y="19"/>
                        <a:pt x="34" y="18"/>
                        <a:pt x="34" y="17"/>
                      </a:cubicBezTo>
                      <a:cubicBezTo>
                        <a:pt x="34" y="16"/>
                        <a:pt x="35" y="16"/>
                        <a:pt x="35" y="15"/>
                      </a:cubicBezTo>
                      <a:cubicBezTo>
                        <a:pt x="36" y="15"/>
                        <a:pt x="37" y="14"/>
                        <a:pt x="36" y="12"/>
                      </a:cubicBezTo>
                      <a:cubicBezTo>
                        <a:pt x="36" y="11"/>
                        <a:pt x="35" y="10"/>
                        <a:pt x="34" y="11"/>
                      </a:cubicBezTo>
                      <a:cubicBezTo>
                        <a:pt x="33" y="11"/>
                        <a:pt x="31" y="10"/>
                        <a:pt x="31" y="9"/>
                      </a:cubicBezTo>
                      <a:cubicBezTo>
                        <a:pt x="31" y="9"/>
                        <a:pt x="31" y="8"/>
                        <a:pt x="32" y="7"/>
                      </a:cubicBezTo>
                      <a:cubicBezTo>
                        <a:pt x="32" y="7"/>
                        <a:pt x="32" y="5"/>
                        <a:pt x="31" y="4"/>
                      </a:cubicBezTo>
                      <a:cubicBezTo>
                        <a:pt x="30" y="3"/>
                        <a:pt x="29" y="3"/>
                        <a:pt x="28" y="4"/>
                      </a:cubicBezTo>
                      <a:cubicBezTo>
                        <a:pt x="27" y="5"/>
                        <a:pt x="26" y="5"/>
                        <a:pt x="25" y="4"/>
                      </a:cubicBezTo>
                      <a:cubicBezTo>
                        <a:pt x="25" y="4"/>
                        <a:pt x="24" y="3"/>
                        <a:pt x="25" y="2"/>
                      </a:cubicBezTo>
                      <a:cubicBezTo>
                        <a:pt x="25" y="1"/>
                        <a:pt x="24" y="0"/>
                        <a:pt x="22" y="0"/>
                      </a:cubicBezTo>
                      <a:cubicBezTo>
                        <a:pt x="21" y="0"/>
                        <a:pt x="20" y="0"/>
                        <a:pt x="20" y="1"/>
                      </a:cubicBezTo>
                      <a:cubicBezTo>
                        <a:pt x="19" y="2"/>
                        <a:pt x="18" y="3"/>
                        <a:pt x="17" y="3"/>
                      </a:cubicBezTo>
                      <a:cubicBezTo>
                        <a:pt x="17" y="3"/>
                        <a:pt x="16" y="2"/>
                        <a:pt x="16" y="1"/>
                      </a:cubicBezTo>
                      <a:cubicBezTo>
                        <a:pt x="15" y="0"/>
                        <a:pt x="14" y="0"/>
                        <a:pt x="13" y="0"/>
                      </a:cubicBezTo>
                      <a:cubicBezTo>
                        <a:pt x="11" y="1"/>
                        <a:pt x="11" y="2"/>
                        <a:pt x="11" y="3"/>
                      </a:cubicBezTo>
                      <a:cubicBezTo>
                        <a:pt x="11" y="4"/>
                        <a:pt x="10" y="5"/>
                        <a:pt x="10" y="6"/>
                      </a:cubicBezTo>
                      <a:cubicBezTo>
                        <a:pt x="9" y="6"/>
                        <a:pt x="8" y="6"/>
                        <a:pt x="8" y="5"/>
                      </a:cubicBezTo>
                      <a:cubicBezTo>
                        <a:pt x="7" y="4"/>
                        <a:pt x="5" y="5"/>
                        <a:pt x="5" y="6"/>
                      </a:cubicBezTo>
                      <a:cubicBezTo>
                        <a:pt x="4" y="7"/>
                        <a:pt x="3" y="8"/>
                        <a:pt x="4" y="9"/>
                      </a:cubicBezTo>
                      <a:close/>
                      <a:moveTo>
                        <a:pt x="15" y="8"/>
                      </a:moveTo>
                      <a:cubicBezTo>
                        <a:pt x="21" y="6"/>
                        <a:pt x="27" y="9"/>
                        <a:pt x="29" y="15"/>
                      </a:cubicBezTo>
                      <a:cubicBezTo>
                        <a:pt x="31" y="21"/>
                        <a:pt x="27" y="27"/>
                        <a:pt x="22" y="29"/>
                      </a:cubicBezTo>
                      <a:cubicBezTo>
                        <a:pt x="16" y="30"/>
                        <a:pt x="10" y="27"/>
                        <a:pt x="8" y="22"/>
                      </a:cubicBezTo>
                      <a:cubicBezTo>
                        <a:pt x="6" y="16"/>
                        <a:pt x="10" y="10"/>
                        <a:pt x="15" y="8"/>
                      </a:cubicBezTo>
                      <a:close/>
                    </a:path>
                  </a:pathLst>
                </a:custGeom>
                <a:solidFill>
                  <a:srgbClr val="43C5A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425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6" name="Freeform 303"/>
                <p:cNvSpPr>
                  <a:spLocks noEditPoints="1"/>
                </p:cNvSpPr>
                <p:nvPr/>
              </p:nvSpPr>
              <p:spPr bwMode="auto">
                <a:xfrm>
                  <a:off x="5084763" y="1111250"/>
                  <a:ext cx="109538" cy="104775"/>
                </a:xfrm>
                <a:custGeom>
                  <a:avLst/>
                  <a:gdLst>
                    <a:gd name="T0" fmla="*/ 3 w 29"/>
                    <a:gd name="T1" fmla="*/ 7 h 28"/>
                    <a:gd name="T2" fmla="*/ 4 w 29"/>
                    <a:gd name="T3" fmla="*/ 9 h 28"/>
                    <a:gd name="T4" fmla="*/ 2 w 29"/>
                    <a:gd name="T5" fmla="*/ 9 h 28"/>
                    <a:gd name="T6" fmla="*/ 0 w 29"/>
                    <a:gd name="T7" fmla="*/ 11 h 28"/>
                    <a:gd name="T8" fmla="*/ 1 w 29"/>
                    <a:gd name="T9" fmla="*/ 13 h 28"/>
                    <a:gd name="T10" fmla="*/ 3 w 29"/>
                    <a:gd name="T11" fmla="*/ 15 h 28"/>
                    <a:gd name="T12" fmla="*/ 1 w 29"/>
                    <a:gd name="T13" fmla="*/ 16 h 28"/>
                    <a:gd name="T14" fmla="*/ 1 w 29"/>
                    <a:gd name="T15" fmla="*/ 19 h 28"/>
                    <a:gd name="T16" fmla="*/ 3 w 29"/>
                    <a:gd name="T17" fmla="*/ 20 h 28"/>
                    <a:gd name="T18" fmla="*/ 4 w 29"/>
                    <a:gd name="T19" fmla="*/ 20 h 28"/>
                    <a:gd name="T20" fmla="*/ 4 w 29"/>
                    <a:gd name="T21" fmla="*/ 23 h 28"/>
                    <a:gd name="T22" fmla="*/ 5 w 29"/>
                    <a:gd name="T23" fmla="*/ 25 h 28"/>
                    <a:gd name="T24" fmla="*/ 7 w 29"/>
                    <a:gd name="T25" fmla="*/ 25 h 28"/>
                    <a:gd name="T26" fmla="*/ 9 w 29"/>
                    <a:gd name="T27" fmla="*/ 25 h 28"/>
                    <a:gd name="T28" fmla="*/ 10 w 29"/>
                    <a:gd name="T29" fmla="*/ 27 h 28"/>
                    <a:gd name="T30" fmla="*/ 11 w 29"/>
                    <a:gd name="T31" fmla="*/ 28 h 28"/>
                    <a:gd name="T32" fmla="*/ 13 w 29"/>
                    <a:gd name="T33" fmla="*/ 27 h 28"/>
                    <a:gd name="T34" fmla="*/ 15 w 29"/>
                    <a:gd name="T35" fmla="*/ 26 h 28"/>
                    <a:gd name="T36" fmla="*/ 17 w 29"/>
                    <a:gd name="T37" fmla="*/ 27 h 28"/>
                    <a:gd name="T38" fmla="*/ 19 w 29"/>
                    <a:gd name="T39" fmla="*/ 28 h 28"/>
                    <a:gd name="T40" fmla="*/ 20 w 29"/>
                    <a:gd name="T41" fmla="*/ 26 h 28"/>
                    <a:gd name="T42" fmla="*/ 21 w 29"/>
                    <a:gd name="T43" fmla="*/ 24 h 28"/>
                    <a:gd name="T44" fmla="*/ 23 w 29"/>
                    <a:gd name="T45" fmla="*/ 24 h 28"/>
                    <a:gd name="T46" fmla="*/ 25 w 29"/>
                    <a:gd name="T47" fmla="*/ 24 h 28"/>
                    <a:gd name="T48" fmla="*/ 25 w 29"/>
                    <a:gd name="T49" fmla="*/ 21 h 28"/>
                    <a:gd name="T50" fmla="*/ 25 w 29"/>
                    <a:gd name="T51" fmla="*/ 19 h 28"/>
                    <a:gd name="T52" fmla="*/ 27 w 29"/>
                    <a:gd name="T53" fmla="*/ 19 h 28"/>
                    <a:gd name="T54" fmla="*/ 29 w 29"/>
                    <a:gd name="T55" fmla="*/ 17 h 28"/>
                    <a:gd name="T56" fmla="*/ 28 w 29"/>
                    <a:gd name="T57" fmla="*/ 15 h 28"/>
                    <a:gd name="T58" fmla="*/ 26 w 29"/>
                    <a:gd name="T59" fmla="*/ 13 h 28"/>
                    <a:gd name="T60" fmla="*/ 27 w 29"/>
                    <a:gd name="T61" fmla="*/ 12 h 28"/>
                    <a:gd name="T62" fmla="*/ 28 w 29"/>
                    <a:gd name="T63" fmla="*/ 10 h 28"/>
                    <a:gd name="T64" fmla="*/ 26 w 29"/>
                    <a:gd name="T65" fmla="*/ 8 h 28"/>
                    <a:gd name="T66" fmla="*/ 24 w 29"/>
                    <a:gd name="T67" fmla="*/ 7 h 28"/>
                    <a:gd name="T68" fmla="*/ 25 w 29"/>
                    <a:gd name="T69" fmla="*/ 6 h 28"/>
                    <a:gd name="T70" fmla="*/ 24 w 29"/>
                    <a:gd name="T71" fmla="*/ 3 h 28"/>
                    <a:gd name="T72" fmla="*/ 22 w 29"/>
                    <a:gd name="T73" fmla="*/ 3 h 28"/>
                    <a:gd name="T74" fmla="*/ 19 w 29"/>
                    <a:gd name="T75" fmla="*/ 3 h 28"/>
                    <a:gd name="T76" fmla="*/ 19 w 29"/>
                    <a:gd name="T77" fmla="*/ 2 h 28"/>
                    <a:gd name="T78" fmla="*/ 17 w 29"/>
                    <a:gd name="T79" fmla="*/ 0 h 28"/>
                    <a:gd name="T80" fmla="*/ 15 w 29"/>
                    <a:gd name="T81" fmla="*/ 1 h 28"/>
                    <a:gd name="T82" fmla="*/ 13 w 29"/>
                    <a:gd name="T83" fmla="*/ 2 h 28"/>
                    <a:gd name="T84" fmla="*/ 12 w 29"/>
                    <a:gd name="T85" fmla="*/ 1 h 28"/>
                    <a:gd name="T86" fmla="*/ 10 w 29"/>
                    <a:gd name="T87" fmla="*/ 0 h 28"/>
                    <a:gd name="T88" fmla="*/ 9 w 29"/>
                    <a:gd name="T89" fmla="*/ 2 h 28"/>
                    <a:gd name="T90" fmla="*/ 8 w 29"/>
                    <a:gd name="T91" fmla="*/ 4 h 28"/>
                    <a:gd name="T92" fmla="*/ 6 w 29"/>
                    <a:gd name="T93" fmla="*/ 4 h 28"/>
                    <a:gd name="T94" fmla="*/ 4 w 29"/>
                    <a:gd name="T95" fmla="*/ 4 h 28"/>
                    <a:gd name="T96" fmla="*/ 3 w 29"/>
                    <a:gd name="T97" fmla="*/ 7 h 28"/>
                    <a:gd name="T98" fmla="*/ 12 w 29"/>
                    <a:gd name="T99" fmla="*/ 6 h 28"/>
                    <a:gd name="T100" fmla="*/ 22 w 29"/>
                    <a:gd name="T101" fmla="*/ 12 h 28"/>
                    <a:gd name="T102" fmla="*/ 17 w 29"/>
                    <a:gd name="T103" fmla="*/ 22 h 28"/>
                    <a:gd name="T104" fmla="*/ 6 w 29"/>
                    <a:gd name="T105" fmla="*/ 17 h 28"/>
                    <a:gd name="T106" fmla="*/ 12 w 29"/>
                    <a:gd name="T107" fmla="*/ 6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</a:cxnLst>
                  <a:rect l="0" t="0" r="r" b="b"/>
                  <a:pathLst>
                    <a:path w="29" h="28">
                      <a:moveTo>
                        <a:pt x="3" y="7"/>
                      </a:moveTo>
                      <a:cubicBezTo>
                        <a:pt x="4" y="7"/>
                        <a:pt x="4" y="9"/>
                        <a:pt x="4" y="9"/>
                      </a:cubicBezTo>
                      <a:cubicBezTo>
                        <a:pt x="4" y="9"/>
                        <a:pt x="3" y="10"/>
                        <a:pt x="2" y="9"/>
                      </a:cubicBezTo>
                      <a:cubicBezTo>
                        <a:pt x="1" y="9"/>
                        <a:pt x="0" y="10"/>
                        <a:pt x="0" y="11"/>
                      </a:cubicBezTo>
                      <a:cubicBezTo>
                        <a:pt x="0" y="12"/>
                        <a:pt x="0" y="13"/>
                        <a:pt x="1" y="13"/>
                      </a:cubicBezTo>
                      <a:cubicBezTo>
                        <a:pt x="2" y="13"/>
                        <a:pt x="3" y="15"/>
                        <a:pt x="3" y="15"/>
                      </a:cubicBezTo>
                      <a:cubicBezTo>
                        <a:pt x="3" y="16"/>
                        <a:pt x="2" y="16"/>
                        <a:pt x="1" y="16"/>
                      </a:cubicBezTo>
                      <a:cubicBezTo>
                        <a:pt x="1" y="17"/>
                        <a:pt x="0" y="18"/>
                        <a:pt x="1" y="19"/>
                      </a:cubicBezTo>
                      <a:cubicBezTo>
                        <a:pt x="1" y="20"/>
                        <a:pt x="2" y="20"/>
                        <a:pt x="3" y="20"/>
                      </a:cubicBezTo>
                      <a:cubicBezTo>
                        <a:pt x="3" y="20"/>
                        <a:pt x="4" y="20"/>
                        <a:pt x="4" y="20"/>
                      </a:cubicBezTo>
                      <a:cubicBezTo>
                        <a:pt x="4" y="21"/>
                        <a:pt x="5" y="22"/>
                        <a:pt x="4" y="23"/>
                      </a:cubicBezTo>
                      <a:cubicBezTo>
                        <a:pt x="4" y="23"/>
                        <a:pt x="4" y="24"/>
                        <a:pt x="5" y="25"/>
                      </a:cubicBezTo>
                      <a:cubicBezTo>
                        <a:pt x="5" y="26"/>
                        <a:pt x="7" y="26"/>
                        <a:pt x="7" y="25"/>
                      </a:cubicBezTo>
                      <a:cubicBezTo>
                        <a:pt x="8" y="25"/>
                        <a:pt x="9" y="25"/>
                        <a:pt x="9" y="25"/>
                      </a:cubicBezTo>
                      <a:cubicBezTo>
                        <a:pt x="10" y="25"/>
                        <a:pt x="10" y="26"/>
                        <a:pt x="10" y="27"/>
                      </a:cubicBezTo>
                      <a:cubicBezTo>
                        <a:pt x="10" y="27"/>
                        <a:pt x="10" y="28"/>
                        <a:pt x="11" y="28"/>
                      </a:cubicBezTo>
                      <a:cubicBezTo>
                        <a:pt x="12" y="28"/>
                        <a:pt x="13" y="28"/>
                        <a:pt x="13" y="27"/>
                      </a:cubicBezTo>
                      <a:cubicBezTo>
                        <a:pt x="14" y="27"/>
                        <a:pt x="15" y="26"/>
                        <a:pt x="15" y="26"/>
                      </a:cubicBezTo>
                      <a:cubicBezTo>
                        <a:pt x="16" y="26"/>
                        <a:pt x="16" y="26"/>
                        <a:pt x="17" y="27"/>
                      </a:cubicBezTo>
                      <a:cubicBezTo>
                        <a:pt x="17" y="28"/>
                        <a:pt x="18" y="28"/>
                        <a:pt x="19" y="28"/>
                      </a:cubicBezTo>
                      <a:cubicBezTo>
                        <a:pt x="20" y="28"/>
                        <a:pt x="20" y="27"/>
                        <a:pt x="20" y="26"/>
                      </a:cubicBezTo>
                      <a:cubicBezTo>
                        <a:pt x="20" y="25"/>
                        <a:pt x="21" y="24"/>
                        <a:pt x="21" y="24"/>
                      </a:cubicBezTo>
                      <a:cubicBezTo>
                        <a:pt x="21" y="24"/>
                        <a:pt x="22" y="24"/>
                        <a:pt x="23" y="24"/>
                      </a:cubicBezTo>
                      <a:cubicBezTo>
                        <a:pt x="23" y="25"/>
                        <a:pt x="24" y="25"/>
                        <a:pt x="25" y="24"/>
                      </a:cubicBezTo>
                      <a:cubicBezTo>
                        <a:pt x="26" y="23"/>
                        <a:pt x="26" y="22"/>
                        <a:pt x="25" y="21"/>
                      </a:cubicBezTo>
                      <a:cubicBezTo>
                        <a:pt x="25" y="21"/>
                        <a:pt x="25" y="20"/>
                        <a:pt x="25" y="19"/>
                      </a:cubicBezTo>
                      <a:cubicBezTo>
                        <a:pt x="25" y="19"/>
                        <a:pt x="26" y="19"/>
                        <a:pt x="27" y="19"/>
                      </a:cubicBezTo>
                      <a:cubicBezTo>
                        <a:pt x="28" y="19"/>
                        <a:pt x="28" y="18"/>
                        <a:pt x="29" y="17"/>
                      </a:cubicBezTo>
                      <a:cubicBezTo>
                        <a:pt x="29" y="16"/>
                        <a:pt x="28" y="15"/>
                        <a:pt x="28" y="15"/>
                      </a:cubicBezTo>
                      <a:cubicBezTo>
                        <a:pt x="27" y="15"/>
                        <a:pt x="26" y="14"/>
                        <a:pt x="26" y="13"/>
                      </a:cubicBezTo>
                      <a:cubicBezTo>
                        <a:pt x="26" y="13"/>
                        <a:pt x="27" y="12"/>
                        <a:pt x="27" y="12"/>
                      </a:cubicBezTo>
                      <a:cubicBezTo>
                        <a:pt x="28" y="12"/>
                        <a:pt x="28" y="11"/>
                        <a:pt x="28" y="10"/>
                      </a:cubicBezTo>
                      <a:cubicBezTo>
                        <a:pt x="28" y="9"/>
                        <a:pt x="27" y="8"/>
                        <a:pt x="26" y="8"/>
                      </a:cubicBezTo>
                      <a:cubicBezTo>
                        <a:pt x="26" y="9"/>
                        <a:pt x="24" y="8"/>
                        <a:pt x="24" y="7"/>
                      </a:cubicBezTo>
                      <a:cubicBezTo>
                        <a:pt x="24" y="7"/>
                        <a:pt x="24" y="6"/>
                        <a:pt x="25" y="6"/>
                      </a:cubicBezTo>
                      <a:cubicBezTo>
                        <a:pt x="25" y="5"/>
                        <a:pt x="25" y="4"/>
                        <a:pt x="24" y="3"/>
                      </a:cubicBezTo>
                      <a:cubicBezTo>
                        <a:pt x="23" y="3"/>
                        <a:pt x="22" y="3"/>
                        <a:pt x="22" y="3"/>
                      </a:cubicBezTo>
                      <a:cubicBezTo>
                        <a:pt x="21" y="4"/>
                        <a:pt x="20" y="4"/>
                        <a:pt x="19" y="3"/>
                      </a:cubicBezTo>
                      <a:cubicBezTo>
                        <a:pt x="19" y="3"/>
                        <a:pt x="19" y="2"/>
                        <a:pt x="19" y="2"/>
                      </a:cubicBezTo>
                      <a:cubicBezTo>
                        <a:pt x="19" y="1"/>
                        <a:pt x="18" y="0"/>
                        <a:pt x="17" y="0"/>
                      </a:cubicBezTo>
                      <a:cubicBezTo>
                        <a:pt x="16" y="0"/>
                        <a:pt x="15" y="0"/>
                        <a:pt x="15" y="1"/>
                      </a:cubicBezTo>
                      <a:cubicBezTo>
                        <a:pt x="15" y="2"/>
                        <a:pt x="14" y="2"/>
                        <a:pt x="13" y="2"/>
                      </a:cubicBezTo>
                      <a:cubicBezTo>
                        <a:pt x="13" y="2"/>
                        <a:pt x="12" y="2"/>
                        <a:pt x="12" y="1"/>
                      </a:cubicBezTo>
                      <a:cubicBezTo>
                        <a:pt x="12" y="0"/>
                        <a:pt x="11" y="0"/>
                        <a:pt x="10" y="0"/>
                      </a:cubicBezTo>
                      <a:cubicBezTo>
                        <a:pt x="9" y="1"/>
                        <a:pt x="8" y="2"/>
                        <a:pt x="9" y="2"/>
                      </a:cubicBezTo>
                      <a:cubicBezTo>
                        <a:pt x="9" y="3"/>
                        <a:pt x="8" y="4"/>
                        <a:pt x="8" y="4"/>
                      </a:cubicBezTo>
                      <a:cubicBezTo>
                        <a:pt x="7" y="5"/>
                        <a:pt x="7" y="4"/>
                        <a:pt x="6" y="4"/>
                      </a:cubicBezTo>
                      <a:cubicBezTo>
                        <a:pt x="5" y="3"/>
                        <a:pt x="4" y="4"/>
                        <a:pt x="4" y="4"/>
                      </a:cubicBezTo>
                      <a:cubicBezTo>
                        <a:pt x="3" y="5"/>
                        <a:pt x="3" y="6"/>
                        <a:pt x="3" y="7"/>
                      </a:cubicBezTo>
                      <a:close/>
                      <a:moveTo>
                        <a:pt x="12" y="6"/>
                      </a:moveTo>
                      <a:cubicBezTo>
                        <a:pt x="16" y="5"/>
                        <a:pt x="21" y="7"/>
                        <a:pt x="22" y="12"/>
                      </a:cubicBezTo>
                      <a:cubicBezTo>
                        <a:pt x="24" y="16"/>
                        <a:pt x="21" y="21"/>
                        <a:pt x="17" y="22"/>
                      </a:cubicBezTo>
                      <a:cubicBezTo>
                        <a:pt x="13" y="23"/>
                        <a:pt x="8" y="21"/>
                        <a:pt x="6" y="17"/>
                      </a:cubicBezTo>
                      <a:cubicBezTo>
                        <a:pt x="5" y="12"/>
                        <a:pt x="7" y="8"/>
                        <a:pt x="12" y="6"/>
                      </a:cubicBezTo>
                      <a:close/>
                    </a:path>
                  </a:pathLst>
                </a:custGeom>
                <a:solidFill>
                  <a:srgbClr val="43C5A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425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</p:grpSp>
        <p:sp>
          <p:nvSpPr>
            <p:cNvPr id="41" name="矩形 40"/>
            <p:cNvSpPr/>
            <p:nvPr/>
          </p:nvSpPr>
          <p:spPr>
            <a:xfrm>
              <a:off x="7367116" y="916528"/>
              <a:ext cx="996247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PART 02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 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7" name="组合 46"/>
          <p:cNvGrpSpPr/>
          <p:nvPr userDrawn="1"/>
        </p:nvGrpSpPr>
        <p:grpSpPr>
          <a:xfrm>
            <a:off x="8957777" y="285728"/>
            <a:ext cx="996377" cy="1000132"/>
            <a:chOff x="8563703" y="285728"/>
            <a:chExt cx="996247" cy="1000132"/>
          </a:xfrm>
        </p:grpSpPr>
        <p:grpSp>
          <p:nvGrpSpPr>
            <p:cNvPr id="48" name="组合 55"/>
            <p:cNvGrpSpPr/>
            <p:nvPr/>
          </p:nvGrpSpPr>
          <p:grpSpPr>
            <a:xfrm>
              <a:off x="8762966" y="285728"/>
              <a:ext cx="597720" cy="597720"/>
              <a:chOff x="6494501" y="4230044"/>
              <a:chExt cx="696763" cy="696763"/>
            </a:xfrm>
          </p:grpSpPr>
          <p:sp>
            <p:nvSpPr>
              <p:cNvPr id="50" name="椭圆 49"/>
              <p:cNvSpPr/>
              <p:nvPr/>
            </p:nvSpPr>
            <p:spPr>
              <a:xfrm>
                <a:off x="6494501" y="4230044"/>
                <a:ext cx="696763" cy="696763"/>
              </a:xfrm>
              <a:prstGeom prst="ellipse">
                <a:avLst/>
              </a:prstGeom>
              <a:solidFill>
                <a:srgbClr val="EEEEEE"/>
              </a:solidFill>
              <a:ln>
                <a:solidFill>
                  <a:schemeClr val="bg1"/>
                </a:solidFill>
              </a:ln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25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1" name="任意多边形 50"/>
              <p:cNvSpPr/>
              <p:nvPr/>
            </p:nvSpPr>
            <p:spPr bwMode="auto">
              <a:xfrm>
                <a:off x="6609467" y="4389660"/>
                <a:ext cx="488930" cy="374848"/>
              </a:xfrm>
              <a:custGeom>
                <a:avLst/>
                <a:gdLst>
                  <a:gd name="connsiteX0" fmla="*/ 14829 w 563476"/>
                  <a:gd name="connsiteY0" fmla="*/ 416347 h 432000"/>
                  <a:gd name="connsiteX1" fmla="*/ 556062 w 563476"/>
                  <a:gd name="connsiteY1" fmla="*/ 416347 h 432000"/>
                  <a:gd name="connsiteX2" fmla="*/ 563476 w 563476"/>
                  <a:gd name="connsiteY2" fmla="*/ 424174 h 432000"/>
                  <a:gd name="connsiteX3" fmla="*/ 556062 w 563476"/>
                  <a:gd name="connsiteY3" fmla="*/ 432000 h 432000"/>
                  <a:gd name="connsiteX4" fmla="*/ 14829 w 563476"/>
                  <a:gd name="connsiteY4" fmla="*/ 432000 h 432000"/>
                  <a:gd name="connsiteX5" fmla="*/ 0 w 563476"/>
                  <a:gd name="connsiteY5" fmla="*/ 424174 h 432000"/>
                  <a:gd name="connsiteX6" fmla="*/ 14829 w 563476"/>
                  <a:gd name="connsiteY6" fmla="*/ 416347 h 432000"/>
                  <a:gd name="connsiteX7" fmla="*/ 428869 w 563476"/>
                  <a:gd name="connsiteY7" fmla="*/ 200347 h 432000"/>
                  <a:gd name="connsiteX8" fmla="*/ 510260 w 563476"/>
                  <a:gd name="connsiteY8" fmla="*/ 200347 h 432000"/>
                  <a:gd name="connsiteX9" fmla="*/ 510260 w 563476"/>
                  <a:gd name="connsiteY9" fmla="*/ 372521 h 432000"/>
                  <a:gd name="connsiteX10" fmla="*/ 428869 w 563476"/>
                  <a:gd name="connsiteY10" fmla="*/ 372521 h 432000"/>
                  <a:gd name="connsiteX11" fmla="*/ 303652 w 563476"/>
                  <a:gd name="connsiteY11" fmla="*/ 118956 h 432000"/>
                  <a:gd name="connsiteX12" fmla="*/ 385043 w 563476"/>
                  <a:gd name="connsiteY12" fmla="*/ 118956 h 432000"/>
                  <a:gd name="connsiteX13" fmla="*/ 385043 w 563476"/>
                  <a:gd name="connsiteY13" fmla="*/ 372521 h 432000"/>
                  <a:gd name="connsiteX14" fmla="*/ 303652 w 563476"/>
                  <a:gd name="connsiteY14" fmla="*/ 372521 h 432000"/>
                  <a:gd name="connsiteX15" fmla="*/ 72001 w 563476"/>
                  <a:gd name="connsiteY15" fmla="*/ 97044 h 432000"/>
                  <a:gd name="connsiteX16" fmla="*/ 153392 w 563476"/>
                  <a:gd name="connsiteY16" fmla="*/ 97044 h 432000"/>
                  <a:gd name="connsiteX17" fmla="*/ 153392 w 563476"/>
                  <a:gd name="connsiteY17" fmla="*/ 372521 h 432000"/>
                  <a:gd name="connsiteX18" fmla="*/ 72001 w 563476"/>
                  <a:gd name="connsiteY18" fmla="*/ 372521 h 432000"/>
                  <a:gd name="connsiteX19" fmla="*/ 190957 w 563476"/>
                  <a:gd name="connsiteY19" fmla="*/ 0 h 432000"/>
                  <a:gd name="connsiteX20" fmla="*/ 272348 w 563476"/>
                  <a:gd name="connsiteY20" fmla="*/ 0 h 432000"/>
                  <a:gd name="connsiteX21" fmla="*/ 272348 w 563476"/>
                  <a:gd name="connsiteY21" fmla="*/ 372521 h 432000"/>
                  <a:gd name="connsiteX22" fmla="*/ 190957 w 563476"/>
                  <a:gd name="connsiteY22" fmla="*/ 372521 h 432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63476" h="432000">
                    <a:moveTo>
                      <a:pt x="14829" y="416347"/>
                    </a:moveTo>
                    <a:cubicBezTo>
                      <a:pt x="556062" y="416347"/>
                      <a:pt x="556062" y="416347"/>
                      <a:pt x="556062" y="416347"/>
                    </a:cubicBezTo>
                    <a:cubicBezTo>
                      <a:pt x="556062" y="416347"/>
                      <a:pt x="563476" y="416347"/>
                      <a:pt x="563476" y="424174"/>
                    </a:cubicBezTo>
                    <a:cubicBezTo>
                      <a:pt x="563476" y="432000"/>
                      <a:pt x="556062" y="432000"/>
                      <a:pt x="556062" y="432000"/>
                    </a:cubicBezTo>
                    <a:lnTo>
                      <a:pt x="14829" y="432000"/>
                    </a:lnTo>
                    <a:cubicBezTo>
                      <a:pt x="7414" y="432000"/>
                      <a:pt x="0" y="432000"/>
                      <a:pt x="0" y="424174"/>
                    </a:cubicBezTo>
                    <a:cubicBezTo>
                      <a:pt x="0" y="416347"/>
                      <a:pt x="7414" y="416347"/>
                      <a:pt x="14829" y="416347"/>
                    </a:cubicBezTo>
                    <a:close/>
                    <a:moveTo>
                      <a:pt x="428869" y="200347"/>
                    </a:moveTo>
                    <a:lnTo>
                      <a:pt x="510260" y="200347"/>
                    </a:lnTo>
                    <a:lnTo>
                      <a:pt x="510260" y="372521"/>
                    </a:lnTo>
                    <a:lnTo>
                      <a:pt x="428869" y="372521"/>
                    </a:lnTo>
                    <a:close/>
                    <a:moveTo>
                      <a:pt x="303652" y="118956"/>
                    </a:moveTo>
                    <a:lnTo>
                      <a:pt x="385043" y="118956"/>
                    </a:lnTo>
                    <a:lnTo>
                      <a:pt x="385043" y="372521"/>
                    </a:lnTo>
                    <a:lnTo>
                      <a:pt x="303652" y="372521"/>
                    </a:lnTo>
                    <a:close/>
                    <a:moveTo>
                      <a:pt x="72001" y="97044"/>
                    </a:moveTo>
                    <a:lnTo>
                      <a:pt x="153392" y="97044"/>
                    </a:lnTo>
                    <a:lnTo>
                      <a:pt x="153392" y="372521"/>
                    </a:lnTo>
                    <a:lnTo>
                      <a:pt x="72001" y="372521"/>
                    </a:lnTo>
                    <a:close/>
                    <a:moveTo>
                      <a:pt x="190957" y="0"/>
                    </a:moveTo>
                    <a:lnTo>
                      <a:pt x="272348" y="0"/>
                    </a:lnTo>
                    <a:lnTo>
                      <a:pt x="272348" y="372521"/>
                    </a:lnTo>
                    <a:lnTo>
                      <a:pt x="190957" y="372521"/>
                    </a:lnTo>
                    <a:close/>
                  </a:path>
                </a:pathLst>
              </a:custGeom>
              <a:solidFill>
                <a:srgbClr val="C1D84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49" name="矩形 48"/>
            <p:cNvSpPr/>
            <p:nvPr/>
          </p:nvSpPr>
          <p:spPr>
            <a:xfrm>
              <a:off x="8563703" y="916528"/>
              <a:ext cx="996247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PART 03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 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2" name="组合 51"/>
          <p:cNvGrpSpPr/>
          <p:nvPr userDrawn="1"/>
        </p:nvGrpSpPr>
        <p:grpSpPr>
          <a:xfrm>
            <a:off x="9958040" y="285728"/>
            <a:ext cx="996377" cy="1000132"/>
            <a:chOff x="9760290" y="285728"/>
            <a:chExt cx="996247" cy="1000132"/>
          </a:xfrm>
        </p:grpSpPr>
        <p:grpSp>
          <p:nvGrpSpPr>
            <p:cNvPr id="53" name="组合 43"/>
            <p:cNvGrpSpPr/>
            <p:nvPr/>
          </p:nvGrpSpPr>
          <p:grpSpPr>
            <a:xfrm>
              <a:off x="9959553" y="285728"/>
              <a:ext cx="597720" cy="597720"/>
              <a:chOff x="4840168" y="3971584"/>
              <a:chExt cx="522572" cy="522572"/>
            </a:xfrm>
          </p:grpSpPr>
          <p:sp>
            <p:nvSpPr>
              <p:cNvPr id="55" name="椭圆 54"/>
              <p:cNvSpPr/>
              <p:nvPr/>
            </p:nvSpPr>
            <p:spPr>
              <a:xfrm>
                <a:off x="4840168" y="3971584"/>
                <a:ext cx="522572" cy="522572"/>
              </a:xfrm>
              <a:prstGeom prst="ellipse">
                <a:avLst/>
              </a:prstGeom>
              <a:solidFill>
                <a:srgbClr val="EEEEEE"/>
              </a:solidFill>
              <a:ln>
                <a:solidFill>
                  <a:schemeClr val="bg1"/>
                </a:solidFill>
              </a:ln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25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grpSp>
            <p:nvGrpSpPr>
              <p:cNvPr id="56" name="组合 137"/>
              <p:cNvGrpSpPr/>
              <p:nvPr/>
            </p:nvGrpSpPr>
            <p:grpSpPr>
              <a:xfrm>
                <a:off x="4981489" y="4078661"/>
                <a:ext cx="239931" cy="308418"/>
                <a:chOff x="731016" y="1671338"/>
                <a:chExt cx="366231" cy="470769"/>
              </a:xfrm>
              <a:solidFill>
                <a:srgbClr val="B91F38"/>
              </a:solidFill>
            </p:grpSpPr>
            <p:sp>
              <p:nvSpPr>
                <p:cNvPr id="57" name="Freeform 108"/>
                <p:cNvSpPr/>
                <p:nvPr/>
              </p:nvSpPr>
              <p:spPr bwMode="auto">
                <a:xfrm flipH="1">
                  <a:off x="731016" y="2089492"/>
                  <a:ext cx="51922" cy="52615"/>
                </a:xfrm>
                <a:custGeom>
                  <a:avLst/>
                  <a:gdLst>
                    <a:gd name="T0" fmla="*/ 0 w 32"/>
                    <a:gd name="T1" fmla="*/ 32 h 32"/>
                    <a:gd name="T2" fmla="*/ 16 w 32"/>
                    <a:gd name="T3" fmla="*/ 32 h 32"/>
                    <a:gd name="T4" fmla="*/ 32 w 32"/>
                    <a:gd name="T5" fmla="*/ 16 h 32"/>
                    <a:gd name="T6" fmla="*/ 32 w 32"/>
                    <a:gd name="T7" fmla="*/ 0 h 32"/>
                    <a:gd name="T8" fmla="*/ 0 w 32"/>
                    <a:gd name="T9" fmla="*/ 0 h 32"/>
                    <a:gd name="T10" fmla="*/ 0 w 32"/>
                    <a:gd name="T11" fmla="*/ 32 h 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2" h="32">
                      <a:moveTo>
                        <a:pt x="0" y="32"/>
                      </a:moveTo>
                      <a:cubicBezTo>
                        <a:pt x="16" y="32"/>
                        <a:pt x="16" y="32"/>
                        <a:pt x="16" y="32"/>
                      </a:cubicBezTo>
                      <a:cubicBezTo>
                        <a:pt x="25" y="32"/>
                        <a:pt x="32" y="25"/>
                        <a:pt x="32" y="16"/>
                      </a:cubicBezTo>
                      <a:cubicBezTo>
                        <a:pt x="32" y="0"/>
                        <a:pt x="32" y="0"/>
                        <a:pt x="32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lnTo>
                        <a:pt x="0" y="32"/>
                      </a:lnTo>
                      <a:close/>
                    </a:path>
                  </a:pathLst>
                </a:custGeom>
                <a:solidFill>
                  <a:srgbClr val="FA817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121920" tIns="60960" rIns="121920" bIns="6096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l" defTabSz="1219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8" name="Freeform 109"/>
                <p:cNvSpPr>
                  <a:spLocks noEditPoints="1"/>
                </p:cNvSpPr>
                <p:nvPr/>
              </p:nvSpPr>
              <p:spPr bwMode="auto">
                <a:xfrm flipH="1">
                  <a:off x="731016" y="1671338"/>
                  <a:ext cx="366231" cy="470769"/>
                </a:xfrm>
                <a:custGeom>
                  <a:avLst/>
                  <a:gdLst>
                    <a:gd name="T0" fmla="*/ 208 w 224"/>
                    <a:gd name="T1" fmla="*/ 0 h 288"/>
                    <a:gd name="T2" fmla="*/ 16 w 224"/>
                    <a:gd name="T3" fmla="*/ 0 h 288"/>
                    <a:gd name="T4" fmla="*/ 0 w 224"/>
                    <a:gd name="T5" fmla="*/ 16 h 288"/>
                    <a:gd name="T6" fmla="*/ 0 w 224"/>
                    <a:gd name="T7" fmla="*/ 272 h 288"/>
                    <a:gd name="T8" fmla="*/ 16 w 224"/>
                    <a:gd name="T9" fmla="*/ 288 h 288"/>
                    <a:gd name="T10" fmla="*/ 176 w 224"/>
                    <a:gd name="T11" fmla="*/ 288 h 288"/>
                    <a:gd name="T12" fmla="*/ 176 w 224"/>
                    <a:gd name="T13" fmla="*/ 144 h 288"/>
                    <a:gd name="T14" fmla="*/ 224 w 224"/>
                    <a:gd name="T15" fmla="*/ 144 h 288"/>
                    <a:gd name="T16" fmla="*/ 224 w 224"/>
                    <a:gd name="T17" fmla="*/ 16 h 288"/>
                    <a:gd name="T18" fmla="*/ 208 w 224"/>
                    <a:gd name="T19" fmla="*/ 0 h 288"/>
                    <a:gd name="T20" fmla="*/ 168 w 224"/>
                    <a:gd name="T21" fmla="*/ 104 h 288"/>
                    <a:gd name="T22" fmla="*/ 56 w 224"/>
                    <a:gd name="T23" fmla="*/ 104 h 288"/>
                    <a:gd name="T24" fmla="*/ 56 w 224"/>
                    <a:gd name="T25" fmla="*/ 88 h 288"/>
                    <a:gd name="T26" fmla="*/ 168 w 224"/>
                    <a:gd name="T27" fmla="*/ 88 h 288"/>
                    <a:gd name="T28" fmla="*/ 168 w 224"/>
                    <a:gd name="T29" fmla="*/ 104 h 288"/>
                    <a:gd name="T30" fmla="*/ 168 w 224"/>
                    <a:gd name="T31" fmla="*/ 72 h 288"/>
                    <a:gd name="T32" fmla="*/ 56 w 224"/>
                    <a:gd name="T33" fmla="*/ 72 h 288"/>
                    <a:gd name="T34" fmla="*/ 56 w 224"/>
                    <a:gd name="T35" fmla="*/ 56 h 288"/>
                    <a:gd name="T36" fmla="*/ 168 w 224"/>
                    <a:gd name="T37" fmla="*/ 56 h 288"/>
                    <a:gd name="T38" fmla="*/ 168 w 224"/>
                    <a:gd name="T39" fmla="*/ 72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224" h="288">
                      <a:moveTo>
                        <a:pt x="208" y="0"/>
                      </a:moveTo>
                      <a:cubicBezTo>
                        <a:pt x="16" y="0"/>
                        <a:pt x="16" y="0"/>
                        <a:pt x="16" y="0"/>
                      </a:cubicBezTo>
                      <a:cubicBezTo>
                        <a:pt x="7" y="0"/>
                        <a:pt x="0" y="7"/>
                        <a:pt x="0" y="16"/>
                      </a:cubicBezTo>
                      <a:cubicBezTo>
                        <a:pt x="0" y="272"/>
                        <a:pt x="0" y="272"/>
                        <a:pt x="0" y="272"/>
                      </a:cubicBezTo>
                      <a:cubicBezTo>
                        <a:pt x="0" y="281"/>
                        <a:pt x="7" y="288"/>
                        <a:pt x="16" y="288"/>
                      </a:cubicBezTo>
                      <a:cubicBezTo>
                        <a:pt x="176" y="288"/>
                        <a:pt x="176" y="288"/>
                        <a:pt x="176" y="288"/>
                      </a:cubicBezTo>
                      <a:cubicBezTo>
                        <a:pt x="176" y="144"/>
                        <a:pt x="176" y="144"/>
                        <a:pt x="176" y="144"/>
                      </a:cubicBezTo>
                      <a:cubicBezTo>
                        <a:pt x="224" y="144"/>
                        <a:pt x="224" y="144"/>
                        <a:pt x="224" y="144"/>
                      </a:cubicBezTo>
                      <a:cubicBezTo>
                        <a:pt x="224" y="16"/>
                        <a:pt x="224" y="16"/>
                        <a:pt x="224" y="16"/>
                      </a:cubicBezTo>
                      <a:cubicBezTo>
                        <a:pt x="224" y="7"/>
                        <a:pt x="217" y="0"/>
                        <a:pt x="208" y="0"/>
                      </a:cubicBezTo>
                      <a:close/>
                      <a:moveTo>
                        <a:pt x="168" y="104"/>
                      </a:moveTo>
                      <a:cubicBezTo>
                        <a:pt x="56" y="104"/>
                        <a:pt x="56" y="104"/>
                        <a:pt x="56" y="104"/>
                      </a:cubicBezTo>
                      <a:cubicBezTo>
                        <a:pt x="56" y="88"/>
                        <a:pt x="56" y="88"/>
                        <a:pt x="56" y="88"/>
                      </a:cubicBezTo>
                      <a:cubicBezTo>
                        <a:pt x="168" y="88"/>
                        <a:pt x="168" y="88"/>
                        <a:pt x="168" y="88"/>
                      </a:cubicBezTo>
                      <a:lnTo>
                        <a:pt x="168" y="104"/>
                      </a:lnTo>
                      <a:close/>
                      <a:moveTo>
                        <a:pt x="168" y="72"/>
                      </a:moveTo>
                      <a:cubicBezTo>
                        <a:pt x="56" y="72"/>
                        <a:pt x="56" y="72"/>
                        <a:pt x="56" y="72"/>
                      </a:cubicBezTo>
                      <a:cubicBezTo>
                        <a:pt x="56" y="56"/>
                        <a:pt x="56" y="56"/>
                        <a:pt x="56" y="56"/>
                      </a:cubicBezTo>
                      <a:cubicBezTo>
                        <a:pt x="168" y="56"/>
                        <a:pt x="168" y="56"/>
                        <a:pt x="168" y="56"/>
                      </a:cubicBezTo>
                      <a:lnTo>
                        <a:pt x="168" y="72"/>
                      </a:lnTo>
                      <a:close/>
                    </a:path>
                  </a:pathLst>
                </a:custGeom>
                <a:solidFill>
                  <a:srgbClr val="FA817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121920" tIns="60960" rIns="121920" bIns="6096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l" defTabSz="1219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9" name="Rectangle 110"/>
                <p:cNvSpPr>
                  <a:spLocks noChangeArrowheads="1"/>
                </p:cNvSpPr>
                <p:nvPr/>
              </p:nvSpPr>
              <p:spPr bwMode="auto">
                <a:xfrm flipH="1">
                  <a:off x="731016" y="1937200"/>
                  <a:ext cx="51922" cy="51924"/>
                </a:xfrm>
                <a:prstGeom prst="rect">
                  <a:avLst/>
                </a:prstGeom>
                <a:solidFill>
                  <a:srgbClr val="FA817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121920" tIns="60960" rIns="121920" bIns="6096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l" defTabSz="1219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85" name="Rectangle 111"/>
                <p:cNvSpPr>
                  <a:spLocks noChangeArrowheads="1"/>
                </p:cNvSpPr>
                <p:nvPr/>
              </p:nvSpPr>
              <p:spPr bwMode="auto">
                <a:xfrm flipH="1">
                  <a:off x="731016" y="2013001"/>
                  <a:ext cx="51922" cy="52615"/>
                </a:xfrm>
                <a:prstGeom prst="rect">
                  <a:avLst/>
                </a:prstGeom>
                <a:solidFill>
                  <a:srgbClr val="FA817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121920" tIns="60960" rIns="121920" bIns="6096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l" defTabSz="1219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</p:grpSp>
        <p:sp>
          <p:nvSpPr>
            <p:cNvPr id="54" name="矩形 53"/>
            <p:cNvSpPr/>
            <p:nvPr/>
          </p:nvSpPr>
          <p:spPr>
            <a:xfrm>
              <a:off x="9760290" y="916528"/>
              <a:ext cx="996247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PART 04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 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86" name="组合 85"/>
          <p:cNvGrpSpPr/>
          <p:nvPr userDrawn="1"/>
        </p:nvGrpSpPr>
        <p:grpSpPr>
          <a:xfrm>
            <a:off x="10958302" y="285728"/>
            <a:ext cx="996377" cy="1000132"/>
            <a:chOff x="10956875" y="285728"/>
            <a:chExt cx="996247" cy="1000132"/>
          </a:xfrm>
        </p:grpSpPr>
        <p:grpSp>
          <p:nvGrpSpPr>
            <p:cNvPr id="87" name="组合 66"/>
            <p:cNvGrpSpPr/>
            <p:nvPr/>
          </p:nvGrpSpPr>
          <p:grpSpPr>
            <a:xfrm>
              <a:off x="11156138" y="285728"/>
              <a:ext cx="597720" cy="597720"/>
              <a:chOff x="9881420" y="2714620"/>
              <a:chExt cx="784512" cy="784512"/>
            </a:xfrm>
          </p:grpSpPr>
          <p:sp>
            <p:nvSpPr>
              <p:cNvPr id="89" name="椭圆 88"/>
              <p:cNvSpPr/>
              <p:nvPr/>
            </p:nvSpPr>
            <p:spPr>
              <a:xfrm>
                <a:off x="9881420" y="2714620"/>
                <a:ext cx="784512" cy="784512"/>
              </a:xfrm>
              <a:prstGeom prst="ellipse">
                <a:avLst/>
              </a:prstGeom>
              <a:solidFill>
                <a:srgbClr val="EEEEEE"/>
              </a:solidFill>
              <a:ln>
                <a:solidFill>
                  <a:schemeClr val="bg1"/>
                </a:solidFill>
              </a:ln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25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0" name="Freeform 9"/>
              <p:cNvSpPr>
                <a:spLocks noEditPoints="1"/>
              </p:cNvSpPr>
              <p:nvPr/>
            </p:nvSpPr>
            <p:spPr bwMode="auto">
              <a:xfrm>
                <a:off x="10009309" y="2843474"/>
                <a:ext cx="528735" cy="526804"/>
              </a:xfrm>
              <a:custGeom>
                <a:avLst/>
                <a:gdLst>
                  <a:gd name="T0" fmla="*/ 86 w 116"/>
                  <a:gd name="T1" fmla="*/ 17 h 116"/>
                  <a:gd name="T2" fmla="*/ 8 w 116"/>
                  <a:gd name="T3" fmla="*/ 45 h 116"/>
                  <a:gd name="T4" fmla="*/ 11 w 116"/>
                  <a:gd name="T5" fmla="*/ 50 h 116"/>
                  <a:gd name="T6" fmla="*/ 12 w 116"/>
                  <a:gd name="T7" fmla="*/ 59 h 116"/>
                  <a:gd name="T8" fmla="*/ 16 w 116"/>
                  <a:gd name="T9" fmla="*/ 69 h 116"/>
                  <a:gd name="T10" fmla="*/ 20 w 116"/>
                  <a:gd name="T11" fmla="*/ 77 h 116"/>
                  <a:gd name="T12" fmla="*/ 24 w 116"/>
                  <a:gd name="T13" fmla="*/ 83 h 116"/>
                  <a:gd name="T14" fmla="*/ 27 w 116"/>
                  <a:gd name="T15" fmla="*/ 98 h 116"/>
                  <a:gd name="T16" fmla="*/ 33 w 116"/>
                  <a:gd name="T17" fmla="*/ 105 h 116"/>
                  <a:gd name="T18" fmla="*/ 34 w 116"/>
                  <a:gd name="T19" fmla="*/ 101 h 116"/>
                  <a:gd name="T20" fmla="*/ 37 w 116"/>
                  <a:gd name="T21" fmla="*/ 93 h 116"/>
                  <a:gd name="T22" fmla="*/ 41 w 116"/>
                  <a:gd name="T23" fmla="*/ 83 h 116"/>
                  <a:gd name="T24" fmla="*/ 49 w 116"/>
                  <a:gd name="T25" fmla="*/ 73 h 116"/>
                  <a:gd name="T26" fmla="*/ 53 w 116"/>
                  <a:gd name="T27" fmla="*/ 66 h 116"/>
                  <a:gd name="T28" fmla="*/ 45 w 116"/>
                  <a:gd name="T29" fmla="*/ 61 h 116"/>
                  <a:gd name="T30" fmla="*/ 38 w 116"/>
                  <a:gd name="T31" fmla="*/ 58 h 116"/>
                  <a:gd name="T32" fmla="*/ 33 w 116"/>
                  <a:gd name="T33" fmla="*/ 51 h 116"/>
                  <a:gd name="T34" fmla="*/ 25 w 116"/>
                  <a:gd name="T35" fmla="*/ 47 h 116"/>
                  <a:gd name="T36" fmla="*/ 17 w 116"/>
                  <a:gd name="T37" fmla="*/ 49 h 116"/>
                  <a:gd name="T38" fmla="*/ 13 w 116"/>
                  <a:gd name="T39" fmla="*/ 44 h 116"/>
                  <a:gd name="T40" fmla="*/ 12 w 116"/>
                  <a:gd name="T41" fmla="*/ 37 h 116"/>
                  <a:gd name="T42" fmla="*/ 8 w 116"/>
                  <a:gd name="T43" fmla="*/ 37 h 116"/>
                  <a:gd name="T44" fmla="*/ 12 w 116"/>
                  <a:gd name="T45" fmla="*/ 30 h 116"/>
                  <a:gd name="T46" fmla="*/ 18 w 116"/>
                  <a:gd name="T47" fmla="*/ 30 h 116"/>
                  <a:gd name="T48" fmla="*/ 24 w 116"/>
                  <a:gd name="T49" fmla="*/ 25 h 116"/>
                  <a:gd name="T50" fmla="*/ 30 w 116"/>
                  <a:gd name="T51" fmla="*/ 18 h 116"/>
                  <a:gd name="T52" fmla="*/ 32 w 116"/>
                  <a:gd name="T53" fmla="*/ 15 h 116"/>
                  <a:gd name="T54" fmla="*/ 42 w 116"/>
                  <a:gd name="T55" fmla="*/ 12 h 116"/>
                  <a:gd name="T56" fmla="*/ 34 w 116"/>
                  <a:gd name="T57" fmla="*/ 8 h 116"/>
                  <a:gd name="T58" fmla="*/ 32 w 116"/>
                  <a:gd name="T59" fmla="*/ 8 h 116"/>
                  <a:gd name="T60" fmla="*/ 49 w 116"/>
                  <a:gd name="T61" fmla="*/ 2 h 116"/>
                  <a:gd name="T62" fmla="*/ 56 w 116"/>
                  <a:gd name="T63" fmla="*/ 5 h 116"/>
                  <a:gd name="T64" fmla="*/ 82 w 116"/>
                  <a:gd name="T65" fmla="*/ 6 h 116"/>
                  <a:gd name="T66" fmla="*/ 79 w 116"/>
                  <a:gd name="T67" fmla="*/ 11 h 116"/>
                  <a:gd name="T68" fmla="*/ 85 w 116"/>
                  <a:gd name="T69" fmla="*/ 19 h 116"/>
                  <a:gd name="T70" fmla="*/ 89 w 116"/>
                  <a:gd name="T71" fmla="*/ 19 h 116"/>
                  <a:gd name="T72" fmla="*/ 93 w 116"/>
                  <a:gd name="T73" fmla="*/ 17 h 116"/>
                  <a:gd name="T74" fmla="*/ 97 w 116"/>
                  <a:gd name="T75" fmla="*/ 23 h 116"/>
                  <a:gd name="T76" fmla="*/ 101 w 116"/>
                  <a:gd name="T77" fmla="*/ 27 h 116"/>
                  <a:gd name="T78" fmla="*/ 95 w 116"/>
                  <a:gd name="T79" fmla="*/ 27 h 116"/>
                  <a:gd name="T80" fmla="*/ 89 w 116"/>
                  <a:gd name="T81" fmla="*/ 25 h 116"/>
                  <a:gd name="T82" fmla="*/ 81 w 116"/>
                  <a:gd name="T83" fmla="*/ 24 h 116"/>
                  <a:gd name="T84" fmla="*/ 74 w 116"/>
                  <a:gd name="T85" fmla="*/ 30 h 116"/>
                  <a:gd name="T86" fmla="*/ 70 w 116"/>
                  <a:gd name="T87" fmla="*/ 39 h 116"/>
                  <a:gd name="T88" fmla="*/ 73 w 116"/>
                  <a:gd name="T89" fmla="*/ 50 h 116"/>
                  <a:gd name="T90" fmla="*/ 82 w 116"/>
                  <a:gd name="T91" fmla="*/ 53 h 116"/>
                  <a:gd name="T92" fmla="*/ 91 w 116"/>
                  <a:gd name="T93" fmla="*/ 53 h 116"/>
                  <a:gd name="T94" fmla="*/ 95 w 116"/>
                  <a:gd name="T95" fmla="*/ 61 h 116"/>
                  <a:gd name="T96" fmla="*/ 96 w 116"/>
                  <a:gd name="T97" fmla="*/ 71 h 116"/>
                  <a:gd name="T98" fmla="*/ 95 w 116"/>
                  <a:gd name="T99" fmla="*/ 81 h 116"/>
                  <a:gd name="T100" fmla="*/ 100 w 116"/>
                  <a:gd name="T101" fmla="*/ 90 h 116"/>
                  <a:gd name="T102" fmla="*/ 107 w 116"/>
                  <a:gd name="T103" fmla="*/ 82 h 116"/>
                  <a:gd name="T104" fmla="*/ 112 w 116"/>
                  <a:gd name="T105" fmla="*/ 69 h 116"/>
                  <a:gd name="T106" fmla="*/ 114 w 116"/>
                  <a:gd name="T107" fmla="*/ 53 h 116"/>
                  <a:gd name="T108" fmla="*/ 109 w 116"/>
                  <a:gd name="T109" fmla="*/ 39 h 116"/>
                  <a:gd name="T110" fmla="*/ 105 w 116"/>
                  <a:gd name="T111" fmla="*/ 32 h 116"/>
                  <a:gd name="T112" fmla="*/ 111 w 116"/>
                  <a:gd name="T113" fmla="*/ 41 h 116"/>
                  <a:gd name="T114" fmla="*/ 79 w 116"/>
                  <a:gd name="T115" fmla="*/ 10 h 116"/>
                  <a:gd name="T116" fmla="*/ 75 w 116"/>
                  <a:gd name="T117" fmla="*/ 5 h 116"/>
                  <a:gd name="T118" fmla="*/ 76 w 116"/>
                  <a:gd name="T119" fmla="*/ 9 h 116"/>
                  <a:gd name="T120" fmla="*/ 73 w 116"/>
                  <a:gd name="T121" fmla="*/ 4 h 116"/>
                  <a:gd name="T122" fmla="*/ 109 w 116"/>
                  <a:gd name="T123" fmla="*/ 82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16" h="116">
                    <a:moveTo>
                      <a:pt x="6" y="33"/>
                    </a:moveTo>
                    <a:cubicBezTo>
                      <a:pt x="6" y="33"/>
                      <a:pt x="6" y="33"/>
                      <a:pt x="6" y="33"/>
                    </a:cubicBezTo>
                    <a:cubicBezTo>
                      <a:pt x="6" y="33"/>
                      <a:pt x="6" y="33"/>
                      <a:pt x="5" y="34"/>
                    </a:cubicBezTo>
                    <a:cubicBezTo>
                      <a:pt x="6" y="34"/>
                      <a:pt x="6" y="34"/>
                      <a:pt x="6" y="34"/>
                    </a:cubicBezTo>
                    <a:cubicBezTo>
                      <a:pt x="6" y="34"/>
                      <a:pt x="6" y="34"/>
                      <a:pt x="6" y="34"/>
                    </a:cubicBezTo>
                    <a:cubicBezTo>
                      <a:pt x="6" y="34"/>
                      <a:pt x="6" y="34"/>
                      <a:pt x="6" y="33"/>
                    </a:cubicBezTo>
                    <a:close/>
                    <a:moveTo>
                      <a:pt x="5" y="35"/>
                    </a:moveTo>
                    <a:cubicBezTo>
                      <a:pt x="5" y="35"/>
                      <a:pt x="5" y="35"/>
                      <a:pt x="5" y="35"/>
                    </a:cubicBezTo>
                    <a:cubicBezTo>
                      <a:pt x="5" y="35"/>
                      <a:pt x="5" y="34"/>
                      <a:pt x="5" y="34"/>
                    </a:cubicBezTo>
                    <a:cubicBezTo>
                      <a:pt x="5" y="34"/>
                      <a:pt x="5" y="34"/>
                      <a:pt x="5" y="34"/>
                    </a:cubicBezTo>
                    <a:cubicBezTo>
                      <a:pt x="5" y="34"/>
                      <a:pt x="5" y="34"/>
                      <a:pt x="5" y="35"/>
                    </a:cubicBezTo>
                    <a:cubicBezTo>
                      <a:pt x="5" y="35"/>
                      <a:pt x="5" y="35"/>
                      <a:pt x="5" y="35"/>
                    </a:cubicBezTo>
                    <a:close/>
                    <a:moveTo>
                      <a:pt x="88" y="18"/>
                    </a:moveTo>
                    <a:cubicBezTo>
                      <a:pt x="88" y="18"/>
                      <a:pt x="88" y="18"/>
                      <a:pt x="88" y="18"/>
                    </a:cubicBezTo>
                    <a:cubicBezTo>
                      <a:pt x="88" y="18"/>
                      <a:pt x="88" y="18"/>
                      <a:pt x="88" y="18"/>
                    </a:cubicBezTo>
                    <a:cubicBezTo>
                      <a:pt x="88" y="18"/>
                      <a:pt x="88" y="18"/>
                      <a:pt x="88" y="18"/>
                    </a:cubicBezTo>
                    <a:cubicBezTo>
                      <a:pt x="88" y="18"/>
                      <a:pt x="88" y="18"/>
                      <a:pt x="88" y="18"/>
                    </a:cubicBezTo>
                    <a:cubicBezTo>
                      <a:pt x="88" y="17"/>
                      <a:pt x="87" y="17"/>
                      <a:pt x="87" y="17"/>
                    </a:cubicBezTo>
                    <a:cubicBezTo>
                      <a:pt x="87" y="17"/>
                      <a:pt x="87" y="17"/>
                      <a:pt x="87" y="17"/>
                    </a:cubicBezTo>
                    <a:cubicBezTo>
                      <a:pt x="87" y="17"/>
                      <a:pt x="87" y="17"/>
                      <a:pt x="87" y="17"/>
                    </a:cubicBezTo>
                    <a:cubicBezTo>
                      <a:pt x="86" y="17"/>
                      <a:pt x="86" y="17"/>
                      <a:pt x="86" y="17"/>
                    </a:cubicBezTo>
                    <a:cubicBezTo>
                      <a:pt x="86" y="17"/>
                      <a:pt x="86" y="17"/>
                      <a:pt x="86" y="17"/>
                    </a:cubicBezTo>
                    <a:cubicBezTo>
                      <a:pt x="86" y="16"/>
                      <a:pt x="86" y="16"/>
                      <a:pt x="86" y="16"/>
                    </a:cubicBezTo>
                    <a:cubicBezTo>
                      <a:pt x="86" y="16"/>
                      <a:pt x="86" y="16"/>
                      <a:pt x="86" y="16"/>
                    </a:cubicBezTo>
                    <a:cubicBezTo>
                      <a:pt x="86" y="16"/>
                      <a:pt x="86" y="16"/>
                      <a:pt x="85" y="16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86" y="17"/>
                      <a:pt x="86" y="17"/>
                      <a:pt x="86" y="17"/>
                    </a:cubicBezTo>
                    <a:cubicBezTo>
                      <a:pt x="87" y="17"/>
                      <a:pt x="87" y="17"/>
                      <a:pt x="87" y="17"/>
                    </a:cubicBezTo>
                    <a:cubicBezTo>
                      <a:pt x="87" y="18"/>
                      <a:pt x="87" y="18"/>
                      <a:pt x="87" y="18"/>
                    </a:cubicBezTo>
                    <a:cubicBezTo>
                      <a:pt x="86" y="18"/>
                      <a:pt x="87" y="18"/>
                      <a:pt x="87" y="18"/>
                    </a:cubicBezTo>
                    <a:cubicBezTo>
                      <a:pt x="87" y="18"/>
                      <a:pt x="87" y="18"/>
                      <a:pt x="87" y="18"/>
                    </a:cubicBezTo>
                    <a:cubicBezTo>
                      <a:pt x="87" y="18"/>
                      <a:pt x="87" y="18"/>
                      <a:pt x="87" y="18"/>
                    </a:cubicBezTo>
                    <a:cubicBezTo>
                      <a:pt x="87" y="18"/>
                      <a:pt x="87" y="18"/>
                      <a:pt x="87" y="18"/>
                    </a:cubicBezTo>
                    <a:cubicBezTo>
                      <a:pt x="88" y="18"/>
                      <a:pt x="88" y="18"/>
                      <a:pt x="88" y="18"/>
                    </a:cubicBezTo>
                    <a:cubicBezTo>
                      <a:pt x="88" y="18"/>
                      <a:pt x="88" y="18"/>
                      <a:pt x="88" y="18"/>
                    </a:cubicBezTo>
                    <a:cubicBezTo>
                      <a:pt x="88" y="18"/>
                      <a:pt x="88" y="18"/>
                      <a:pt x="88" y="18"/>
                    </a:cubicBezTo>
                    <a:close/>
                    <a:moveTo>
                      <a:pt x="112" y="37"/>
                    </a:moveTo>
                    <a:cubicBezTo>
                      <a:pt x="114" y="44"/>
                      <a:pt x="116" y="51"/>
                      <a:pt x="116" y="58"/>
                    </a:cubicBezTo>
                    <a:cubicBezTo>
                      <a:pt x="116" y="90"/>
                      <a:pt x="90" y="116"/>
                      <a:pt x="58" y="116"/>
                    </a:cubicBezTo>
                    <a:cubicBezTo>
                      <a:pt x="26" y="116"/>
                      <a:pt x="0" y="90"/>
                      <a:pt x="0" y="58"/>
                    </a:cubicBezTo>
                    <a:cubicBezTo>
                      <a:pt x="0" y="50"/>
                      <a:pt x="2" y="42"/>
                      <a:pt x="5" y="35"/>
                    </a:cubicBezTo>
                    <a:cubicBezTo>
                      <a:pt x="5" y="42"/>
                      <a:pt x="5" y="42"/>
                      <a:pt x="5" y="42"/>
                    </a:cubicBezTo>
                    <a:cubicBezTo>
                      <a:pt x="5" y="42"/>
                      <a:pt x="5" y="42"/>
                      <a:pt x="5" y="42"/>
                    </a:cubicBezTo>
                    <a:cubicBezTo>
                      <a:pt x="5" y="42"/>
                      <a:pt x="5" y="42"/>
                      <a:pt x="5" y="42"/>
                    </a:cubicBezTo>
                    <a:cubicBezTo>
                      <a:pt x="5" y="42"/>
                      <a:pt x="5" y="42"/>
                      <a:pt x="5" y="42"/>
                    </a:cubicBezTo>
                    <a:cubicBezTo>
                      <a:pt x="6" y="42"/>
                      <a:pt x="6" y="42"/>
                      <a:pt x="6" y="42"/>
                    </a:cubicBezTo>
                    <a:cubicBezTo>
                      <a:pt x="6" y="43"/>
                      <a:pt x="6" y="43"/>
                      <a:pt x="6" y="43"/>
                    </a:cubicBezTo>
                    <a:cubicBezTo>
                      <a:pt x="6" y="43"/>
                      <a:pt x="7" y="43"/>
                      <a:pt x="7" y="43"/>
                    </a:cubicBezTo>
                    <a:cubicBezTo>
                      <a:pt x="7" y="43"/>
                      <a:pt x="7" y="43"/>
                      <a:pt x="7" y="43"/>
                    </a:cubicBezTo>
                    <a:cubicBezTo>
                      <a:pt x="7" y="43"/>
                      <a:pt x="7" y="43"/>
                      <a:pt x="7" y="43"/>
                    </a:cubicBezTo>
                    <a:cubicBezTo>
                      <a:pt x="7" y="43"/>
                      <a:pt x="7" y="43"/>
                      <a:pt x="7" y="43"/>
                    </a:cubicBezTo>
                    <a:cubicBezTo>
                      <a:pt x="7" y="43"/>
                      <a:pt x="7" y="44"/>
                      <a:pt x="7" y="44"/>
                    </a:cubicBezTo>
                    <a:cubicBezTo>
                      <a:pt x="7" y="44"/>
                      <a:pt x="7" y="44"/>
                      <a:pt x="7" y="44"/>
                    </a:cubicBezTo>
                    <a:cubicBezTo>
                      <a:pt x="8" y="44"/>
                      <a:pt x="8" y="44"/>
                      <a:pt x="8" y="45"/>
                    </a:cubicBezTo>
                    <a:cubicBezTo>
                      <a:pt x="8" y="45"/>
                      <a:pt x="8" y="45"/>
                      <a:pt x="8" y="45"/>
                    </a:cubicBezTo>
                    <a:cubicBezTo>
                      <a:pt x="8" y="45"/>
                      <a:pt x="8" y="45"/>
                      <a:pt x="8" y="45"/>
                    </a:cubicBezTo>
                    <a:cubicBezTo>
                      <a:pt x="8" y="45"/>
                      <a:pt x="8" y="45"/>
                      <a:pt x="8" y="45"/>
                    </a:cubicBezTo>
                    <a:cubicBezTo>
                      <a:pt x="8" y="45"/>
                      <a:pt x="8" y="45"/>
                      <a:pt x="9" y="45"/>
                    </a:cubicBezTo>
                    <a:cubicBezTo>
                      <a:pt x="9" y="45"/>
                      <a:pt x="9" y="45"/>
                      <a:pt x="9" y="45"/>
                    </a:cubicBezTo>
                    <a:cubicBezTo>
                      <a:pt x="9" y="45"/>
                      <a:pt x="9" y="45"/>
                      <a:pt x="9" y="45"/>
                    </a:cubicBezTo>
                    <a:cubicBezTo>
                      <a:pt x="9" y="45"/>
                      <a:pt x="9" y="45"/>
                      <a:pt x="9" y="45"/>
                    </a:cubicBezTo>
                    <a:cubicBezTo>
                      <a:pt x="9" y="45"/>
                      <a:pt x="9" y="45"/>
                      <a:pt x="9" y="45"/>
                    </a:cubicBezTo>
                    <a:cubicBezTo>
                      <a:pt x="9" y="45"/>
                      <a:pt x="9" y="45"/>
                      <a:pt x="9" y="45"/>
                    </a:cubicBezTo>
                    <a:cubicBezTo>
                      <a:pt x="9" y="45"/>
                      <a:pt x="9" y="45"/>
                      <a:pt x="9" y="45"/>
                    </a:cubicBezTo>
                    <a:cubicBezTo>
                      <a:pt x="9" y="46"/>
                      <a:pt x="9" y="46"/>
                      <a:pt x="9" y="46"/>
                    </a:cubicBezTo>
                    <a:cubicBezTo>
                      <a:pt x="10" y="46"/>
                      <a:pt x="10" y="46"/>
                      <a:pt x="10" y="46"/>
                    </a:cubicBezTo>
                    <a:cubicBezTo>
                      <a:pt x="10" y="46"/>
                      <a:pt x="10" y="46"/>
                      <a:pt x="10" y="46"/>
                    </a:cubicBezTo>
                    <a:cubicBezTo>
                      <a:pt x="10" y="46"/>
                      <a:pt x="10" y="46"/>
                      <a:pt x="10" y="46"/>
                    </a:cubicBezTo>
                    <a:cubicBezTo>
                      <a:pt x="10" y="46"/>
                      <a:pt x="10" y="46"/>
                      <a:pt x="10" y="47"/>
                    </a:cubicBezTo>
                    <a:cubicBezTo>
                      <a:pt x="10" y="47"/>
                      <a:pt x="10" y="47"/>
                      <a:pt x="10" y="47"/>
                    </a:cubicBezTo>
                    <a:cubicBezTo>
                      <a:pt x="10" y="47"/>
                      <a:pt x="10" y="47"/>
                      <a:pt x="10" y="47"/>
                    </a:cubicBezTo>
                    <a:cubicBezTo>
                      <a:pt x="10" y="47"/>
                      <a:pt x="10" y="47"/>
                      <a:pt x="10" y="47"/>
                    </a:cubicBezTo>
                    <a:cubicBezTo>
                      <a:pt x="11" y="47"/>
                      <a:pt x="11" y="47"/>
                      <a:pt x="11" y="47"/>
                    </a:cubicBezTo>
                    <a:cubicBezTo>
                      <a:pt x="11" y="47"/>
                      <a:pt x="11" y="47"/>
                      <a:pt x="11" y="47"/>
                    </a:cubicBezTo>
                    <a:cubicBezTo>
                      <a:pt x="11" y="48"/>
                      <a:pt x="11" y="48"/>
                      <a:pt x="11" y="48"/>
                    </a:cubicBezTo>
                    <a:cubicBezTo>
                      <a:pt x="11" y="48"/>
                      <a:pt x="11" y="49"/>
                      <a:pt x="11" y="49"/>
                    </a:cubicBezTo>
                    <a:cubicBezTo>
                      <a:pt x="11" y="49"/>
                      <a:pt x="11" y="49"/>
                      <a:pt x="11" y="49"/>
                    </a:cubicBezTo>
                    <a:cubicBezTo>
                      <a:pt x="11" y="49"/>
                      <a:pt x="11" y="49"/>
                      <a:pt x="11" y="49"/>
                    </a:cubicBezTo>
                    <a:cubicBezTo>
                      <a:pt x="11" y="49"/>
                      <a:pt x="11" y="49"/>
                      <a:pt x="11" y="49"/>
                    </a:cubicBezTo>
                    <a:cubicBezTo>
                      <a:pt x="11" y="50"/>
                      <a:pt x="11" y="50"/>
                      <a:pt x="11" y="50"/>
                    </a:cubicBezTo>
                    <a:cubicBezTo>
                      <a:pt x="11" y="50"/>
                      <a:pt x="11" y="50"/>
                      <a:pt x="11" y="50"/>
                    </a:cubicBezTo>
                    <a:cubicBezTo>
                      <a:pt x="11" y="50"/>
                      <a:pt x="11" y="50"/>
                      <a:pt x="11" y="50"/>
                    </a:cubicBezTo>
                    <a:cubicBezTo>
                      <a:pt x="11" y="50"/>
                      <a:pt x="11" y="50"/>
                      <a:pt x="11" y="50"/>
                    </a:cubicBezTo>
                    <a:cubicBezTo>
                      <a:pt x="11" y="50"/>
                      <a:pt x="11" y="50"/>
                      <a:pt x="11" y="50"/>
                    </a:cubicBezTo>
                    <a:cubicBezTo>
                      <a:pt x="13" y="50"/>
                      <a:pt x="13" y="50"/>
                      <a:pt x="13" y="50"/>
                    </a:cubicBezTo>
                    <a:cubicBezTo>
                      <a:pt x="13" y="50"/>
                      <a:pt x="13" y="50"/>
                      <a:pt x="13" y="50"/>
                    </a:cubicBezTo>
                    <a:cubicBezTo>
                      <a:pt x="13" y="50"/>
                      <a:pt x="13" y="50"/>
                      <a:pt x="13" y="50"/>
                    </a:cubicBezTo>
                    <a:cubicBezTo>
                      <a:pt x="13" y="50"/>
                      <a:pt x="13" y="50"/>
                      <a:pt x="13" y="50"/>
                    </a:cubicBezTo>
                    <a:cubicBezTo>
                      <a:pt x="13" y="51"/>
                      <a:pt x="13" y="51"/>
                      <a:pt x="13" y="51"/>
                    </a:cubicBezTo>
                    <a:cubicBezTo>
                      <a:pt x="13" y="51"/>
                      <a:pt x="14" y="51"/>
                      <a:pt x="14" y="51"/>
                    </a:cubicBezTo>
                    <a:cubicBezTo>
                      <a:pt x="14" y="51"/>
                      <a:pt x="14" y="52"/>
                      <a:pt x="14" y="52"/>
                    </a:cubicBezTo>
                    <a:cubicBezTo>
                      <a:pt x="14" y="52"/>
                      <a:pt x="14" y="52"/>
                      <a:pt x="14" y="52"/>
                    </a:cubicBezTo>
                    <a:cubicBezTo>
                      <a:pt x="14" y="52"/>
                      <a:pt x="14" y="53"/>
                      <a:pt x="14" y="53"/>
                    </a:cubicBezTo>
                    <a:cubicBezTo>
                      <a:pt x="14" y="53"/>
                      <a:pt x="14" y="53"/>
                      <a:pt x="14" y="53"/>
                    </a:cubicBezTo>
                    <a:cubicBezTo>
                      <a:pt x="14" y="53"/>
                      <a:pt x="14" y="53"/>
                      <a:pt x="14" y="53"/>
                    </a:cubicBezTo>
                    <a:cubicBezTo>
                      <a:pt x="15" y="53"/>
                      <a:pt x="15" y="53"/>
                      <a:pt x="15" y="54"/>
                    </a:cubicBezTo>
                    <a:cubicBezTo>
                      <a:pt x="15" y="54"/>
                      <a:pt x="15" y="54"/>
                      <a:pt x="14" y="54"/>
                    </a:cubicBezTo>
                    <a:cubicBezTo>
                      <a:pt x="14" y="54"/>
                      <a:pt x="14" y="54"/>
                      <a:pt x="14" y="54"/>
                    </a:cubicBezTo>
                    <a:cubicBezTo>
                      <a:pt x="14" y="56"/>
                      <a:pt x="14" y="56"/>
                      <a:pt x="14" y="56"/>
                    </a:cubicBezTo>
                    <a:cubicBezTo>
                      <a:pt x="14" y="56"/>
                      <a:pt x="14" y="56"/>
                      <a:pt x="14" y="56"/>
                    </a:cubicBezTo>
                    <a:cubicBezTo>
                      <a:pt x="14" y="56"/>
                      <a:pt x="14" y="56"/>
                      <a:pt x="14" y="56"/>
                    </a:cubicBezTo>
                    <a:cubicBezTo>
                      <a:pt x="13" y="56"/>
                      <a:pt x="13" y="56"/>
                      <a:pt x="13" y="56"/>
                    </a:cubicBezTo>
                    <a:cubicBezTo>
                      <a:pt x="13" y="57"/>
                      <a:pt x="13" y="57"/>
                      <a:pt x="13" y="57"/>
                    </a:cubicBezTo>
                    <a:cubicBezTo>
                      <a:pt x="13" y="57"/>
                      <a:pt x="13" y="57"/>
                      <a:pt x="13" y="57"/>
                    </a:cubicBezTo>
                    <a:cubicBezTo>
                      <a:pt x="13" y="57"/>
                      <a:pt x="13" y="57"/>
                      <a:pt x="13" y="57"/>
                    </a:cubicBezTo>
                    <a:cubicBezTo>
                      <a:pt x="13" y="58"/>
                      <a:pt x="13" y="58"/>
                      <a:pt x="13" y="58"/>
                    </a:cubicBezTo>
                    <a:cubicBezTo>
                      <a:pt x="13" y="58"/>
                      <a:pt x="13" y="58"/>
                      <a:pt x="13" y="58"/>
                    </a:cubicBezTo>
                    <a:cubicBezTo>
                      <a:pt x="13" y="58"/>
                      <a:pt x="13" y="58"/>
                      <a:pt x="13" y="58"/>
                    </a:cubicBezTo>
                    <a:cubicBezTo>
                      <a:pt x="12" y="58"/>
                      <a:pt x="12" y="58"/>
                      <a:pt x="12" y="58"/>
                    </a:cubicBezTo>
                    <a:cubicBezTo>
                      <a:pt x="12" y="59"/>
                      <a:pt x="12" y="59"/>
                      <a:pt x="12" y="59"/>
                    </a:cubicBezTo>
                    <a:cubicBezTo>
                      <a:pt x="12" y="59"/>
                      <a:pt x="12" y="59"/>
                      <a:pt x="12" y="59"/>
                    </a:cubicBezTo>
                    <a:cubicBezTo>
                      <a:pt x="12" y="60"/>
                      <a:pt x="12" y="60"/>
                      <a:pt x="13" y="60"/>
                    </a:cubicBezTo>
                    <a:cubicBezTo>
                      <a:pt x="13" y="60"/>
                      <a:pt x="13" y="60"/>
                      <a:pt x="13" y="60"/>
                    </a:cubicBezTo>
                    <a:cubicBezTo>
                      <a:pt x="13" y="60"/>
                      <a:pt x="13" y="60"/>
                      <a:pt x="13" y="60"/>
                    </a:cubicBezTo>
                    <a:cubicBezTo>
                      <a:pt x="13" y="61"/>
                      <a:pt x="13" y="61"/>
                      <a:pt x="13" y="61"/>
                    </a:cubicBezTo>
                    <a:cubicBezTo>
                      <a:pt x="12" y="61"/>
                      <a:pt x="12" y="61"/>
                      <a:pt x="12" y="61"/>
                    </a:cubicBezTo>
                    <a:cubicBezTo>
                      <a:pt x="12" y="61"/>
                      <a:pt x="12" y="61"/>
                      <a:pt x="12" y="61"/>
                    </a:cubicBezTo>
                    <a:cubicBezTo>
                      <a:pt x="12" y="61"/>
                      <a:pt x="12" y="62"/>
                      <a:pt x="12" y="62"/>
                    </a:cubicBezTo>
                    <a:cubicBezTo>
                      <a:pt x="12" y="62"/>
                      <a:pt x="12" y="62"/>
                      <a:pt x="12" y="62"/>
                    </a:cubicBezTo>
                    <a:cubicBezTo>
                      <a:pt x="12" y="62"/>
                      <a:pt x="12" y="62"/>
                      <a:pt x="12" y="62"/>
                    </a:cubicBezTo>
                    <a:cubicBezTo>
                      <a:pt x="12" y="63"/>
                      <a:pt x="12" y="63"/>
                      <a:pt x="12" y="63"/>
                    </a:cubicBezTo>
                    <a:cubicBezTo>
                      <a:pt x="12" y="63"/>
                      <a:pt x="12" y="63"/>
                      <a:pt x="12" y="63"/>
                    </a:cubicBezTo>
                    <a:cubicBezTo>
                      <a:pt x="12" y="64"/>
                      <a:pt x="12" y="64"/>
                      <a:pt x="12" y="64"/>
                    </a:cubicBezTo>
                    <a:cubicBezTo>
                      <a:pt x="12" y="64"/>
                      <a:pt x="13" y="64"/>
                      <a:pt x="13" y="65"/>
                    </a:cubicBezTo>
                    <a:cubicBezTo>
                      <a:pt x="13" y="65"/>
                      <a:pt x="13" y="65"/>
                      <a:pt x="14" y="66"/>
                    </a:cubicBezTo>
                    <a:cubicBezTo>
                      <a:pt x="14" y="66"/>
                      <a:pt x="14" y="66"/>
                      <a:pt x="14" y="66"/>
                    </a:cubicBezTo>
                    <a:cubicBezTo>
                      <a:pt x="14" y="66"/>
                      <a:pt x="14" y="67"/>
                      <a:pt x="14" y="67"/>
                    </a:cubicBezTo>
                    <a:cubicBezTo>
                      <a:pt x="14" y="67"/>
                      <a:pt x="14" y="67"/>
                      <a:pt x="14" y="67"/>
                    </a:cubicBezTo>
                    <a:cubicBezTo>
                      <a:pt x="14" y="67"/>
                      <a:pt x="14" y="68"/>
                      <a:pt x="15" y="68"/>
                    </a:cubicBezTo>
                    <a:cubicBezTo>
                      <a:pt x="15" y="68"/>
                      <a:pt x="15" y="68"/>
                      <a:pt x="15" y="68"/>
                    </a:cubicBezTo>
                    <a:cubicBezTo>
                      <a:pt x="15" y="68"/>
                      <a:pt x="15" y="68"/>
                      <a:pt x="15" y="68"/>
                    </a:cubicBezTo>
                    <a:cubicBezTo>
                      <a:pt x="15" y="68"/>
                      <a:pt x="15" y="68"/>
                      <a:pt x="15" y="68"/>
                    </a:cubicBezTo>
                    <a:cubicBezTo>
                      <a:pt x="15" y="68"/>
                      <a:pt x="15" y="68"/>
                      <a:pt x="15" y="68"/>
                    </a:cubicBezTo>
                    <a:cubicBezTo>
                      <a:pt x="15" y="68"/>
                      <a:pt x="15" y="68"/>
                      <a:pt x="15" y="68"/>
                    </a:cubicBezTo>
                    <a:cubicBezTo>
                      <a:pt x="15" y="68"/>
                      <a:pt x="15" y="68"/>
                      <a:pt x="15" y="68"/>
                    </a:cubicBezTo>
                    <a:cubicBezTo>
                      <a:pt x="15" y="69"/>
                      <a:pt x="15" y="69"/>
                      <a:pt x="15" y="69"/>
                    </a:cubicBezTo>
                    <a:cubicBezTo>
                      <a:pt x="15" y="69"/>
                      <a:pt x="15" y="69"/>
                      <a:pt x="15" y="69"/>
                    </a:cubicBezTo>
                    <a:cubicBezTo>
                      <a:pt x="15" y="69"/>
                      <a:pt x="16" y="69"/>
                      <a:pt x="16" y="69"/>
                    </a:cubicBezTo>
                    <a:cubicBezTo>
                      <a:pt x="16" y="69"/>
                      <a:pt x="16" y="69"/>
                      <a:pt x="16" y="69"/>
                    </a:cubicBezTo>
                    <a:cubicBezTo>
                      <a:pt x="16" y="70"/>
                      <a:pt x="16" y="70"/>
                      <a:pt x="16" y="70"/>
                    </a:cubicBezTo>
                    <a:cubicBezTo>
                      <a:pt x="16" y="70"/>
                      <a:pt x="16" y="70"/>
                      <a:pt x="16" y="70"/>
                    </a:cubicBezTo>
                    <a:cubicBezTo>
                      <a:pt x="16" y="70"/>
                      <a:pt x="16" y="70"/>
                      <a:pt x="16" y="70"/>
                    </a:cubicBezTo>
                    <a:cubicBezTo>
                      <a:pt x="16" y="70"/>
                      <a:pt x="16" y="70"/>
                      <a:pt x="16" y="70"/>
                    </a:cubicBezTo>
                    <a:cubicBezTo>
                      <a:pt x="16" y="70"/>
                      <a:pt x="16" y="70"/>
                      <a:pt x="16" y="70"/>
                    </a:cubicBezTo>
                    <a:cubicBezTo>
                      <a:pt x="16" y="70"/>
                      <a:pt x="16" y="71"/>
                      <a:pt x="16" y="71"/>
                    </a:cubicBezTo>
                    <a:cubicBezTo>
                      <a:pt x="16" y="72"/>
                      <a:pt x="16" y="72"/>
                      <a:pt x="16" y="72"/>
                    </a:cubicBezTo>
                    <a:cubicBezTo>
                      <a:pt x="16" y="72"/>
                      <a:pt x="16" y="72"/>
                      <a:pt x="16" y="72"/>
                    </a:cubicBezTo>
                    <a:cubicBezTo>
                      <a:pt x="16" y="72"/>
                      <a:pt x="16" y="72"/>
                      <a:pt x="16" y="72"/>
                    </a:cubicBezTo>
                    <a:cubicBezTo>
                      <a:pt x="16" y="73"/>
                      <a:pt x="16" y="73"/>
                      <a:pt x="16" y="73"/>
                    </a:cubicBezTo>
                    <a:cubicBezTo>
                      <a:pt x="16" y="73"/>
                      <a:pt x="16" y="73"/>
                      <a:pt x="16" y="73"/>
                    </a:cubicBezTo>
                    <a:cubicBezTo>
                      <a:pt x="16" y="73"/>
                      <a:pt x="16" y="73"/>
                      <a:pt x="17" y="73"/>
                    </a:cubicBezTo>
                    <a:cubicBezTo>
                      <a:pt x="17" y="73"/>
                      <a:pt x="17" y="73"/>
                      <a:pt x="17" y="74"/>
                    </a:cubicBezTo>
                    <a:cubicBezTo>
                      <a:pt x="17" y="74"/>
                      <a:pt x="17" y="74"/>
                      <a:pt x="17" y="74"/>
                    </a:cubicBezTo>
                    <a:cubicBezTo>
                      <a:pt x="17" y="74"/>
                      <a:pt x="17" y="74"/>
                      <a:pt x="17" y="74"/>
                    </a:cubicBezTo>
                    <a:cubicBezTo>
                      <a:pt x="17" y="74"/>
                      <a:pt x="17" y="75"/>
                      <a:pt x="17" y="75"/>
                    </a:cubicBezTo>
                    <a:cubicBezTo>
                      <a:pt x="17" y="75"/>
                      <a:pt x="17" y="75"/>
                      <a:pt x="18" y="75"/>
                    </a:cubicBezTo>
                    <a:cubicBezTo>
                      <a:pt x="18" y="75"/>
                      <a:pt x="18" y="75"/>
                      <a:pt x="18" y="75"/>
                    </a:cubicBezTo>
                    <a:cubicBezTo>
                      <a:pt x="18" y="76"/>
                      <a:pt x="18" y="76"/>
                      <a:pt x="18" y="76"/>
                    </a:cubicBezTo>
                    <a:cubicBezTo>
                      <a:pt x="19" y="76"/>
                      <a:pt x="19" y="76"/>
                      <a:pt x="19" y="76"/>
                    </a:cubicBezTo>
                    <a:cubicBezTo>
                      <a:pt x="20" y="76"/>
                      <a:pt x="20" y="76"/>
                      <a:pt x="20" y="76"/>
                    </a:cubicBezTo>
                    <a:cubicBezTo>
                      <a:pt x="20" y="76"/>
                      <a:pt x="20" y="76"/>
                      <a:pt x="20" y="76"/>
                    </a:cubicBezTo>
                    <a:cubicBezTo>
                      <a:pt x="20" y="76"/>
                      <a:pt x="20" y="76"/>
                      <a:pt x="20" y="76"/>
                    </a:cubicBezTo>
                    <a:cubicBezTo>
                      <a:pt x="20" y="77"/>
                      <a:pt x="20" y="77"/>
                      <a:pt x="20" y="77"/>
                    </a:cubicBezTo>
                    <a:cubicBezTo>
                      <a:pt x="20" y="77"/>
                      <a:pt x="20" y="77"/>
                      <a:pt x="20" y="77"/>
                    </a:cubicBezTo>
                    <a:cubicBezTo>
                      <a:pt x="20" y="77"/>
                      <a:pt x="20" y="77"/>
                      <a:pt x="20" y="77"/>
                    </a:cubicBezTo>
                    <a:cubicBezTo>
                      <a:pt x="20" y="77"/>
                      <a:pt x="20" y="77"/>
                      <a:pt x="20" y="77"/>
                    </a:cubicBezTo>
                    <a:cubicBezTo>
                      <a:pt x="20" y="77"/>
                      <a:pt x="20" y="77"/>
                      <a:pt x="20" y="77"/>
                    </a:cubicBezTo>
                    <a:cubicBezTo>
                      <a:pt x="20" y="77"/>
                      <a:pt x="21" y="77"/>
                      <a:pt x="21" y="77"/>
                    </a:cubicBezTo>
                    <a:cubicBezTo>
                      <a:pt x="21" y="77"/>
                      <a:pt x="21" y="77"/>
                      <a:pt x="21" y="77"/>
                    </a:cubicBezTo>
                    <a:cubicBezTo>
                      <a:pt x="21" y="77"/>
                      <a:pt x="21" y="77"/>
                      <a:pt x="21" y="77"/>
                    </a:cubicBezTo>
                    <a:cubicBezTo>
                      <a:pt x="21" y="78"/>
                      <a:pt x="21" y="78"/>
                      <a:pt x="22" y="78"/>
                    </a:cubicBezTo>
                    <a:cubicBezTo>
                      <a:pt x="22" y="78"/>
                      <a:pt x="22" y="78"/>
                      <a:pt x="22" y="78"/>
                    </a:cubicBezTo>
                    <a:cubicBezTo>
                      <a:pt x="22" y="78"/>
                      <a:pt x="22" y="78"/>
                      <a:pt x="22" y="78"/>
                    </a:cubicBezTo>
                    <a:cubicBezTo>
                      <a:pt x="22" y="78"/>
                      <a:pt x="22" y="78"/>
                      <a:pt x="22" y="78"/>
                    </a:cubicBezTo>
                    <a:cubicBezTo>
                      <a:pt x="22" y="78"/>
                      <a:pt x="22" y="78"/>
                      <a:pt x="22" y="78"/>
                    </a:cubicBezTo>
                    <a:cubicBezTo>
                      <a:pt x="22" y="78"/>
                      <a:pt x="22" y="78"/>
                      <a:pt x="22" y="78"/>
                    </a:cubicBezTo>
                    <a:cubicBezTo>
                      <a:pt x="22" y="78"/>
                      <a:pt x="22" y="78"/>
                      <a:pt x="22" y="78"/>
                    </a:cubicBezTo>
                    <a:cubicBezTo>
                      <a:pt x="22" y="78"/>
                      <a:pt x="22" y="79"/>
                      <a:pt x="22" y="79"/>
                    </a:cubicBezTo>
                    <a:cubicBezTo>
                      <a:pt x="22" y="79"/>
                      <a:pt x="22" y="79"/>
                      <a:pt x="22" y="80"/>
                    </a:cubicBezTo>
                    <a:cubicBezTo>
                      <a:pt x="22" y="80"/>
                      <a:pt x="22" y="80"/>
                      <a:pt x="22" y="80"/>
                    </a:cubicBezTo>
                    <a:cubicBezTo>
                      <a:pt x="22" y="80"/>
                      <a:pt x="22" y="80"/>
                      <a:pt x="22" y="80"/>
                    </a:cubicBezTo>
                    <a:cubicBezTo>
                      <a:pt x="22" y="80"/>
                      <a:pt x="22" y="81"/>
                      <a:pt x="23" y="81"/>
                    </a:cubicBezTo>
                    <a:cubicBezTo>
                      <a:pt x="23" y="81"/>
                      <a:pt x="23" y="81"/>
                      <a:pt x="23" y="81"/>
                    </a:cubicBezTo>
                    <a:cubicBezTo>
                      <a:pt x="23" y="81"/>
                      <a:pt x="23" y="81"/>
                      <a:pt x="23" y="81"/>
                    </a:cubicBezTo>
                    <a:cubicBezTo>
                      <a:pt x="23" y="81"/>
                      <a:pt x="23" y="81"/>
                      <a:pt x="23" y="81"/>
                    </a:cubicBezTo>
                    <a:cubicBezTo>
                      <a:pt x="23" y="81"/>
                      <a:pt x="23" y="81"/>
                      <a:pt x="23" y="81"/>
                    </a:cubicBezTo>
                    <a:cubicBezTo>
                      <a:pt x="23" y="81"/>
                      <a:pt x="23" y="82"/>
                      <a:pt x="23" y="82"/>
                    </a:cubicBezTo>
                    <a:cubicBezTo>
                      <a:pt x="23" y="82"/>
                      <a:pt x="23" y="82"/>
                      <a:pt x="23" y="82"/>
                    </a:cubicBezTo>
                    <a:cubicBezTo>
                      <a:pt x="23" y="82"/>
                      <a:pt x="23" y="82"/>
                      <a:pt x="23" y="82"/>
                    </a:cubicBezTo>
                    <a:cubicBezTo>
                      <a:pt x="23" y="82"/>
                      <a:pt x="23" y="82"/>
                      <a:pt x="23" y="82"/>
                    </a:cubicBezTo>
                    <a:cubicBezTo>
                      <a:pt x="23" y="82"/>
                      <a:pt x="23" y="82"/>
                      <a:pt x="23" y="82"/>
                    </a:cubicBezTo>
                    <a:cubicBezTo>
                      <a:pt x="23" y="82"/>
                      <a:pt x="23" y="83"/>
                      <a:pt x="23" y="83"/>
                    </a:cubicBezTo>
                    <a:cubicBezTo>
                      <a:pt x="23" y="83"/>
                      <a:pt x="23" y="83"/>
                      <a:pt x="23" y="83"/>
                    </a:cubicBezTo>
                    <a:cubicBezTo>
                      <a:pt x="24" y="83"/>
                      <a:pt x="24" y="83"/>
                      <a:pt x="24" y="83"/>
                    </a:cubicBezTo>
                    <a:cubicBezTo>
                      <a:pt x="24" y="83"/>
                      <a:pt x="24" y="83"/>
                      <a:pt x="24" y="83"/>
                    </a:cubicBezTo>
                    <a:cubicBezTo>
                      <a:pt x="24" y="83"/>
                      <a:pt x="24" y="83"/>
                      <a:pt x="24" y="84"/>
                    </a:cubicBezTo>
                    <a:cubicBezTo>
                      <a:pt x="24" y="84"/>
                      <a:pt x="24" y="84"/>
                      <a:pt x="24" y="84"/>
                    </a:cubicBezTo>
                    <a:cubicBezTo>
                      <a:pt x="24" y="84"/>
                      <a:pt x="24" y="85"/>
                      <a:pt x="24" y="85"/>
                    </a:cubicBezTo>
                    <a:cubicBezTo>
                      <a:pt x="24" y="89"/>
                      <a:pt x="24" y="89"/>
                      <a:pt x="24" y="89"/>
                    </a:cubicBezTo>
                    <a:cubicBezTo>
                      <a:pt x="24" y="89"/>
                      <a:pt x="24" y="89"/>
                      <a:pt x="24" y="89"/>
                    </a:cubicBezTo>
                    <a:cubicBezTo>
                      <a:pt x="24" y="89"/>
                      <a:pt x="24" y="89"/>
                      <a:pt x="24" y="89"/>
                    </a:cubicBezTo>
                    <a:cubicBezTo>
                      <a:pt x="24" y="89"/>
                      <a:pt x="24" y="89"/>
                      <a:pt x="24" y="89"/>
                    </a:cubicBezTo>
                    <a:cubicBezTo>
                      <a:pt x="24" y="89"/>
                      <a:pt x="24" y="89"/>
                      <a:pt x="24" y="89"/>
                    </a:cubicBezTo>
                    <a:cubicBezTo>
                      <a:pt x="24" y="89"/>
                      <a:pt x="24" y="89"/>
                      <a:pt x="24" y="89"/>
                    </a:cubicBezTo>
                    <a:cubicBezTo>
                      <a:pt x="24" y="90"/>
                      <a:pt x="24" y="90"/>
                      <a:pt x="24" y="90"/>
                    </a:cubicBezTo>
                    <a:cubicBezTo>
                      <a:pt x="24" y="90"/>
                      <a:pt x="24" y="90"/>
                      <a:pt x="25" y="90"/>
                    </a:cubicBezTo>
                    <a:cubicBezTo>
                      <a:pt x="25" y="90"/>
                      <a:pt x="25" y="90"/>
                      <a:pt x="25" y="90"/>
                    </a:cubicBezTo>
                    <a:cubicBezTo>
                      <a:pt x="25" y="90"/>
                      <a:pt x="25" y="91"/>
                      <a:pt x="25" y="91"/>
                    </a:cubicBezTo>
                    <a:cubicBezTo>
                      <a:pt x="25" y="91"/>
                      <a:pt x="25" y="92"/>
                      <a:pt x="25" y="92"/>
                    </a:cubicBezTo>
                    <a:cubicBezTo>
                      <a:pt x="25" y="92"/>
                      <a:pt x="25" y="92"/>
                      <a:pt x="25" y="92"/>
                    </a:cubicBezTo>
                    <a:cubicBezTo>
                      <a:pt x="25" y="93"/>
                      <a:pt x="25" y="93"/>
                      <a:pt x="25" y="93"/>
                    </a:cubicBezTo>
                    <a:cubicBezTo>
                      <a:pt x="25" y="93"/>
                      <a:pt x="25" y="93"/>
                      <a:pt x="25" y="93"/>
                    </a:cubicBezTo>
                    <a:cubicBezTo>
                      <a:pt x="25" y="93"/>
                      <a:pt x="25" y="93"/>
                      <a:pt x="25" y="93"/>
                    </a:cubicBezTo>
                    <a:cubicBezTo>
                      <a:pt x="25" y="93"/>
                      <a:pt x="25" y="93"/>
                      <a:pt x="25" y="93"/>
                    </a:cubicBezTo>
                    <a:cubicBezTo>
                      <a:pt x="25" y="93"/>
                      <a:pt x="25" y="93"/>
                      <a:pt x="25" y="93"/>
                    </a:cubicBezTo>
                    <a:cubicBezTo>
                      <a:pt x="25" y="94"/>
                      <a:pt x="25" y="94"/>
                      <a:pt x="25" y="94"/>
                    </a:cubicBezTo>
                    <a:cubicBezTo>
                      <a:pt x="25" y="94"/>
                      <a:pt x="25" y="94"/>
                      <a:pt x="25" y="94"/>
                    </a:cubicBezTo>
                    <a:cubicBezTo>
                      <a:pt x="25" y="94"/>
                      <a:pt x="25" y="95"/>
                      <a:pt x="25" y="95"/>
                    </a:cubicBezTo>
                    <a:cubicBezTo>
                      <a:pt x="25" y="95"/>
                      <a:pt x="25" y="95"/>
                      <a:pt x="25" y="95"/>
                    </a:cubicBezTo>
                    <a:cubicBezTo>
                      <a:pt x="25" y="96"/>
                      <a:pt x="26" y="96"/>
                      <a:pt x="26" y="97"/>
                    </a:cubicBezTo>
                    <a:cubicBezTo>
                      <a:pt x="26" y="97"/>
                      <a:pt x="26" y="97"/>
                      <a:pt x="26" y="97"/>
                    </a:cubicBezTo>
                    <a:cubicBezTo>
                      <a:pt x="27" y="97"/>
                      <a:pt x="27" y="97"/>
                      <a:pt x="27" y="98"/>
                    </a:cubicBezTo>
                    <a:cubicBezTo>
                      <a:pt x="27" y="98"/>
                      <a:pt x="27" y="98"/>
                      <a:pt x="27" y="98"/>
                    </a:cubicBezTo>
                    <a:cubicBezTo>
                      <a:pt x="27" y="98"/>
                      <a:pt x="27" y="98"/>
                      <a:pt x="27" y="98"/>
                    </a:cubicBezTo>
                    <a:cubicBezTo>
                      <a:pt x="27" y="98"/>
                      <a:pt x="27" y="98"/>
                      <a:pt x="27" y="98"/>
                    </a:cubicBezTo>
                    <a:cubicBezTo>
                      <a:pt x="27" y="98"/>
                      <a:pt x="27" y="98"/>
                      <a:pt x="27" y="98"/>
                    </a:cubicBezTo>
                    <a:cubicBezTo>
                      <a:pt x="27" y="98"/>
                      <a:pt x="27" y="98"/>
                      <a:pt x="27" y="98"/>
                    </a:cubicBezTo>
                    <a:cubicBezTo>
                      <a:pt x="27" y="98"/>
                      <a:pt x="27" y="98"/>
                      <a:pt x="27" y="98"/>
                    </a:cubicBezTo>
                    <a:cubicBezTo>
                      <a:pt x="27" y="98"/>
                      <a:pt x="27" y="98"/>
                      <a:pt x="27" y="98"/>
                    </a:cubicBezTo>
                    <a:cubicBezTo>
                      <a:pt x="28" y="98"/>
                      <a:pt x="28" y="99"/>
                      <a:pt x="28" y="99"/>
                    </a:cubicBezTo>
                    <a:cubicBezTo>
                      <a:pt x="28" y="99"/>
                      <a:pt x="28" y="99"/>
                      <a:pt x="28" y="99"/>
                    </a:cubicBezTo>
                    <a:cubicBezTo>
                      <a:pt x="28" y="99"/>
                      <a:pt x="28" y="99"/>
                      <a:pt x="28" y="99"/>
                    </a:cubicBezTo>
                    <a:cubicBezTo>
                      <a:pt x="28" y="99"/>
                      <a:pt x="28" y="99"/>
                      <a:pt x="28" y="99"/>
                    </a:cubicBezTo>
                    <a:cubicBezTo>
                      <a:pt x="28" y="99"/>
                      <a:pt x="28" y="99"/>
                      <a:pt x="29" y="99"/>
                    </a:cubicBezTo>
                    <a:cubicBezTo>
                      <a:pt x="29" y="100"/>
                      <a:pt x="29" y="100"/>
                      <a:pt x="29" y="101"/>
                    </a:cubicBezTo>
                    <a:cubicBezTo>
                      <a:pt x="29" y="101"/>
                      <a:pt x="29" y="101"/>
                      <a:pt x="29" y="101"/>
                    </a:cubicBezTo>
                    <a:cubicBezTo>
                      <a:pt x="30" y="101"/>
                      <a:pt x="30" y="101"/>
                      <a:pt x="30" y="102"/>
                    </a:cubicBezTo>
                    <a:cubicBezTo>
                      <a:pt x="30" y="102"/>
                      <a:pt x="30" y="102"/>
                      <a:pt x="30" y="102"/>
                    </a:cubicBezTo>
                    <a:cubicBezTo>
                      <a:pt x="30" y="102"/>
                      <a:pt x="30" y="102"/>
                      <a:pt x="30" y="102"/>
                    </a:cubicBezTo>
                    <a:cubicBezTo>
                      <a:pt x="30" y="102"/>
                      <a:pt x="30" y="102"/>
                      <a:pt x="30" y="102"/>
                    </a:cubicBezTo>
                    <a:cubicBezTo>
                      <a:pt x="30" y="102"/>
                      <a:pt x="30" y="102"/>
                      <a:pt x="30" y="102"/>
                    </a:cubicBezTo>
                    <a:cubicBezTo>
                      <a:pt x="30" y="103"/>
                      <a:pt x="30" y="103"/>
                      <a:pt x="30" y="103"/>
                    </a:cubicBezTo>
                    <a:cubicBezTo>
                      <a:pt x="30" y="103"/>
                      <a:pt x="30" y="103"/>
                      <a:pt x="30" y="103"/>
                    </a:cubicBezTo>
                    <a:cubicBezTo>
                      <a:pt x="30" y="103"/>
                      <a:pt x="30" y="103"/>
                      <a:pt x="31" y="103"/>
                    </a:cubicBezTo>
                    <a:cubicBezTo>
                      <a:pt x="31" y="103"/>
                      <a:pt x="31" y="104"/>
                      <a:pt x="31" y="104"/>
                    </a:cubicBezTo>
                    <a:cubicBezTo>
                      <a:pt x="31" y="104"/>
                      <a:pt x="31" y="104"/>
                      <a:pt x="31" y="104"/>
                    </a:cubicBezTo>
                    <a:cubicBezTo>
                      <a:pt x="31" y="104"/>
                      <a:pt x="31" y="104"/>
                      <a:pt x="31" y="104"/>
                    </a:cubicBezTo>
                    <a:cubicBezTo>
                      <a:pt x="31" y="104"/>
                      <a:pt x="32" y="104"/>
                      <a:pt x="32" y="104"/>
                    </a:cubicBezTo>
                    <a:cubicBezTo>
                      <a:pt x="32" y="105"/>
                      <a:pt x="32" y="105"/>
                      <a:pt x="32" y="105"/>
                    </a:cubicBezTo>
                    <a:cubicBezTo>
                      <a:pt x="33" y="105"/>
                      <a:pt x="33" y="105"/>
                      <a:pt x="33" y="105"/>
                    </a:cubicBezTo>
                    <a:cubicBezTo>
                      <a:pt x="33" y="105"/>
                      <a:pt x="33" y="105"/>
                      <a:pt x="33" y="105"/>
                    </a:cubicBezTo>
                    <a:cubicBezTo>
                      <a:pt x="33" y="105"/>
                      <a:pt x="33" y="105"/>
                      <a:pt x="33" y="105"/>
                    </a:cubicBezTo>
                    <a:cubicBezTo>
                      <a:pt x="33" y="105"/>
                      <a:pt x="33" y="105"/>
                      <a:pt x="33" y="105"/>
                    </a:cubicBezTo>
                    <a:cubicBezTo>
                      <a:pt x="33" y="105"/>
                      <a:pt x="33" y="105"/>
                      <a:pt x="33" y="105"/>
                    </a:cubicBezTo>
                    <a:cubicBezTo>
                      <a:pt x="33" y="105"/>
                      <a:pt x="33" y="105"/>
                      <a:pt x="33" y="105"/>
                    </a:cubicBezTo>
                    <a:cubicBezTo>
                      <a:pt x="33" y="105"/>
                      <a:pt x="33" y="105"/>
                      <a:pt x="33" y="105"/>
                    </a:cubicBezTo>
                    <a:cubicBezTo>
                      <a:pt x="34" y="105"/>
                      <a:pt x="34" y="105"/>
                      <a:pt x="34" y="105"/>
                    </a:cubicBezTo>
                    <a:cubicBezTo>
                      <a:pt x="34" y="105"/>
                      <a:pt x="34" y="105"/>
                      <a:pt x="34" y="105"/>
                    </a:cubicBezTo>
                    <a:cubicBezTo>
                      <a:pt x="34" y="106"/>
                      <a:pt x="34" y="106"/>
                      <a:pt x="34" y="106"/>
                    </a:cubicBezTo>
                    <a:cubicBezTo>
                      <a:pt x="34" y="106"/>
                      <a:pt x="34" y="106"/>
                      <a:pt x="34" y="106"/>
                    </a:cubicBezTo>
                    <a:cubicBezTo>
                      <a:pt x="34" y="106"/>
                      <a:pt x="34" y="106"/>
                      <a:pt x="34" y="106"/>
                    </a:cubicBezTo>
                    <a:cubicBezTo>
                      <a:pt x="34" y="106"/>
                      <a:pt x="34" y="106"/>
                      <a:pt x="35" y="106"/>
                    </a:cubicBezTo>
                    <a:cubicBezTo>
                      <a:pt x="35" y="106"/>
                      <a:pt x="35" y="106"/>
                      <a:pt x="35" y="105"/>
                    </a:cubicBezTo>
                    <a:cubicBezTo>
                      <a:pt x="35" y="105"/>
                      <a:pt x="35" y="105"/>
                      <a:pt x="35" y="105"/>
                    </a:cubicBezTo>
                    <a:cubicBezTo>
                      <a:pt x="35" y="105"/>
                      <a:pt x="35" y="105"/>
                      <a:pt x="35" y="104"/>
                    </a:cubicBezTo>
                    <a:cubicBezTo>
                      <a:pt x="35" y="104"/>
                      <a:pt x="35" y="104"/>
                      <a:pt x="35" y="104"/>
                    </a:cubicBezTo>
                    <a:cubicBezTo>
                      <a:pt x="35" y="104"/>
                      <a:pt x="35" y="104"/>
                      <a:pt x="35" y="104"/>
                    </a:cubicBezTo>
                    <a:cubicBezTo>
                      <a:pt x="35" y="104"/>
                      <a:pt x="35" y="104"/>
                      <a:pt x="35" y="104"/>
                    </a:cubicBezTo>
                    <a:cubicBezTo>
                      <a:pt x="35" y="104"/>
                      <a:pt x="35" y="104"/>
                      <a:pt x="35" y="104"/>
                    </a:cubicBezTo>
                    <a:cubicBezTo>
                      <a:pt x="35" y="104"/>
                      <a:pt x="35" y="104"/>
                      <a:pt x="35" y="104"/>
                    </a:cubicBezTo>
                    <a:cubicBezTo>
                      <a:pt x="35" y="104"/>
                      <a:pt x="35" y="104"/>
                      <a:pt x="35" y="104"/>
                    </a:cubicBezTo>
                    <a:cubicBezTo>
                      <a:pt x="35" y="104"/>
                      <a:pt x="35" y="104"/>
                      <a:pt x="35" y="103"/>
                    </a:cubicBezTo>
                    <a:cubicBezTo>
                      <a:pt x="35" y="103"/>
                      <a:pt x="35" y="103"/>
                      <a:pt x="35" y="103"/>
                    </a:cubicBezTo>
                    <a:cubicBezTo>
                      <a:pt x="35" y="103"/>
                      <a:pt x="35" y="102"/>
                      <a:pt x="35" y="102"/>
                    </a:cubicBezTo>
                    <a:cubicBezTo>
                      <a:pt x="34" y="102"/>
                      <a:pt x="34" y="102"/>
                      <a:pt x="34" y="102"/>
                    </a:cubicBezTo>
                    <a:cubicBezTo>
                      <a:pt x="34" y="102"/>
                      <a:pt x="34" y="102"/>
                      <a:pt x="34" y="102"/>
                    </a:cubicBezTo>
                    <a:cubicBezTo>
                      <a:pt x="34" y="102"/>
                      <a:pt x="34" y="102"/>
                      <a:pt x="34" y="102"/>
                    </a:cubicBezTo>
                    <a:cubicBezTo>
                      <a:pt x="34" y="101"/>
                      <a:pt x="34" y="101"/>
                      <a:pt x="34" y="101"/>
                    </a:cubicBezTo>
                    <a:cubicBezTo>
                      <a:pt x="34" y="101"/>
                      <a:pt x="34" y="101"/>
                      <a:pt x="34" y="101"/>
                    </a:cubicBezTo>
                    <a:cubicBezTo>
                      <a:pt x="34" y="101"/>
                      <a:pt x="34" y="101"/>
                      <a:pt x="34" y="101"/>
                    </a:cubicBezTo>
                    <a:cubicBezTo>
                      <a:pt x="34" y="101"/>
                      <a:pt x="34" y="101"/>
                      <a:pt x="34" y="101"/>
                    </a:cubicBezTo>
                    <a:cubicBezTo>
                      <a:pt x="34" y="101"/>
                      <a:pt x="34" y="101"/>
                      <a:pt x="34" y="101"/>
                    </a:cubicBezTo>
                    <a:cubicBezTo>
                      <a:pt x="34" y="100"/>
                      <a:pt x="34" y="100"/>
                      <a:pt x="34" y="100"/>
                    </a:cubicBezTo>
                    <a:cubicBezTo>
                      <a:pt x="34" y="100"/>
                      <a:pt x="34" y="99"/>
                      <a:pt x="34" y="99"/>
                    </a:cubicBezTo>
                    <a:cubicBezTo>
                      <a:pt x="34" y="99"/>
                      <a:pt x="34" y="99"/>
                      <a:pt x="33" y="99"/>
                    </a:cubicBezTo>
                    <a:cubicBezTo>
                      <a:pt x="33" y="98"/>
                      <a:pt x="33" y="98"/>
                      <a:pt x="33" y="98"/>
                    </a:cubicBezTo>
                    <a:cubicBezTo>
                      <a:pt x="33" y="98"/>
                      <a:pt x="33" y="98"/>
                      <a:pt x="33" y="98"/>
                    </a:cubicBezTo>
                    <a:cubicBezTo>
                      <a:pt x="33" y="98"/>
                      <a:pt x="33" y="98"/>
                      <a:pt x="33" y="98"/>
                    </a:cubicBezTo>
                    <a:cubicBezTo>
                      <a:pt x="33" y="98"/>
                      <a:pt x="33" y="98"/>
                      <a:pt x="33" y="98"/>
                    </a:cubicBezTo>
                    <a:cubicBezTo>
                      <a:pt x="33" y="98"/>
                      <a:pt x="33" y="98"/>
                      <a:pt x="33" y="98"/>
                    </a:cubicBezTo>
                    <a:cubicBezTo>
                      <a:pt x="33" y="98"/>
                      <a:pt x="33" y="98"/>
                      <a:pt x="33" y="98"/>
                    </a:cubicBezTo>
                    <a:cubicBezTo>
                      <a:pt x="33" y="98"/>
                      <a:pt x="33" y="97"/>
                      <a:pt x="33" y="97"/>
                    </a:cubicBezTo>
                    <a:cubicBezTo>
                      <a:pt x="33" y="97"/>
                      <a:pt x="33" y="97"/>
                      <a:pt x="33" y="97"/>
                    </a:cubicBezTo>
                    <a:cubicBezTo>
                      <a:pt x="33" y="97"/>
                      <a:pt x="33" y="97"/>
                      <a:pt x="33" y="97"/>
                    </a:cubicBezTo>
                    <a:cubicBezTo>
                      <a:pt x="34" y="97"/>
                      <a:pt x="34" y="97"/>
                      <a:pt x="34" y="96"/>
                    </a:cubicBezTo>
                    <a:cubicBezTo>
                      <a:pt x="34" y="96"/>
                      <a:pt x="34" y="96"/>
                      <a:pt x="34" y="96"/>
                    </a:cubicBezTo>
                    <a:cubicBezTo>
                      <a:pt x="34" y="96"/>
                      <a:pt x="34" y="96"/>
                      <a:pt x="34" y="96"/>
                    </a:cubicBezTo>
                    <a:cubicBezTo>
                      <a:pt x="34" y="96"/>
                      <a:pt x="34" y="96"/>
                      <a:pt x="34" y="96"/>
                    </a:cubicBezTo>
                    <a:cubicBezTo>
                      <a:pt x="34" y="96"/>
                      <a:pt x="35" y="96"/>
                      <a:pt x="35" y="96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5" y="95"/>
                      <a:pt x="35" y="95"/>
                      <a:pt x="35" y="95"/>
                    </a:cubicBezTo>
                    <a:cubicBezTo>
                      <a:pt x="35" y="95"/>
                      <a:pt x="35" y="95"/>
                      <a:pt x="35" y="95"/>
                    </a:cubicBezTo>
                    <a:cubicBezTo>
                      <a:pt x="36" y="95"/>
                      <a:pt x="36" y="95"/>
                      <a:pt x="36" y="95"/>
                    </a:cubicBezTo>
                    <a:cubicBezTo>
                      <a:pt x="36" y="95"/>
                      <a:pt x="36" y="95"/>
                      <a:pt x="36" y="95"/>
                    </a:cubicBezTo>
                    <a:cubicBezTo>
                      <a:pt x="36" y="95"/>
                      <a:pt x="37" y="95"/>
                      <a:pt x="37" y="95"/>
                    </a:cubicBezTo>
                    <a:cubicBezTo>
                      <a:pt x="37" y="94"/>
                      <a:pt x="37" y="94"/>
                      <a:pt x="37" y="93"/>
                    </a:cubicBezTo>
                    <a:cubicBezTo>
                      <a:pt x="37" y="93"/>
                      <a:pt x="36" y="93"/>
                      <a:pt x="36" y="93"/>
                    </a:cubicBezTo>
                    <a:cubicBezTo>
                      <a:pt x="36" y="93"/>
                      <a:pt x="36" y="93"/>
                      <a:pt x="36" y="93"/>
                    </a:cubicBezTo>
                    <a:cubicBezTo>
                      <a:pt x="36" y="93"/>
                      <a:pt x="36" y="93"/>
                      <a:pt x="36" y="93"/>
                    </a:cubicBezTo>
                    <a:cubicBezTo>
                      <a:pt x="36" y="93"/>
                      <a:pt x="36" y="93"/>
                      <a:pt x="36" y="93"/>
                    </a:cubicBezTo>
                    <a:cubicBezTo>
                      <a:pt x="36" y="93"/>
                      <a:pt x="35" y="93"/>
                      <a:pt x="35" y="92"/>
                    </a:cubicBezTo>
                    <a:cubicBezTo>
                      <a:pt x="35" y="92"/>
                      <a:pt x="35" y="92"/>
                      <a:pt x="35" y="92"/>
                    </a:cubicBezTo>
                    <a:cubicBezTo>
                      <a:pt x="37" y="92"/>
                      <a:pt x="37" y="92"/>
                      <a:pt x="37" y="92"/>
                    </a:cubicBezTo>
                    <a:cubicBezTo>
                      <a:pt x="37" y="92"/>
                      <a:pt x="37" y="92"/>
                      <a:pt x="37" y="92"/>
                    </a:cubicBezTo>
                    <a:cubicBezTo>
                      <a:pt x="37" y="92"/>
                      <a:pt x="37" y="92"/>
                      <a:pt x="37" y="92"/>
                    </a:cubicBezTo>
                    <a:cubicBezTo>
                      <a:pt x="37" y="92"/>
                      <a:pt x="37" y="92"/>
                      <a:pt x="38" y="92"/>
                    </a:cubicBezTo>
                    <a:cubicBezTo>
                      <a:pt x="38" y="92"/>
                      <a:pt x="38" y="92"/>
                      <a:pt x="38" y="92"/>
                    </a:cubicBezTo>
                    <a:cubicBezTo>
                      <a:pt x="38" y="91"/>
                      <a:pt x="38" y="91"/>
                      <a:pt x="38" y="91"/>
                    </a:cubicBezTo>
                    <a:cubicBezTo>
                      <a:pt x="38" y="91"/>
                      <a:pt x="38" y="91"/>
                      <a:pt x="38" y="91"/>
                    </a:cubicBezTo>
                    <a:cubicBezTo>
                      <a:pt x="38" y="91"/>
                      <a:pt x="38" y="90"/>
                      <a:pt x="38" y="90"/>
                    </a:cubicBezTo>
                    <a:cubicBezTo>
                      <a:pt x="38" y="90"/>
                      <a:pt x="38" y="90"/>
                      <a:pt x="38" y="90"/>
                    </a:cubicBezTo>
                    <a:cubicBezTo>
                      <a:pt x="38" y="90"/>
                      <a:pt x="38" y="90"/>
                      <a:pt x="38" y="90"/>
                    </a:cubicBezTo>
                    <a:cubicBezTo>
                      <a:pt x="38" y="90"/>
                      <a:pt x="38" y="90"/>
                      <a:pt x="38" y="90"/>
                    </a:cubicBezTo>
                    <a:cubicBezTo>
                      <a:pt x="39" y="90"/>
                      <a:pt x="39" y="90"/>
                      <a:pt x="39" y="90"/>
                    </a:cubicBezTo>
                    <a:cubicBezTo>
                      <a:pt x="39" y="90"/>
                      <a:pt x="40" y="89"/>
                      <a:pt x="40" y="89"/>
                    </a:cubicBezTo>
                    <a:cubicBezTo>
                      <a:pt x="40" y="88"/>
                      <a:pt x="40" y="88"/>
                      <a:pt x="40" y="88"/>
                    </a:cubicBezTo>
                    <a:cubicBezTo>
                      <a:pt x="40" y="85"/>
                      <a:pt x="40" y="85"/>
                      <a:pt x="40" y="85"/>
                    </a:cubicBezTo>
                    <a:cubicBezTo>
                      <a:pt x="40" y="85"/>
                      <a:pt x="40" y="84"/>
                      <a:pt x="40" y="84"/>
                    </a:cubicBezTo>
                    <a:cubicBezTo>
                      <a:pt x="40" y="84"/>
                      <a:pt x="40" y="84"/>
                      <a:pt x="40" y="84"/>
                    </a:cubicBezTo>
                    <a:cubicBezTo>
                      <a:pt x="41" y="85"/>
                      <a:pt x="41" y="85"/>
                      <a:pt x="41" y="85"/>
                    </a:cubicBezTo>
                    <a:cubicBezTo>
                      <a:pt x="41" y="84"/>
                      <a:pt x="41" y="84"/>
                      <a:pt x="41" y="84"/>
                    </a:cubicBezTo>
                    <a:cubicBezTo>
                      <a:pt x="41" y="84"/>
                      <a:pt x="41" y="84"/>
                      <a:pt x="41" y="84"/>
                    </a:cubicBezTo>
                    <a:cubicBezTo>
                      <a:pt x="41" y="84"/>
                      <a:pt x="41" y="83"/>
                      <a:pt x="41" y="83"/>
                    </a:cubicBezTo>
                    <a:cubicBezTo>
                      <a:pt x="41" y="83"/>
                      <a:pt x="41" y="83"/>
                      <a:pt x="41" y="83"/>
                    </a:cubicBezTo>
                    <a:cubicBezTo>
                      <a:pt x="41" y="83"/>
                      <a:pt x="41" y="83"/>
                      <a:pt x="42" y="82"/>
                    </a:cubicBezTo>
                    <a:cubicBezTo>
                      <a:pt x="42" y="82"/>
                      <a:pt x="42" y="82"/>
                      <a:pt x="43" y="82"/>
                    </a:cubicBezTo>
                    <a:cubicBezTo>
                      <a:pt x="43" y="82"/>
                      <a:pt x="43" y="82"/>
                      <a:pt x="43" y="82"/>
                    </a:cubicBezTo>
                    <a:cubicBezTo>
                      <a:pt x="43" y="82"/>
                      <a:pt x="44" y="82"/>
                      <a:pt x="44" y="82"/>
                    </a:cubicBezTo>
                    <a:cubicBezTo>
                      <a:pt x="44" y="82"/>
                      <a:pt x="44" y="82"/>
                      <a:pt x="44" y="82"/>
                    </a:cubicBezTo>
                    <a:cubicBezTo>
                      <a:pt x="44" y="82"/>
                      <a:pt x="45" y="82"/>
                      <a:pt x="45" y="82"/>
                    </a:cubicBezTo>
                    <a:cubicBezTo>
                      <a:pt x="45" y="82"/>
                      <a:pt x="45" y="82"/>
                      <a:pt x="45" y="82"/>
                    </a:cubicBezTo>
                    <a:cubicBezTo>
                      <a:pt x="45" y="82"/>
                      <a:pt x="45" y="82"/>
                      <a:pt x="45" y="82"/>
                    </a:cubicBezTo>
                    <a:cubicBezTo>
                      <a:pt x="45" y="82"/>
                      <a:pt x="45" y="82"/>
                      <a:pt x="45" y="82"/>
                    </a:cubicBezTo>
                    <a:cubicBezTo>
                      <a:pt x="45" y="82"/>
                      <a:pt x="45" y="82"/>
                      <a:pt x="45" y="82"/>
                    </a:cubicBezTo>
                    <a:cubicBezTo>
                      <a:pt x="45" y="82"/>
                      <a:pt x="45" y="82"/>
                      <a:pt x="45" y="82"/>
                    </a:cubicBezTo>
                    <a:cubicBezTo>
                      <a:pt x="45" y="82"/>
                      <a:pt x="45" y="82"/>
                      <a:pt x="45" y="82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6" y="81"/>
                      <a:pt x="46" y="81"/>
                      <a:pt x="46" y="81"/>
                    </a:cubicBezTo>
                    <a:cubicBezTo>
                      <a:pt x="46" y="81"/>
                      <a:pt x="46" y="81"/>
                      <a:pt x="46" y="81"/>
                    </a:cubicBezTo>
                    <a:cubicBezTo>
                      <a:pt x="46" y="80"/>
                      <a:pt x="46" y="80"/>
                      <a:pt x="46" y="80"/>
                    </a:cubicBezTo>
                    <a:cubicBezTo>
                      <a:pt x="46" y="80"/>
                      <a:pt x="47" y="80"/>
                      <a:pt x="47" y="80"/>
                    </a:cubicBezTo>
                    <a:cubicBezTo>
                      <a:pt x="47" y="80"/>
                      <a:pt x="47" y="80"/>
                      <a:pt x="47" y="80"/>
                    </a:cubicBezTo>
                    <a:cubicBezTo>
                      <a:pt x="47" y="80"/>
                      <a:pt x="47" y="80"/>
                      <a:pt x="47" y="80"/>
                    </a:cubicBezTo>
                    <a:cubicBezTo>
                      <a:pt x="47" y="80"/>
                      <a:pt x="48" y="80"/>
                      <a:pt x="48" y="79"/>
                    </a:cubicBezTo>
                    <a:cubicBezTo>
                      <a:pt x="48" y="79"/>
                      <a:pt x="48" y="79"/>
                      <a:pt x="48" y="79"/>
                    </a:cubicBezTo>
                    <a:cubicBezTo>
                      <a:pt x="48" y="78"/>
                      <a:pt x="48" y="78"/>
                      <a:pt x="48" y="78"/>
                    </a:cubicBezTo>
                    <a:cubicBezTo>
                      <a:pt x="49" y="78"/>
                      <a:pt x="49" y="78"/>
                      <a:pt x="49" y="78"/>
                    </a:cubicBezTo>
                    <a:cubicBezTo>
                      <a:pt x="49" y="77"/>
                      <a:pt x="49" y="76"/>
                      <a:pt x="49" y="76"/>
                    </a:cubicBezTo>
                    <a:cubicBezTo>
                      <a:pt x="49" y="75"/>
                      <a:pt x="49" y="75"/>
                      <a:pt x="49" y="75"/>
                    </a:cubicBezTo>
                    <a:cubicBezTo>
                      <a:pt x="49" y="73"/>
                      <a:pt x="49" y="73"/>
                      <a:pt x="49" y="73"/>
                    </a:cubicBezTo>
                    <a:cubicBezTo>
                      <a:pt x="49" y="72"/>
                      <a:pt x="49" y="72"/>
                      <a:pt x="49" y="72"/>
                    </a:cubicBezTo>
                    <a:cubicBezTo>
                      <a:pt x="49" y="72"/>
                      <a:pt x="49" y="72"/>
                      <a:pt x="49" y="72"/>
                    </a:cubicBezTo>
                    <a:cubicBezTo>
                      <a:pt x="49" y="72"/>
                      <a:pt x="49" y="72"/>
                      <a:pt x="49" y="72"/>
                    </a:cubicBezTo>
                    <a:cubicBezTo>
                      <a:pt x="49" y="72"/>
                      <a:pt x="49" y="72"/>
                      <a:pt x="49" y="72"/>
                    </a:cubicBezTo>
                    <a:cubicBezTo>
                      <a:pt x="49" y="72"/>
                      <a:pt x="49" y="72"/>
                      <a:pt x="49" y="72"/>
                    </a:cubicBezTo>
                    <a:cubicBezTo>
                      <a:pt x="49" y="72"/>
                      <a:pt x="49" y="72"/>
                      <a:pt x="49" y="72"/>
                    </a:cubicBezTo>
                    <a:cubicBezTo>
                      <a:pt x="49" y="72"/>
                      <a:pt x="49" y="72"/>
                      <a:pt x="49" y="72"/>
                    </a:cubicBezTo>
                    <a:cubicBezTo>
                      <a:pt x="50" y="72"/>
                      <a:pt x="50" y="72"/>
                      <a:pt x="50" y="72"/>
                    </a:cubicBezTo>
                    <a:cubicBezTo>
                      <a:pt x="50" y="72"/>
                      <a:pt x="50" y="72"/>
                      <a:pt x="50" y="72"/>
                    </a:cubicBezTo>
                    <a:cubicBezTo>
                      <a:pt x="50" y="72"/>
                      <a:pt x="50" y="71"/>
                      <a:pt x="50" y="71"/>
                    </a:cubicBezTo>
                    <a:cubicBezTo>
                      <a:pt x="50" y="71"/>
                      <a:pt x="50" y="71"/>
                      <a:pt x="50" y="71"/>
                    </a:cubicBezTo>
                    <a:cubicBezTo>
                      <a:pt x="50" y="71"/>
                      <a:pt x="50" y="71"/>
                      <a:pt x="50" y="71"/>
                    </a:cubicBezTo>
                    <a:cubicBezTo>
                      <a:pt x="50" y="71"/>
                      <a:pt x="51" y="71"/>
                      <a:pt x="51" y="71"/>
                    </a:cubicBezTo>
                    <a:cubicBezTo>
                      <a:pt x="51" y="71"/>
                      <a:pt x="51" y="71"/>
                      <a:pt x="51" y="71"/>
                    </a:cubicBezTo>
                    <a:cubicBezTo>
                      <a:pt x="51" y="70"/>
                      <a:pt x="51" y="70"/>
                      <a:pt x="51" y="70"/>
                    </a:cubicBezTo>
                    <a:cubicBezTo>
                      <a:pt x="51" y="70"/>
                      <a:pt x="51" y="70"/>
                      <a:pt x="51" y="70"/>
                    </a:cubicBezTo>
                    <a:cubicBezTo>
                      <a:pt x="51" y="70"/>
                      <a:pt x="51" y="70"/>
                      <a:pt x="51" y="70"/>
                    </a:cubicBezTo>
                    <a:cubicBezTo>
                      <a:pt x="51" y="70"/>
                      <a:pt x="51" y="70"/>
                      <a:pt x="51" y="70"/>
                    </a:cubicBezTo>
                    <a:cubicBezTo>
                      <a:pt x="51" y="70"/>
                      <a:pt x="51" y="70"/>
                      <a:pt x="51" y="70"/>
                    </a:cubicBezTo>
                    <a:cubicBezTo>
                      <a:pt x="51" y="70"/>
                      <a:pt x="52" y="69"/>
                      <a:pt x="52" y="69"/>
                    </a:cubicBezTo>
                    <a:cubicBezTo>
                      <a:pt x="52" y="69"/>
                      <a:pt x="52" y="68"/>
                      <a:pt x="53" y="68"/>
                    </a:cubicBezTo>
                    <a:cubicBezTo>
                      <a:pt x="53" y="68"/>
                      <a:pt x="53" y="68"/>
                      <a:pt x="53" y="68"/>
                    </a:cubicBezTo>
                    <a:cubicBezTo>
                      <a:pt x="54" y="68"/>
                      <a:pt x="53" y="67"/>
                      <a:pt x="53" y="67"/>
                    </a:cubicBezTo>
                    <a:cubicBezTo>
                      <a:pt x="53" y="67"/>
                      <a:pt x="53" y="67"/>
                      <a:pt x="53" y="67"/>
                    </a:cubicBezTo>
                    <a:cubicBezTo>
                      <a:pt x="53" y="67"/>
                      <a:pt x="53" y="67"/>
                      <a:pt x="53" y="67"/>
                    </a:cubicBezTo>
                    <a:cubicBezTo>
                      <a:pt x="53" y="67"/>
                      <a:pt x="53" y="67"/>
                      <a:pt x="53" y="67"/>
                    </a:cubicBezTo>
                    <a:cubicBezTo>
                      <a:pt x="53" y="67"/>
                      <a:pt x="53" y="67"/>
                      <a:pt x="53" y="67"/>
                    </a:cubicBezTo>
                    <a:cubicBezTo>
                      <a:pt x="53" y="67"/>
                      <a:pt x="53" y="66"/>
                      <a:pt x="53" y="66"/>
                    </a:cubicBezTo>
                    <a:cubicBezTo>
                      <a:pt x="53" y="66"/>
                      <a:pt x="53" y="66"/>
                      <a:pt x="53" y="66"/>
                    </a:cubicBezTo>
                    <a:cubicBezTo>
                      <a:pt x="53" y="66"/>
                      <a:pt x="53" y="66"/>
                      <a:pt x="53" y="66"/>
                    </a:cubicBezTo>
                    <a:cubicBezTo>
                      <a:pt x="53" y="66"/>
                      <a:pt x="53" y="66"/>
                      <a:pt x="53" y="66"/>
                    </a:cubicBezTo>
                    <a:cubicBezTo>
                      <a:pt x="53" y="64"/>
                      <a:pt x="53" y="64"/>
                      <a:pt x="53" y="64"/>
                    </a:cubicBezTo>
                    <a:cubicBezTo>
                      <a:pt x="53" y="64"/>
                      <a:pt x="53" y="64"/>
                      <a:pt x="53" y="64"/>
                    </a:cubicBezTo>
                    <a:cubicBezTo>
                      <a:pt x="53" y="64"/>
                      <a:pt x="53" y="64"/>
                      <a:pt x="53" y="64"/>
                    </a:cubicBezTo>
                    <a:cubicBezTo>
                      <a:pt x="53" y="64"/>
                      <a:pt x="53" y="64"/>
                      <a:pt x="53" y="64"/>
                    </a:cubicBezTo>
                    <a:cubicBezTo>
                      <a:pt x="53" y="63"/>
                      <a:pt x="53" y="63"/>
                      <a:pt x="53" y="63"/>
                    </a:cubicBezTo>
                    <a:cubicBezTo>
                      <a:pt x="53" y="63"/>
                      <a:pt x="53" y="63"/>
                      <a:pt x="53" y="63"/>
                    </a:cubicBezTo>
                    <a:cubicBezTo>
                      <a:pt x="52" y="63"/>
                      <a:pt x="52" y="63"/>
                      <a:pt x="52" y="63"/>
                    </a:cubicBezTo>
                    <a:cubicBezTo>
                      <a:pt x="52" y="63"/>
                      <a:pt x="52" y="63"/>
                      <a:pt x="52" y="63"/>
                    </a:cubicBezTo>
                    <a:cubicBezTo>
                      <a:pt x="51" y="63"/>
                      <a:pt x="51" y="63"/>
                      <a:pt x="51" y="63"/>
                    </a:cubicBezTo>
                    <a:cubicBezTo>
                      <a:pt x="50" y="63"/>
                      <a:pt x="50" y="63"/>
                      <a:pt x="50" y="62"/>
                    </a:cubicBezTo>
                    <a:cubicBezTo>
                      <a:pt x="50" y="62"/>
                      <a:pt x="50" y="62"/>
                      <a:pt x="50" y="62"/>
                    </a:cubicBezTo>
                    <a:cubicBezTo>
                      <a:pt x="50" y="62"/>
                      <a:pt x="50" y="62"/>
                      <a:pt x="50" y="62"/>
                    </a:cubicBezTo>
                    <a:cubicBezTo>
                      <a:pt x="50" y="62"/>
                      <a:pt x="50" y="62"/>
                      <a:pt x="50" y="62"/>
                    </a:cubicBezTo>
                    <a:cubicBezTo>
                      <a:pt x="49" y="62"/>
                      <a:pt x="49" y="62"/>
                      <a:pt x="49" y="62"/>
                    </a:cubicBezTo>
                    <a:cubicBezTo>
                      <a:pt x="49" y="62"/>
                      <a:pt x="49" y="61"/>
                      <a:pt x="49" y="61"/>
                    </a:cubicBezTo>
                    <a:cubicBezTo>
                      <a:pt x="49" y="61"/>
                      <a:pt x="49" y="61"/>
                      <a:pt x="48" y="61"/>
                    </a:cubicBezTo>
                    <a:cubicBezTo>
                      <a:pt x="48" y="61"/>
                      <a:pt x="48" y="61"/>
                      <a:pt x="48" y="61"/>
                    </a:cubicBezTo>
                    <a:cubicBezTo>
                      <a:pt x="48" y="61"/>
                      <a:pt x="48" y="61"/>
                      <a:pt x="48" y="61"/>
                    </a:cubicBezTo>
                    <a:cubicBezTo>
                      <a:pt x="48" y="61"/>
                      <a:pt x="48" y="61"/>
                      <a:pt x="48" y="61"/>
                    </a:cubicBezTo>
                    <a:cubicBezTo>
                      <a:pt x="48" y="61"/>
                      <a:pt x="48" y="61"/>
                      <a:pt x="48" y="61"/>
                    </a:cubicBezTo>
                    <a:cubicBezTo>
                      <a:pt x="48" y="61"/>
                      <a:pt x="48" y="61"/>
                      <a:pt x="48" y="61"/>
                    </a:cubicBezTo>
                    <a:cubicBezTo>
                      <a:pt x="47" y="61"/>
                      <a:pt x="47" y="61"/>
                      <a:pt x="47" y="61"/>
                    </a:cubicBezTo>
                    <a:cubicBezTo>
                      <a:pt x="47" y="61"/>
                      <a:pt x="47" y="61"/>
                      <a:pt x="47" y="61"/>
                    </a:cubicBezTo>
                    <a:cubicBezTo>
                      <a:pt x="46" y="61"/>
                      <a:pt x="46" y="61"/>
                      <a:pt x="46" y="61"/>
                    </a:cubicBezTo>
                    <a:cubicBezTo>
                      <a:pt x="46" y="61"/>
                      <a:pt x="46" y="61"/>
                      <a:pt x="45" y="61"/>
                    </a:cubicBezTo>
                    <a:cubicBezTo>
                      <a:pt x="45" y="61"/>
                      <a:pt x="45" y="61"/>
                      <a:pt x="45" y="61"/>
                    </a:cubicBezTo>
                    <a:cubicBezTo>
                      <a:pt x="44" y="61"/>
                      <a:pt x="44" y="61"/>
                      <a:pt x="44" y="61"/>
                    </a:cubicBezTo>
                    <a:cubicBezTo>
                      <a:pt x="44" y="61"/>
                      <a:pt x="44" y="61"/>
                      <a:pt x="44" y="61"/>
                    </a:cubicBezTo>
                    <a:cubicBezTo>
                      <a:pt x="44" y="61"/>
                      <a:pt x="44" y="61"/>
                      <a:pt x="44" y="61"/>
                    </a:cubicBezTo>
                    <a:cubicBezTo>
                      <a:pt x="44" y="60"/>
                      <a:pt x="44" y="60"/>
                      <a:pt x="43" y="60"/>
                    </a:cubicBezTo>
                    <a:cubicBezTo>
                      <a:pt x="43" y="60"/>
                      <a:pt x="43" y="60"/>
                      <a:pt x="43" y="60"/>
                    </a:cubicBezTo>
                    <a:cubicBezTo>
                      <a:pt x="43" y="60"/>
                      <a:pt x="42" y="60"/>
                      <a:pt x="42" y="60"/>
                    </a:cubicBezTo>
                    <a:cubicBezTo>
                      <a:pt x="42" y="60"/>
                      <a:pt x="42" y="60"/>
                      <a:pt x="42" y="60"/>
                    </a:cubicBezTo>
                    <a:cubicBezTo>
                      <a:pt x="42" y="60"/>
                      <a:pt x="42" y="60"/>
                      <a:pt x="42" y="60"/>
                    </a:cubicBezTo>
                    <a:cubicBezTo>
                      <a:pt x="42" y="60"/>
                      <a:pt x="42" y="60"/>
                      <a:pt x="42" y="60"/>
                    </a:cubicBezTo>
                    <a:cubicBezTo>
                      <a:pt x="42" y="60"/>
                      <a:pt x="42" y="60"/>
                      <a:pt x="42" y="60"/>
                    </a:cubicBezTo>
                    <a:cubicBezTo>
                      <a:pt x="42" y="60"/>
                      <a:pt x="42" y="60"/>
                      <a:pt x="42" y="60"/>
                    </a:cubicBezTo>
                    <a:cubicBezTo>
                      <a:pt x="42" y="59"/>
                      <a:pt x="42" y="59"/>
                      <a:pt x="42" y="59"/>
                    </a:cubicBezTo>
                    <a:cubicBezTo>
                      <a:pt x="42" y="59"/>
                      <a:pt x="41" y="59"/>
                      <a:pt x="41" y="59"/>
                    </a:cubicBezTo>
                    <a:cubicBezTo>
                      <a:pt x="41" y="59"/>
                      <a:pt x="41" y="59"/>
                      <a:pt x="41" y="59"/>
                    </a:cubicBezTo>
                    <a:cubicBezTo>
                      <a:pt x="41" y="59"/>
                      <a:pt x="41" y="59"/>
                      <a:pt x="41" y="59"/>
                    </a:cubicBezTo>
                    <a:cubicBezTo>
                      <a:pt x="39" y="59"/>
                      <a:pt x="39" y="59"/>
                      <a:pt x="39" y="59"/>
                    </a:cubicBezTo>
                    <a:cubicBezTo>
                      <a:pt x="39" y="59"/>
                      <a:pt x="39" y="59"/>
                      <a:pt x="39" y="59"/>
                    </a:cubicBezTo>
                    <a:cubicBezTo>
                      <a:pt x="38" y="59"/>
                      <a:pt x="38" y="59"/>
                      <a:pt x="38" y="59"/>
                    </a:cubicBezTo>
                    <a:cubicBezTo>
                      <a:pt x="38" y="59"/>
                      <a:pt x="38" y="59"/>
                      <a:pt x="38" y="59"/>
                    </a:cubicBezTo>
                    <a:cubicBezTo>
                      <a:pt x="38" y="59"/>
                      <a:pt x="38" y="59"/>
                      <a:pt x="38" y="59"/>
                    </a:cubicBezTo>
                    <a:cubicBezTo>
                      <a:pt x="37" y="59"/>
                      <a:pt x="37" y="59"/>
                      <a:pt x="37" y="59"/>
                    </a:cubicBezTo>
                    <a:cubicBezTo>
                      <a:pt x="37" y="59"/>
                      <a:pt x="37" y="59"/>
                      <a:pt x="37" y="59"/>
                    </a:cubicBezTo>
                    <a:cubicBezTo>
                      <a:pt x="37" y="59"/>
                      <a:pt x="37" y="59"/>
                      <a:pt x="37" y="59"/>
                    </a:cubicBezTo>
                    <a:cubicBezTo>
                      <a:pt x="37" y="59"/>
                      <a:pt x="37" y="59"/>
                      <a:pt x="37" y="59"/>
                    </a:cubicBezTo>
                    <a:cubicBezTo>
                      <a:pt x="37" y="59"/>
                      <a:pt x="37" y="59"/>
                      <a:pt x="37" y="59"/>
                    </a:cubicBezTo>
                    <a:cubicBezTo>
                      <a:pt x="37" y="59"/>
                      <a:pt x="37" y="59"/>
                      <a:pt x="37" y="59"/>
                    </a:cubicBezTo>
                    <a:cubicBezTo>
                      <a:pt x="37" y="59"/>
                      <a:pt x="38" y="59"/>
                      <a:pt x="38" y="58"/>
                    </a:cubicBezTo>
                    <a:cubicBezTo>
                      <a:pt x="38" y="58"/>
                      <a:pt x="38" y="58"/>
                      <a:pt x="38" y="58"/>
                    </a:cubicBezTo>
                    <a:cubicBezTo>
                      <a:pt x="39" y="58"/>
                      <a:pt x="39" y="58"/>
                      <a:pt x="39" y="58"/>
                    </a:cubicBezTo>
                    <a:cubicBezTo>
                      <a:pt x="39" y="58"/>
                      <a:pt x="39" y="58"/>
                      <a:pt x="39" y="58"/>
                    </a:cubicBezTo>
                    <a:cubicBezTo>
                      <a:pt x="39" y="58"/>
                      <a:pt x="39" y="58"/>
                      <a:pt x="39" y="58"/>
                    </a:cubicBezTo>
                    <a:cubicBezTo>
                      <a:pt x="39" y="58"/>
                      <a:pt x="40" y="58"/>
                      <a:pt x="40" y="58"/>
                    </a:cubicBezTo>
                    <a:cubicBezTo>
                      <a:pt x="40" y="58"/>
                      <a:pt x="39" y="57"/>
                      <a:pt x="39" y="57"/>
                    </a:cubicBezTo>
                    <a:cubicBezTo>
                      <a:pt x="39" y="57"/>
                      <a:pt x="39" y="57"/>
                      <a:pt x="39" y="56"/>
                    </a:cubicBezTo>
                    <a:cubicBezTo>
                      <a:pt x="39" y="56"/>
                      <a:pt x="38" y="56"/>
                      <a:pt x="38" y="56"/>
                    </a:cubicBezTo>
                    <a:cubicBezTo>
                      <a:pt x="38" y="56"/>
                      <a:pt x="38" y="55"/>
                      <a:pt x="38" y="55"/>
                    </a:cubicBezTo>
                    <a:cubicBezTo>
                      <a:pt x="38" y="55"/>
                      <a:pt x="38" y="55"/>
                      <a:pt x="38" y="55"/>
                    </a:cubicBezTo>
                    <a:cubicBezTo>
                      <a:pt x="38" y="55"/>
                      <a:pt x="38" y="55"/>
                      <a:pt x="38" y="55"/>
                    </a:cubicBezTo>
                    <a:cubicBezTo>
                      <a:pt x="38" y="55"/>
                      <a:pt x="37" y="55"/>
                      <a:pt x="37" y="55"/>
                    </a:cubicBezTo>
                    <a:cubicBezTo>
                      <a:pt x="37" y="55"/>
                      <a:pt x="37" y="55"/>
                      <a:pt x="37" y="55"/>
                    </a:cubicBezTo>
                    <a:cubicBezTo>
                      <a:pt x="37" y="55"/>
                      <a:pt x="37" y="55"/>
                      <a:pt x="37" y="55"/>
                    </a:cubicBezTo>
                    <a:cubicBezTo>
                      <a:pt x="37" y="55"/>
                      <a:pt x="37" y="55"/>
                      <a:pt x="36" y="54"/>
                    </a:cubicBezTo>
                    <a:cubicBezTo>
                      <a:pt x="36" y="54"/>
                      <a:pt x="36" y="54"/>
                      <a:pt x="36" y="54"/>
                    </a:cubicBezTo>
                    <a:cubicBezTo>
                      <a:pt x="36" y="54"/>
                      <a:pt x="36" y="54"/>
                      <a:pt x="36" y="54"/>
                    </a:cubicBezTo>
                    <a:cubicBezTo>
                      <a:pt x="36" y="54"/>
                      <a:pt x="36" y="54"/>
                      <a:pt x="36" y="54"/>
                    </a:cubicBezTo>
                    <a:cubicBezTo>
                      <a:pt x="36" y="54"/>
                      <a:pt x="36" y="54"/>
                      <a:pt x="36" y="54"/>
                    </a:cubicBezTo>
                    <a:cubicBezTo>
                      <a:pt x="36" y="54"/>
                      <a:pt x="36" y="54"/>
                      <a:pt x="36" y="54"/>
                    </a:cubicBezTo>
                    <a:cubicBezTo>
                      <a:pt x="36" y="53"/>
                      <a:pt x="36" y="53"/>
                      <a:pt x="35" y="53"/>
                    </a:cubicBezTo>
                    <a:cubicBezTo>
                      <a:pt x="35" y="53"/>
                      <a:pt x="35" y="53"/>
                      <a:pt x="35" y="53"/>
                    </a:cubicBezTo>
                    <a:cubicBezTo>
                      <a:pt x="35" y="53"/>
                      <a:pt x="35" y="53"/>
                      <a:pt x="35" y="52"/>
                    </a:cubicBezTo>
                    <a:cubicBezTo>
                      <a:pt x="35" y="52"/>
                      <a:pt x="35" y="52"/>
                      <a:pt x="35" y="52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1"/>
                      <a:pt x="33" y="51"/>
                      <a:pt x="33" y="51"/>
                    </a:cubicBezTo>
                    <a:cubicBezTo>
                      <a:pt x="32" y="51"/>
                      <a:pt x="32" y="51"/>
                      <a:pt x="32" y="51"/>
                    </a:cubicBezTo>
                    <a:cubicBezTo>
                      <a:pt x="32" y="51"/>
                      <a:pt x="32" y="51"/>
                      <a:pt x="32" y="51"/>
                    </a:cubicBezTo>
                    <a:cubicBezTo>
                      <a:pt x="32" y="51"/>
                      <a:pt x="31" y="51"/>
                      <a:pt x="31" y="51"/>
                    </a:cubicBezTo>
                    <a:cubicBezTo>
                      <a:pt x="31" y="51"/>
                      <a:pt x="31" y="51"/>
                      <a:pt x="31" y="51"/>
                    </a:cubicBezTo>
                    <a:cubicBezTo>
                      <a:pt x="31" y="51"/>
                      <a:pt x="31" y="51"/>
                      <a:pt x="31" y="51"/>
                    </a:cubicBezTo>
                    <a:cubicBezTo>
                      <a:pt x="31" y="51"/>
                      <a:pt x="31" y="50"/>
                      <a:pt x="30" y="50"/>
                    </a:cubicBezTo>
                    <a:cubicBezTo>
                      <a:pt x="30" y="50"/>
                      <a:pt x="30" y="50"/>
                      <a:pt x="30" y="50"/>
                    </a:cubicBezTo>
                    <a:cubicBezTo>
                      <a:pt x="30" y="50"/>
                      <a:pt x="30" y="50"/>
                      <a:pt x="30" y="50"/>
                    </a:cubicBezTo>
                    <a:cubicBezTo>
                      <a:pt x="30" y="50"/>
                      <a:pt x="30" y="50"/>
                      <a:pt x="30" y="50"/>
                    </a:cubicBezTo>
                    <a:cubicBezTo>
                      <a:pt x="30" y="49"/>
                      <a:pt x="29" y="49"/>
                      <a:pt x="29" y="49"/>
                    </a:cubicBezTo>
                    <a:cubicBezTo>
                      <a:pt x="29" y="49"/>
                      <a:pt x="29" y="49"/>
                      <a:pt x="29" y="49"/>
                    </a:cubicBezTo>
                    <a:cubicBezTo>
                      <a:pt x="28" y="49"/>
                      <a:pt x="28" y="49"/>
                      <a:pt x="28" y="49"/>
                    </a:cubicBezTo>
                    <a:cubicBezTo>
                      <a:pt x="28" y="49"/>
                      <a:pt x="28" y="49"/>
                      <a:pt x="28" y="49"/>
                    </a:cubicBezTo>
                    <a:cubicBezTo>
                      <a:pt x="28" y="49"/>
                      <a:pt x="28" y="49"/>
                      <a:pt x="28" y="49"/>
                    </a:cubicBezTo>
                    <a:cubicBezTo>
                      <a:pt x="29" y="48"/>
                      <a:pt x="29" y="48"/>
                      <a:pt x="29" y="48"/>
                    </a:cubicBezTo>
                    <a:cubicBezTo>
                      <a:pt x="28" y="48"/>
                      <a:pt x="28" y="48"/>
                      <a:pt x="28" y="48"/>
                    </a:cubicBezTo>
                    <a:cubicBezTo>
                      <a:pt x="28" y="48"/>
                      <a:pt x="28" y="48"/>
                      <a:pt x="28" y="48"/>
                    </a:cubicBezTo>
                    <a:cubicBezTo>
                      <a:pt x="28" y="48"/>
                      <a:pt x="28" y="48"/>
                      <a:pt x="28" y="48"/>
                    </a:cubicBezTo>
                    <a:cubicBezTo>
                      <a:pt x="28" y="48"/>
                      <a:pt x="28" y="48"/>
                      <a:pt x="28" y="48"/>
                    </a:cubicBezTo>
                    <a:cubicBezTo>
                      <a:pt x="27" y="48"/>
                      <a:pt x="27" y="48"/>
                      <a:pt x="27" y="48"/>
                    </a:cubicBezTo>
                    <a:cubicBezTo>
                      <a:pt x="27" y="48"/>
                      <a:pt x="26" y="48"/>
                      <a:pt x="26" y="48"/>
                    </a:cubicBezTo>
                    <a:cubicBezTo>
                      <a:pt x="26" y="48"/>
                      <a:pt x="26" y="48"/>
                      <a:pt x="26" y="48"/>
                    </a:cubicBezTo>
                    <a:cubicBezTo>
                      <a:pt x="26" y="48"/>
                      <a:pt x="26" y="48"/>
                      <a:pt x="26" y="48"/>
                    </a:cubicBezTo>
                    <a:cubicBezTo>
                      <a:pt x="26" y="48"/>
                      <a:pt x="26" y="48"/>
                      <a:pt x="26" y="48"/>
                    </a:cubicBezTo>
                    <a:cubicBezTo>
                      <a:pt x="26" y="48"/>
                      <a:pt x="26" y="48"/>
                      <a:pt x="26" y="48"/>
                    </a:cubicBezTo>
                    <a:cubicBezTo>
                      <a:pt x="26" y="48"/>
                      <a:pt x="25" y="48"/>
                      <a:pt x="26" y="48"/>
                    </a:cubicBezTo>
                    <a:cubicBezTo>
                      <a:pt x="26" y="47"/>
                      <a:pt x="26" y="47"/>
                      <a:pt x="26" y="47"/>
                    </a:cubicBezTo>
                    <a:cubicBezTo>
                      <a:pt x="25" y="47"/>
                      <a:pt x="25" y="47"/>
                      <a:pt x="25" y="47"/>
                    </a:cubicBezTo>
                    <a:cubicBezTo>
                      <a:pt x="25" y="47"/>
                      <a:pt x="24" y="47"/>
                      <a:pt x="24" y="47"/>
                    </a:cubicBezTo>
                    <a:cubicBezTo>
                      <a:pt x="24" y="47"/>
                      <a:pt x="24" y="47"/>
                      <a:pt x="23" y="47"/>
                    </a:cubicBezTo>
                    <a:cubicBezTo>
                      <a:pt x="23" y="47"/>
                      <a:pt x="23" y="47"/>
                      <a:pt x="23" y="47"/>
                    </a:cubicBezTo>
                    <a:cubicBezTo>
                      <a:pt x="23" y="47"/>
                      <a:pt x="22" y="46"/>
                      <a:pt x="22" y="46"/>
                    </a:cubicBezTo>
                    <a:cubicBezTo>
                      <a:pt x="22" y="46"/>
                      <a:pt x="22" y="46"/>
                      <a:pt x="21" y="46"/>
                    </a:cubicBezTo>
                    <a:cubicBezTo>
                      <a:pt x="21" y="46"/>
                      <a:pt x="21" y="46"/>
                      <a:pt x="21" y="46"/>
                    </a:cubicBezTo>
                    <a:cubicBezTo>
                      <a:pt x="21" y="46"/>
                      <a:pt x="21" y="46"/>
                      <a:pt x="21" y="46"/>
                    </a:cubicBezTo>
                    <a:cubicBezTo>
                      <a:pt x="21" y="46"/>
                      <a:pt x="21" y="46"/>
                      <a:pt x="21" y="46"/>
                    </a:cubicBezTo>
                    <a:cubicBezTo>
                      <a:pt x="20" y="46"/>
                      <a:pt x="20" y="46"/>
                      <a:pt x="20" y="46"/>
                    </a:cubicBezTo>
                    <a:cubicBezTo>
                      <a:pt x="20" y="47"/>
                      <a:pt x="20" y="47"/>
                      <a:pt x="20" y="47"/>
                    </a:cubicBezTo>
                    <a:cubicBezTo>
                      <a:pt x="20" y="46"/>
                      <a:pt x="19" y="46"/>
                      <a:pt x="19" y="46"/>
                    </a:cubicBezTo>
                    <a:cubicBezTo>
                      <a:pt x="19" y="46"/>
                      <a:pt x="19" y="46"/>
                      <a:pt x="19" y="46"/>
                    </a:cubicBezTo>
                    <a:cubicBezTo>
                      <a:pt x="19" y="46"/>
                      <a:pt x="19" y="46"/>
                      <a:pt x="19" y="46"/>
                    </a:cubicBezTo>
                    <a:cubicBezTo>
                      <a:pt x="19" y="47"/>
                      <a:pt x="19" y="47"/>
                      <a:pt x="19" y="47"/>
                    </a:cubicBezTo>
                    <a:cubicBezTo>
                      <a:pt x="19" y="47"/>
                      <a:pt x="19" y="47"/>
                      <a:pt x="19" y="47"/>
                    </a:cubicBezTo>
                    <a:cubicBezTo>
                      <a:pt x="19" y="47"/>
                      <a:pt x="18" y="47"/>
                      <a:pt x="18" y="47"/>
                    </a:cubicBezTo>
                    <a:cubicBezTo>
                      <a:pt x="18" y="47"/>
                      <a:pt x="18" y="47"/>
                      <a:pt x="18" y="47"/>
                    </a:cubicBezTo>
                    <a:cubicBezTo>
                      <a:pt x="18" y="47"/>
                      <a:pt x="18" y="47"/>
                      <a:pt x="18" y="47"/>
                    </a:cubicBezTo>
                    <a:cubicBezTo>
                      <a:pt x="18" y="47"/>
                      <a:pt x="17" y="47"/>
                      <a:pt x="17" y="47"/>
                    </a:cubicBezTo>
                    <a:cubicBezTo>
                      <a:pt x="17" y="47"/>
                      <a:pt x="17" y="47"/>
                      <a:pt x="17" y="47"/>
                    </a:cubicBezTo>
                    <a:cubicBezTo>
                      <a:pt x="16" y="47"/>
                      <a:pt x="16" y="47"/>
                      <a:pt x="16" y="47"/>
                    </a:cubicBezTo>
                    <a:cubicBezTo>
                      <a:pt x="16" y="47"/>
                      <a:pt x="16" y="47"/>
                      <a:pt x="16" y="47"/>
                    </a:cubicBezTo>
                    <a:cubicBezTo>
                      <a:pt x="16" y="48"/>
                      <a:pt x="16" y="48"/>
                      <a:pt x="16" y="48"/>
                    </a:cubicBezTo>
                    <a:cubicBezTo>
                      <a:pt x="16" y="48"/>
                      <a:pt x="16" y="48"/>
                      <a:pt x="16" y="48"/>
                    </a:cubicBezTo>
                    <a:cubicBezTo>
                      <a:pt x="16" y="48"/>
                      <a:pt x="17" y="48"/>
                      <a:pt x="17" y="48"/>
                    </a:cubicBezTo>
                    <a:cubicBezTo>
                      <a:pt x="17" y="48"/>
                      <a:pt x="17" y="48"/>
                      <a:pt x="17" y="48"/>
                    </a:cubicBezTo>
                    <a:cubicBezTo>
                      <a:pt x="17" y="49"/>
                      <a:pt x="17" y="49"/>
                      <a:pt x="17" y="49"/>
                    </a:cubicBezTo>
                    <a:cubicBezTo>
                      <a:pt x="17" y="49"/>
                      <a:pt x="17" y="49"/>
                      <a:pt x="17" y="49"/>
                    </a:cubicBezTo>
                    <a:cubicBezTo>
                      <a:pt x="17" y="49"/>
                      <a:pt x="17" y="49"/>
                      <a:pt x="16" y="49"/>
                    </a:cubicBezTo>
                    <a:cubicBezTo>
                      <a:pt x="16" y="49"/>
                      <a:pt x="16" y="49"/>
                      <a:pt x="16" y="49"/>
                    </a:cubicBezTo>
                    <a:cubicBezTo>
                      <a:pt x="16" y="49"/>
                      <a:pt x="16" y="49"/>
                      <a:pt x="16" y="49"/>
                    </a:cubicBezTo>
                    <a:cubicBezTo>
                      <a:pt x="16" y="49"/>
                      <a:pt x="16" y="49"/>
                      <a:pt x="16" y="49"/>
                    </a:cubicBezTo>
                    <a:cubicBezTo>
                      <a:pt x="16" y="49"/>
                      <a:pt x="16" y="49"/>
                      <a:pt x="16" y="49"/>
                    </a:cubicBezTo>
                    <a:cubicBezTo>
                      <a:pt x="16" y="49"/>
                      <a:pt x="16" y="49"/>
                      <a:pt x="16" y="49"/>
                    </a:cubicBezTo>
                    <a:cubicBezTo>
                      <a:pt x="16" y="49"/>
                      <a:pt x="15" y="49"/>
                      <a:pt x="15" y="49"/>
                    </a:cubicBezTo>
                    <a:cubicBezTo>
                      <a:pt x="15" y="49"/>
                      <a:pt x="15" y="49"/>
                      <a:pt x="15" y="49"/>
                    </a:cubicBezTo>
                    <a:cubicBezTo>
                      <a:pt x="15" y="49"/>
                      <a:pt x="15" y="48"/>
                      <a:pt x="15" y="48"/>
                    </a:cubicBezTo>
                    <a:cubicBezTo>
                      <a:pt x="15" y="48"/>
                      <a:pt x="15" y="48"/>
                      <a:pt x="15" y="48"/>
                    </a:cubicBezTo>
                    <a:cubicBezTo>
                      <a:pt x="15" y="48"/>
                      <a:pt x="15" y="48"/>
                      <a:pt x="14" y="48"/>
                    </a:cubicBezTo>
                    <a:cubicBezTo>
                      <a:pt x="14" y="48"/>
                      <a:pt x="14" y="48"/>
                      <a:pt x="14" y="48"/>
                    </a:cubicBezTo>
                    <a:cubicBezTo>
                      <a:pt x="14" y="48"/>
                      <a:pt x="14" y="48"/>
                      <a:pt x="14" y="48"/>
                    </a:cubicBezTo>
                    <a:cubicBezTo>
                      <a:pt x="13" y="48"/>
                      <a:pt x="13" y="48"/>
                      <a:pt x="13" y="48"/>
                    </a:cubicBezTo>
                    <a:cubicBezTo>
                      <a:pt x="13" y="48"/>
                      <a:pt x="13" y="48"/>
                      <a:pt x="13" y="48"/>
                    </a:cubicBezTo>
                    <a:cubicBezTo>
                      <a:pt x="13" y="48"/>
                      <a:pt x="13" y="48"/>
                      <a:pt x="13" y="48"/>
                    </a:cubicBezTo>
                    <a:cubicBezTo>
                      <a:pt x="13" y="48"/>
                      <a:pt x="13" y="48"/>
                      <a:pt x="13" y="48"/>
                    </a:cubicBezTo>
                    <a:cubicBezTo>
                      <a:pt x="13" y="48"/>
                      <a:pt x="12" y="48"/>
                      <a:pt x="12" y="48"/>
                    </a:cubicBezTo>
                    <a:cubicBezTo>
                      <a:pt x="12" y="48"/>
                      <a:pt x="12" y="48"/>
                      <a:pt x="12" y="48"/>
                    </a:cubicBezTo>
                    <a:cubicBezTo>
                      <a:pt x="12" y="47"/>
                      <a:pt x="12" y="47"/>
                      <a:pt x="12" y="47"/>
                    </a:cubicBezTo>
                    <a:cubicBezTo>
                      <a:pt x="12" y="47"/>
                      <a:pt x="12" y="47"/>
                      <a:pt x="12" y="47"/>
                    </a:cubicBezTo>
                    <a:cubicBezTo>
                      <a:pt x="12" y="47"/>
                      <a:pt x="12" y="47"/>
                      <a:pt x="12" y="46"/>
                    </a:cubicBezTo>
                    <a:cubicBezTo>
                      <a:pt x="12" y="46"/>
                      <a:pt x="12" y="46"/>
                      <a:pt x="12" y="46"/>
                    </a:cubicBezTo>
                    <a:cubicBezTo>
                      <a:pt x="12" y="46"/>
                      <a:pt x="12" y="46"/>
                      <a:pt x="12" y="46"/>
                    </a:cubicBezTo>
                    <a:cubicBezTo>
                      <a:pt x="12" y="46"/>
                      <a:pt x="12" y="46"/>
                      <a:pt x="12" y="46"/>
                    </a:cubicBezTo>
                    <a:cubicBezTo>
                      <a:pt x="12" y="46"/>
                      <a:pt x="13" y="46"/>
                      <a:pt x="13" y="45"/>
                    </a:cubicBezTo>
                    <a:cubicBezTo>
                      <a:pt x="13" y="45"/>
                      <a:pt x="13" y="44"/>
                      <a:pt x="13" y="44"/>
                    </a:cubicBezTo>
                    <a:cubicBezTo>
                      <a:pt x="13" y="44"/>
                      <a:pt x="13" y="44"/>
                      <a:pt x="13" y="44"/>
                    </a:cubicBezTo>
                    <a:cubicBezTo>
                      <a:pt x="13" y="44"/>
                      <a:pt x="13" y="44"/>
                      <a:pt x="13" y="44"/>
                    </a:cubicBezTo>
                    <a:cubicBezTo>
                      <a:pt x="13" y="44"/>
                      <a:pt x="13" y="44"/>
                      <a:pt x="13" y="44"/>
                    </a:cubicBezTo>
                    <a:cubicBezTo>
                      <a:pt x="13" y="43"/>
                      <a:pt x="13" y="43"/>
                      <a:pt x="13" y="43"/>
                    </a:cubicBezTo>
                    <a:cubicBezTo>
                      <a:pt x="13" y="43"/>
                      <a:pt x="13" y="43"/>
                      <a:pt x="13" y="42"/>
                    </a:cubicBezTo>
                    <a:cubicBezTo>
                      <a:pt x="13" y="42"/>
                      <a:pt x="13" y="42"/>
                      <a:pt x="12" y="42"/>
                    </a:cubicBezTo>
                    <a:cubicBezTo>
                      <a:pt x="12" y="42"/>
                      <a:pt x="12" y="42"/>
                      <a:pt x="12" y="42"/>
                    </a:cubicBezTo>
                    <a:cubicBezTo>
                      <a:pt x="12" y="42"/>
                      <a:pt x="12" y="42"/>
                      <a:pt x="12" y="42"/>
                    </a:cubicBezTo>
                    <a:cubicBezTo>
                      <a:pt x="12" y="42"/>
                      <a:pt x="12" y="42"/>
                      <a:pt x="12" y="42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1"/>
                      <a:pt x="11" y="41"/>
                      <a:pt x="11" y="41"/>
                    </a:cubicBezTo>
                    <a:cubicBezTo>
                      <a:pt x="11" y="41"/>
                      <a:pt x="11" y="41"/>
                      <a:pt x="11" y="41"/>
                    </a:cubicBezTo>
                    <a:cubicBezTo>
                      <a:pt x="11" y="41"/>
                      <a:pt x="11" y="41"/>
                      <a:pt x="11" y="41"/>
                    </a:cubicBezTo>
                    <a:cubicBezTo>
                      <a:pt x="11" y="41"/>
                      <a:pt x="11" y="41"/>
                      <a:pt x="11" y="41"/>
                    </a:cubicBezTo>
                    <a:cubicBezTo>
                      <a:pt x="11" y="41"/>
                      <a:pt x="11" y="41"/>
                      <a:pt x="11" y="40"/>
                    </a:cubicBezTo>
                    <a:cubicBezTo>
                      <a:pt x="11" y="40"/>
                      <a:pt x="11" y="40"/>
                      <a:pt x="11" y="40"/>
                    </a:cubicBezTo>
                    <a:cubicBezTo>
                      <a:pt x="11" y="40"/>
                      <a:pt x="11" y="40"/>
                      <a:pt x="11" y="40"/>
                    </a:cubicBezTo>
                    <a:cubicBezTo>
                      <a:pt x="11" y="40"/>
                      <a:pt x="11" y="40"/>
                      <a:pt x="11" y="40"/>
                    </a:cubicBezTo>
                    <a:cubicBezTo>
                      <a:pt x="11" y="40"/>
                      <a:pt x="11" y="40"/>
                      <a:pt x="11" y="40"/>
                    </a:cubicBezTo>
                    <a:cubicBezTo>
                      <a:pt x="11" y="40"/>
                      <a:pt x="11" y="40"/>
                      <a:pt x="12" y="40"/>
                    </a:cubicBezTo>
                    <a:cubicBezTo>
                      <a:pt x="12" y="40"/>
                      <a:pt x="12" y="39"/>
                      <a:pt x="13" y="38"/>
                    </a:cubicBezTo>
                    <a:cubicBezTo>
                      <a:pt x="13" y="38"/>
                      <a:pt x="13" y="38"/>
                      <a:pt x="13" y="37"/>
                    </a:cubicBezTo>
                    <a:cubicBezTo>
                      <a:pt x="13" y="37"/>
                      <a:pt x="13" y="37"/>
                      <a:pt x="13" y="37"/>
                    </a:cubicBezTo>
                    <a:cubicBezTo>
                      <a:pt x="13" y="37"/>
                      <a:pt x="13" y="37"/>
                      <a:pt x="13" y="37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2" y="37"/>
                      <a:pt x="11" y="37"/>
                      <a:pt x="11" y="37"/>
                    </a:cubicBezTo>
                    <a:cubicBezTo>
                      <a:pt x="11" y="37"/>
                      <a:pt x="10" y="37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9" y="38"/>
                      <a:pt x="9" y="39"/>
                      <a:pt x="9" y="39"/>
                    </a:cubicBezTo>
                    <a:cubicBezTo>
                      <a:pt x="9" y="39"/>
                      <a:pt x="9" y="39"/>
                      <a:pt x="9" y="39"/>
                    </a:cubicBezTo>
                    <a:cubicBezTo>
                      <a:pt x="9" y="39"/>
                      <a:pt x="9" y="39"/>
                      <a:pt x="9" y="39"/>
                    </a:cubicBezTo>
                    <a:cubicBezTo>
                      <a:pt x="9" y="39"/>
                      <a:pt x="8" y="40"/>
                      <a:pt x="8" y="40"/>
                    </a:cubicBezTo>
                    <a:cubicBezTo>
                      <a:pt x="8" y="40"/>
                      <a:pt x="8" y="39"/>
                      <a:pt x="8" y="39"/>
                    </a:cubicBezTo>
                    <a:cubicBezTo>
                      <a:pt x="8" y="39"/>
                      <a:pt x="8" y="39"/>
                      <a:pt x="8" y="39"/>
                    </a:cubicBezTo>
                    <a:cubicBezTo>
                      <a:pt x="8" y="39"/>
                      <a:pt x="8" y="39"/>
                      <a:pt x="8" y="39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8" y="38"/>
                      <a:pt x="8" y="38"/>
                      <a:pt x="7" y="38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7" y="38"/>
                      <a:pt x="8" y="37"/>
                      <a:pt x="8" y="37"/>
                    </a:cubicBezTo>
                    <a:cubicBezTo>
                      <a:pt x="8" y="37"/>
                      <a:pt x="8" y="37"/>
                      <a:pt x="8" y="37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8" y="37"/>
                      <a:pt x="8" y="37"/>
                      <a:pt x="8" y="37"/>
                    </a:cubicBezTo>
                    <a:cubicBezTo>
                      <a:pt x="8" y="37"/>
                      <a:pt x="8" y="37"/>
                      <a:pt x="8" y="37"/>
                    </a:cubicBezTo>
                    <a:cubicBezTo>
                      <a:pt x="8" y="37"/>
                      <a:pt x="8" y="37"/>
                      <a:pt x="8" y="37"/>
                    </a:cubicBezTo>
                    <a:cubicBezTo>
                      <a:pt x="9" y="37"/>
                      <a:pt x="9" y="37"/>
                      <a:pt x="9" y="37"/>
                    </a:cubicBezTo>
                    <a:cubicBezTo>
                      <a:pt x="9" y="37"/>
                      <a:pt x="9" y="37"/>
                      <a:pt x="9" y="37"/>
                    </a:cubicBezTo>
                    <a:cubicBezTo>
                      <a:pt x="9" y="37"/>
                      <a:pt x="9" y="37"/>
                      <a:pt x="9" y="36"/>
                    </a:cubicBezTo>
                    <a:cubicBezTo>
                      <a:pt x="9" y="36"/>
                      <a:pt x="8" y="36"/>
                      <a:pt x="9" y="36"/>
                    </a:cubicBezTo>
                    <a:cubicBezTo>
                      <a:pt x="9" y="36"/>
                      <a:pt x="9" y="36"/>
                      <a:pt x="9" y="36"/>
                    </a:cubicBezTo>
                    <a:cubicBezTo>
                      <a:pt x="9" y="36"/>
                      <a:pt x="9" y="36"/>
                      <a:pt x="9" y="36"/>
                    </a:cubicBezTo>
                    <a:cubicBezTo>
                      <a:pt x="9" y="36"/>
                      <a:pt x="9" y="36"/>
                      <a:pt x="9" y="36"/>
                    </a:cubicBezTo>
                    <a:cubicBezTo>
                      <a:pt x="9" y="36"/>
                      <a:pt x="9" y="35"/>
                      <a:pt x="9" y="35"/>
                    </a:cubicBezTo>
                    <a:cubicBezTo>
                      <a:pt x="9" y="35"/>
                      <a:pt x="9" y="34"/>
                      <a:pt x="9" y="34"/>
                    </a:cubicBezTo>
                    <a:cubicBezTo>
                      <a:pt x="9" y="34"/>
                      <a:pt x="9" y="34"/>
                      <a:pt x="9" y="34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10" y="34"/>
                      <a:pt x="9" y="33"/>
                      <a:pt x="10" y="33"/>
                    </a:cubicBezTo>
                    <a:cubicBezTo>
                      <a:pt x="10" y="33"/>
                      <a:pt x="10" y="33"/>
                      <a:pt x="10" y="33"/>
                    </a:cubicBezTo>
                    <a:cubicBezTo>
                      <a:pt x="10" y="33"/>
                      <a:pt x="10" y="33"/>
                      <a:pt x="10" y="33"/>
                    </a:cubicBezTo>
                    <a:cubicBezTo>
                      <a:pt x="10" y="33"/>
                      <a:pt x="10" y="33"/>
                      <a:pt x="10" y="33"/>
                    </a:cubicBezTo>
                    <a:cubicBezTo>
                      <a:pt x="10" y="33"/>
                      <a:pt x="10" y="33"/>
                      <a:pt x="10" y="33"/>
                    </a:cubicBezTo>
                    <a:cubicBezTo>
                      <a:pt x="10" y="33"/>
                      <a:pt x="10" y="32"/>
                      <a:pt x="10" y="32"/>
                    </a:cubicBezTo>
                    <a:cubicBezTo>
                      <a:pt x="10" y="32"/>
                      <a:pt x="10" y="32"/>
                      <a:pt x="10" y="32"/>
                    </a:cubicBezTo>
                    <a:cubicBezTo>
                      <a:pt x="10" y="32"/>
                      <a:pt x="10" y="32"/>
                      <a:pt x="10" y="32"/>
                    </a:cubicBezTo>
                    <a:cubicBezTo>
                      <a:pt x="10" y="32"/>
                      <a:pt x="11" y="32"/>
                      <a:pt x="11" y="32"/>
                    </a:cubicBezTo>
                    <a:cubicBezTo>
                      <a:pt x="11" y="32"/>
                      <a:pt x="11" y="32"/>
                      <a:pt x="11" y="32"/>
                    </a:cubicBezTo>
                    <a:cubicBezTo>
                      <a:pt x="11" y="31"/>
                      <a:pt x="11" y="31"/>
                      <a:pt x="11" y="31"/>
                    </a:cubicBezTo>
                    <a:cubicBezTo>
                      <a:pt x="12" y="31"/>
                      <a:pt x="12" y="31"/>
                      <a:pt x="12" y="30"/>
                    </a:cubicBezTo>
                    <a:cubicBezTo>
                      <a:pt x="12" y="30"/>
                      <a:pt x="12" y="30"/>
                      <a:pt x="12" y="30"/>
                    </a:cubicBezTo>
                    <a:cubicBezTo>
                      <a:pt x="12" y="30"/>
                      <a:pt x="12" y="30"/>
                      <a:pt x="12" y="30"/>
                    </a:cubicBezTo>
                    <a:cubicBezTo>
                      <a:pt x="12" y="30"/>
                      <a:pt x="12" y="30"/>
                      <a:pt x="12" y="30"/>
                    </a:cubicBezTo>
                    <a:cubicBezTo>
                      <a:pt x="12" y="30"/>
                      <a:pt x="13" y="30"/>
                      <a:pt x="13" y="30"/>
                    </a:cubicBezTo>
                    <a:cubicBezTo>
                      <a:pt x="13" y="30"/>
                      <a:pt x="13" y="30"/>
                      <a:pt x="13" y="30"/>
                    </a:cubicBezTo>
                    <a:cubicBezTo>
                      <a:pt x="13" y="30"/>
                      <a:pt x="13" y="30"/>
                      <a:pt x="13" y="30"/>
                    </a:cubicBezTo>
                    <a:cubicBezTo>
                      <a:pt x="14" y="30"/>
                      <a:pt x="14" y="30"/>
                      <a:pt x="14" y="30"/>
                    </a:cubicBezTo>
                    <a:cubicBezTo>
                      <a:pt x="15" y="30"/>
                      <a:pt x="15" y="30"/>
                      <a:pt x="15" y="30"/>
                    </a:cubicBezTo>
                    <a:cubicBezTo>
                      <a:pt x="15" y="29"/>
                      <a:pt x="15" y="29"/>
                      <a:pt x="16" y="29"/>
                    </a:cubicBezTo>
                    <a:cubicBezTo>
                      <a:pt x="16" y="29"/>
                      <a:pt x="16" y="29"/>
                      <a:pt x="16" y="29"/>
                    </a:cubicBezTo>
                    <a:cubicBezTo>
                      <a:pt x="16" y="29"/>
                      <a:pt x="16" y="29"/>
                      <a:pt x="16" y="29"/>
                    </a:cubicBezTo>
                    <a:cubicBezTo>
                      <a:pt x="16" y="29"/>
                      <a:pt x="16" y="29"/>
                      <a:pt x="16" y="29"/>
                    </a:cubicBezTo>
                    <a:cubicBezTo>
                      <a:pt x="16" y="29"/>
                      <a:pt x="17" y="30"/>
                      <a:pt x="17" y="30"/>
                    </a:cubicBezTo>
                    <a:cubicBezTo>
                      <a:pt x="17" y="31"/>
                      <a:pt x="17" y="31"/>
                      <a:pt x="17" y="31"/>
                    </a:cubicBezTo>
                    <a:cubicBezTo>
                      <a:pt x="17" y="31"/>
                      <a:pt x="16" y="32"/>
                      <a:pt x="16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6" y="33"/>
                      <a:pt x="16" y="33"/>
                      <a:pt x="16" y="33"/>
                    </a:cubicBezTo>
                    <a:cubicBezTo>
                      <a:pt x="16" y="33"/>
                      <a:pt x="17" y="33"/>
                      <a:pt x="17" y="33"/>
                    </a:cubicBezTo>
                    <a:cubicBezTo>
                      <a:pt x="17" y="33"/>
                      <a:pt x="17" y="33"/>
                      <a:pt x="17" y="33"/>
                    </a:cubicBezTo>
                    <a:cubicBezTo>
                      <a:pt x="17" y="33"/>
                      <a:pt x="17" y="33"/>
                      <a:pt x="17" y="33"/>
                    </a:cubicBezTo>
                    <a:cubicBezTo>
                      <a:pt x="17" y="33"/>
                      <a:pt x="17" y="33"/>
                      <a:pt x="17" y="33"/>
                    </a:cubicBezTo>
                    <a:cubicBezTo>
                      <a:pt x="17" y="33"/>
                      <a:pt x="17" y="33"/>
                      <a:pt x="17" y="33"/>
                    </a:cubicBezTo>
                    <a:cubicBezTo>
                      <a:pt x="18" y="33"/>
                      <a:pt x="18" y="32"/>
                      <a:pt x="18" y="32"/>
                    </a:cubicBezTo>
                    <a:cubicBezTo>
                      <a:pt x="18" y="32"/>
                      <a:pt x="18" y="31"/>
                      <a:pt x="18" y="31"/>
                    </a:cubicBezTo>
                    <a:cubicBezTo>
                      <a:pt x="18" y="31"/>
                      <a:pt x="18" y="31"/>
                      <a:pt x="18" y="31"/>
                    </a:cubicBezTo>
                    <a:cubicBezTo>
                      <a:pt x="18" y="31"/>
                      <a:pt x="18" y="31"/>
                      <a:pt x="18" y="31"/>
                    </a:cubicBezTo>
                    <a:cubicBezTo>
                      <a:pt x="18" y="31"/>
                      <a:pt x="18" y="31"/>
                      <a:pt x="18" y="31"/>
                    </a:cubicBezTo>
                    <a:cubicBezTo>
                      <a:pt x="18" y="31"/>
                      <a:pt x="18" y="31"/>
                      <a:pt x="18" y="31"/>
                    </a:cubicBezTo>
                    <a:cubicBezTo>
                      <a:pt x="18" y="31"/>
                      <a:pt x="18" y="30"/>
                      <a:pt x="18" y="30"/>
                    </a:cubicBezTo>
                    <a:cubicBezTo>
                      <a:pt x="18" y="30"/>
                      <a:pt x="18" y="30"/>
                      <a:pt x="18" y="30"/>
                    </a:cubicBezTo>
                    <a:cubicBezTo>
                      <a:pt x="19" y="30"/>
                      <a:pt x="19" y="30"/>
                      <a:pt x="19" y="30"/>
                    </a:cubicBezTo>
                    <a:cubicBezTo>
                      <a:pt x="19" y="30"/>
                      <a:pt x="19" y="30"/>
                      <a:pt x="19" y="30"/>
                    </a:cubicBezTo>
                    <a:cubicBezTo>
                      <a:pt x="19" y="30"/>
                      <a:pt x="19" y="30"/>
                      <a:pt x="19" y="30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20" y="29"/>
                      <a:pt x="20" y="29"/>
                      <a:pt x="20" y="28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1" y="28"/>
                      <a:pt x="21" y="28"/>
                      <a:pt x="21" y="28"/>
                    </a:cubicBezTo>
                    <a:cubicBezTo>
                      <a:pt x="21" y="28"/>
                      <a:pt x="21" y="28"/>
                      <a:pt x="21" y="28"/>
                    </a:cubicBezTo>
                    <a:cubicBezTo>
                      <a:pt x="21" y="28"/>
                      <a:pt x="21" y="28"/>
                      <a:pt x="21" y="28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1" y="27"/>
                      <a:pt x="20" y="27"/>
                      <a:pt x="20" y="27"/>
                    </a:cubicBezTo>
                    <a:cubicBezTo>
                      <a:pt x="20" y="27"/>
                      <a:pt x="20" y="27"/>
                      <a:pt x="20" y="27"/>
                    </a:cubicBezTo>
                    <a:cubicBezTo>
                      <a:pt x="20" y="27"/>
                      <a:pt x="20" y="27"/>
                      <a:pt x="20" y="27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2" y="27"/>
                      <a:pt x="22" y="27"/>
                      <a:pt x="22" y="26"/>
                    </a:cubicBezTo>
                    <a:cubicBezTo>
                      <a:pt x="22" y="26"/>
                      <a:pt x="22" y="26"/>
                      <a:pt x="22" y="26"/>
                    </a:cubicBezTo>
                    <a:cubicBezTo>
                      <a:pt x="23" y="25"/>
                      <a:pt x="23" y="25"/>
                      <a:pt x="23" y="25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5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3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5" y="23"/>
                      <a:pt x="25" y="22"/>
                      <a:pt x="25" y="22"/>
                    </a:cubicBezTo>
                    <a:cubicBezTo>
                      <a:pt x="26" y="22"/>
                      <a:pt x="26" y="21"/>
                      <a:pt x="27" y="21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28" y="21"/>
                      <a:pt x="28" y="21"/>
                      <a:pt x="28" y="21"/>
                    </a:cubicBezTo>
                    <a:cubicBezTo>
                      <a:pt x="28" y="21"/>
                      <a:pt x="28" y="20"/>
                      <a:pt x="28" y="20"/>
                    </a:cubicBezTo>
                    <a:cubicBezTo>
                      <a:pt x="28" y="20"/>
                      <a:pt x="28" y="20"/>
                      <a:pt x="28" y="20"/>
                    </a:cubicBezTo>
                    <a:cubicBezTo>
                      <a:pt x="28" y="20"/>
                      <a:pt x="28" y="20"/>
                      <a:pt x="28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9" y="20"/>
                      <a:pt x="29" y="20"/>
                      <a:pt x="30" y="20"/>
                    </a:cubicBezTo>
                    <a:cubicBezTo>
                      <a:pt x="30" y="19"/>
                      <a:pt x="30" y="19"/>
                      <a:pt x="30" y="19"/>
                    </a:cubicBezTo>
                    <a:cubicBezTo>
                      <a:pt x="30" y="19"/>
                      <a:pt x="30" y="19"/>
                      <a:pt x="30" y="19"/>
                    </a:cubicBezTo>
                    <a:cubicBezTo>
                      <a:pt x="30" y="18"/>
                      <a:pt x="30" y="18"/>
                      <a:pt x="30" y="18"/>
                    </a:cubicBezTo>
                    <a:cubicBezTo>
                      <a:pt x="30" y="18"/>
                      <a:pt x="30" y="18"/>
                      <a:pt x="30" y="18"/>
                    </a:cubicBezTo>
                    <a:cubicBezTo>
                      <a:pt x="30" y="18"/>
                      <a:pt x="30" y="18"/>
                      <a:pt x="30" y="18"/>
                    </a:cubicBezTo>
                    <a:cubicBezTo>
                      <a:pt x="30" y="18"/>
                      <a:pt x="30" y="18"/>
                      <a:pt x="30" y="18"/>
                    </a:cubicBezTo>
                    <a:cubicBezTo>
                      <a:pt x="30" y="18"/>
                      <a:pt x="30" y="18"/>
                      <a:pt x="30" y="18"/>
                    </a:cubicBezTo>
                    <a:cubicBezTo>
                      <a:pt x="30" y="18"/>
                      <a:pt x="30" y="18"/>
                      <a:pt x="30" y="18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1" y="18"/>
                      <a:pt x="31" y="17"/>
                      <a:pt x="31" y="17"/>
                    </a:cubicBezTo>
                    <a:cubicBezTo>
                      <a:pt x="31" y="17"/>
                      <a:pt x="31" y="17"/>
                      <a:pt x="31" y="17"/>
                    </a:cubicBezTo>
                    <a:cubicBezTo>
                      <a:pt x="31" y="17"/>
                      <a:pt x="31" y="17"/>
                      <a:pt x="31" y="17"/>
                    </a:cubicBezTo>
                    <a:cubicBezTo>
                      <a:pt x="31" y="17"/>
                      <a:pt x="31" y="17"/>
                      <a:pt x="31" y="17"/>
                    </a:cubicBezTo>
                    <a:cubicBezTo>
                      <a:pt x="32" y="17"/>
                      <a:pt x="32" y="17"/>
                      <a:pt x="32" y="17"/>
                    </a:cubicBezTo>
                    <a:cubicBezTo>
                      <a:pt x="32" y="17"/>
                      <a:pt x="32" y="17"/>
                      <a:pt x="32" y="17"/>
                    </a:cubicBezTo>
                    <a:cubicBezTo>
                      <a:pt x="32" y="17"/>
                      <a:pt x="32" y="17"/>
                      <a:pt x="32" y="17"/>
                    </a:cubicBezTo>
                    <a:cubicBezTo>
                      <a:pt x="32" y="17"/>
                      <a:pt x="32" y="17"/>
                      <a:pt x="32" y="17"/>
                    </a:cubicBezTo>
                    <a:cubicBezTo>
                      <a:pt x="32" y="17"/>
                      <a:pt x="32" y="17"/>
                      <a:pt x="32" y="17"/>
                    </a:cubicBezTo>
                    <a:cubicBezTo>
                      <a:pt x="33" y="17"/>
                      <a:pt x="33" y="17"/>
                      <a:pt x="33" y="16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4" y="16"/>
                      <a:pt x="34" y="16"/>
                      <a:pt x="34" y="16"/>
                    </a:cubicBezTo>
                    <a:cubicBezTo>
                      <a:pt x="34" y="16"/>
                      <a:pt x="34" y="16"/>
                      <a:pt x="34" y="16"/>
                    </a:cubicBezTo>
                    <a:cubicBezTo>
                      <a:pt x="34" y="16"/>
                      <a:pt x="34" y="16"/>
                      <a:pt x="34" y="16"/>
                    </a:cubicBezTo>
                    <a:cubicBezTo>
                      <a:pt x="34" y="16"/>
                      <a:pt x="34" y="16"/>
                      <a:pt x="34" y="16"/>
                    </a:cubicBezTo>
                    <a:cubicBezTo>
                      <a:pt x="35" y="16"/>
                      <a:pt x="35" y="15"/>
                      <a:pt x="35" y="15"/>
                    </a:cubicBezTo>
                    <a:cubicBezTo>
                      <a:pt x="35" y="15"/>
                      <a:pt x="35" y="15"/>
                      <a:pt x="35" y="15"/>
                    </a:cubicBezTo>
                    <a:cubicBezTo>
                      <a:pt x="34" y="15"/>
                      <a:pt x="34" y="15"/>
                      <a:pt x="34" y="15"/>
                    </a:cubicBezTo>
                    <a:cubicBezTo>
                      <a:pt x="33" y="15"/>
                      <a:pt x="33" y="15"/>
                      <a:pt x="33" y="15"/>
                    </a:cubicBezTo>
                    <a:cubicBezTo>
                      <a:pt x="33" y="15"/>
                      <a:pt x="33" y="15"/>
                      <a:pt x="33" y="15"/>
                    </a:cubicBezTo>
                    <a:cubicBezTo>
                      <a:pt x="33" y="15"/>
                      <a:pt x="33" y="15"/>
                      <a:pt x="33" y="15"/>
                    </a:cubicBezTo>
                    <a:cubicBezTo>
                      <a:pt x="33" y="15"/>
                      <a:pt x="33" y="15"/>
                      <a:pt x="32" y="15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33" y="15"/>
                      <a:pt x="33" y="15"/>
                      <a:pt x="33" y="15"/>
                    </a:cubicBezTo>
                    <a:cubicBezTo>
                      <a:pt x="33" y="15"/>
                      <a:pt x="33" y="14"/>
                      <a:pt x="33" y="14"/>
                    </a:cubicBezTo>
                    <a:cubicBezTo>
                      <a:pt x="33" y="14"/>
                      <a:pt x="33" y="14"/>
                      <a:pt x="33" y="14"/>
                    </a:cubicBezTo>
                    <a:cubicBezTo>
                      <a:pt x="33" y="14"/>
                      <a:pt x="33" y="14"/>
                      <a:pt x="33" y="14"/>
                    </a:cubicBezTo>
                    <a:cubicBezTo>
                      <a:pt x="33" y="14"/>
                      <a:pt x="33" y="14"/>
                      <a:pt x="33" y="14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8" y="14"/>
                      <a:pt x="38" y="14"/>
                      <a:pt x="38" y="14"/>
                    </a:cubicBezTo>
                    <a:cubicBezTo>
                      <a:pt x="38" y="13"/>
                      <a:pt x="38" y="13"/>
                      <a:pt x="38" y="13"/>
                    </a:cubicBezTo>
                    <a:cubicBezTo>
                      <a:pt x="38" y="13"/>
                      <a:pt x="38" y="13"/>
                      <a:pt x="39" y="13"/>
                    </a:cubicBezTo>
                    <a:cubicBezTo>
                      <a:pt x="39" y="13"/>
                      <a:pt x="39" y="13"/>
                      <a:pt x="39" y="13"/>
                    </a:cubicBezTo>
                    <a:cubicBezTo>
                      <a:pt x="39" y="13"/>
                      <a:pt x="39" y="13"/>
                      <a:pt x="39" y="13"/>
                    </a:cubicBezTo>
                    <a:cubicBezTo>
                      <a:pt x="39" y="13"/>
                      <a:pt x="39" y="13"/>
                      <a:pt x="39" y="13"/>
                    </a:cubicBezTo>
                    <a:cubicBezTo>
                      <a:pt x="39" y="13"/>
                      <a:pt x="39" y="13"/>
                      <a:pt x="39" y="13"/>
                    </a:cubicBezTo>
                    <a:cubicBezTo>
                      <a:pt x="39" y="13"/>
                      <a:pt x="39" y="13"/>
                      <a:pt x="39" y="13"/>
                    </a:cubicBezTo>
                    <a:cubicBezTo>
                      <a:pt x="39" y="13"/>
                      <a:pt x="39" y="13"/>
                      <a:pt x="39" y="12"/>
                    </a:cubicBezTo>
                    <a:cubicBezTo>
                      <a:pt x="39" y="12"/>
                      <a:pt x="40" y="12"/>
                      <a:pt x="40" y="12"/>
                    </a:cubicBezTo>
                    <a:cubicBezTo>
                      <a:pt x="40" y="12"/>
                      <a:pt x="40" y="12"/>
                      <a:pt x="40" y="12"/>
                    </a:cubicBezTo>
                    <a:cubicBezTo>
                      <a:pt x="40" y="12"/>
                      <a:pt x="40" y="12"/>
                      <a:pt x="40" y="12"/>
                    </a:cubicBezTo>
                    <a:cubicBezTo>
                      <a:pt x="40" y="12"/>
                      <a:pt x="40" y="12"/>
                      <a:pt x="41" y="12"/>
                    </a:cubicBezTo>
                    <a:cubicBezTo>
                      <a:pt x="41" y="12"/>
                      <a:pt x="41" y="12"/>
                      <a:pt x="41" y="12"/>
                    </a:cubicBezTo>
                    <a:cubicBezTo>
                      <a:pt x="41" y="12"/>
                      <a:pt x="41" y="12"/>
                      <a:pt x="41" y="12"/>
                    </a:cubicBezTo>
                    <a:cubicBezTo>
                      <a:pt x="41" y="12"/>
                      <a:pt x="41" y="12"/>
                      <a:pt x="41" y="12"/>
                    </a:cubicBezTo>
                    <a:cubicBezTo>
                      <a:pt x="41" y="12"/>
                      <a:pt x="41" y="12"/>
                      <a:pt x="42" y="12"/>
                    </a:cubicBezTo>
                    <a:cubicBezTo>
                      <a:pt x="42" y="12"/>
                      <a:pt x="42" y="12"/>
                      <a:pt x="42" y="12"/>
                    </a:cubicBezTo>
                    <a:cubicBezTo>
                      <a:pt x="42" y="12"/>
                      <a:pt x="42" y="11"/>
                      <a:pt x="42" y="11"/>
                    </a:cubicBezTo>
                    <a:cubicBezTo>
                      <a:pt x="42" y="11"/>
                      <a:pt x="42" y="10"/>
                      <a:pt x="42" y="10"/>
                    </a:cubicBezTo>
                    <a:cubicBezTo>
                      <a:pt x="42" y="10"/>
                      <a:pt x="42" y="10"/>
                      <a:pt x="42" y="10"/>
                    </a:cubicBezTo>
                    <a:cubicBezTo>
                      <a:pt x="42" y="10"/>
                      <a:pt x="42" y="10"/>
                      <a:pt x="42" y="10"/>
                    </a:cubicBezTo>
                    <a:cubicBezTo>
                      <a:pt x="42" y="8"/>
                      <a:pt x="42" y="8"/>
                      <a:pt x="42" y="8"/>
                    </a:cubicBezTo>
                    <a:cubicBezTo>
                      <a:pt x="41" y="8"/>
                      <a:pt x="41" y="8"/>
                      <a:pt x="41" y="8"/>
                    </a:cubicBezTo>
                    <a:cubicBezTo>
                      <a:pt x="41" y="8"/>
                      <a:pt x="41" y="8"/>
                      <a:pt x="41" y="8"/>
                    </a:cubicBezTo>
                    <a:cubicBezTo>
                      <a:pt x="41" y="8"/>
                      <a:pt x="40" y="8"/>
                      <a:pt x="40" y="8"/>
                    </a:cubicBezTo>
                    <a:cubicBezTo>
                      <a:pt x="40" y="8"/>
                      <a:pt x="40" y="8"/>
                      <a:pt x="40" y="8"/>
                    </a:cubicBezTo>
                    <a:cubicBezTo>
                      <a:pt x="40" y="8"/>
                      <a:pt x="40" y="8"/>
                      <a:pt x="40" y="8"/>
                    </a:cubicBezTo>
                    <a:cubicBezTo>
                      <a:pt x="40" y="8"/>
                      <a:pt x="40" y="8"/>
                      <a:pt x="40" y="8"/>
                    </a:cubicBezTo>
                    <a:cubicBezTo>
                      <a:pt x="40" y="8"/>
                      <a:pt x="40" y="8"/>
                      <a:pt x="39" y="8"/>
                    </a:cubicBezTo>
                    <a:cubicBezTo>
                      <a:pt x="40" y="8"/>
                      <a:pt x="40" y="8"/>
                      <a:pt x="40" y="8"/>
                    </a:cubicBezTo>
                    <a:cubicBezTo>
                      <a:pt x="40" y="8"/>
                      <a:pt x="40" y="8"/>
                      <a:pt x="40" y="8"/>
                    </a:cubicBezTo>
                    <a:cubicBezTo>
                      <a:pt x="40" y="8"/>
                      <a:pt x="40" y="8"/>
                      <a:pt x="40" y="8"/>
                    </a:cubicBezTo>
                    <a:cubicBezTo>
                      <a:pt x="40" y="7"/>
                      <a:pt x="40" y="7"/>
                      <a:pt x="40" y="7"/>
                    </a:cubicBezTo>
                    <a:cubicBezTo>
                      <a:pt x="40" y="7"/>
                      <a:pt x="40" y="7"/>
                      <a:pt x="40" y="7"/>
                    </a:cubicBezTo>
                    <a:cubicBezTo>
                      <a:pt x="40" y="7"/>
                      <a:pt x="40" y="7"/>
                      <a:pt x="39" y="7"/>
                    </a:cubicBezTo>
                    <a:cubicBezTo>
                      <a:pt x="39" y="7"/>
                      <a:pt x="39" y="7"/>
                      <a:pt x="39" y="7"/>
                    </a:cubicBezTo>
                    <a:cubicBezTo>
                      <a:pt x="37" y="7"/>
                      <a:pt x="37" y="7"/>
                      <a:pt x="37" y="7"/>
                    </a:cubicBezTo>
                    <a:cubicBezTo>
                      <a:pt x="37" y="7"/>
                      <a:pt x="37" y="7"/>
                      <a:pt x="37" y="7"/>
                    </a:cubicBezTo>
                    <a:cubicBezTo>
                      <a:pt x="37" y="7"/>
                      <a:pt x="36" y="8"/>
                      <a:pt x="36" y="8"/>
                    </a:cubicBezTo>
                    <a:cubicBezTo>
                      <a:pt x="36" y="8"/>
                      <a:pt x="36" y="8"/>
                      <a:pt x="36" y="8"/>
                    </a:cubicBezTo>
                    <a:cubicBezTo>
                      <a:pt x="36" y="8"/>
                      <a:pt x="36" y="8"/>
                      <a:pt x="36" y="8"/>
                    </a:cubicBezTo>
                    <a:cubicBezTo>
                      <a:pt x="36" y="8"/>
                      <a:pt x="35" y="8"/>
                      <a:pt x="35" y="8"/>
                    </a:cubicBezTo>
                    <a:cubicBezTo>
                      <a:pt x="34" y="8"/>
                      <a:pt x="34" y="8"/>
                      <a:pt x="34" y="8"/>
                    </a:cubicBezTo>
                    <a:cubicBezTo>
                      <a:pt x="34" y="8"/>
                      <a:pt x="34" y="8"/>
                      <a:pt x="34" y="8"/>
                    </a:cubicBezTo>
                    <a:cubicBezTo>
                      <a:pt x="34" y="8"/>
                      <a:pt x="34" y="8"/>
                      <a:pt x="34" y="8"/>
                    </a:cubicBezTo>
                    <a:cubicBezTo>
                      <a:pt x="34" y="9"/>
                      <a:pt x="34" y="9"/>
                      <a:pt x="34" y="9"/>
                    </a:cubicBezTo>
                    <a:cubicBezTo>
                      <a:pt x="34" y="9"/>
                      <a:pt x="34" y="9"/>
                      <a:pt x="34" y="9"/>
                    </a:cubicBezTo>
                    <a:cubicBezTo>
                      <a:pt x="34" y="9"/>
                      <a:pt x="34" y="10"/>
                      <a:pt x="34" y="10"/>
                    </a:cubicBezTo>
                    <a:cubicBezTo>
                      <a:pt x="34" y="10"/>
                      <a:pt x="34" y="10"/>
                      <a:pt x="34" y="10"/>
                    </a:cubicBezTo>
                    <a:cubicBezTo>
                      <a:pt x="34" y="10"/>
                      <a:pt x="34" y="10"/>
                      <a:pt x="34" y="10"/>
                    </a:cubicBezTo>
                    <a:cubicBezTo>
                      <a:pt x="33" y="10"/>
                      <a:pt x="33" y="10"/>
                      <a:pt x="33" y="10"/>
                    </a:cubicBezTo>
                    <a:cubicBezTo>
                      <a:pt x="33" y="10"/>
                      <a:pt x="33" y="10"/>
                      <a:pt x="33" y="10"/>
                    </a:cubicBezTo>
                    <a:cubicBezTo>
                      <a:pt x="33" y="10"/>
                      <a:pt x="33" y="11"/>
                      <a:pt x="32" y="11"/>
                    </a:cubicBezTo>
                    <a:cubicBezTo>
                      <a:pt x="32" y="11"/>
                      <a:pt x="32" y="11"/>
                      <a:pt x="32" y="11"/>
                    </a:cubicBezTo>
                    <a:cubicBezTo>
                      <a:pt x="32" y="11"/>
                      <a:pt x="32" y="11"/>
                      <a:pt x="31" y="11"/>
                    </a:cubicBezTo>
                    <a:cubicBezTo>
                      <a:pt x="31" y="11"/>
                      <a:pt x="31" y="12"/>
                      <a:pt x="31" y="12"/>
                    </a:cubicBezTo>
                    <a:cubicBezTo>
                      <a:pt x="31" y="12"/>
                      <a:pt x="31" y="12"/>
                      <a:pt x="31" y="12"/>
                    </a:cubicBezTo>
                    <a:cubicBezTo>
                      <a:pt x="31" y="12"/>
                      <a:pt x="31" y="12"/>
                      <a:pt x="31" y="12"/>
                    </a:cubicBezTo>
                    <a:cubicBezTo>
                      <a:pt x="31" y="12"/>
                      <a:pt x="31" y="12"/>
                      <a:pt x="31" y="12"/>
                    </a:cubicBezTo>
                    <a:cubicBezTo>
                      <a:pt x="31" y="12"/>
                      <a:pt x="31" y="12"/>
                      <a:pt x="31" y="12"/>
                    </a:cubicBezTo>
                    <a:cubicBezTo>
                      <a:pt x="31" y="12"/>
                      <a:pt x="31" y="12"/>
                      <a:pt x="31" y="12"/>
                    </a:cubicBezTo>
                    <a:cubicBezTo>
                      <a:pt x="31" y="12"/>
                      <a:pt x="31" y="12"/>
                      <a:pt x="31" y="11"/>
                    </a:cubicBezTo>
                    <a:cubicBezTo>
                      <a:pt x="31" y="11"/>
                      <a:pt x="31" y="11"/>
                      <a:pt x="31" y="10"/>
                    </a:cubicBezTo>
                    <a:cubicBezTo>
                      <a:pt x="31" y="10"/>
                      <a:pt x="31" y="10"/>
                      <a:pt x="31" y="10"/>
                    </a:cubicBezTo>
                    <a:cubicBezTo>
                      <a:pt x="31" y="10"/>
                      <a:pt x="31" y="10"/>
                      <a:pt x="31" y="10"/>
                    </a:cubicBezTo>
                    <a:cubicBezTo>
                      <a:pt x="31" y="10"/>
                      <a:pt x="31" y="10"/>
                      <a:pt x="31" y="10"/>
                    </a:cubicBezTo>
                    <a:cubicBezTo>
                      <a:pt x="31" y="10"/>
                      <a:pt x="31" y="10"/>
                      <a:pt x="31" y="10"/>
                    </a:cubicBezTo>
                    <a:cubicBezTo>
                      <a:pt x="31" y="10"/>
                      <a:pt x="31" y="10"/>
                      <a:pt x="31" y="10"/>
                    </a:cubicBezTo>
                    <a:cubicBezTo>
                      <a:pt x="31" y="9"/>
                      <a:pt x="31" y="9"/>
                      <a:pt x="31" y="9"/>
                    </a:cubicBezTo>
                    <a:cubicBezTo>
                      <a:pt x="31" y="9"/>
                      <a:pt x="31" y="9"/>
                      <a:pt x="31" y="9"/>
                    </a:cubicBezTo>
                    <a:cubicBezTo>
                      <a:pt x="31" y="9"/>
                      <a:pt x="32" y="9"/>
                      <a:pt x="32" y="9"/>
                    </a:cubicBezTo>
                    <a:cubicBezTo>
                      <a:pt x="32" y="9"/>
                      <a:pt x="32" y="9"/>
                      <a:pt x="32" y="9"/>
                    </a:cubicBezTo>
                    <a:cubicBezTo>
                      <a:pt x="32" y="8"/>
                      <a:pt x="32" y="8"/>
                      <a:pt x="32" y="8"/>
                    </a:cubicBezTo>
                    <a:cubicBezTo>
                      <a:pt x="32" y="8"/>
                      <a:pt x="32" y="8"/>
                      <a:pt x="32" y="8"/>
                    </a:cubicBezTo>
                    <a:cubicBezTo>
                      <a:pt x="32" y="8"/>
                      <a:pt x="32" y="8"/>
                      <a:pt x="32" y="7"/>
                    </a:cubicBezTo>
                    <a:cubicBezTo>
                      <a:pt x="32" y="7"/>
                      <a:pt x="32" y="7"/>
                      <a:pt x="32" y="7"/>
                    </a:cubicBezTo>
                    <a:cubicBezTo>
                      <a:pt x="32" y="8"/>
                      <a:pt x="32" y="8"/>
                      <a:pt x="32" y="8"/>
                    </a:cubicBezTo>
                    <a:cubicBezTo>
                      <a:pt x="32" y="7"/>
                      <a:pt x="32" y="7"/>
                      <a:pt x="32" y="7"/>
                    </a:cubicBezTo>
                    <a:cubicBezTo>
                      <a:pt x="32" y="7"/>
                      <a:pt x="32" y="7"/>
                      <a:pt x="32" y="7"/>
                    </a:cubicBezTo>
                    <a:cubicBezTo>
                      <a:pt x="32" y="7"/>
                      <a:pt x="32" y="7"/>
                      <a:pt x="32" y="7"/>
                    </a:cubicBezTo>
                    <a:cubicBezTo>
                      <a:pt x="32" y="7"/>
                      <a:pt x="32" y="7"/>
                      <a:pt x="32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4" y="7"/>
                      <a:pt x="34" y="6"/>
                      <a:pt x="34" y="6"/>
                    </a:cubicBezTo>
                    <a:cubicBezTo>
                      <a:pt x="34" y="6"/>
                      <a:pt x="35" y="6"/>
                      <a:pt x="35" y="6"/>
                    </a:cubicBezTo>
                    <a:cubicBezTo>
                      <a:pt x="35" y="6"/>
                      <a:pt x="35" y="6"/>
                      <a:pt x="35" y="6"/>
                    </a:cubicBezTo>
                    <a:cubicBezTo>
                      <a:pt x="36" y="6"/>
                      <a:pt x="36" y="6"/>
                      <a:pt x="36" y="6"/>
                    </a:cubicBezTo>
                    <a:cubicBezTo>
                      <a:pt x="36" y="6"/>
                      <a:pt x="36" y="6"/>
                      <a:pt x="36" y="6"/>
                    </a:cubicBezTo>
                    <a:cubicBezTo>
                      <a:pt x="36" y="6"/>
                      <a:pt x="36" y="6"/>
                      <a:pt x="36" y="6"/>
                    </a:cubicBezTo>
                    <a:cubicBezTo>
                      <a:pt x="36" y="6"/>
                      <a:pt x="36" y="6"/>
                      <a:pt x="36" y="6"/>
                    </a:cubicBezTo>
                    <a:cubicBezTo>
                      <a:pt x="36" y="6"/>
                      <a:pt x="36" y="6"/>
                      <a:pt x="36" y="6"/>
                    </a:cubicBezTo>
                    <a:cubicBezTo>
                      <a:pt x="36" y="6"/>
                      <a:pt x="36" y="6"/>
                      <a:pt x="36" y="6"/>
                    </a:cubicBezTo>
                    <a:cubicBezTo>
                      <a:pt x="36" y="6"/>
                      <a:pt x="36" y="6"/>
                      <a:pt x="37" y="5"/>
                    </a:cubicBezTo>
                    <a:cubicBezTo>
                      <a:pt x="37" y="5"/>
                      <a:pt x="37" y="5"/>
                      <a:pt x="37" y="4"/>
                    </a:cubicBezTo>
                    <a:cubicBezTo>
                      <a:pt x="37" y="4"/>
                      <a:pt x="37" y="4"/>
                      <a:pt x="37" y="4"/>
                    </a:cubicBezTo>
                    <a:cubicBezTo>
                      <a:pt x="41" y="3"/>
                      <a:pt x="45" y="2"/>
                      <a:pt x="49" y="1"/>
                    </a:cubicBezTo>
                    <a:cubicBezTo>
                      <a:pt x="49" y="1"/>
                      <a:pt x="49" y="1"/>
                      <a:pt x="49" y="1"/>
                    </a:cubicBezTo>
                    <a:cubicBezTo>
                      <a:pt x="49" y="1"/>
                      <a:pt x="49" y="1"/>
                      <a:pt x="49" y="1"/>
                    </a:cubicBezTo>
                    <a:cubicBezTo>
                      <a:pt x="49" y="1"/>
                      <a:pt x="49" y="1"/>
                      <a:pt x="49" y="2"/>
                    </a:cubicBezTo>
                    <a:cubicBezTo>
                      <a:pt x="50" y="2"/>
                      <a:pt x="50" y="2"/>
                      <a:pt x="50" y="2"/>
                    </a:cubicBezTo>
                    <a:cubicBezTo>
                      <a:pt x="50" y="3"/>
                      <a:pt x="50" y="3"/>
                      <a:pt x="50" y="3"/>
                    </a:cubicBezTo>
                    <a:cubicBezTo>
                      <a:pt x="50" y="3"/>
                      <a:pt x="50" y="3"/>
                      <a:pt x="50" y="4"/>
                    </a:cubicBezTo>
                    <a:cubicBezTo>
                      <a:pt x="50" y="4"/>
                      <a:pt x="50" y="4"/>
                      <a:pt x="50" y="4"/>
                    </a:cubicBezTo>
                    <a:cubicBezTo>
                      <a:pt x="49" y="4"/>
                      <a:pt x="49" y="4"/>
                      <a:pt x="49" y="4"/>
                    </a:cubicBezTo>
                    <a:cubicBezTo>
                      <a:pt x="49" y="4"/>
                      <a:pt x="49" y="4"/>
                      <a:pt x="49" y="4"/>
                    </a:cubicBezTo>
                    <a:cubicBezTo>
                      <a:pt x="49" y="5"/>
                      <a:pt x="49" y="5"/>
                      <a:pt x="48" y="5"/>
                    </a:cubicBezTo>
                    <a:cubicBezTo>
                      <a:pt x="48" y="5"/>
                      <a:pt x="48" y="5"/>
                      <a:pt x="48" y="5"/>
                    </a:cubicBezTo>
                    <a:cubicBezTo>
                      <a:pt x="48" y="6"/>
                      <a:pt x="48" y="6"/>
                      <a:pt x="48" y="6"/>
                    </a:cubicBezTo>
                    <a:cubicBezTo>
                      <a:pt x="48" y="6"/>
                      <a:pt x="48" y="6"/>
                      <a:pt x="48" y="6"/>
                    </a:cubicBezTo>
                    <a:cubicBezTo>
                      <a:pt x="48" y="6"/>
                      <a:pt x="48" y="6"/>
                      <a:pt x="48" y="6"/>
                    </a:cubicBezTo>
                    <a:cubicBezTo>
                      <a:pt x="48" y="7"/>
                      <a:pt x="49" y="7"/>
                      <a:pt x="49" y="7"/>
                    </a:cubicBezTo>
                    <a:cubicBezTo>
                      <a:pt x="49" y="7"/>
                      <a:pt x="49" y="8"/>
                      <a:pt x="50" y="8"/>
                    </a:cubicBezTo>
                    <a:cubicBezTo>
                      <a:pt x="50" y="8"/>
                      <a:pt x="50" y="8"/>
                      <a:pt x="50" y="8"/>
                    </a:cubicBezTo>
                    <a:cubicBezTo>
                      <a:pt x="52" y="8"/>
                      <a:pt x="52" y="8"/>
                      <a:pt x="52" y="8"/>
                    </a:cubicBezTo>
                    <a:cubicBezTo>
                      <a:pt x="52" y="8"/>
                      <a:pt x="52" y="8"/>
                      <a:pt x="52" y="8"/>
                    </a:cubicBezTo>
                    <a:cubicBezTo>
                      <a:pt x="52" y="8"/>
                      <a:pt x="52" y="8"/>
                      <a:pt x="52" y="8"/>
                    </a:cubicBezTo>
                    <a:cubicBezTo>
                      <a:pt x="53" y="8"/>
                      <a:pt x="53" y="8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53" y="6"/>
                      <a:pt x="53" y="6"/>
                      <a:pt x="53" y="6"/>
                    </a:cubicBezTo>
                    <a:cubicBezTo>
                      <a:pt x="53" y="6"/>
                      <a:pt x="53" y="6"/>
                      <a:pt x="53" y="6"/>
                    </a:cubicBezTo>
                    <a:cubicBezTo>
                      <a:pt x="53" y="6"/>
                      <a:pt x="53" y="6"/>
                      <a:pt x="53" y="6"/>
                    </a:cubicBezTo>
                    <a:cubicBezTo>
                      <a:pt x="53" y="6"/>
                      <a:pt x="54" y="6"/>
                      <a:pt x="54" y="6"/>
                    </a:cubicBezTo>
                    <a:cubicBezTo>
                      <a:pt x="54" y="6"/>
                      <a:pt x="54" y="6"/>
                      <a:pt x="54" y="6"/>
                    </a:cubicBezTo>
                    <a:cubicBezTo>
                      <a:pt x="54" y="6"/>
                      <a:pt x="54" y="6"/>
                      <a:pt x="54" y="6"/>
                    </a:cubicBezTo>
                    <a:cubicBezTo>
                      <a:pt x="55" y="6"/>
                      <a:pt x="55" y="6"/>
                      <a:pt x="55" y="6"/>
                    </a:cubicBezTo>
                    <a:cubicBezTo>
                      <a:pt x="55" y="6"/>
                      <a:pt x="56" y="6"/>
                      <a:pt x="56" y="5"/>
                    </a:cubicBezTo>
                    <a:cubicBezTo>
                      <a:pt x="56" y="5"/>
                      <a:pt x="56" y="5"/>
                      <a:pt x="56" y="5"/>
                    </a:cubicBezTo>
                    <a:cubicBezTo>
                      <a:pt x="56" y="5"/>
                      <a:pt x="56" y="5"/>
                      <a:pt x="56" y="5"/>
                    </a:cubicBezTo>
                    <a:cubicBezTo>
                      <a:pt x="56" y="5"/>
                      <a:pt x="56" y="5"/>
                      <a:pt x="56" y="5"/>
                    </a:cubicBezTo>
                    <a:cubicBezTo>
                      <a:pt x="56" y="5"/>
                      <a:pt x="56" y="5"/>
                      <a:pt x="57" y="5"/>
                    </a:cubicBezTo>
                    <a:cubicBezTo>
                      <a:pt x="57" y="5"/>
                      <a:pt x="57" y="5"/>
                      <a:pt x="57" y="4"/>
                    </a:cubicBezTo>
                    <a:cubicBezTo>
                      <a:pt x="57" y="4"/>
                      <a:pt x="57" y="4"/>
                      <a:pt x="57" y="4"/>
                    </a:cubicBezTo>
                    <a:cubicBezTo>
                      <a:pt x="58" y="4"/>
                      <a:pt x="58" y="4"/>
                      <a:pt x="58" y="4"/>
                    </a:cubicBezTo>
                    <a:cubicBezTo>
                      <a:pt x="58" y="4"/>
                      <a:pt x="58" y="4"/>
                      <a:pt x="58" y="4"/>
                    </a:cubicBezTo>
                    <a:cubicBezTo>
                      <a:pt x="58" y="4"/>
                      <a:pt x="59" y="4"/>
                      <a:pt x="59" y="4"/>
                    </a:cubicBezTo>
                    <a:cubicBezTo>
                      <a:pt x="59" y="4"/>
                      <a:pt x="59" y="4"/>
                      <a:pt x="59" y="4"/>
                    </a:cubicBezTo>
                    <a:cubicBezTo>
                      <a:pt x="59" y="4"/>
                      <a:pt x="59" y="4"/>
                      <a:pt x="59" y="4"/>
                    </a:cubicBezTo>
                    <a:cubicBezTo>
                      <a:pt x="59" y="4"/>
                      <a:pt x="59" y="4"/>
                      <a:pt x="59" y="4"/>
                    </a:cubicBezTo>
                    <a:cubicBezTo>
                      <a:pt x="59" y="4"/>
                      <a:pt x="59" y="4"/>
                      <a:pt x="59" y="4"/>
                    </a:cubicBezTo>
                    <a:cubicBezTo>
                      <a:pt x="59" y="3"/>
                      <a:pt x="59" y="3"/>
                      <a:pt x="59" y="3"/>
                    </a:cubicBezTo>
                    <a:cubicBezTo>
                      <a:pt x="59" y="3"/>
                      <a:pt x="59" y="3"/>
                      <a:pt x="59" y="3"/>
                    </a:cubicBezTo>
                    <a:cubicBezTo>
                      <a:pt x="59" y="3"/>
                      <a:pt x="59" y="3"/>
                      <a:pt x="59" y="3"/>
                    </a:cubicBezTo>
                    <a:cubicBezTo>
                      <a:pt x="59" y="2"/>
                      <a:pt x="59" y="2"/>
                      <a:pt x="59" y="2"/>
                    </a:cubicBezTo>
                    <a:cubicBezTo>
                      <a:pt x="59" y="2"/>
                      <a:pt x="59" y="2"/>
                      <a:pt x="60" y="1"/>
                    </a:cubicBezTo>
                    <a:cubicBezTo>
                      <a:pt x="60" y="1"/>
                      <a:pt x="60" y="1"/>
                      <a:pt x="60" y="1"/>
                    </a:cubicBezTo>
                    <a:cubicBezTo>
                      <a:pt x="60" y="1"/>
                      <a:pt x="60" y="1"/>
                      <a:pt x="60" y="1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1"/>
                      <a:pt x="75" y="3"/>
                      <a:pt x="82" y="6"/>
                    </a:cubicBezTo>
                    <a:cubicBezTo>
                      <a:pt x="82" y="6"/>
                      <a:pt x="82" y="6"/>
                      <a:pt x="82" y="6"/>
                    </a:cubicBezTo>
                    <a:cubicBezTo>
                      <a:pt x="82" y="6"/>
                      <a:pt x="82" y="6"/>
                      <a:pt x="82" y="6"/>
                    </a:cubicBezTo>
                    <a:cubicBezTo>
                      <a:pt x="82" y="6"/>
                      <a:pt x="82" y="6"/>
                      <a:pt x="82" y="6"/>
                    </a:cubicBezTo>
                    <a:cubicBezTo>
                      <a:pt x="82" y="6"/>
                      <a:pt x="82" y="6"/>
                      <a:pt x="82" y="6"/>
                    </a:cubicBezTo>
                    <a:cubicBezTo>
                      <a:pt x="82" y="6"/>
                      <a:pt x="82" y="6"/>
                      <a:pt x="82" y="6"/>
                    </a:cubicBezTo>
                    <a:cubicBezTo>
                      <a:pt x="82" y="6"/>
                      <a:pt x="82" y="6"/>
                      <a:pt x="82" y="6"/>
                    </a:cubicBezTo>
                    <a:cubicBezTo>
                      <a:pt x="82" y="7"/>
                      <a:pt x="82" y="7"/>
                      <a:pt x="82" y="7"/>
                    </a:cubicBezTo>
                    <a:cubicBezTo>
                      <a:pt x="82" y="7"/>
                      <a:pt x="82" y="7"/>
                      <a:pt x="82" y="7"/>
                    </a:cubicBezTo>
                    <a:cubicBezTo>
                      <a:pt x="82" y="7"/>
                      <a:pt x="82" y="7"/>
                      <a:pt x="82" y="7"/>
                    </a:cubicBezTo>
                    <a:cubicBezTo>
                      <a:pt x="82" y="7"/>
                      <a:pt x="82" y="7"/>
                      <a:pt x="82" y="7"/>
                    </a:cubicBezTo>
                    <a:cubicBezTo>
                      <a:pt x="82" y="7"/>
                      <a:pt x="82" y="7"/>
                      <a:pt x="82" y="7"/>
                    </a:cubicBezTo>
                    <a:cubicBezTo>
                      <a:pt x="82" y="8"/>
                      <a:pt x="82" y="8"/>
                      <a:pt x="82" y="8"/>
                    </a:cubicBezTo>
                    <a:cubicBezTo>
                      <a:pt x="82" y="8"/>
                      <a:pt x="82" y="8"/>
                      <a:pt x="82" y="8"/>
                    </a:cubicBezTo>
                    <a:cubicBezTo>
                      <a:pt x="82" y="8"/>
                      <a:pt x="82" y="9"/>
                      <a:pt x="82" y="9"/>
                    </a:cubicBezTo>
                    <a:cubicBezTo>
                      <a:pt x="82" y="9"/>
                      <a:pt x="82" y="9"/>
                      <a:pt x="82" y="9"/>
                    </a:cubicBezTo>
                    <a:cubicBezTo>
                      <a:pt x="83" y="9"/>
                      <a:pt x="83" y="10"/>
                      <a:pt x="83" y="10"/>
                    </a:cubicBezTo>
                    <a:cubicBezTo>
                      <a:pt x="83" y="10"/>
                      <a:pt x="83" y="10"/>
                      <a:pt x="83" y="10"/>
                    </a:cubicBezTo>
                    <a:cubicBezTo>
                      <a:pt x="83" y="10"/>
                      <a:pt x="83" y="10"/>
                      <a:pt x="83" y="10"/>
                    </a:cubicBezTo>
                    <a:cubicBezTo>
                      <a:pt x="83" y="10"/>
                      <a:pt x="83" y="10"/>
                      <a:pt x="83" y="10"/>
                    </a:cubicBezTo>
                    <a:cubicBezTo>
                      <a:pt x="83" y="10"/>
                      <a:pt x="83" y="10"/>
                      <a:pt x="83" y="10"/>
                    </a:cubicBezTo>
                    <a:cubicBezTo>
                      <a:pt x="83" y="11"/>
                      <a:pt x="83" y="11"/>
                      <a:pt x="83" y="11"/>
                    </a:cubicBezTo>
                    <a:cubicBezTo>
                      <a:pt x="83" y="10"/>
                      <a:pt x="83" y="10"/>
                      <a:pt x="83" y="10"/>
                    </a:cubicBezTo>
                    <a:cubicBezTo>
                      <a:pt x="81" y="10"/>
                      <a:pt x="81" y="10"/>
                      <a:pt x="81" y="10"/>
                    </a:cubicBezTo>
                    <a:cubicBezTo>
                      <a:pt x="81" y="10"/>
                      <a:pt x="81" y="10"/>
                      <a:pt x="81" y="10"/>
                    </a:cubicBezTo>
                    <a:cubicBezTo>
                      <a:pt x="81" y="10"/>
                      <a:pt x="81" y="10"/>
                      <a:pt x="81" y="10"/>
                    </a:cubicBezTo>
                    <a:cubicBezTo>
                      <a:pt x="81" y="10"/>
                      <a:pt x="81" y="11"/>
                      <a:pt x="81" y="11"/>
                    </a:cubicBezTo>
                    <a:cubicBezTo>
                      <a:pt x="81" y="11"/>
                      <a:pt x="81" y="11"/>
                      <a:pt x="81" y="11"/>
                    </a:cubicBezTo>
                    <a:cubicBezTo>
                      <a:pt x="81" y="11"/>
                      <a:pt x="81" y="11"/>
                      <a:pt x="81" y="11"/>
                    </a:cubicBezTo>
                    <a:cubicBezTo>
                      <a:pt x="80" y="11"/>
                      <a:pt x="80" y="11"/>
                      <a:pt x="80" y="11"/>
                    </a:cubicBezTo>
                    <a:cubicBezTo>
                      <a:pt x="80" y="11"/>
                      <a:pt x="80" y="11"/>
                      <a:pt x="80" y="11"/>
                    </a:cubicBezTo>
                    <a:cubicBezTo>
                      <a:pt x="80" y="11"/>
                      <a:pt x="80" y="11"/>
                      <a:pt x="80" y="11"/>
                    </a:cubicBezTo>
                    <a:cubicBezTo>
                      <a:pt x="79" y="11"/>
                      <a:pt x="79" y="11"/>
                      <a:pt x="79" y="11"/>
                    </a:cubicBezTo>
                    <a:cubicBezTo>
                      <a:pt x="79" y="11"/>
                      <a:pt x="79" y="11"/>
                      <a:pt x="79" y="11"/>
                    </a:cubicBezTo>
                    <a:cubicBezTo>
                      <a:pt x="79" y="11"/>
                      <a:pt x="79" y="11"/>
                      <a:pt x="79" y="11"/>
                    </a:cubicBezTo>
                    <a:cubicBezTo>
                      <a:pt x="79" y="11"/>
                      <a:pt x="79" y="11"/>
                      <a:pt x="79" y="11"/>
                    </a:cubicBezTo>
                    <a:cubicBezTo>
                      <a:pt x="78" y="11"/>
                      <a:pt x="78" y="11"/>
                      <a:pt x="78" y="12"/>
                    </a:cubicBezTo>
                    <a:cubicBezTo>
                      <a:pt x="77" y="12"/>
                      <a:pt x="77" y="12"/>
                      <a:pt x="77" y="13"/>
                    </a:cubicBezTo>
                    <a:cubicBezTo>
                      <a:pt x="77" y="13"/>
                      <a:pt x="77" y="13"/>
                      <a:pt x="77" y="13"/>
                    </a:cubicBezTo>
                    <a:cubicBezTo>
                      <a:pt x="77" y="13"/>
                      <a:pt x="77" y="13"/>
                      <a:pt x="77" y="13"/>
                    </a:cubicBezTo>
                    <a:cubicBezTo>
                      <a:pt x="77" y="13"/>
                      <a:pt x="76" y="13"/>
                      <a:pt x="76" y="14"/>
                    </a:cubicBezTo>
                    <a:cubicBezTo>
                      <a:pt x="76" y="14"/>
                      <a:pt x="76" y="14"/>
                      <a:pt x="76" y="14"/>
                    </a:cubicBezTo>
                    <a:cubicBezTo>
                      <a:pt x="76" y="14"/>
                      <a:pt x="76" y="14"/>
                      <a:pt x="76" y="14"/>
                    </a:cubicBezTo>
                    <a:cubicBezTo>
                      <a:pt x="77" y="15"/>
                      <a:pt x="77" y="16"/>
                      <a:pt x="78" y="16"/>
                    </a:cubicBezTo>
                    <a:cubicBezTo>
                      <a:pt x="78" y="16"/>
                      <a:pt x="78" y="17"/>
                      <a:pt x="79" y="17"/>
                    </a:cubicBezTo>
                    <a:cubicBezTo>
                      <a:pt x="79" y="18"/>
                      <a:pt x="80" y="19"/>
                      <a:pt x="80" y="20"/>
                    </a:cubicBezTo>
                    <a:cubicBezTo>
                      <a:pt x="80" y="20"/>
                      <a:pt x="80" y="20"/>
                      <a:pt x="80" y="20"/>
                    </a:cubicBezTo>
                    <a:cubicBezTo>
                      <a:pt x="81" y="20"/>
                      <a:pt x="81" y="20"/>
                      <a:pt x="81" y="20"/>
                    </a:cubicBezTo>
                    <a:cubicBezTo>
                      <a:pt x="81" y="20"/>
                      <a:pt x="81" y="20"/>
                      <a:pt x="81" y="19"/>
                    </a:cubicBezTo>
                    <a:cubicBezTo>
                      <a:pt x="81" y="19"/>
                      <a:pt x="81" y="19"/>
                      <a:pt x="81" y="19"/>
                    </a:cubicBezTo>
                    <a:cubicBezTo>
                      <a:pt x="81" y="19"/>
                      <a:pt x="81" y="19"/>
                      <a:pt x="81" y="19"/>
                    </a:cubicBezTo>
                    <a:cubicBezTo>
                      <a:pt x="81" y="19"/>
                      <a:pt x="81" y="19"/>
                      <a:pt x="81" y="19"/>
                    </a:cubicBezTo>
                    <a:cubicBezTo>
                      <a:pt x="83" y="19"/>
                      <a:pt x="83" y="19"/>
                      <a:pt x="83" y="19"/>
                    </a:cubicBezTo>
                    <a:cubicBezTo>
                      <a:pt x="83" y="19"/>
                      <a:pt x="83" y="19"/>
                      <a:pt x="83" y="19"/>
                    </a:cubicBezTo>
                    <a:cubicBezTo>
                      <a:pt x="83" y="19"/>
                      <a:pt x="83" y="19"/>
                      <a:pt x="83" y="19"/>
                    </a:cubicBezTo>
                    <a:cubicBezTo>
                      <a:pt x="83" y="19"/>
                      <a:pt x="83" y="19"/>
                      <a:pt x="83" y="18"/>
                    </a:cubicBezTo>
                    <a:cubicBezTo>
                      <a:pt x="83" y="18"/>
                      <a:pt x="84" y="18"/>
                      <a:pt x="84" y="18"/>
                    </a:cubicBezTo>
                    <a:cubicBezTo>
                      <a:pt x="84" y="18"/>
                      <a:pt x="84" y="18"/>
                      <a:pt x="84" y="18"/>
                    </a:cubicBezTo>
                    <a:cubicBezTo>
                      <a:pt x="84" y="18"/>
                      <a:pt x="84" y="18"/>
                      <a:pt x="84" y="19"/>
                    </a:cubicBezTo>
                    <a:cubicBezTo>
                      <a:pt x="84" y="19"/>
                      <a:pt x="84" y="19"/>
                      <a:pt x="84" y="19"/>
                    </a:cubicBezTo>
                    <a:cubicBezTo>
                      <a:pt x="84" y="19"/>
                      <a:pt x="85" y="19"/>
                      <a:pt x="85" y="19"/>
                    </a:cubicBezTo>
                    <a:cubicBezTo>
                      <a:pt x="85" y="19"/>
                      <a:pt x="85" y="19"/>
                      <a:pt x="85" y="19"/>
                    </a:cubicBezTo>
                    <a:cubicBezTo>
                      <a:pt x="85" y="19"/>
                      <a:pt x="85" y="19"/>
                      <a:pt x="85" y="19"/>
                    </a:cubicBezTo>
                    <a:cubicBezTo>
                      <a:pt x="85" y="19"/>
                      <a:pt x="85" y="19"/>
                      <a:pt x="85" y="19"/>
                    </a:cubicBezTo>
                    <a:cubicBezTo>
                      <a:pt x="85" y="19"/>
                      <a:pt x="86" y="19"/>
                      <a:pt x="86" y="19"/>
                    </a:cubicBezTo>
                    <a:cubicBezTo>
                      <a:pt x="86" y="19"/>
                      <a:pt x="86" y="19"/>
                      <a:pt x="86" y="20"/>
                    </a:cubicBezTo>
                    <a:cubicBezTo>
                      <a:pt x="86" y="20"/>
                      <a:pt x="86" y="20"/>
                      <a:pt x="86" y="20"/>
                    </a:cubicBezTo>
                    <a:cubicBezTo>
                      <a:pt x="86" y="20"/>
                      <a:pt x="86" y="20"/>
                      <a:pt x="86" y="20"/>
                    </a:cubicBezTo>
                    <a:cubicBezTo>
                      <a:pt x="87" y="20"/>
                      <a:pt x="87" y="20"/>
                      <a:pt x="87" y="20"/>
                    </a:cubicBezTo>
                    <a:cubicBezTo>
                      <a:pt x="87" y="20"/>
                      <a:pt x="87" y="20"/>
                      <a:pt x="87" y="20"/>
                    </a:cubicBezTo>
                    <a:cubicBezTo>
                      <a:pt x="87" y="20"/>
                      <a:pt x="87" y="20"/>
                      <a:pt x="87" y="20"/>
                    </a:cubicBezTo>
                    <a:cubicBezTo>
                      <a:pt x="87" y="20"/>
                      <a:pt x="87" y="20"/>
                      <a:pt x="87" y="20"/>
                    </a:cubicBezTo>
                    <a:cubicBezTo>
                      <a:pt x="88" y="20"/>
                      <a:pt x="88" y="20"/>
                      <a:pt x="88" y="21"/>
                    </a:cubicBezTo>
                    <a:cubicBezTo>
                      <a:pt x="88" y="21"/>
                      <a:pt x="88" y="21"/>
                      <a:pt x="88" y="21"/>
                    </a:cubicBezTo>
                    <a:cubicBezTo>
                      <a:pt x="88" y="23"/>
                      <a:pt x="88" y="23"/>
                      <a:pt x="88" y="23"/>
                    </a:cubicBezTo>
                    <a:cubicBezTo>
                      <a:pt x="89" y="23"/>
                      <a:pt x="89" y="23"/>
                      <a:pt x="89" y="23"/>
                    </a:cubicBezTo>
                    <a:cubicBezTo>
                      <a:pt x="89" y="23"/>
                      <a:pt x="89" y="23"/>
                      <a:pt x="89" y="23"/>
                    </a:cubicBezTo>
                    <a:cubicBezTo>
                      <a:pt x="89" y="23"/>
                      <a:pt x="89" y="23"/>
                      <a:pt x="89" y="23"/>
                    </a:cubicBezTo>
                    <a:cubicBezTo>
                      <a:pt x="89" y="23"/>
                      <a:pt x="89" y="23"/>
                      <a:pt x="89" y="23"/>
                    </a:cubicBezTo>
                    <a:cubicBezTo>
                      <a:pt x="89" y="24"/>
                      <a:pt x="89" y="24"/>
                      <a:pt x="89" y="24"/>
                    </a:cubicBezTo>
                    <a:cubicBezTo>
                      <a:pt x="90" y="24"/>
                      <a:pt x="90" y="24"/>
                      <a:pt x="90" y="24"/>
                    </a:cubicBezTo>
                    <a:cubicBezTo>
                      <a:pt x="90" y="23"/>
                      <a:pt x="90" y="23"/>
                      <a:pt x="90" y="23"/>
                    </a:cubicBezTo>
                    <a:cubicBezTo>
                      <a:pt x="90" y="23"/>
                      <a:pt x="90" y="23"/>
                      <a:pt x="90" y="23"/>
                    </a:cubicBezTo>
                    <a:cubicBezTo>
                      <a:pt x="90" y="23"/>
                      <a:pt x="90" y="23"/>
                      <a:pt x="90" y="23"/>
                    </a:cubicBezTo>
                    <a:cubicBezTo>
                      <a:pt x="90" y="23"/>
                      <a:pt x="91" y="22"/>
                      <a:pt x="91" y="22"/>
                    </a:cubicBezTo>
                    <a:cubicBezTo>
                      <a:pt x="91" y="22"/>
                      <a:pt x="91" y="22"/>
                      <a:pt x="91" y="22"/>
                    </a:cubicBezTo>
                    <a:cubicBezTo>
                      <a:pt x="91" y="20"/>
                      <a:pt x="91" y="20"/>
                      <a:pt x="91" y="20"/>
                    </a:cubicBezTo>
                    <a:cubicBezTo>
                      <a:pt x="91" y="20"/>
                      <a:pt x="90" y="20"/>
                      <a:pt x="90" y="20"/>
                    </a:cubicBezTo>
                    <a:cubicBezTo>
                      <a:pt x="90" y="20"/>
                      <a:pt x="90" y="20"/>
                      <a:pt x="90" y="20"/>
                    </a:cubicBezTo>
                    <a:cubicBezTo>
                      <a:pt x="90" y="19"/>
                      <a:pt x="90" y="19"/>
                      <a:pt x="89" y="19"/>
                    </a:cubicBezTo>
                    <a:cubicBezTo>
                      <a:pt x="89" y="19"/>
                      <a:pt x="89" y="19"/>
                      <a:pt x="89" y="19"/>
                    </a:cubicBezTo>
                    <a:cubicBezTo>
                      <a:pt x="89" y="19"/>
                      <a:pt x="90" y="19"/>
                      <a:pt x="90" y="19"/>
                    </a:cubicBezTo>
                    <a:cubicBezTo>
                      <a:pt x="90" y="19"/>
                      <a:pt x="90" y="19"/>
                      <a:pt x="90" y="19"/>
                    </a:cubicBezTo>
                    <a:cubicBezTo>
                      <a:pt x="90" y="19"/>
                      <a:pt x="90" y="19"/>
                      <a:pt x="90" y="19"/>
                    </a:cubicBezTo>
                    <a:cubicBezTo>
                      <a:pt x="90" y="19"/>
                      <a:pt x="90" y="19"/>
                      <a:pt x="90" y="19"/>
                    </a:cubicBezTo>
                    <a:cubicBezTo>
                      <a:pt x="90" y="19"/>
                      <a:pt x="90" y="19"/>
                      <a:pt x="90" y="19"/>
                    </a:cubicBezTo>
                    <a:cubicBezTo>
                      <a:pt x="90" y="19"/>
                      <a:pt x="90" y="19"/>
                      <a:pt x="90" y="19"/>
                    </a:cubicBezTo>
                    <a:cubicBezTo>
                      <a:pt x="90" y="19"/>
                      <a:pt x="90" y="19"/>
                      <a:pt x="91" y="19"/>
                    </a:cubicBezTo>
                    <a:cubicBezTo>
                      <a:pt x="91" y="19"/>
                      <a:pt x="91" y="19"/>
                      <a:pt x="91" y="19"/>
                    </a:cubicBezTo>
                    <a:cubicBezTo>
                      <a:pt x="91" y="19"/>
                      <a:pt x="91" y="19"/>
                      <a:pt x="91" y="19"/>
                    </a:cubicBezTo>
                    <a:cubicBezTo>
                      <a:pt x="91" y="19"/>
                      <a:pt x="91" y="19"/>
                      <a:pt x="91" y="19"/>
                    </a:cubicBezTo>
                    <a:cubicBezTo>
                      <a:pt x="91" y="20"/>
                      <a:pt x="91" y="20"/>
                      <a:pt x="91" y="20"/>
                    </a:cubicBezTo>
                    <a:cubicBezTo>
                      <a:pt x="91" y="20"/>
                      <a:pt x="91" y="20"/>
                      <a:pt x="91" y="20"/>
                    </a:cubicBezTo>
                    <a:cubicBezTo>
                      <a:pt x="91" y="21"/>
                      <a:pt x="92" y="21"/>
                      <a:pt x="92" y="21"/>
                    </a:cubicBezTo>
                    <a:cubicBezTo>
                      <a:pt x="92" y="21"/>
                      <a:pt x="92" y="21"/>
                      <a:pt x="92" y="21"/>
                    </a:cubicBezTo>
                    <a:cubicBezTo>
                      <a:pt x="92" y="21"/>
                      <a:pt x="92" y="21"/>
                      <a:pt x="92" y="21"/>
                    </a:cubicBezTo>
                    <a:cubicBezTo>
                      <a:pt x="92" y="21"/>
                      <a:pt x="92" y="21"/>
                      <a:pt x="92" y="21"/>
                    </a:cubicBezTo>
                    <a:cubicBezTo>
                      <a:pt x="92" y="21"/>
                      <a:pt x="92" y="21"/>
                      <a:pt x="92" y="21"/>
                    </a:cubicBezTo>
                    <a:cubicBezTo>
                      <a:pt x="92" y="21"/>
                      <a:pt x="92" y="22"/>
                      <a:pt x="93" y="22"/>
                    </a:cubicBezTo>
                    <a:cubicBezTo>
                      <a:pt x="93" y="22"/>
                      <a:pt x="93" y="22"/>
                      <a:pt x="93" y="22"/>
                    </a:cubicBezTo>
                    <a:cubicBezTo>
                      <a:pt x="93" y="22"/>
                      <a:pt x="93" y="22"/>
                      <a:pt x="93" y="22"/>
                    </a:cubicBezTo>
                    <a:cubicBezTo>
                      <a:pt x="93" y="22"/>
                      <a:pt x="93" y="22"/>
                      <a:pt x="93" y="22"/>
                    </a:cubicBezTo>
                    <a:cubicBezTo>
                      <a:pt x="93" y="22"/>
                      <a:pt x="94" y="22"/>
                      <a:pt x="94" y="22"/>
                    </a:cubicBezTo>
                    <a:cubicBezTo>
                      <a:pt x="94" y="21"/>
                      <a:pt x="94" y="21"/>
                      <a:pt x="94" y="21"/>
                    </a:cubicBezTo>
                    <a:cubicBezTo>
                      <a:pt x="94" y="21"/>
                      <a:pt x="94" y="21"/>
                      <a:pt x="94" y="21"/>
                    </a:cubicBezTo>
                    <a:cubicBezTo>
                      <a:pt x="94" y="21"/>
                      <a:pt x="94" y="20"/>
                      <a:pt x="94" y="20"/>
                    </a:cubicBezTo>
                    <a:cubicBezTo>
                      <a:pt x="94" y="19"/>
                      <a:pt x="94" y="18"/>
                      <a:pt x="93" y="18"/>
                    </a:cubicBezTo>
                    <a:cubicBezTo>
                      <a:pt x="93" y="17"/>
                      <a:pt x="93" y="17"/>
                      <a:pt x="93" y="17"/>
                    </a:cubicBezTo>
                    <a:cubicBezTo>
                      <a:pt x="93" y="17"/>
                      <a:pt x="93" y="17"/>
                      <a:pt x="93" y="17"/>
                    </a:cubicBezTo>
                    <a:cubicBezTo>
                      <a:pt x="93" y="17"/>
                      <a:pt x="93" y="17"/>
                      <a:pt x="93" y="17"/>
                    </a:cubicBezTo>
                    <a:cubicBezTo>
                      <a:pt x="93" y="17"/>
                      <a:pt x="93" y="17"/>
                      <a:pt x="93" y="16"/>
                    </a:cubicBezTo>
                    <a:cubicBezTo>
                      <a:pt x="93" y="16"/>
                      <a:pt x="93" y="16"/>
                      <a:pt x="93" y="16"/>
                    </a:cubicBezTo>
                    <a:cubicBezTo>
                      <a:pt x="93" y="16"/>
                      <a:pt x="93" y="16"/>
                      <a:pt x="93" y="16"/>
                    </a:cubicBezTo>
                    <a:cubicBezTo>
                      <a:pt x="94" y="16"/>
                      <a:pt x="94" y="16"/>
                      <a:pt x="94" y="17"/>
                    </a:cubicBezTo>
                    <a:cubicBezTo>
                      <a:pt x="95" y="17"/>
                      <a:pt x="95" y="17"/>
                      <a:pt x="95" y="17"/>
                    </a:cubicBezTo>
                    <a:cubicBezTo>
                      <a:pt x="95" y="17"/>
                      <a:pt x="95" y="17"/>
                      <a:pt x="95" y="17"/>
                    </a:cubicBezTo>
                    <a:cubicBezTo>
                      <a:pt x="95" y="17"/>
                      <a:pt x="95" y="17"/>
                      <a:pt x="96" y="17"/>
                    </a:cubicBezTo>
                    <a:cubicBezTo>
                      <a:pt x="96" y="17"/>
                      <a:pt x="96" y="17"/>
                      <a:pt x="96" y="17"/>
                    </a:cubicBezTo>
                    <a:cubicBezTo>
                      <a:pt x="96" y="17"/>
                      <a:pt x="96" y="18"/>
                      <a:pt x="96" y="18"/>
                    </a:cubicBezTo>
                    <a:cubicBezTo>
                      <a:pt x="96" y="18"/>
                      <a:pt x="96" y="18"/>
                      <a:pt x="96" y="18"/>
                    </a:cubicBezTo>
                    <a:cubicBezTo>
                      <a:pt x="97" y="18"/>
                      <a:pt x="97" y="18"/>
                      <a:pt x="97" y="19"/>
                    </a:cubicBezTo>
                    <a:cubicBezTo>
                      <a:pt x="97" y="19"/>
                      <a:pt x="97" y="19"/>
                      <a:pt x="97" y="19"/>
                    </a:cubicBezTo>
                    <a:cubicBezTo>
                      <a:pt x="97" y="19"/>
                      <a:pt x="97" y="19"/>
                      <a:pt x="97" y="19"/>
                    </a:cubicBezTo>
                    <a:cubicBezTo>
                      <a:pt x="96" y="19"/>
                      <a:pt x="96" y="19"/>
                      <a:pt x="96" y="19"/>
                    </a:cubicBezTo>
                    <a:cubicBezTo>
                      <a:pt x="96" y="19"/>
                      <a:pt x="96" y="19"/>
                      <a:pt x="96" y="20"/>
                    </a:cubicBezTo>
                    <a:cubicBezTo>
                      <a:pt x="96" y="20"/>
                      <a:pt x="96" y="20"/>
                      <a:pt x="96" y="20"/>
                    </a:cubicBezTo>
                    <a:cubicBezTo>
                      <a:pt x="96" y="20"/>
                      <a:pt x="96" y="20"/>
                      <a:pt x="96" y="20"/>
                    </a:cubicBezTo>
                    <a:cubicBezTo>
                      <a:pt x="96" y="20"/>
                      <a:pt x="96" y="20"/>
                      <a:pt x="96" y="20"/>
                    </a:cubicBezTo>
                    <a:cubicBezTo>
                      <a:pt x="95" y="20"/>
                      <a:pt x="95" y="20"/>
                      <a:pt x="95" y="20"/>
                    </a:cubicBezTo>
                    <a:cubicBezTo>
                      <a:pt x="95" y="20"/>
                      <a:pt x="95" y="20"/>
                      <a:pt x="95" y="20"/>
                    </a:cubicBezTo>
                    <a:cubicBezTo>
                      <a:pt x="95" y="21"/>
                      <a:pt x="95" y="21"/>
                      <a:pt x="96" y="21"/>
                    </a:cubicBezTo>
                    <a:cubicBezTo>
                      <a:pt x="96" y="22"/>
                      <a:pt x="96" y="22"/>
                      <a:pt x="96" y="22"/>
                    </a:cubicBezTo>
                    <a:cubicBezTo>
                      <a:pt x="96" y="22"/>
                      <a:pt x="96" y="22"/>
                      <a:pt x="96" y="22"/>
                    </a:cubicBezTo>
                    <a:cubicBezTo>
                      <a:pt x="96" y="22"/>
                      <a:pt x="96" y="22"/>
                      <a:pt x="96" y="22"/>
                    </a:cubicBezTo>
                    <a:cubicBezTo>
                      <a:pt x="96" y="22"/>
                      <a:pt x="96" y="22"/>
                      <a:pt x="96" y="22"/>
                    </a:cubicBezTo>
                    <a:cubicBezTo>
                      <a:pt x="96" y="22"/>
                      <a:pt x="96" y="23"/>
                      <a:pt x="97" y="23"/>
                    </a:cubicBezTo>
                    <a:cubicBezTo>
                      <a:pt x="97" y="23"/>
                      <a:pt x="97" y="23"/>
                      <a:pt x="97" y="23"/>
                    </a:cubicBezTo>
                    <a:cubicBezTo>
                      <a:pt x="97" y="23"/>
                      <a:pt x="97" y="23"/>
                      <a:pt x="97" y="23"/>
                    </a:cubicBezTo>
                    <a:cubicBezTo>
                      <a:pt x="97" y="23"/>
                      <a:pt x="97" y="23"/>
                      <a:pt x="97" y="23"/>
                    </a:cubicBezTo>
                    <a:cubicBezTo>
                      <a:pt x="97" y="23"/>
                      <a:pt x="97" y="23"/>
                      <a:pt x="97" y="23"/>
                    </a:cubicBezTo>
                    <a:cubicBezTo>
                      <a:pt x="98" y="24"/>
                      <a:pt x="98" y="24"/>
                      <a:pt x="98" y="24"/>
                    </a:cubicBezTo>
                    <a:cubicBezTo>
                      <a:pt x="98" y="24"/>
                      <a:pt x="98" y="24"/>
                      <a:pt x="98" y="24"/>
                    </a:cubicBezTo>
                    <a:cubicBezTo>
                      <a:pt x="98" y="24"/>
                      <a:pt x="99" y="24"/>
                      <a:pt x="99" y="24"/>
                    </a:cubicBezTo>
                    <a:cubicBezTo>
                      <a:pt x="99" y="24"/>
                      <a:pt x="99" y="24"/>
                      <a:pt x="99" y="24"/>
                    </a:cubicBezTo>
                    <a:cubicBezTo>
                      <a:pt x="99" y="24"/>
                      <a:pt x="99" y="24"/>
                      <a:pt x="99" y="24"/>
                    </a:cubicBezTo>
                    <a:cubicBezTo>
                      <a:pt x="99" y="24"/>
                      <a:pt x="99" y="24"/>
                      <a:pt x="99" y="24"/>
                    </a:cubicBezTo>
                    <a:cubicBezTo>
                      <a:pt x="99" y="24"/>
                      <a:pt x="99" y="23"/>
                      <a:pt x="100" y="23"/>
                    </a:cubicBezTo>
                    <a:cubicBezTo>
                      <a:pt x="100" y="23"/>
                      <a:pt x="100" y="23"/>
                      <a:pt x="100" y="23"/>
                    </a:cubicBezTo>
                    <a:cubicBezTo>
                      <a:pt x="100" y="24"/>
                      <a:pt x="100" y="24"/>
                      <a:pt x="100" y="24"/>
                    </a:cubicBezTo>
                    <a:cubicBezTo>
                      <a:pt x="100" y="24"/>
                      <a:pt x="100" y="24"/>
                      <a:pt x="100" y="24"/>
                    </a:cubicBezTo>
                    <a:cubicBezTo>
                      <a:pt x="100" y="24"/>
                      <a:pt x="100" y="24"/>
                      <a:pt x="100" y="24"/>
                    </a:cubicBezTo>
                    <a:cubicBezTo>
                      <a:pt x="100" y="24"/>
                      <a:pt x="100" y="24"/>
                      <a:pt x="100" y="24"/>
                    </a:cubicBezTo>
                    <a:cubicBezTo>
                      <a:pt x="100" y="24"/>
                      <a:pt x="100" y="24"/>
                      <a:pt x="100" y="24"/>
                    </a:cubicBezTo>
                    <a:cubicBezTo>
                      <a:pt x="100" y="24"/>
                      <a:pt x="100" y="24"/>
                      <a:pt x="100" y="24"/>
                    </a:cubicBezTo>
                    <a:cubicBezTo>
                      <a:pt x="100" y="24"/>
                      <a:pt x="100" y="24"/>
                      <a:pt x="100" y="24"/>
                    </a:cubicBezTo>
                    <a:cubicBezTo>
                      <a:pt x="100" y="24"/>
                      <a:pt x="100" y="24"/>
                      <a:pt x="100" y="24"/>
                    </a:cubicBezTo>
                    <a:cubicBezTo>
                      <a:pt x="100" y="24"/>
                      <a:pt x="100" y="24"/>
                      <a:pt x="100" y="24"/>
                    </a:cubicBezTo>
                    <a:cubicBezTo>
                      <a:pt x="100" y="25"/>
                      <a:pt x="100" y="25"/>
                      <a:pt x="100" y="25"/>
                    </a:cubicBezTo>
                    <a:cubicBezTo>
                      <a:pt x="100" y="25"/>
                      <a:pt x="100" y="25"/>
                      <a:pt x="100" y="25"/>
                    </a:cubicBezTo>
                    <a:cubicBezTo>
                      <a:pt x="100" y="25"/>
                      <a:pt x="100" y="26"/>
                      <a:pt x="101" y="26"/>
                    </a:cubicBezTo>
                    <a:cubicBezTo>
                      <a:pt x="101" y="26"/>
                      <a:pt x="101" y="26"/>
                      <a:pt x="101" y="26"/>
                    </a:cubicBezTo>
                    <a:cubicBezTo>
                      <a:pt x="101" y="26"/>
                      <a:pt x="101" y="26"/>
                      <a:pt x="101" y="26"/>
                    </a:cubicBezTo>
                    <a:cubicBezTo>
                      <a:pt x="101" y="26"/>
                      <a:pt x="101" y="26"/>
                      <a:pt x="101" y="26"/>
                    </a:cubicBezTo>
                    <a:cubicBezTo>
                      <a:pt x="101" y="27"/>
                      <a:pt x="101" y="27"/>
                      <a:pt x="101" y="27"/>
                    </a:cubicBezTo>
                    <a:cubicBezTo>
                      <a:pt x="101" y="27"/>
                      <a:pt x="101" y="27"/>
                      <a:pt x="101" y="27"/>
                    </a:cubicBezTo>
                    <a:cubicBezTo>
                      <a:pt x="101" y="27"/>
                      <a:pt x="101" y="27"/>
                      <a:pt x="101" y="27"/>
                    </a:cubicBezTo>
                    <a:cubicBezTo>
                      <a:pt x="101" y="27"/>
                      <a:pt x="101" y="27"/>
                      <a:pt x="101" y="27"/>
                    </a:cubicBezTo>
                    <a:cubicBezTo>
                      <a:pt x="101" y="27"/>
                      <a:pt x="101" y="27"/>
                      <a:pt x="101" y="27"/>
                    </a:cubicBezTo>
                    <a:cubicBezTo>
                      <a:pt x="101" y="27"/>
                      <a:pt x="101" y="28"/>
                      <a:pt x="101" y="28"/>
                    </a:cubicBezTo>
                    <a:cubicBezTo>
                      <a:pt x="101" y="28"/>
                      <a:pt x="101" y="27"/>
                      <a:pt x="101" y="27"/>
                    </a:cubicBezTo>
                    <a:cubicBezTo>
                      <a:pt x="100" y="27"/>
                      <a:pt x="100" y="27"/>
                      <a:pt x="100" y="27"/>
                    </a:cubicBezTo>
                    <a:cubicBezTo>
                      <a:pt x="100" y="28"/>
                      <a:pt x="100" y="28"/>
                      <a:pt x="100" y="28"/>
                    </a:cubicBezTo>
                    <a:cubicBezTo>
                      <a:pt x="100" y="28"/>
                      <a:pt x="100" y="28"/>
                      <a:pt x="100" y="28"/>
                    </a:cubicBezTo>
                    <a:cubicBezTo>
                      <a:pt x="100" y="28"/>
                      <a:pt x="100" y="28"/>
                      <a:pt x="100" y="28"/>
                    </a:cubicBezTo>
                    <a:cubicBezTo>
                      <a:pt x="100" y="28"/>
                      <a:pt x="99" y="28"/>
                      <a:pt x="99" y="28"/>
                    </a:cubicBezTo>
                    <a:cubicBezTo>
                      <a:pt x="99" y="27"/>
                      <a:pt x="99" y="27"/>
                      <a:pt x="99" y="27"/>
                    </a:cubicBezTo>
                    <a:cubicBezTo>
                      <a:pt x="99" y="27"/>
                      <a:pt x="99" y="27"/>
                      <a:pt x="98" y="27"/>
                    </a:cubicBezTo>
                    <a:cubicBezTo>
                      <a:pt x="98" y="27"/>
                      <a:pt x="98" y="27"/>
                      <a:pt x="98" y="27"/>
                    </a:cubicBezTo>
                    <a:cubicBezTo>
                      <a:pt x="98" y="27"/>
                      <a:pt x="98" y="27"/>
                      <a:pt x="98" y="27"/>
                    </a:cubicBezTo>
                    <a:cubicBezTo>
                      <a:pt x="98" y="27"/>
                      <a:pt x="98" y="27"/>
                      <a:pt x="98" y="27"/>
                    </a:cubicBezTo>
                    <a:cubicBezTo>
                      <a:pt x="98" y="27"/>
                      <a:pt x="98" y="27"/>
                      <a:pt x="98" y="27"/>
                    </a:cubicBezTo>
                    <a:cubicBezTo>
                      <a:pt x="98" y="27"/>
                      <a:pt x="98" y="27"/>
                      <a:pt x="98" y="27"/>
                    </a:cubicBezTo>
                    <a:cubicBezTo>
                      <a:pt x="97" y="27"/>
                      <a:pt x="97" y="27"/>
                      <a:pt x="97" y="27"/>
                    </a:cubicBezTo>
                    <a:cubicBezTo>
                      <a:pt x="97" y="27"/>
                      <a:pt x="97" y="27"/>
                      <a:pt x="97" y="26"/>
                    </a:cubicBezTo>
                    <a:cubicBezTo>
                      <a:pt x="96" y="26"/>
                      <a:pt x="96" y="26"/>
                      <a:pt x="96" y="26"/>
                    </a:cubicBezTo>
                    <a:cubicBezTo>
                      <a:pt x="96" y="27"/>
                      <a:pt x="96" y="27"/>
                      <a:pt x="96" y="27"/>
                    </a:cubicBezTo>
                    <a:cubicBezTo>
                      <a:pt x="96" y="27"/>
                      <a:pt x="96" y="28"/>
                      <a:pt x="96" y="28"/>
                    </a:cubicBezTo>
                    <a:cubicBezTo>
                      <a:pt x="96" y="28"/>
                      <a:pt x="96" y="28"/>
                      <a:pt x="96" y="28"/>
                    </a:cubicBezTo>
                    <a:cubicBezTo>
                      <a:pt x="96" y="28"/>
                      <a:pt x="96" y="28"/>
                      <a:pt x="95" y="28"/>
                    </a:cubicBezTo>
                    <a:cubicBezTo>
                      <a:pt x="95" y="28"/>
                      <a:pt x="95" y="28"/>
                      <a:pt x="95" y="28"/>
                    </a:cubicBezTo>
                    <a:cubicBezTo>
                      <a:pt x="95" y="28"/>
                      <a:pt x="95" y="28"/>
                      <a:pt x="95" y="28"/>
                    </a:cubicBezTo>
                    <a:cubicBezTo>
                      <a:pt x="95" y="28"/>
                      <a:pt x="95" y="28"/>
                      <a:pt x="95" y="28"/>
                    </a:cubicBezTo>
                    <a:cubicBezTo>
                      <a:pt x="95" y="27"/>
                      <a:pt x="95" y="27"/>
                      <a:pt x="95" y="27"/>
                    </a:cubicBezTo>
                    <a:cubicBezTo>
                      <a:pt x="94" y="27"/>
                      <a:pt x="94" y="27"/>
                      <a:pt x="94" y="27"/>
                    </a:cubicBezTo>
                    <a:cubicBezTo>
                      <a:pt x="94" y="27"/>
                      <a:pt x="94" y="27"/>
                      <a:pt x="94" y="27"/>
                    </a:cubicBezTo>
                    <a:cubicBezTo>
                      <a:pt x="94" y="27"/>
                      <a:pt x="94" y="27"/>
                      <a:pt x="94" y="27"/>
                    </a:cubicBezTo>
                    <a:cubicBezTo>
                      <a:pt x="94" y="27"/>
                      <a:pt x="94" y="27"/>
                      <a:pt x="94" y="27"/>
                    </a:cubicBezTo>
                    <a:cubicBezTo>
                      <a:pt x="94" y="27"/>
                      <a:pt x="94" y="27"/>
                      <a:pt x="94" y="27"/>
                    </a:cubicBezTo>
                    <a:cubicBezTo>
                      <a:pt x="94" y="27"/>
                      <a:pt x="94" y="27"/>
                      <a:pt x="94" y="27"/>
                    </a:cubicBezTo>
                    <a:cubicBezTo>
                      <a:pt x="93" y="27"/>
                      <a:pt x="93" y="27"/>
                      <a:pt x="93" y="27"/>
                    </a:cubicBezTo>
                    <a:cubicBezTo>
                      <a:pt x="93" y="27"/>
                      <a:pt x="93" y="27"/>
                      <a:pt x="93" y="27"/>
                    </a:cubicBezTo>
                    <a:cubicBezTo>
                      <a:pt x="93" y="27"/>
                      <a:pt x="93" y="27"/>
                      <a:pt x="93" y="27"/>
                    </a:cubicBezTo>
                    <a:cubicBezTo>
                      <a:pt x="93" y="27"/>
                      <a:pt x="93" y="27"/>
                      <a:pt x="93" y="27"/>
                    </a:cubicBezTo>
                    <a:cubicBezTo>
                      <a:pt x="93" y="26"/>
                      <a:pt x="93" y="26"/>
                      <a:pt x="93" y="26"/>
                    </a:cubicBezTo>
                    <a:cubicBezTo>
                      <a:pt x="93" y="26"/>
                      <a:pt x="93" y="26"/>
                      <a:pt x="93" y="26"/>
                    </a:cubicBezTo>
                    <a:cubicBezTo>
                      <a:pt x="93" y="26"/>
                      <a:pt x="93" y="26"/>
                      <a:pt x="93" y="26"/>
                    </a:cubicBezTo>
                    <a:cubicBezTo>
                      <a:pt x="92" y="26"/>
                      <a:pt x="92" y="26"/>
                      <a:pt x="92" y="26"/>
                    </a:cubicBezTo>
                    <a:cubicBezTo>
                      <a:pt x="92" y="26"/>
                      <a:pt x="92" y="26"/>
                      <a:pt x="92" y="26"/>
                    </a:cubicBezTo>
                    <a:cubicBezTo>
                      <a:pt x="92" y="26"/>
                      <a:pt x="92" y="26"/>
                      <a:pt x="92" y="26"/>
                    </a:cubicBezTo>
                    <a:cubicBezTo>
                      <a:pt x="92" y="26"/>
                      <a:pt x="92" y="26"/>
                      <a:pt x="92" y="26"/>
                    </a:cubicBezTo>
                    <a:cubicBezTo>
                      <a:pt x="91" y="26"/>
                      <a:pt x="91" y="26"/>
                      <a:pt x="91" y="26"/>
                    </a:cubicBezTo>
                    <a:cubicBezTo>
                      <a:pt x="91" y="26"/>
                      <a:pt x="91" y="26"/>
                      <a:pt x="91" y="26"/>
                    </a:cubicBezTo>
                    <a:cubicBezTo>
                      <a:pt x="91" y="26"/>
                      <a:pt x="91" y="26"/>
                      <a:pt x="91" y="26"/>
                    </a:cubicBezTo>
                    <a:cubicBezTo>
                      <a:pt x="90" y="26"/>
                      <a:pt x="90" y="26"/>
                      <a:pt x="90" y="26"/>
                    </a:cubicBezTo>
                    <a:cubicBezTo>
                      <a:pt x="90" y="26"/>
                      <a:pt x="90" y="26"/>
                      <a:pt x="90" y="26"/>
                    </a:cubicBezTo>
                    <a:cubicBezTo>
                      <a:pt x="90" y="26"/>
                      <a:pt x="90" y="26"/>
                      <a:pt x="90" y="26"/>
                    </a:cubicBezTo>
                    <a:cubicBezTo>
                      <a:pt x="90" y="26"/>
                      <a:pt x="90" y="26"/>
                      <a:pt x="90" y="25"/>
                    </a:cubicBezTo>
                    <a:cubicBezTo>
                      <a:pt x="90" y="25"/>
                      <a:pt x="90" y="25"/>
                      <a:pt x="90" y="25"/>
                    </a:cubicBezTo>
                    <a:cubicBezTo>
                      <a:pt x="89" y="25"/>
                      <a:pt x="89" y="25"/>
                      <a:pt x="89" y="25"/>
                    </a:cubicBezTo>
                    <a:cubicBezTo>
                      <a:pt x="89" y="25"/>
                      <a:pt x="89" y="25"/>
                      <a:pt x="89" y="25"/>
                    </a:cubicBezTo>
                    <a:cubicBezTo>
                      <a:pt x="89" y="25"/>
                      <a:pt x="89" y="25"/>
                      <a:pt x="89" y="25"/>
                    </a:cubicBezTo>
                    <a:cubicBezTo>
                      <a:pt x="89" y="25"/>
                      <a:pt x="89" y="25"/>
                      <a:pt x="89" y="25"/>
                    </a:cubicBezTo>
                    <a:cubicBezTo>
                      <a:pt x="89" y="24"/>
                      <a:pt x="89" y="24"/>
                      <a:pt x="89" y="24"/>
                    </a:cubicBezTo>
                    <a:cubicBezTo>
                      <a:pt x="89" y="24"/>
                      <a:pt x="89" y="24"/>
                      <a:pt x="89" y="24"/>
                    </a:cubicBezTo>
                    <a:cubicBezTo>
                      <a:pt x="89" y="24"/>
                      <a:pt x="89" y="24"/>
                      <a:pt x="89" y="24"/>
                    </a:cubicBezTo>
                    <a:cubicBezTo>
                      <a:pt x="89" y="24"/>
                      <a:pt x="89" y="24"/>
                      <a:pt x="89" y="24"/>
                    </a:cubicBezTo>
                    <a:cubicBezTo>
                      <a:pt x="89" y="24"/>
                      <a:pt x="89" y="24"/>
                      <a:pt x="89" y="24"/>
                    </a:cubicBezTo>
                    <a:cubicBezTo>
                      <a:pt x="89" y="24"/>
                      <a:pt x="89" y="23"/>
                      <a:pt x="89" y="23"/>
                    </a:cubicBezTo>
                    <a:cubicBezTo>
                      <a:pt x="88" y="23"/>
                      <a:pt x="88" y="23"/>
                      <a:pt x="88" y="23"/>
                    </a:cubicBezTo>
                    <a:cubicBezTo>
                      <a:pt x="88" y="23"/>
                      <a:pt x="88" y="23"/>
                      <a:pt x="88" y="23"/>
                    </a:cubicBezTo>
                    <a:cubicBezTo>
                      <a:pt x="88" y="23"/>
                      <a:pt x="88" y="23"/>
                      <a:pt x="88" y="23"/>
                    </a:cubicBezTo>
                    <a:cubicBezTo>
                      <a:pt x="88" y="22"/>
                      <a:pt x="88" y="22"/>
                      <a:pt x="88" y="22"/>
                    </a:cubicBezTo>
                    <a:cubicBezTo>
                      <a:pt x="87" y="22"/>
                      <a:pt x="87" y="22"/>
                      <a:pt x="87" y="22"/>
                    </a:cubicBezTo>
                    <a:cubicBezTo>
                      <a:pt x="87" y="22"/>
                      <a:pt x="86" y="23"/>
                      <a:pt x="86" y="23"/>
                    </a:cubicBezTo>
                    <a:cubicBezTo>
                      <a:pt x="86" y="23"/>
                      <a:pt x="86" y="23"/>
                      <a:pt x="86" y="23"/>
                    </a:cubicBezTo>
                    <a:cubicBezTo>
                      <a:pt x="86" y="23"/>
                      <a:pt x="86" y="23"/>
                      <a:pt x="86" y="23"/>
                    </a:cubicBezTo>
                    <a:cubicBezTo>
                      <a:pt x="85" y="23"/>
                      <a:pt x="85" y="23"/>
                      <a:pt x="85" y="23"/>
                    </a:cubicBezTo>
                    <a:cubicBezTo>
                      <a:pt x="85" y="23"/>
                      <a:pt x="85" y="23"/>
                      <a:pt x="84" y="23"/>
                    </a:cubicBezTo>
                    <a:cubicBezTo>
                      <a:pt x="84" y="23"/>
                      <a:pt x="83" y="23"/>
                      <a:pt x="83" y="23"/>
                    </a:cubicBezTo>
                    <a:cubicBezTo>
                      <a:pt x="83" y="23"/>
                      <a:pt x="83" y="23"/>
                      <a:pt x="83" y="23"/>
                    </a:cubicBezTo>
                    <a:cubicBezTo>
                      <a:pt x="82" y="23"/>
                      <a:pt x="82" y="23"/>
                      <a:pt x="82" y="23"/>
                    </a:cubicBezTo>
                    <a:cubicBezTo>
                      <a:pt x="82" y="23"/>
                      <a:pt x="82" y="23"/>
                      <a:pt x="82" y="23"/>
                    </a:cubicBezTo>
                    <a:cubicBezTo>
                      <a:pt x="82" y="23"/>
                      <a:pt x="82" y="23"/>
                      <a:pt x="82" y="23"/>
                    </a:cubicBezTo>
                    <a:cubicBezTo>
                      <a:pt x="82" y="23"/>
                      <a:pt x="82" y="23"/>
                      <a:pt x="82" y="23"/>
                    </a:cubicBezTo>
                    <a:cubicBezTo>
                      <a:pt x="82" y="23"/>
                      <a:pt x="82" y="23"/>
                      <a:pt x="81" y="23"/>
                    </a:cubicBezTo>
                    <a:cubicBezTo>
                      <a:pt x="81" y="23"/>
                      <a:pt x="81" y="23"/>
                      <a:pt x="81" y="23"/>
                    </a:cubicBezTo>
                    <a:cubicBezTo>
                      <a:pt x="81" y="23"/>
                      <a:pt x="81" y="23"/>
                      <a:pt x="81" y="23"/>
                    </a:cubicBezTo>
                    <a:cubicBezTo>
                      <a:pt x="81" y="23"/>
                      <a:pt x="81" y="23"/>
                      <a:pt x="81" y="23"/>
                    </a:cubicBezTo>
                    <a:cubicBezTo>
                      <a:pt x="81" y="24"/>
                      <a:pt x="81" y="24"/>
                      <a:pt x="81" y="24"/>
                    </a:cubicBezTo>
                    <a:cubicBezTo>
                      <a:pt x="81" y="24"/>
                      <a:pt x="81" y="24"/>
                      <a:pt x="81" y="24"/>
                    </a:cubicBezTo>
                    <a:cubicBezTo>
                      <a:pt x="81" y="24"/>
                      <a:pt x="81" y="24"/>
                      <a:pt x="80" y="24"/>
                    </a:cubicBezTo>
                    <a:cubicBezTo>
                      <a:pt x="80" y="24"/>
                      <a:pt x="80" y="24"/>
                      <a:pt x="80" y="24"/>
                    </a:cubicBezTo>
                    <a:cubicBezTo>
                      <a:pt x="79" y="24"/>
                      <a:pt x="79" y="24"/>
                      <a:pt x="79" y="24"/>
                    </a:cubicBezTo>
                    <a:cubicBezTo>
                      <a:pt x="79" y="24"/>
                      <a:pt x="79" y="24"/>
                      <a:pt x="79" y="24"/>
                    </a:cubicBezTo>
                    <a:cubicBezTo>
                      <a:pt x="79" y="24"/>
                      <a:pt x="79" y="24"/>
                      <a:pt x="78" y="24"/>
                    </a:cubicBezTo>
                    <a:cubicBezTo>
                      <a:pt x="78" y="24"/>
                      <a:pt x="78" y="24"/>
                      <a:pt x="78" y="24"/>
                    </a:cubicBezTo>
                    <a:cubicBezTo>
                      <a:pt x="78" y="24"/>
                      <a:pt x="78" y="24"/>
                      <a:pt x="78" y="24"/>
                    </a:cubicBezTo>
                    <a:cubicBezTo>
                      <a:pt x="78" y="24"/>
                      <a:pt x="78" y="24"/>
                      <a:pt x="78" y="24"/>
                    </a:cubicBezTo>
                    <a:cubicBezTo>
                      <a:pt x="78" y="24"/>
                      <a:pt x="78" y="24"/>
                      <a:pt x="78" y="24"/>
                    </a:cubicBezTo>
                    <a:cubicBezTo>
                      <a:pt x="78" y="24"/>
                      <a:pt x="78" y="24"/>
                      <a:pt x="78" y="25"/>
                    </a:cubicBezTo>
                    <a:cubicBezTo>
                      <a:pt x="78" y="25"/>
                      <a:pt x="78" y="25"/>
                      <a:pt x="77" y="25"/>
                    </a:cubicBezTo>
                    <a:cubicBezTo>
                      <a:pt x="77" y="25"/>
                      <a:pt x="77" y="25"/>
                      <a:pt x="77" y="25"/>
                    </a:cubicBezTo>
                    <a:cubicBezTo>
                      <a:pt x="77" y="25"/>
                      <a:pt x="77" y="25"/>
                      <a:pt x="76" y="25"/>
                    </a:cubicBezTo>
                    <a:cubicBezTo>
                      <a:pt x="76" y="25"/>
                      <a:pt x="76" y="26"/>
                      <a:pt x="76" y="26"/>
                    </a:cubicBezTo>
                    <a:cubicBezTo>
                      <a:pt x="76" y="26"/>
                      <a:pt x="76" y="26"/>
                      <a:pt x="76" y="26"/>
                    </a:cubicBezTo>
                    <a:cubicBezTo>
                      <a:pt x="76" y="26"/>
                      <a:pt x="76" y="26"/>
                      <a:pt x="76" y="26"/>
                    </a:cubicBezTo>
                    <a:cubicBezTo>
                      <a:pt x="76" y="26"/>
                      <a:pt x="76" y="26"/>
                      <a:pt x="76" y="26"/>
                    </a:cubicBezTo>
                    <a:cubicBezTo>
                      <a:pt x="76" y="26"/>
                      <a:pt x="76" y="26"/>
                      <a:pt x="76" y="26"/>
                    </a:cubicBezTo>
                    <a:cubicBezTo>
                      <a:pt x="76" y="26"/>
                      <a:pt x="76" y="26"/>
                      <a:pt x="75" y="26"/>
                    </a:cubicBezTo>
                    <a:cubicBezTo>
                      <a:pt x="75" y="26"/>
                      <a:pt x="75" y="27"/>
                      <a:pt x="75" y="27"/>
                    </a:cubicBezTo>
                    <a:cubicBezTo>
                      <a:pt x="75" y="27"/>
                      <a:pt x="75" y="27"/>
                      <a:pt x="75" y="27"/>
                    </a:cubicBezTo>
                    <a:cubicBezTo>
                      <a:pt x="75" y="28"/>
                      <a:pt x="75" y="28"/>
                      <a:pt x="75" y="28"/>
                    </a:cubicBezTo>
                    <a:cubicBezTo>
                      <a:pt x="74" y="28"/>
                      <a:pt x="74" y="28"/>
                      <a:pt x="74" y="28"/>
                    </a:cubicBezTo>
                    <a:cubicBezTo>
                      <a:pt x="74" y="28"/>
                      <a:pt x="74" y="28"/>
                      <a:pt x="74" y="28"/>
                    </a:cubicBezTo>
                    <a:cubicBezTo>
                      <a:pt x="75" y="29"/>
                      <a:pt x="75" y="29"/>
                      <a:pt x="74" y="30"/>
                    </a:cubicBezTo>
                    <a:cubicBezTo>
                      <a:pt x="74" y="30"/>
                      <a:pt x="74" y="30"/>
                      <a:pt x="74" y="30"/>
                    </a:cubicBezTo>
                    <a:cubicBezTo>
                      <a:pt x="74" y="30"/>
                      <a:pt x="74" y="30"/>
                      <a:pt x="74" y="30"/>
                    </a:cubicBezTo>
                    <a:cubicBezTo>
                      <a:pt x="74" y="30"/>
                      <a:pt x="74" y="30"/>
                      <a:pt x="74" y="30"/>
                    </a:cubicBezTo>
                    <a:cubicBezTo>
                      <a:pt x="74" y="30"/>
                      <a:pt x="73" y="30"/>
                      <a:pt x="73" y="30"/>
                    </a:cubicBezTo>
                    <a:cubicBezTo>
                      <a:pt x="73" y="30"/>
                      <a:pt x="73" y="30"/>
                      <a:pt x="73" y="30"/>
                    </a:cubicBezTo>
                    <a:cubicBezTo>
                      <a:pt x="73" y="30"/>
                      <a:pt x="73" y="30"/>
                      <a:pt x="73" y="30"/>
                    </a:cubicBezTo>
                    <a:cubicBezTo>
                      <a:pt x="73" y="30"/>
                      <a:pt x="73" y="30"/>
                      <a:pt x="72" y="30"/>
                    </a:cubicBezTo>
                    <a:cubicBezTo>
                      <a:pt x="72" y="30"/>
                      <a:pt x="72" y="30"/>
                      <a:pt x="72" y="30"/>
                    </a:cubicBezTo>
                    <a:cubicBezTo>
                      <a:pt x="72" y="30"/>
                      <a:pt x="72" y="30"/>
                      <a:pt x="72" y="30"/>
                    </a:cubicBezTo>
                    <a:cubicBezTo>
                      <a:pt x="72" y="30"/>
                      <a:pt x="72" y="30"/>
                      <a:pt x="72" y="30"/>
                    </a:cubicBezTo>
                    <a:cubicBezTo>
                      <a:pt x="72" y="30"/>
                      <a:pt x="72" y="30"/>
                      <a:pt x="72" y="31"/>
                    </a:cubicBezTo>
                    <a:cubicBezTo>
                      <a:pt x="71" y="31"/>
                      <a:pt x="71" y="31"/>
                      <a:pt x="71" y="32"/>
                    </a:cubicBezTo>
                    <a:cubicBezTo>
                      <a:pt x="71" y="32"/>
                      <a:pt x="71" y="32"/>
                      <a:pt x="71" y="32"/>
                    </a:cubicBezTo>
                    <a:cubicBezTo>
                      <a:pt x="71" y="32"/>
                      <a:pt x="71" y="33"/>
                      <a:pt x="71" y="33"/>
                    </a:cubicBezTo>
                    <a:cubicBezTo>
                      <a:pt x="71" y="33"/>
                      <a:pt x="71" y="33"/>
                      <a:pt x="71" y="33"/>
                    </a:cubicBezTo>
                    <a:cubicBezTo>
                      <a:pt x="71" y="33"/>
                      <a:pt x="71" y="33"/>
                      <a:pt x="71" y="33"/>
                    </a:cubicBezTo>
                    <a:cubicBezTo>
                      <a:pt x="71" y="34"/>
                      <a:pt x="71" y="34"/>
                      <a:pt x="71" y="34"/>
                    </a:cubicBezTo>
                    <a:cubicBezTo>
                      <a:pt x="71" y="34"/>
                      <a:pt x="71" y="34"/>
                      <a:pt x="70" y="35"/>
                    </a:cubicBezTo>
                    <a:cubicBezTo>
                      <a:pt x="70" y="35"/>
                      <a:pt x="70" y="35"/>
                      <a:pt x="70" y="35"/>
                    </a:cubicBezTo>
                    <a:cubicBezTo>
                      <a:pt x="70" y="35"/>
                      <a:pt x="70" y="35"/>
                      <a:pt x="70" y="35"/>
                    </a:cubicBezTo>
                    <a:cubicBezTo>
                      <a:pt x="70" y="35"/>
                      <a:pt x="70" y="35"/>
                      <a:pt x="70" y="35"/>
                    </a:cubicBezTo>
                    <a:cubicBezTo>
                      <a:pt x="70" y="35"/>
                      <a:pt x="70" y="35"/>
                      <a:pt x="70" y="36"/>
                    </a:cubicBezTo>
                    <a:cubicBezTo>
                      <a:pt x="70" y="36"/>
                      <a:pt x="70" y="36"/>
                      <a:pt x="69" y="36"/>
                    </a:cubicBezTo>
                    <a:cubicBezTo>
                      <a:pt x="69" y="36"/>
                      <a:pt x="69" y="36"/>
                      <a:pt x="69" y="36"/>
                    </a:cubicBezTo>
                    <a:cubicBezTo>
                      <a:pt x="69" y="36"/>
                      <a:pt x="69" y="36"/>
                      <a:pt x="69" y="36"/>
                    </a:cubicBezTo>
                    <a:cubicBezTo>
                      <a:pt x="69" y="38"/>
                      <a:pt x="69" y="38"/>
                      <a:pt x="69" y="38"/>
                    </a:cubicBezTo>
                    <a:cubicBezTo>
                      <a:pt x="69" y="38"/>
                      <a:pt x="69" y="38"/>
                      <a:pt x="69" y="38"/>
                    </a:cubicBezTo>
                    <a:cubicBezTo>
                      <a:pt x="69" y="38"/>
                      <a:pt x="69" y="38"/>
                      <a:pt x="69" y="38"/>
                    </a:cubicBezTo>
                    <a:cubicBezTo>
                      <a:pt x="69" y="39"/>
                      <a:pt x="69" y="39"/>
                      <a:pt x="69" y="39"/>
                    </a:cubicBezTo>
                    <a:cubicBezTo>
                      <a:pt x="69" y="39"/>
                      <a:pt x="69" y="39"/>
                      <a:pt x="70" y="39"/>
                    </a:cubicBezTo>
                    <a:cubicBezTo>
                      <a:pt x="70" y="39"/>
                      <a:pt x="70" y="39"/>
                      <a:pt x="70" y="39"/>
                    </a:cubicBezTo>
                    <a:cubicBezTo>
                      <a:pt x="70" y="39"/>
                      <a:pt x="70" y="39"/>
                      <a:pt x="70" y="39"/>
                    </a:cubicBezTo>
                    <a:cubicBezTo>
                      <a:pt x="70" y="39"/>
                      <a:pt x="70" y="39"/>
                      <a:pt x="70" y="39"/>
                    </a:cubicBezTo>
                    <a:cubicBezTo>
                      <a:pt x="70" y="39"/>
                      <a:pt x="70" y="39"/>
                      <a:pt x="70" y="40"/>
                    </a:cubicBezTo>
                    <a:cubicBezTo>
                      <a:pt x="70" y="40"/>
                      <a:pt x="70" y="40"/>
                      <a:pt x="70" y="40"/>
                    </a:cubicBezTo>
                    <a:cubicBezTo>
                      <a:pt x="70" y="40"/>
                      <a:pt x="70" y="40"/>
                      <a:pt x="70" y="40"/>
                    </a:cubicBezTo>
                    <a:cubicBezTo>
                      <a:pt x="70" y="40"/>
                      <a:pt x="70" y="40"/>
                      <a:pt x="70" y="41"/>
                    </a:cubicBezTo>
                    <a:cubicBezTo>
                      <a:pt x="70" y="41"/>
                      <a:pt x="70" y="41"/>
                      <a:pt x="70" y="41"/>
                    </a:cubicBezTo>
                    <a:cubicBezTo>
                      <a:pt x="70" y="41"/>
                      <a:pt x="70" y="42"/>
                      <a:pt x="70" y="42"/>
                    </a:cubicBezTo>
                    <a:cubicBezTo>
                      <a:pt x="70" y="42"/>
                      <a:pt x="70" y="42"/>
                      <a:pt x="70" y="42"/>
                    </a:cubicBezTo>
                    <a:cubicBezTo>
                      <a:pt x="70" y="43"/>
                      <a:pt x="69" y="43"/>
                      <a:pt x="69" y="43"/>
                    </a:cubicBezTo>
                    <a:cubicBezTo>
                      <a:pt x="69" y="44"/>
                      <a:pt x="69" y="44"/>
                      <a:pt x="69" y="44"/>
                    </a:cubicBezTo>
                    <a:cubicBezTo>
                      <a:pt x="70" y="44"/>
                      <a:pt x="70" y="44"/>
                      <a:pt x="70" y="44"/>
                    </a:cubicBezTo>
                    <a:cubicBezTo>
                      <a:pt x="70" y="44"/>
                      <a:pt x="70" y="44"/>
                      <a:pt x="70" y="44"/>
                    </a:cubicBezTo>
                    <a:cubicBezTo>
                      <a:pt x="70" y="44"/>
                      <a:pt x="70" y="44"/>
                      <a:pt x="70" y="44"/>
                    </a:cubicBezTo>
                    <a:cubicBezTo>
                      <a:pt x="70" y="44"/>
                      <a:pt x="70" y="44"/>
                      <a:pt x="70" y="44"/>
                    </a:cubicBezTo>
                    <a:cubicBezTo>
                      <a:pt x="70" y="44"/>
                      <a:pt x="70" y="44"/>
                      <a:pt x="70" y="44"/>
                    </a:cubicBezTo>
                    <a:cubicBezTo>
                      <a:pt x="70" y="44"/>
                      <a:pt x="70" y="44"/>
                      <a:pt x="70" y="45"/>
                    </a:cubicBezTo>
                    <a:cubicBezTo>
                      <a:pt x="70" y="45"/>
                      <a:pt x="70" y="45"/>
                      <a:pt x="70" y="45"/>
                    </a:cubicBezTo>
                    <a:cubicBezTo>
                      <a:pt x="70" y="45"/>
                      <a:pt x="70" y="45"/>
                      <a:pt x="71" y="45"/>
                    </a:cubicBezTo>
                    <a:cubicBezTo>
                      <a:pt x="71" y="46"/>
                      <a:pt x="71" y="46"/>
                      <a:pt x="71" y="46"/>
                    </a:cubicBezTo>
                    <a:cubicBezTo>
                      <a:pt x="71" y="46"/>
                      <a:pt x="71" y="46"/>
                      <a:pt x="71" y="46"/>
                    </a:cubicBezTo>
                    <a:cubicBezTo>
                      <a:pt x="71" y="46"/>
                      <a:pt x="71" y="46"/>
                      <a:pt x="71" y="47"/>
                    </a:cubicBezTo>
                    <a:cubicBezTo>
                      <a:pt x="72" y="47"/>
                      <a:pt x="72" y="47"/>
                      <a:pt x="72" y="47"/>
                    </a:cubicBezTo>
                    <a:cubicBezTo>
                      <a:pt x="72" y="47"/>
                      <a:pt x="72" y="47"/>
                      <a:pt x="72" y="47"/>
                    </a:cubicBezTo>
                    <a:cubicBezTo>
                      <a:pt x="73" y="48"/>
                      <a:pt x="73" y="48"/>
                      <a:pt x="73" y="49"/>
                    </a:cubicBezTo>
                    <a:cubicBezTo>
                      <a:pt x="73" y="49"/>
                      <a:pt x="73" y="49"/>
                      <a:pt x="73" y="49"/>
                    </a:cubicBezTo>
                    <a:cubicBezTo>
                      <a:pt x="73" y="49"/>
                      <a:pt x="73" y="50"/>
                      <a:pt x="73" y="50"/>
                    </a:cubicBezTo>
                    <a:cubicBezTo>
                      <a:pt x="74" y="50"/>
                      <a:pt x="74" y="50"/>
                      <a:pt x="74" y="50"/>
                    </a:cubicBezTo>
                    <a:cubicBezTo>
                      <a:pt x="74" y="50"/>
                      <a:pt x="74" y="50"/>
                      <a:pt x="74" y="50"/>
                    </a:cubicBezTo>
                    <a:cubicBezTo>
                      <a:pt x="74" y="50"/>
                      <a:pt x="74" y="50"/>
                      <a:pt x="74" y="50"/>
                    </a:cubicBezTo>
                    <a:cubicBezTo>
                      <a:pt x="74" y="51"/>
                      <a:pt x="74" y="51"/>
                      <a:pt x="74" y="51"/>
                    </a:cubicBezTo>
                    <a:cubicBezTo>
                      <a:pt x="74" y="51"/>
                      <a:pt x="74" y="51"/>
                      <a:pt x="74" y="51"/>
                    </a:cubicBezTo>
                    <a:cubicBezTo>
                      <a:pt x="75" y="51"/>
                      <a:pt x="75" y="51"/>
                      <a:pt x="75" y="51"/>
                    </a:cubicBezTo>
                    <a:cubicBezTo>
                      <a:pt x="75" y="51"/>
                      <a:pt x="76" y="51"/>
                      <a:pt x="76" y="51"/>
                    </a:cubicBezTo>
                    <a:cubicBezTo>
                      <a:pt x="76" y="51"/>
                      <a:pt x="76" y="51"/>
                      <a:pt x="76" y="51"/>
                    </a:cubicBezTo>
                    <a:cubicBezTo>
                      <a:pt x="76" y="51"/>
                      <a:pt x="76" y="51"/>
                      <a:pt x="76" y="51"/>
                    </a:cubicBezTo>
                    <a:cubicBezTo>
                      <a:pt x="76" y="51"/>
                      <a:pt x="76" y="51"/>
                      <a:pt x="76" y="51"/>
                    </a:cubicBezTo>
                    <a:cubicBezTo>
                      <a:pt x="76" y="51"/>
                      <a:pt x="77" y="51"/>
                      <a:pt x="77" y="51"/>
                    </a:cubicBezTo>
                    <a:cubicBezTo>
                      <a:pt x="77" y="51"/>
                      <a:pt x="77" y="51"/>
                      <a:pt x="77" y="51"/>
                    </a:cubicBezTo>
                    <a:cubicBezTo>
                      <a:pt x="77" y="52"/>
                      <a:pt x="77" y="52"/>
                      <a:pt x="77" y="52"/>
                    </a:cubicBezTo>
                    <a:cubicBezTo>
                      <a:pt x="77" y="52"/>
                      <a:pt x="77" y="52"/>
                      <a:pt x="77" y="52"/>
                    </a:cubicBezTo>
                    <a:cubicBezTo>
                      <a:pt x="77" y="53"/>
                      <a:pt x="77" y="53"/>
                      <a:pt x="78" y="53"/>
                    </a:cubicBezTo>
                    <a:cubicBezTo>
                      <a:pt x="78" y="53"/>
                      <a:pt x="78" y="53"/>
                      <a:pt x="78" y="53"/>
                    </a:cubicBezTo>
                    <a:cubicBezTo>
                      <a:pt x="78" y="53"/>
                      <a:pt x="79" y="53"/>
                      <a:pt x="79" y="54"/>
                    </a:cubicBezTo>
                    <a:cubicBezTo>
                      <a:pt x="79" y="54"/>
                      <a:pt x="79" y="54"/>
                      <a:pt x="79" y="54"/>
                    </a:cubicBezTo>
                    <a:cubicBezTo>
                      <a:pt x="79" y="54"/>
                      <a:pt x="79" y="54"/>
                      <a:pt x="79" y="54"/>
                    </a:cubicBezTo>
                    <a:cubicBezTo>
                      <a:pt x="80" y="54"/>
                      <a:pt x="80" y="54"/>
                      <a:pt x="80" y="54"/>
                    </a:cubicBezTo>
                    <a:cubicBezTo>
                      <a:pt x="80" y="54"/>
                      <a:pt x="80" y="54"/>
                      <a:pt x="80" y="54"/>
                    </a:cubicBezTo>
                    <a:cubicBezTo>
                      <a:pt x="80" y="54"/>
                      <a:pt x="80" y="53"/>
                      <a:pt x="80" y="53"/>
                    </a:cubicBezTo>
                    <a:cubicBezTo>
                      <a:pt x="80" y="53"/>
                      <a:pt x="80" y="53"/>
                      <a:pt x="80" y="53"/>
                    </a:cubicBezTo>
                    <a:cubicBezTo>
                      <a:pt x="81" y="53"/>
                      <a:pt x="81" y="53"/>
                      <a:pt x="81" y="53"/>
                    </a:cubicBezTo>
                    <a:cubicBezTo>
                      <a:pt x="81" y="53"/>
                      <a:pt x="81" y="53"/>
                      <a:pt x="81" y="53"/>
                    </a:cubicBezTo>
                    <a:cubicBezTo>
                      <a:pt x="81" y="53"/>
                      <a:pt x="81" y="53"/>
                      <a:pt x="81" y="53"/>
                    </a:cubicBezTo>
                    <a:cubicBezTo>
                      <a:pt x="81" y="53"/>
                      <a:pt x="81" y="53"/>
                      <a:pt x="81" y="53"/>
                    </a:cubicBezTo>
                    <a:cubicBezTo>
                      <a:pt x="81" y="53"/>
                      <a:pt x="82" y="53"/>
                      <a:pt x="82" y="53"/>
                    </a:cubicBezTo>
                    <a:cubicBezTo>
                      <a:pt x="82" y="53"/>
                      <a:pt x="82" y="53"/>
                      <a:pt x="82" y="53"/>
                    </a:cubicBezTo>
                    <a:cubicBezTo>
                      <a:pt x="82" y="53"/>
                      <a:pt x="82" y="53"/>
                      <a:pt x="82" y="53"/>
                    </a:cubicBezTo>
                    <a:cubicBezTo>
                      <a:pt x="83" y="53"/>
                      <a:pt x="83" y="53"/>
                      <a:pt x="83" y="53"/>
                    </a:cubicBezTo>
                    <a:cubicBezTo>
                      <a:pt x="83" y="53"/>
                      <a:pt x="83" y="53"/>
                      <a:pt x="83" y="53"/>
                    </a:cubicBezTo>
                    <a:cubicBezTo>
                      <a:pt x="83" y="53"/>
                      <a:pt x="83" y="53"/>
                      <a:pt x="83" y="53"/>
                    </a:cubicBezTo>
                    <a:cubicBezTo>
                      <a:pt x="83" y="54"/>
                      <a:pt x="83" y="54"/>
                      <a:pt x="83" y="54"/>
                    </a:cubicBezTo>
                    <a:cubicBezTo>
                      <a:pt x="83" y="54"/>
                      <a:pt x="84" y="54"/>
                      <a:pt x="84" y="54"/>
                    </a:cubicBezTo>
                    <a:cubicBezTo>
                      <a:pt x="84" y="54"/>
                      <a:pt x="84" y="54"/>
                      <a:pt x="84" y="54"/>
                    </a:cubicBezTo>
                    <a:cubicBezTo>
                      <a:pt x="84" y="54"/>
                      <a:pt x="84" y="54"/>
                      <a:pt x="85" y="54"/>
                    </a:cubicBezTo>
                    <a:cubicBezTo>
                      <a:pt x="85" y="54"/>
                      <a:pt x="85" y="54"/>
                      <a:pt x="85" y="54"/>
                    </a:cubicBezTo>
                    <a:cubicBezTo>
                      <a:pt x="85" y="54"/>
                      <a:pt x="85" y="54"/>
                      <a:pt x="85" y="54"/>
                    </a:cubicBezTo>
                    <a:cubicBezTo>
                      <a:pt x="85" y="54"/>
                      <a:pt x="85" y="54"/>
                      <a:pt x="85" y="54"/>
                    </a:cubicBezTo>
                    <a:cubicBezTo>
                      <a:pt x="86" y="54"/>
                      <a:pt x="86" y="53"/>
                      <a:pt x="86" y="53"/>
                    </a:cubicBezTo>
                    <a:cubicBezTo>
                      <a:pt x="86" y="53"/>
                      <a:pt x="86" y="53"/>
                      <a:pt x="86" y="53"/>
                    </a:cubicBezTo>
                    <a:cubicBezTo>
                      <a:pt x="86" y="54"/>
                      <a:pt x="86" y="54"/>
                      <a:pt x="86" y="54"/>
                    </a:cubicBezTo>
                    <a:cubicBezTo>
                      <a:pt x="86" y="53"/>
                      <a:pt x="86" y="53"/>
                      <a:pt x="86" y="53"/>
                    </a:cubicBezTo>
                    <a:cubicBezTo>
                      <a:pt x="86" y="53"/>
                      <a:pt x="86" y="53"/>
                      <a:pt x="86" y="52"/>
                    </a:cubicBezTo>
                    <a:cubicBezTo>
                      <a:pt x="86" y="52"/>
                      <a:pt x="86" y="52"/>
                      <a:pt x="87" y="52"/>
                    </a:cubicBezTo>
                    <a:cubicBezTo>
                      <a:pt x="87" y="52"/>
                      <a:pt x="87" y="52"/>
                      <a:pt x="87" y="52"/>
                    </a:cubicBezTo>
                    <a:cubicBezTo>
                      <a:pt x="87" y="52"/>
                      <a:pt x="87" y="52"/>
                      <a:pt x="87" y="52"/>
                    </a:cubicBezTo>
                    <a:cubicBezTo>
                      <a:pt x="87" y="52"/>
                      <a:pt x="87" y="52"/>
                      <a:pt x="87" y="52"/>
                    </a:cubicBezTo>
                    <a:cubicBezTo>
                      <a:pt x="89" y="52"/>
                      <a:pt x="89" y="52"/>
                      <a:pt x="89" y="52"/>
                    </a:cubicBezTo>
                    <a:cubicBezTo>
                      <a:pt x="89" y="52"/>
                      <a:pt x="89" y="52"/>
                      <a:pt x="89" y="53"/>
                    </a:cubicBezTo>
                    <a:cubicBezTo>
                      <a:pt x="89" y="53"/>
                      <a:pt x="90" y="53"/>
                      <a:pt x="90" y="53"/>
                    </a:cubicBezTo>
                    <a:cubicBezTo>
                      <a:pt x="90" y="53"/>
                      <a:pt x="90" y="53"/>
                      <a:pt x="90" y="53"/>
                    </a:cubicBezTo>
                    <a:cubicBezTo>
                      <a:pt x="90" y="53"/>
                      <a:pt x="90" y="53"/>
                      <a:pt x="90" y="53"/>
                    </a:cubicBezTo>
                    <a:cubicBezTo>
                      <a:pt x="90" y="53"/>
                      <a:pt x="91" y="53"/>
                      <a:pt x="91" y="53"/>
                    </a:cubicBezTo>
                    <a:cubicBezTo>
                      <a:pt x="91" y="53"/>
                      <a:pt x="91" y="53"/>
                      <a:pt x="91" y="53"/>
                    </a:cubicBezTo>
                    <a:cubicBezTo>
                      <a:pt x="90" y="53"/>
                      <a:pt x="90" y="53"/>
                      <a:pt x="90" y="53"/>
                    </a:cubicBezTo>
                    <a:cubicBezTo>
                      <a:pt x="91" y="53"/>
                      <a:pt x="91" y="53"/>
                      <a:pt x="91" y="53"/>
                    </a:cubicBezTo>
                    <a:cubicBezTo>
                      <a:pt x="91" y="53"/>
                      <a:pt x="91" y="53"/>
                      <a:pt x="91" y="53"/>
                    </a:cubicBezTo>
                    <a:cubicBezTo>
                      <a:pt x="91" y="53"/>
                      <a:pt x="91" y="53"/>
                      <a:pt x="92" y="53"/>
                    </a:cubicBezTo>
                    <a:cubicBezTo>
                      <a:pt x="92" y="53"/>
                      <a:pt x="92" y="54"/>
                      <a:pt x="92" y="54"/>
                    </a:cubicBezTo>
                    <a:cubicBezTo>
                      <a:pt x="92" y="54"/>
                      <a:pt x="92" y="54"/>
                      <a:pt x="92" y="54"/>
                    </a:cubicBezTo>
                    <a:cubicBezTo>
                      <a:pt x="92" y="54"/>
                      <a:pt x="92" y="54"/>
                      <a:pt x="92" y="54"/>
                    </a:cubicBezTo>
                    <a:cubicBezTo>
                      <a:pt x="92" y="54"/>
                      <a:pt x="92" y="54"/>
                      <a:pt x="92" y="54"/>
                    </a:cubicBezTo>
                    <a:cubicBezTo>
                      <a:pt x="93" y="54"/>
                      <a:pt x="93" y="54"/>
                      <a:pt x="93" y="54"/>
                    </a:cubicBezTo>
                    <a:cubicBezTo>
                      <a:pt x="93" y="54"/>
                      <a:pt x="93" y="54"/>
                      <a:pt x="94" y="55"/>
                    </a:cubicBezTo>
                    <a:cubicBezTo>
                      <a:pt x="94" y="55"/>
                      <a:pt x="94" y="55"/>
                      <a:pt x="94" y="56"/>
                    </a:cubicBezTo>
                    <a:cubicBezTo>
                      <a:pt x="94" y="56"/>
                      <a:pt x="94" y="56"/>
                      <a:pt x="94" y="57"/>
                    </a:cubicBezTo>
                    <a:cubicBezTo>
                      <a:pt x="94" y="57"/>
                      <a:pt x="94" y="57"/>
                      <a:pt x="94" y="57"/>
                    </a:cubicBezTo>
                    <a:cubicBezTo>
                      <a:pt x="94" y="57"/>
                      <a:pt x="94" y="57"/>
                      <a:pt x="94" y="57"/>
                    </a:cubicBezTo>
                    <a:cubicBezTo>
                      <a:pt x="94" y="57"/>
                      <a:pt x="94" y="57"/>
                      <a:pt x="94" y="57"/>
                    </a:cubicBezTo>
                    <a:cubicBezTo>
                      <a:pt x="94" y="57"/>
                      <a:pt x="94" y="57"/>
                      <a:pt x="93" y="57"/>
                    </a:cubicBezTo>
                    <a:cubicBezTo>
                      <a:pt x="93" y="57"/>
                      <a:pt x="93" y="57"/>
                      <a:pt x="93" y="57"/>
                    </a:cubicBezTo>
                    <a:cubicBezTo>
                      <a:pt x="93" y="58"/>
                      <a:pt x="93" y="58"/>
                      <a:pt x="93" y="58"/>
                    </a:cubicBezTo>
                    <a:cubicBezTo>
                      <a:pt x="93" y="59"/>
                      <a:pt x="93" y="59"/>
                      <a:pt x="93" y="59"/>
                    </a:cubicBezTo>
                    <a:cubicBezTo>
                      <a:pt x="93" y="59"/>
                      <a:pt x="93" y="59"/>
                      <a:pt x="93" y="59"/>
                    </a:cubicBezTo>
                    <a:cubicBezTo>
                      <a:pt x="93" y="59"/>
                      <a:pt x="94" y="59"/>
                      <a:pt x="94" y="59"/>
                    </a:cubicBezTo>
                    <a:cubicBezTo>
                      <a:pt x="94" y="59"/>
                      <a:pt x="94" y="59"/>
                      <a:pt x="94" y="59"/>
                    </a:cubicBezTo>
                    <a:cubicBezTo>
                      <a:pt x="94" y="59"/>
                      <a:pt x="94" y="59"/>
                      <a:pt x="94" y="59"/>
                    </a:cubicBezTo>
                    <a:cubicBezTo>
                      <a:pt x="94" y="59"/>
                      <a:pt x="94" y="59"/>
                      <a:pt x="94" y="59"/>
                    </a:cubicBezTo>
                    <a:cubicBezTo>
                      <a:pt x="94" y="59"/>
                      <a:pt x="94" y="60"/>
                      <a:pt x="94" y="60"/>
                    </a:cubicBezTo>
                    <a:cubicBezTo>
                      <a:pt x="94" y="60"/>
                      <a:pt x="94" y="60"/>
                      <a:pt x="94" y="60"/>
                    </a:cubicBezTo>
                    <a:cubicBezTo>
                      <a:pt x="94" y="60"/>
                      <a:pt x="94" y="60"/>
                      <a:pt x="95" y="60"/>
                    </a:cubicBezTo>
                    <a:cubicBezTo>
                      <a:pt x="95" y="60"/>
                      <a:pt x="95" y="61"/>
                      <a:pt x="95" y="61"/>
                    </a:cubicBezTo>
                    <a:cubicBezTo>
                      <a:pt x="95" y="61"/>
                      <a:pt x="95" y="61"/>
                      <a:pt x="95" y="62"/>
                    </a:cubicBezTo>
                    <a:cubicBezTo>
                      <a:pt x="95" y="62"/>
                      <a:pt x="95" y="62"/>
                      <a:pt x="95" y="62"/>
                    </a:cubicBezTo>
                    <a:cubicBezTo>
                      <a:pt x="95" y="62"/>
                      <a:pt x="95" y="62"/>
                      <a:pt x="95" y="62"/>
                    </a:cubicBezTo>
                    <a:cubicBezTo>
                      <a:pt x="95" y="62"/>
                      <a:pt x="95" y="63"/>
                      <a:pt x="96" y="63"/>
                    </a:cubicBezTo>
                    <a:cubicBezTo>
                      <a:pt x="96" y="63"/>
                      <a:pt x="96" y="63"/>
                      <a:pt x="96" y="63"/>
                    </a:cubicBezTo>
                    <a:cubicBezTo>
                      <a:pt x="96" y="63"/>
                      <a:pt x="96" y="63"/>
                      <a:pt x="96" y="63"/>
                    </a:cubicBezTo>
                    <a:cubicBezTo>
                      <a:pt x="96" y="63"/>
                      <a:pt x="96" y="64"/>
                      <a:pt x="96" y="64"/>
                    </a:cubicBezTo>
                    <a:cubicBezTo>
                      <a:pt x="96" y="64"/>
                      <a:pt x="96" y="64"/>
                      <a:pt x="96" y="64"/>
                    </a:cubicBezTo>
                    <a:cubicBezTo>
                      <a:pt x="96" y="64"/>
                      <a:pt x="96" y="64"/>
                      <a:pt x="96" y="64"/>
                    </a:cubicBezTo>
                    <a:cubicBezTo>
                      <a:pt x="96" y="65"/>
                      <a:pt x="96" y="65"/>
                      <a:pt x="96" y="65"/>
                    </a:cubicBezTo>
                    <a:cubicBezTo>
                      <a:pt x="96" y="65"/>
                      <a:pt x="96" y="65"/>
                      <a:pt x="96" y="65"/>
                    </a:cubicBezTo>
                    <a:cubicBezTo>
                      <a:pt x="97" y="65"/>
                      <a:pt x="97" y="65"/>
                      <a:pt x="97" y="65"/>
                    </a:cubicBezTo>
                    <a:cubicBezTo>
                      <a:pt x="97" y="65"/>
                      <a:pt x="97" y="65"/>
                      <a:pt x="97" y="65"/>
                    </a:cubicBezTo>
                    <a:cubicBezTo>
                      <a:pt x="97" y="65"/>
                      <a:pt x="97" y="65"/>
                      <a:pt x="97" y="65"/>
                    </a:cubicBezTo>
                    <a:cubicBezTo>
                      <a:pt x="97" y="65"/>
                      <a:pt x="97" y="65"/>
                      <a:pt x="97" y="65"/>
                    </a:cubicBezTo>
                    <a:cubicBezTo>
                      <a:pt x="97" y="66"/>
                      <a:pt x="97" y="66"/>
                      <a:pt x="97" y="66"/>
                    </a:cubicBezTo>
                    <a:cubicBezTo>
                      <a:pt x="97" y="66"/>
                      <a:pt x="97" y="66"/>
                      <a:pt x="97" y="66"/>
                    </a:cubicBezTo>
                    <a:cubicBezTo>
                      <a:pt x="97" y="67"/>
                      <a:pt x="97" y="67"/>
                      <a:pt x="97" y="67"/>
                    </a:cubicBezTo>
                    <a:cubicBezTo>
                      <a:pt x="97" y="67"/>
                      <a:pt x="97" y="67"/>
                      <a:pt x="97" y="67"/>
                    </a:cubicBezTo>
                    <a:cubicBezTo>
                      <a:pt x="96" y="67"/>
                      <a:pt x="96" y="67"/>
                      <a:pt x="96" y="67"/>
                    </a:cubicBezTo>
                    <a:cubicBezTo>
                      <a:pt x="96" y="69"/>
                      <a:pt x="96" y="69"/>
                      <a:pt x="96" y="69"/>
                    </a:cubicBezTo>
                    <a:cubicBezTo>
                      <a:pt x="96" y="69"/>
                      <a:pt x="96" y="69"/>
                      <a:pt x="96" y="69"/>
                    </a:cubicBezTo>
                    <a:cubicBezTo>
                      <a:pt x="97" y="69"/>
                      <a:pt x="97" y="69"/>
                      <a:pt x="97" y="69"/>
                    </a:cubicBezTo>
                    <a:cubicBezTo>
                      <a:pt x="97" y="69"/>
                      <a:pt x="97" y="69"/>
                      <a:pt x="97" y="69"/>
                    </a:cubicBezTo>
                    <a:cubicBezTo>
                      <a:pt x="97" y="69"/>
                      <a:pt x="97" y="70"/>
                      <a:pt x="97" y="70"/>
                    </a:cubicBezTo>
                    <a:cubicBezTo>
                      <a:pt x="97" y="70"/>
                      <a:pt x="97" y="70"/>
                      <a:pt x="97" y="70"/>
                    </a:cubicBezTo>
                    <a:cubicBezTo>
                      <a:pt x="97" y="70"/>
                      <a:pt x="96" y="70"/>
                      <a:pt x="96" y="70"/>
                    </a:cubicBezTo>
                    <a:cubicBezTo>
                      <a:pt x="96" y="70"/>
                      <a:pt x="96" y="70"/>
                      <a:pt x="96" y="71"/>
                    </a:cubicBezTo>
                    <a:cubicBezTo>
                      <a:pt x="96" y="71"/>
                      <a:pt x="96" y="71"/>
                      <a:pt x="96" y="71"/>
                    </a:cubicBezTo>
                    <a:cubicBezTo>
                      <a:pt x="96" y="71"/>
                      <a:pt x="96" y="71"/>
                      <a:pt x="96" y="71"/>
                    </a:cubicBezTo>
                    <a:cubicBezTo>
                      <a:pt x="96" y="71"/>
                      <a:pt x="96" y="71"/>
                      <a:pt x="96" y="71"/>
                    </a:cubicBezTo>
                    <a:cubicBezTo>
                      <a:pt x="95" y="71"/>
                      <a:pt x="95" y="71"/>
                      <a:pt x="95" y="71"/>
                    </a:cubicBezTo>
                    <a:cubicBezTo>
                      <a:pt x="95" y="73"/>
                      <a:pt x="95" y="73"/>
                      <a:pt x="95" y="73"/>
                    </a:cubicBezTo>
                    <a:cubicBezTo>
                      <a:pt x="95" y="73"/>
                      <a:pt x="95" y="73"/>
                      <a:pt x="95" y="73"/>
                    </a:cubicBezTo>
                    <a:cubicBezTo>
                      <a:pt x="95" y="73"/>
                      <a:pt x="95" y="73"/>
                      <a:pt x="95" y="73"/>
                    </a:cubicBezTo>
                    <a:cubicBezTo>
                      <a:pt x="95" y="73"/>
                      <a:pt x="95" y="73"/>
                      <a:pt x="95" y="73"/>
                    </a:cubicBezTo>
                    <a:cubicBezTo>
                      <a:pt x="95" y="74"/>
                      <a:pt x="95" y="74"/>
                      <a:pt x="95" y="74"/>
                    </a:cubicBezTo>
                    <a:cubicBezTo>
                      <a:pt x="95" y="74"/>
                      <a:pt x="95" y="74"/>
                      <a:pt x="94" y="74"/>
                    </a:cubicBezTo>
                    <a:cubicBezTo>
                      <a:pt x="94" y="74"/>
                      <a:pt x="94" y="74"/>
                      <a:pt x="94" y="75"/>
                    </a:cubicBezTo>
                    <a:cubicBezTo>
                      <a:pt x="94" y="75"/>
                      <a:pt x="94" y="75"/>
                      <a:pt x="94" y="75"/>
                    </a:cubicBezTo>
                    <a:cubicBezTo>
                      <a:pt x="94" y="75"/>
                      <a:pt x="94" y="75"/>
                      <a:pt x="94" y="75"/>
                    </a:cubicBezTo>
                    <a:cubicBezTo>
                      <a:pt x="94" y="75"/>
                      <a:pt x="94" y="75"/>
                      <a:pt x="94" y="75"/>
                    </a:cubicBezTo>
                    <a:cubicBezTo>
                      <a:pt x="94" y="75"/>
                      <a:pt x="94" y="75"/>
                      <a:pt x="94" y="75"/>
                    </a:cubicBezTo>
                    <a:cubicBezTo>
                      <a:pt x="94" y="80"/>
                      <a:pt x="94" y="80"/>
                      <a:pt x="94" y="80"/>
                    </a:cubicBezTo>
                    <a:cubicBezTo>
                      <a:pt x="94" y="80"/>
                      <a:pt x="94" y="80"/>
                      <a:pt x="94" y="80"/>
                    </a:cubicBezTo>
                    <a:cubicBezTo>
                      <a:pt x="94" y="80"/>
                      <a:pt x="94" y="80"/>
                      <a:pt x="94" y="80"/>
                    </a:cubicBezTo>
                    <a:cubicBezTo>
                      <a:pt x="94" y="80"/>
                      <a:pt x="94" y="80"/>
                      <a:pt x="94" y="80"/>
                    </a:cubicBezTo>
                    <a:cubicBezTo>
                      <a:pt x="94" y="80"/>
                      <a:pt x="94" y="80"/>
                      <a:pt x="94" y="80"/>
                    </a:cubicBezTo>
                    <a:cubicBezTo>
                      <a:pt x="94" y="80"/>
                      <a:pt x="94" y="80"/>
                      <a:pt x="94" y="80"/>
                    </a:cubicBezTo>
                    <a:cubicBezTo>
                      <a:pt x="94" y="80"/>
                      <a:pt x="94" y="80"/>
                      <a:pt x="94" y="80"/>
                    </a:cubicBezTo>
                    <a:cubicBezTo>
                      <a:pt x="94" y="81"/>
                      <a:pt x="94" y="81"/>
                      <a:pt x="95" y="81"/>
                    </a:cubicBezTo>
                    <a:cubicBezTo>
                      <a:pt x="95" y="81"/>
                      <a:pt x="95" y="81"/>
                      <a:pt x="95" y="81"/>
                    </a:cubicBezTo>
                    <a:cubicBezTo>
                      <a:pt x="95" y="81"/>
                      <a:pt x="95" y="81"/>
                      <a:pt x="95" y="81"/>
                    </a:cubicBezTo>
                    <a:cubicBezTo>
                      <a:pt x="95" y="81"/>
                      <a:pt x="95" y="81"/>
                      <a:pt x="95" y="81"/>
                    </a:cubicBezTo>
                    <a:cubicBezTo>
                      <a:pt x="95" y="81"/>
                      <a:pt x="95" y="81"/>
                      <a:pt x="95" y="81"/>
                    </a:cubicBezTo>
                    <a:cubicBezTo>
                      <a:pt x="95" y="81"/>
                      <a:pt x="95" y="81"/>
                      <a:pt x="95" y="81"/>
                    </a:cubicBezTo>
                    <a:cubicBezTo>
                      <a:pt x="95" y="81"/>
                      <a:pt x="95" y="81"/>
                      <a:pt x="95" y="81"/>
                    </a:cubicBezTo>
                    <a:cubicBezTo>
                      <a:pt x="95" y="82"/>
                      <a:pt x="95" y="82"/>
                      <a:pt x="95" y="82"/>
                    </a:cubicBezTo>
                    <a:cubicBezTo>
                      <a:pt x="95" y="82"/>
                      <a:pt x="95" y="82"/>
                      <a:pt x="95" y="82"/>
                    </a:cubicBezTo>
                    <a:cubicBezTo>
                      <a:pt x="94" y="82"/>
                      <a:pt x="94" y="82"/>
                      <a:pt x="94" y="82"/>
                    </a:cubicBezTo>
                    <a:cubicBezTo>
                      <a:pt x="94" y="87"/>
                      <a:pt x="94" y="87"/>
                      <a:pt x="94" y="87"/>
                    </a:cubicBezTo>
                    <a:cubicBezTo>
                      <a:pt x="94" y="87"/>
                      <a:pt x="94" y="87"/>
                      <a:pt x="94" y="87"/>
                    </a:cubicBezTo>
                    <a:cubicBezTo>
                      <a:pt x="94" y="87"/>
                      <a:pt x="95" y="87"/>
                      <a:pt x="95" y="87"/>
                    </a:cubicBezTo>
                    <a:cubicBezTo>
                      <a:pt x="95" y="87"/>
                      <a:pt x="95" y="88"/>
                      <a:pt x="95" y="88"/>
                    </a:cubicBezTo>
                    <a:cubicBezTo>
                      <a:pt x="95" y="88"/>
                      <a:pt x="95" y="89"/>
                      <a:pt x="95" y="89"/>
                    </a:cubicBezTo>
                    <a:cubicBezTo>
                      <a:pt x="95" y="89"/>
                      <a:pt x="95" y="89"/>
                      <a:pt x="95" y="89"/>
                    </a:cubicBezTo>
                    <a:cubicBezTo>
                      <a:pt x="94" y="90"/>
                      <a:pt x="94" y="90"/>
                      <a:pt x="94" y="90"/>
                    </a:cubicBezTo>
                    <a:cubicBezTo>
                      <a:pt x="94" y="90"/>
                      <a:pt x="94" y="90"/>
                      <a:pt x="94" y="90"/>
                    </a:cubicBezTo>
                    <a:cubicBezTo>
                      <a:pt x="94" y="90"/>
                      <a:pt x="93" y="90"/>
                      <a:pt x="93" y="90"/>
                    </a:cubicBezTo>
                    <a:cubicBezTo>
                      <a:pt x="93" y="90"/>
                      <a:pt x="93" y="91"/>
                      <a:pt x="93" y="91"/>
                    </a:cubicBezTo>
                    <a:cubicBezTo>
                      <a:pt x="93" y="91"/>
                      <a:pt x="93" y="91"/>
                      <a:pt x="93" y="91"/>
                    </a:cubicBezTo>
                    <a:cubicBezTo>
                      <a:pt x="93" y="91"/>
                      <a:pt x="93" y="92"/>
                      <a:pt x="93" y="92"/>
                    </a:cubicBezTo>
                    <a:cubicBezTo>
                      <a:pt x="94" y="92"/>
                      <a:pt x="94" y="92"/>
                      <a:pt x="94" y="92"/>
                    </a:cubicBezTo>
                    <a:cubicBezTo>
                      <a:pt x="94" y="92"/>
                      <a:pt x="94" y="92"/>
                      <a:pt x="94" y="92"/>
                    </a:cubicBezTo>
                    <a:cubicBezTo>
                      <a:pt x="94" y="92"/>
                      <a:pt x="94" y="92"/>
                      <a:pt x="95" y="92"/>
                    </a:cubicBezTo>
                    <a:cubicBezTo>
                      <a:pt x="95" y="92"/>
                      <a:pt x="95" y="92"/>
                      <a:pt x="96" y="92"/>
                    </a:cubicBezTo>
                    <a:cubicBezTo>
                      <a:pt x="96" y="92"/>
                      <a:pt x="96" y="92"/>
                      <a:pt x="96" y="92"/>
                    </a:cubicBezTo>
                    <a:cubicBezTo>
                      <a:pt x="97" y="92"/>
                      <a:pt x="98" y="92"/>
                      <a:pt x="98" y="91"/>
                    </a:cubicBezTo>
                    <a:cubicBezTo>
                      <a:pt x="99" y="91"/>
                      <a:pt x="99" y="91"/>
                      <a:pt x="99" y="91"/>
                    </a:cubicBezTo>
                    <a:cubicBezTo>
                      <a:pt x="99" y="91"/>
                      <a:pt x="99" y="91"/>
                      <a:pt x="99" y="91"/>
                    </a:cubicBezTo>
                    <a:cubicBezTo>
                      <a:pt x="99" y="91"/>
                      <a:pt x="99" y="91"/>
                      <a:pt x="99" y="91"/>
                    </a:cubicBezTo>
                    <a:cubicBezTo>
                      <a:pt x="99" y="91"/>
                      <a:pt x="99" y="91"/>
                      <a:pt x="99" y="91"/>
                    </a:cubicBezTo>
                    <a:cubicBezTo>
                      <a:pt x="99" y="91"/>
                      <a:pt x="100" y="91"/>
                      <a:pt x="100" y="91"/>
                    </a:cubicBezTo>
                    <a:cubicBezTo>
                      <a:pt x="100" y="90"/>
                      <a:pt x="100" y="90"/>
                      <a:pt x="100" y="90"/>
                    </a:cubicBezTo>
                    <a:cubicBezTo>
                      <a:pt x="100" y="90"/>
                      <a:pt x="100" y="90"/>
                      <a:pt x="100" y="90"/>
                    </a:cubicBezTo>
                    <a:cubicBezTo>
                      <a:pt x="100" y="90"/>
                      <a:pt x="100" y="90"/>
                      <a:pt x="100" y="90"/>
                    </a:cubicBezTo>
                    <a:cubicBezTo>
                      <a:pt x="100" y="89"/>
                      <a:pt x="101" y="88"/>
                      <a:pt x="101" y="88"/>
                    </a:cubicBezTo>
                    <a:cubicBezTo>
                      <a:pt x="102" y="88"/>
                      <a:pt x="102" y="88"/>
                      <a:pt x="102" y="88"/>
                    </a:cubicBezTo>
                    <a:cubicBezTo>
                      <a:pt x="102" y="88"/>
                      <a:pt x="103" y="88"/>
                      <a:pt x="103" y="88"/>
                    </a:cubicBezTo>
                    <a:cubicBezTo>
                      <a:pt x="103" y="88"/>
                      <a:pt x="103" y="88"/>
                      <a:pt x="103" y="88"/>
                    </a:cubicBezTo>
                    <a:cubicBezTo>
                      <a:pt x="103" y="88"/>
                      <a:pt x="103" y="88"/>
                      <a:pt x="104" y="88"/>
                    </a:cubicBezTo>
                    <a:cubicBezTo>
                      <a:pt x="104" y="88"/>
                      <a:pt x="104" y="88"/>
                      <a:pt x="104" y="88"/>
                    </a:cubicBezTo>
                    <a:cubicBezTo>
                      <a:pt x="105" y="87"/>
                      <a:pt x="105" y="87"/>
                      <a:pt x="105" y="87"/>
                    </a:cubicBezTo>
                    <a:cubicBezTo>
                      <a:pt x="105" y="87"/>
                      <a:pt x="105" y="86"/>
                      <a:pt x="105" y="86"/>
                    </a:cubicBezTo>
                    <a:cubicBezTo>
                      <a:pt x="105" y="86"/>
                      <a:pt x="105" y="86"/>
                      <a:pt x="105" y="86"/>
                    </a:cubicBezTo>
                    <a:cubicBezTo>
                      <a:pt x="105" y="85"/>
                      <a:pt x="105" y="85"/>
                      <a:pt x="105" y="85"/>
                    </a:cubicBezTo>
                    <a:cubicBezTo>
                      <a:pt x="105" y="85"/>
                      <a:pt x="104" y="85"/>
                      <a:pt x="104" y="85"/>
                    </a:cubicBezTo>
                    <a:cubicBezTo>
                      <a:pt x="104" y="85"/>
                      <a:pt x="104" y="85"/>
                      <a:pt x="104" y="85"/>
                    </a:cubicBezTo>
                    <a:cubicBezTo>
                      <a:pt x="104" y="84"/>
                      <a:pt x="104" y="84"/>
                      <a:pt x="104" y="84"/>
                    </a:cubicBezTo>
                    <a:cubicBezTo>
                      <a:pt x="104" y="84"/>
                      <a:pt x="104" y="84"/>
                      <a:pt x="104" y="84"/>
                    </a:cubicBezTo>
                    <a:cubicBezTo>
                      <a:pt x="105" y="84"/>
                      <a:pt x="105" y="84"/>
                      <a:pt x="105" y="84"/>
                    </a:cubicBezTo>
                    <a:cubicBezTo>
                      <a:pt x="105" y="84"/>
                      <a:pt x="105" y="84"/>
                      <a:pt x="105" y="83"/>
                    </a:cubicBezTo>
                    <a:cubicBezTo>
                      <a:pt x="105" y="83"/>
                      <a:pt x="105" y="83"/>
                      <a:pt x="105" y="83"/>
                    </a:cubicBezTo>
                    <a:cubicBezTo>
                      <a:pt x="105" y="83"/>
                      <a:pt x="105" y="83"/>
                      <a:pt x="105" y="83"/>
                    </a:cubicBezTo>
                    <a:cubicBezTo>
                      <a:pt x="105" y="83"/>
                      <a:pt x="105" y="83"/>
                      <a:pt x="105" y="83"/>
                    </a:cubicBezTo>
                    <a:cubicBezTo>
                      <a:pt x="105" y="84"/>
                      <a:pt x="105" y="84"/>
                      <a:pt x="105" y="84"/>
                    </a:cubicBezTo>
                    <a:cubicBezTo>
                      <a:pt x="105" y="83"/>
                      <a:pt x="105" y="83"/>
                      <a:pt x="105" y="83"/>
                    </a:cubicBezTo>
                    <a:cubicBezTo>
                      <a:pt x="105" y="83"/>
                      <a:pt x="105" y="83"/>
                      <a:pt x="105" y="83"/>
                    </a:cubicBezTo>
                    <a:cubicBezTo>
                      <a:pt x="105" y="83"/>
                      <a:pt x="105" y="83"/>
                      <a:pt x="105" y="83"/>
                    </a:cubicBezTo>
                    <a:cubicBezTo>
                      <a:pt x="105" y="83"/>
                      <a:pt x="105" y="83"/>
                      <a:pt x="105" y="83"/>
                    </a:cubicBezTo>
                    <a:cubicBezTo>
                      <a:pt x="106" y="83"/>
                      <a:pt x="106" y="83"/>
                      <a:pt x="106" y="83"/>
                    </a:cubicBezTo>
                    <a:cubicBezTo>
                      <a:pt x="106" y="83"/>
                      <a:pt x="107" y="82"/>
                      <a:pt x="107" y="82"/>
                    </a:cubicBezTo>
                    <a:cubicBezTo>
                      <a:pt x="107" y="81"/>
                      <a:pt x="107" y="81"/>
                      <a:pt x="107" y="80"/>
                    </a:cubicBezTo>
                    <a:cubicBezTo>
                      <a:pt x="107" y="80"/>
                      <a:pt x="107" y="80"/>
                      <a:pt x="107" y="80"/>
                    </a:cubicBezTo>
                    <a:cubicBezTo>
                      <a:pt x="107" y="80"/>
                      <a:pt x="107" y="79"/>
                      <a:pt x="107" y="79"/>
                    </a:cubicBezTo>
                    <a:cubicBezTo>
                      <a:pt x="107" y="79"/>
                      <a:pt x="107" y="79"/>
                      <a:pt x="107" y="79"/>
                    </a:cubicBezTo>
                    <a:cubicBezTo>
                      <a:pt x="107" y="79"/>
                      <a:pt x="107" y="79"/>
                      <a:pt x="107" y="79"/>
                    </a:cubicBezTo>
                    <a:cubicBezTo>
                      <a:pt x="107" y="79"/>
                      <a:pt x="107" y="79"/>
                      <a:pt x="107" y="79"/>
                    </a:cubicBezTo>
                    <a:cubicBezTo>
                      <a:pt x="107" y="79"/>
                      <a:pt x="107" y="78"/>
                      <a:pt x="107" y="78"/>
                    </a:cubicBezTo>
                    <a:cubicBezTo>
                      <a:pt x="107" y="78"/>
                      <a:pt x="108" y="78"/>
                      <a:pt x="108" y="78"/>
                    </a:cubicBezTo>
                    <a:cubicBezTo>
                      <a:pt x="108" y="78"/>
                      <a:pt x="108" y="78"/>
                      <a:pt x="108" y="78"/>
                    </a:cubicBezTo>
                    <a:cubicBezTo>
                      <a:pt x="108" y="78"/>
                      <a:pt x="108" y="78"/>
                      <a:pt x="108" y="78"/>
                    </a:cubicBezTo>
                    <a:cubicBezTo>
                      <a:pt x="109" y="77"/>
                      <a:pt x="109" y="77"/>
                      <a:pt x="109" y="77"/>
                    </a:cubicBezTo>
                    <a:cubicBezTo>
                      <a:pt x="109" y="77"/>
                      <a:pt x="109" y="76"/>
                      <a:pt x="109" y="76"/>
                    </a:cubicBezTo>
                    <a:cubicBezTo>
                      <a:pt x="109" y="76"/>
                      <a:pt x="109" y="76"/>
                      <a:pt x="109" y="76"/>
                    </a:cubicBezTo>
                    <a:cubicBezTo>
                      <a:pt x="109" y="76"/>
                      <a:pt x="109" y="75"/>
                      <a:pt x="109" y="75"/>
                    </a:cubicBezTo>
                    <a:cubicBezTo>
                      <a:pt x="110" y="75"/>
                      <a:pt x="110" y="74"/>
                      <a:pt x="111" y="74"/>
                    </a:cubicBezTo>
                    <a:cubicBezTo>
                      <a:pt x="111" y="74"/>
                      <a:pt x="111" y="74"/>
                      <a:pt x="111" y="74"/>
                    </a:cubicBezTo>
                    <a:cubicBezTo>
                      <a:pt x="111" y="74"/>
                      <a:pt x="111" y="73"/>
                      <a:pt x="111" y="73"/>
                    </a:cubicBezTo>
                    <a:cubicBezTo>
                      <a:pt x="111" y="73"/>
                      <a:pt x="111" y="72"/>
                      <a:pt x="111" y="72"/>
                    </a:cubicBezTo>
                    <a:cubicBezTo>
                      <a:pt x="111" y="72"/>
                      <a:pt x="111" y="72"/>
                      <a:pt x="111" y="72"/>
                    </a:cubicBezTo>
                    <a:cubicBezTo>
                      <a:pt x="111" y="71"/>
                      <a:pt x="111" y="71"/>
                      <a:pt x="111" y="70"/>
                    </a:cubicBezTo>
                    <a:cubicBezTo>
                      <a:pt x="111" y="70"/>
                      <a:pt x="111" y="70"/>
                      <a:pt x="112" y="69"/>
                    </a:cubicBezTo>
                    <a:cubicBezTo>
                      <a:pt x="112" y="69"/>
                      <a:pt x="112" y="69"/>
                      <a:pt x="112" y="69"/>
                    </a:cubicBezTo>
                    <a:cubicBezTo>
                      <a:pt x="112" y="69"/>
                      <a:pt x="112" y="69"/>
                      <a:pt x="112" y="69"/>
                    </a:cubicBezTo>
                    <a:cubicBezTo>
                      <a:pt x="112" y="68"/>
                      <a:pt x="112" y="68"/>
                      <a:pt x="112" y="68"/>
                    </a:cubicBezTo>
                    <a:cubicBezTo>
                      <a:pt x="112" y="68"/>
                      <a:pt x="112" y="68"/>
                      <a:pt x="112" y="68"/>
                    </a:cubicBezTo>
                    <a:cubicBezTo>
                      <a:pt x="112" y="68"/>
                      <a:pt x="112" y="68"/>
                      <a:pt x="112" y="68"/>
                    </a:cubicBezTo>
                    <a:cubicBezTo>
                      <a:pt x="112" y="68"/>
                      <a:pt x="112" y="68"/>
                      <a:pt x="112" y="68"/>
                    </a:cubicBezTo>
                    <a:cubicBezTo>
                      <a:pt x="112" y="69"/>
                      <a:pt x="112" y="69"/>
                      <a:pt x="112" y="69"/>
                    </a:cubicBezTo>
                    <a:cubicBezTo>
                      <a:pt x="112" y="68"/>
                      <a:pt x="112" y="68"/>
                      <a:pt x="112" y="68"/>
                    </a:cubicBezTo>
                    <a:cubicBezTo>
                      <a:pt x="112" y="67"/>
                      <a:pt x="112" y="66"/>
                      <a:pt x="112" y="65"/>
                    </a:cubicBezTo>
                    <a:cubicBezTo>
                      <a:pt x="112" y="65"/>
                      <a:pt x="112" y="64"/>
                      <a:pt x="112" y="64"/>
                    </a:cubicBezTo>
                    <a:cubicBezTo>
                      <a:pt x="112" y="63"/>
                      <a:pt x="112" y="62"/>
                      <a:pt x="113" y="62"/>
                    </a:cubicBezTo>
                    <a:cubicBezTo>
                      <a:pt x="113" y="61"/>
                      <a:pt x="113" y="61"/>
                      <a:pt x="113" y="61"/>
                    </a:cubicBezTo>
                    <a:cubicBezTo>
                      <a:pt x="113" y="61"/>
                      <a:pt x="113" y="61"/>
                      <a:pt x="113" y="61"/>
                    </a:cubicBezTo>
                    <a:cubicBezTo>
                      <a:pt x="113" y="61"/>
                      <a:pt x="113" y="61"/>
                      <a:pt x="113" y="61"/>
                    </a:cubicBezTo>
                    <a:cubicBezTo>
                      <a:pt x="113" y="61"/>
                      <a:pt x="113" y="61"/>
                      <a:pt x="113" y="61"/>
                    </a:cubicBezTo>
                    <a:cubicBezTo>
                      <a:pt x="113" y="61"/>
                      <a:pt x="113" y="61"/>
                      <a:pt x="113" y="61"/>
                    </a:cubicBezTo>
                    <a:cubicBezTo>
                      <a:pt x="113" y="61"/>
                      <a:pt x="113" y="61"/>
                      <a:pt x="113" y="61"/>
                    </a:cubicBezTo>
                    <a:cubicBezTo>
                      <a:pt x="113" y="60"/>
                      <a:pt x="113" y="60"/>
                      <a:pt x="113" y="60"/>
                    </a:cubicBezTo>
                    <a:cubicBezTo>
                      <a:pt x="113" y="60"/>
                      <a:pt x="113" y="60"/>
                      <a:pt x="113" y="60"/>
                    </a:cubicBezTo>
                    <a:cubicBezTo>
                      <a:pt x="113" y="60"/>
                      <a:pt x="113" y="60"/>
                      <a:pt x="113" y="60"/>
                    </a:cubicBezTo>
                    <a:cubicBezTo>
                      <a:pt x="113" y="60"/>
                      <a:pt x="113" y="60"/>
                      <a:pt x="114" y="60"/>
                    </a:cubicBezTo>
                    <a:cubicBezTo>
                      <a:pt x="114" y="60"/>
                      <a:pt x="114" y="60"/>
                      <a:pt x="114" y="60"/>
                    </a:cubicBezTo>
                    <a:cubicBezTo>
                      <a:pt x="114" y="58"/>
                      <a:pt x="114" y="58"/>
                      <a:pt x="114" y="58"/>
                    </a:cubicBezTo>
                    <a:cubicBezTo>
                      <a:pt x="114" y="58"/>
                      <a:pt x="114" y="58"/>
                      <a:pt x="114" y="57"/>
                    </a:cubicBezTo>
                    <a:cubicBezTo>
                      <a:pt x="114" y="57"/>
                      <a:pt x="114" y="57"/>
                      <a:pt x="114" y="57"/>
                    </a:cubicBezTo>
                    <a:cubicBezTo>
                      <a:pt x="113" y="57"/>
                      <a:pt x="113" y="57"/>
                      <a:pt x="113" y="57"/>
                    </a:cubicBezTo>
                    <a:cubicBezTo>
                      <a:pt x="113" y="57"/>
                      <a:pt x="113" y="56"/>
                      <a:pt x="113" y="56"/>
                    </a:cubicBezTo>
                    <a:cubicBezTo>
                      <a:pt x="113" y="56"/>
                      <a:pt x="113" y="56"/>
                      <a:pt x="113" y="56"/>
                    </a:cubicBezTo>
                    <a:cubicBezTo>
                      <a:pt x="113" y="56"/>
                      <a:pt x="113" y="55"/>
                      <a:pt x="114" y="55"/>
                    </a:cubicBezTo>
                    <a:cubicBezTo>
                      <a:pt x="114" y="55"/>
                      <a:pt x="114" y="55"/>
                      <a:pt x="114" y="55"/>
                    </a:cubicBezTo>
                    <a:cubicBezTo>
                      <a:pt x="114" y="55"/>
                      <a:pt x="114" y="55"/>
                      <a:pt x="114" y="55"/>
                    </a:cubicBezTo>
                    <a:cubicBezTo>
                      <a:pt x="114" y="54"/>
                      <a:pt x="114" y="54"/>
                      <a:pt x="114" y="54"/>
                    </a:cubicBezTo>
                    <a:cubicBezTo>
                      <a:pt x="114" y="54"/>
                      <a:pt x="114" y="54"/>
                      <a:pt x="114" y="54"/>
                    </a:cubicBezTo>
                    <a:cubicBezTo>
                      <a:pt x="114" y="53"/>
                      <a:pt x="114" y="53"/>
                      <a:pt x="114" y="53"/>
                    </a:cubicBezTo>
                    <a:cubicBezTo>
                      <a:pt x="114" y="53"/>
                      <a:pt x="114" y="53"/>
                      <a:pt x="114" y="53"/>
                    </a:cubicBezTo>
                    <a:cubicBezTo>
                      <a:pt x="114" y="52"/>
                      <a:pt x="114" y="52"/>
                      <a:pt x="114" y="52"/>
                    </a:cubicBezTo>
                    <a:cubicBezTo>
                      <a:pt x="114" y="52"/>
                      <a:pt x="114" y="52"/>
                      <a:pt x="114" y="52"/>
                    </a:cubicBezTo>
                    <a:cubicBezTo>
                      <a:pt x="114" y="50"/>
                      <a:pt x="114" y="50"/>
                      <a:pt x="114" y="50"/>
                    </a:cubicBezTo>
                    <a:cubicBezTo>
                      <a:pt x="114" y="50"/>
                      <a:pt x="114" y="50"/>
                      <a:pt x="114" y="50"/>
                    </a:cubicBezTo>
                    <a:cubicBezTo>
                      <a:pt x="114" y="49"/>
                      <a:pt x="115" y="49"/>
                      <a:pt x="114" y="49"/>
                    </a:cubicBezTo>
                    <a:cubicBezTo>
                      <a:pt x="114" y="48"/>
                      <a:pt x="113" y="48"/>
                      <a:pt x="113" y="48"/>
                    </a:cubicBezTo>
                    <a:cubicBezTo>
                      <a:pt x="113" y="47"/>
                      <a:pt x="113" y="47"/>
                      <a:pt x="113" y="47"/>
                    </a:cubicBezTo>
                    <a:cubicBezTo>
                      <a:pt x="113" y="46"/>
                      <a:pt x="113" y="46"/>
                      <a:pt x="113" y="46"/>
                    </a:cubicBezTo>
                    <a:cubicBezTo>
                      <a:pt x="113" y="46"/>
                      <a:pt x="112" y="46"/>
                      <a:pt x="112" y="46"/>
                    </a:cubicBezTo>
                    <a:cubicBezTo>
                      <a:pt x="112" y="46"/>
                      <a:pt x="112" y="46"/>
                      <a:pt x="112" y="45"/>
                    </a:cubicBezTo>
                    <a:cubicBezTo>
                      <a:pt x="112" y="45"/>
                      <a:pt x="112" y="45"/>
                      <a:pt x="112" y="45"/>
                    </a:cubicBezTo>
                    <a:cubicBezTo>
                      <a:pt x="112" y="45"/>
                      <a:pt x="112" y="45"/>
                      <a:pt x="112" y="45"/>
                    </a:cubicBezTo>
                    <a:cubicBezTo>
                      <a:pt x="112" y="45"/>
                      <a:pt x="112" y="45"/>
                      <a:pt x="112" y="45"/>
                    </a:cubicBezTo>
                    <a:cubicBezTo>
                      <a:pt x="112" y="45"/>
                      <a:pt x="112" y="45"/>
                      <a:pt x="112" y="44"/>
                    </a:cubicBezTo>
                    <a:cubicBezTo>
                      <a:pt x="112" y="44"/>
                      <a:pt x="112" y="44"/>
                      <a:pt x="111" y="44"/>
                    </a:cubicBezTo>
                    <a:cubicBezTo>
                      <a:pt x="111" y="44"/>
                      <a:pt x="111" y="44"/>
                      <a:pt x="111" y="44"/>
                    </a:cubicBezTo>
                    <a:cubicBezTo>
                      <a:pt x="111" y="44"/>
                      <a:pt x="111" y="44"/>
                      <a:pt x="111" y="44"/>
                    </a:cubicBezTo>
                    <a:cubicBezTo>
                      <a:pt x="111" y="44"/>
                      <a:pt x="111" y="43"/>
                      <a:pt x="111" y="43"/>
                    </a:cubicBezTo>
                    <a:cubicBezTo>
                      <a:pt x="111" y="43"/>
                      <a:pt x="111" y="43"/>
                      <a:pt x="111" y="43"/>
                    </a:cubicBezTo>
                    <a:cubicBezTo>
                      <a:pt x="111" y="43"/>
                      <a:pt x="111" y="43"/>
                      <a:pt x="111" y="43"/>
                    </a:cubicBezTo>
                    <a:cubicBezTo>
                      <a:pt x="111" y="43"/>
                      <a:pt x="111" y="42"/>
                      <a:pt x="111" y="42"/>
                    </a:cubicBezTo>
                    <a:cubicBezTo>
                      <a:pt x="111" y="42"/>
                      <a:pt x="110" y="42"/>
                      <a:pt x="110" y="42"/>
                    </a:cubicBezTo>
                    <a:cubicBezTo>
                      <a:pt x="110" y="42"/>
                      <a:pt x="110" y="42"/>
                      <a:pt x="110" y="42"/>
                    </a:cubicBezTo>
                    <a:cubicBezTo>
                      <a:pt x="110" y="41"/>
                      <a:pt x="110" y="41"/>
                      <a:pt x="110" y="41"/>
                    </a:cubicBezTo>
                    <a:cubicBezTo>
                      <a:pt x="109" y="41"/>
                      <a:pt x="109" y="40"/>
                      <a:pt x="109" y="39"/>
                    </a:cubicBezTo>
                    <a:cubicBezTo>
                      <a:pt x="109" y="39"/>
                      <a:pt x="109" y="39"/>
                      <a:pt x="109" y="39"/>
                    </a:cubicBezTo>
                    <a:cubicBezTo>
                      <a:pt x="109" y="39"/>
                      <a:pt x="109" y="39"/>
                      <a:pt x="109" y="39"/>
                    </a:cubicBezTo>
                    <a:cubicBezTo>
                      <a:pt x="109" y="39"/>
                      <a:pt x="109" y="39"/>
                      <a:pt x="109" y="39"/>
                    </a:cubicBezTo>
                    <a:cubicBezTo>
                      <a:pt x="109" y="38"/>
                      <a:pt x="108" y="38"/>
                      <a:pt x="108" y="38"/>
                    </a:cubicBezTo>
                    <a:cubicBezTo>
                      <a:pt x="108" y="38"/>
                      <a:pt x="108" y="38"/>
                      <a:pt x="108" y="38"/>
                    </a:cubicBezTo>
                    <a:cubicBezTo>
                      <a:pt x="108" y="37"/>
                      <a:pt x="108" y="37"/>
                      <a:pt x="108" y="37"/>
                    </a:cubicBezTo>
                    <a:cubicBezTo>
                      <a:pt x="108" y="37"/>
                      <a:pt x="107" y="37"/>
                      <a:pt x="107" y="37"/>
                    </a:cubicBezTo>
                    <a:cubicBezTo>
                      <a:pt x="107" y="37"/>
                      <a:pt x="107" y="37"/>
                      <a:pt x="107" y="37"/>
                    </a:cubicBezTo>
                    <a:cubicBezTo>
                      <a:pt x="107" y="37"/>
                      <a:pt x="107" y="36"/>
                      <a:pt x="107" y="36"/>
                    </a:cubicBezTo>
                    <a:cubicBezTo>
                      <a:pt x="107" y="36"/>
                      <a:pt x="107" y="36"/>
                      <a:pt x="107" y="36"/>
                    </a:cubicBezTo>
                    <a:cubicBezTo>
                      <a:pt x="107" y="36"/>
                      <a:pt x="107" y="36"/>
                      <a:pt x="107" y="36"/>
                    </a:cubicBezTo>
                    <a:cubicBezTo>
                      <a:pt x="107" y="36"/>
                      <a:pt x="107" y="36"/>
                      <a:pt x="107" y="36"/>
                    </a:cubicBezTo>
                    <a:cubicBezTo>
                      <a:pt x="107" y="36"/>
                      <a:pt x="107" y="36"/>
                      <a:pt x="107" y="36"/>
                    </a:cubicBezTo>
                    <a:cubicBezTo>
                      <a:pt x="107" y="36"/>
                      <a:pt x="107" y="36"/>
                      <a:pt x="107" y="36"/>
                    </a:cubicBezTo>
                    <a:cubicBezTo>
                      <a:pt x="107" y="35"/>
                      <a:pt x="107" y="35"/>
                      <a:pt x="107" y="35"/>
                    </a:cubicBezTo>
                    <a:cubicBezTo>
                      <a:pt x="107" y="35"/>
                      <a:pt x="107" y="35"/>
                      <a:pt x="107" y="35"/>
                    </a:cubicBezTo>
                    <a:cubicBezTo>
                      <a:pt x="106" y="35"/>
                      <a:pt x="106" y="35"/>
                      <a:pt x="106" y="35"/>
                    </a:cubicBezTo>
                    <a:cubicBezTo>
                      <a:pt x="106" y="34"/>
                      <a:pt x="105" y="34"/>
                      <a:pt x="105" y="33"/>
                    </a:cubicBezTo>
                    <a:cubicBezTo>
                      <a:pt x="105" y="32"/>
                      <a:pt x="105" y="32"/>
                      <a:pt x="105" y="32"/>
                    </a:cubicBezTo>
                    <a:cubicBezTo>
                      <a:pt x="104" y="32"/>
                      <a:pt x="104" y="31"/>
                      <a:pt x="103" y="31"/>
                    </a:cubicBezTo>
                    <a:cubicBezTo>
                      <a:pt x="104" y="31"/>
                      <a:pt x="104" y="31"/>
                      <a:pt x="104" y="31"/>
                    </a:cubicBezTo>
                    <a:cubicBezTo>
                      <a:pt x="104" y="30"/>
                      <a:pt x="104" y="30"/>
                      <a:pt x="104" y="30"/>
                    </a:cubicBezTo>
                    <a:cubicBezTo>
                      <a:pt x="104" y="31"/>
                      <a:pt x="104" y="31"/>
                      <a:pt x="104" y="31"/>
                    </a:cubicBezTo>
                    <a:cubicBezTo>
                      <a:pt x="105" y="31"/>
                      <a:pt x="105" y="31"/>
                      <a:pt x="105" y="31"/>
                    </a:cubicBezTo>
                    <a:cubicBezTo>
                      <a:pt x="105" y="31"/>
                      <a:pt x="105" y="31"/>
                      <a:pt x="105" y="31"/>
                    </a:cubicBezTo>
                    <a:cubicBezTo>
                      <a:pt x="105" y="31"/>
                      <a:pt x="105" y="31"/>
                      <a:pt x="105" y="31"/>
                    </a:cubicBezTo>
                    <a:cubicBezTo>
                      <a:pt x="105" y="31"/>
                      <a:pt x="105" y="31"/>
                      <a:pt x="105" y="31"/>
                    </a:cubicBezTo>
                    <a:cubicBezTo>
                      <a:pt x="105" y="32"/>
                      <a:pt x="105" y="32"/>
                      <a:pt x="105" y="32"/>
                    </a:cubicBezTo>
                    <a:cubicBezTo>
                      <a:pt x="105" y="32"/>
                      <a:pt x="105" y="32"/>
                      <a:pt x="105" y="32"/>
                    </a:cubicBezTo>
                    <a:cubicBezTo>
                      <a:pt x="105" y="32"/>
                      <a:pt x="105" y="32"/>
                      <a:pt x="105" y="32"/>
                    </a:cubicBezTo>
                    <a:cubicBezTo>
                      <a:pt x="105" y="32"/>
                      <a:pt x="105" y="32"/>
                      <a:pt x="105" y="32"/>
                    </a:cubicBezTo>
                    <a:cubicBezTo>
                      <a:pt x="105" y="33"/>
                      <a:pt x="105" y="33"/>
                      <a:pt x="105" y="33"/>
                    </a:cubicBezTo>
                    <a:cubicBezTo>
                      <a:pt x="106" y="33"/>
                      <a:pt x="106" y="33"/>
                      <a:pt x="106" y="33"/>
                    </a:cubicBezTo>
                    <a:cubicBezTo>
                      <a:pt x="106" y="33"/>
                      <a:pt x="106" y="33"/>
                      <a:pt x="106" y="33"/>
                    </a:cubicBezTo>
                    <a:cubicBezTo>
                      <a:pt x="106" y="33"/>
                      <a:pt x="106" y="33"/>
                      <a:pt x="106" y="33"/>
                    </a:cubicBezTo>
                    <a:cubicBezTo>
                      <a:pt x="106" y="33"/>
                      <a:pt x="106" y="33"/>
                      <a:pt x="106" y="33"/>
                    </a:cubicBezTo>
                    <a:cubicBezTo>
                      <a:pt x="106" y="34"/>
                      <a:pt x="106" y="34"/>
                      <a:pt x="106" y="34"/>
                    </a:cubicBezTo>
                    <a:cubicBezTo>
                      <a:pt x="106" y="34"/>
                      <a:pt x="107" y="34"/>
                      <a:pt x="107" y="34"/>
                    </a:cubicBezTo>
                    <a:cubicBezTo>
                      <a:pt x="107" y="34"/>
                      <a:pt x="107" y="34"/>
                      <a:pt x="107" y="34"/>
                    </a:cubicBezTo>
                    <a:cubicBezTo>
                      <a:pt x="107" y="34"/>
                      <a:pt x="107" y="35"/>
                      <a:pt x="107" y="35"/>
                    </a:cubicBezTo>
                    <a:cubicBezTo>
                      <a:pt x="108" y="35"/>
                      <a:pt x="108" y="35"/>
                      <a:pt x="108" y="35"/>
                    </a:cubicBezTo>
                    <a:cubicBezTo>
                      <a:pt x="108" y="36"/>
                      <a:pt x="108" y="36"/>
                      <a:pt x="108" y="36"/>
                    </a:cubicBezTo>
                    <a:cubicBezTo>
                      <a:pt x="108" y="36"/>
                      <a:pt x="108" y="36"/>
                      <a:pt x="108" y="36"/>
                    </a:cubicBezTo>
                    <a:cubicBezTo>
                      <a:pt x="108" y="36"/>
                      <a:pt x="108" y="36"/>
                      <a:pt x="108" y="36"/>
                    </a:cubicBezTo>
                    <a:cubicBezTo>
                      <a:pt x="108" y="36"/>
                      <a:pt x="108" y="37"/>
                      <a:pt x="108" y="37"/>
                    </a:cubicBezTo>
                    <a:cubicBezTo>
                      <a:pt x="109" y="37"/>
                      <a:pt x="109" y="37"/>
                      <a:pt x="109" y="37"/>
                    </a:cubicBezTo>
                    <a:cubicBezTo>
                      <a:pt x="109" y="37"/>
                      <a:pt x="109" y="37"/>
                      <a:pt x="109" y="37"/>
                    </a:cubicBezTo>
                    <a:cubicBezTo>
                      <a:pt x="109" y="38"/>
                      <a:pt x="109" y="38"/>
                      <a:pt x="109" y="38"/>
                    </a:cubicBezTo>
                    <a:cubicBezTo>
                      <a:pt x="109" y="38"/>
                      <a:pt x="109" y="38"/>
                      <a:pt x="109" y="38"/>
                    </a:cubicBezTo>
                    <a:cubicBezTo>
                      <a:pt x="109" y="38"/>
                      <a:pt x="109" y="38"/>
                      <a:pt x="109" y="38"/>
                    </a:cubicBezTo>
                    <a:cubicBezTo>
                      <a:pt x="109" y="38"/>
                      <a:pt x="109" y="38"/>
                      <a:pt x="109" y="38"/>
                    </a:cubicBezTo>
                    <a:cubicBezTo>
                      <a:pt x="109" y="38"/>
                      <a:pt x="109" y="38"/>
                      <a:pt x="109" y="38"/>
                    </a:cubicBezTo>
                    <a:cubicBezTo>
                      <a:pt x="109" y="38"/>
                      <a:pt x="109" y="38"/>
                      <a:pt x="109" y="38"/>
                    </a:cubicBezTo>
                    <a:cubicBezTo>
                      <a:pt x="109" y="39"/>
                      <a:pt x="109" y="39"/>
                      <a:pt x="109" y="39"/>
                    </a:cubicBezTo>
                    <a:cubicBezTo>
                      <a:pt x="110" y="39"/>
                      <a:pt x="110" y="39"/>
                      <a:pt x="110" y="39"/>
                    </a:cubicBezTo>
                    <a:cubicBezTo>
                      <a:pt x="110" y="39"/>
                      <a:pt x="110" y="40"/>
                      <a:pt x="110" y="40"/>
                    </a:cubicBezTo>
                    <a:cubicBezTo>
                      <a:pt x="110" y="40"/>
                      <a:pt x="110" y="40"/>
                      <a:pt x="110" y="40"/>
                    </a:cubicBezTo>
                    <a:cubicBezTo>
                      <a:pt x="110" y="40"/>
                      <a:pt x="110" y="40"/>
                      <a:pt x="110" y="40"/>
                    </a:cubicBezTo>
                    <a:cubicBezTo>
                      <a:pt x="110" y="40"/>
                      <a:pt x="110" y="41"/>
                      <a:pt x="111" y="41"/>
                    </a:cubicBezTo>
                    <a:cubicBezTo>
                      <a:pt x="111" y="41"/>
                      <a:pt x="111" y="41"/>
                      <a:pt x="111" y="41"/>
                    </a:cubicBezTo>
                    <a:cubicBezTo>
                      <a:pt x="111" y="41"/>
                      <a:pt x="111" y="41"/>
                      <a:pt x="111" y="41"/>
                    </a:cubicBezTo>
                    <a:cubicBezTo>
                      <a:pt x="111" y="42"/>
                      <a:pt x="111" y="42"/>
                      <a:pt x="111" y="42"/>
                    </a:cubicBezTo>
                    <a:cubicBezTo>
                      <a:pt x="111" y="42"/>
                      <a:pt x="111" y="42"/>
                      <a:pt x="111" y="42"/>
                    </a:cubicBezTo>
                    <a:cubicBezTo>
                      <a:pt x="111" y="42"/>
                      <a:pt x="111" y="42"/>
                      <a:pt x="111" y="42"/>
                    </a:cubicBezTo>
                    <a:cubicBezTo>
                      <a:pt x="111" y="42"/>
                      <a:pt x="111" y="43"/>
                      <a:pt x="111" y="43"/>
                    </a:cubicBezTo>
                    <a:cubicBezTo>
                      <a:pt x="112" y="43"/>
                      <a:pt x="112" y="43"/>
                      <a:pt x="112" y="44"/>
                    </a:cubicBezTo>
                    <a:cubicBezTo>
                      <a:pt x="113" y="44"/>
                      <a:pt x="113" y="44"/>
                      <a:pt x="113" y="44"/>
                    </a:cubicBezTo>
                    <a:cubicBezTo>
                      <a:pt x="113" y="43"/>
                      <a:pt x="113" y="43"/>
                      <a:pt x="113" y="43"/>
                    </a:cubicBezTo>
                    <a:cubicBezTo>
                      <a:pt x="113" y="42"/>
                      <a:pt x="112" y="41"/>
                      <a:pt x="112" y="39"/>
                    </a:cubicBezTo>
                    <a:cubicBezTo>
                      <a:pt x="112" y="38"/>
                      <a:pt x="112" y="38"/>
                      <a:pt x="112" y="37"/>
                    </a:cubicBezTo>
                    <a:close/>
                    <a:moveTo>
                      <a:pt x="79" y="5"/>
                    </a:moveTo>
                    <a:cubicBezTo>
                      <a:pt x="79" y="5"/>
                      <a:pt x="78" y="5"/>
                      <a:pt x="78" y="6"/>
                    </a:cubicBezTo>
                    <a:cubicBezTo>
                      <a:pt x="78" y="6"/>
                      <a:pt x="78" y="6"/>
                      <a:pt x="78" y="6"/>
                    </a:cubicBezTo>
                    <a:cubicBezTo>
                      <a:pt x="78" y="6"/>
                      <a:pt x="78" y="6"/>
                      <a:pt x="78" y="6"/>
                    </a:cubicBezTo>
                    <a:cubicBezTo>
                      <a:pt x="78" y="7"/>
                      <a:pt x="78" y="7"/>
                      <a:pt x="78" y="7"/>
                    </a:cubicBezTo>
                    <a:cubicBezTo>
                      <a:pt x="78" y="7"/>
                      <a:pt x="79" y="7"/>
                      <a:pt x="79" y="7"/>
                    </a:cubicBezTo>
                    <a:cubicBezTo>
                      <a:pt x="79" y="8"/>
                      <a:pt x="79" y="8"/>
                      <a:pt x="79" y="8"/>
                    </a:cubicBezTo>
                    <a:cubicBezTo>
                      <a:pt x="79" y="7"/>
                      <a:pt x="79" y="7"/>
                      <a:pt x="79" y="7"/>
                    </a:cubicBezTo>
                    <a:cubicBezTo>
                      <a:pt x="79" y="7"/>
                      <a:pt x="79" y="7"/>
                      <a:pt x="79" y="7"/>
                    </a:cubicBezTo>
                    <a:cubicBezTo>
                      <a:pt x="79" y="7"/>
                      <a:pt x="79" y="8"/>
                      <a:pt x="79" y="8"/>
                    </a:cubicBezTo>
                    <a:cubicBezTo>
                      <a:pt x="79" y="8"/>
                      <a:pt x="79" y="8"/>
                      <a:pt x="79" y="8"/>
                    </a:cubicBezTo>
                    <a:cubicBezTo>
                      <a:pt x="78" y="8"/>
                      <a:pt x="78" y="8"/>
                      <a:pt x="78" y="8"/>
                    </a:cubicBezTo>
                    <a:cubicBezTo>
                      <a:pt x="78" y="8"/>
                      <a:pt x="78" y="8"/>
                      <a:pt x="78" y="8"/>
                    </a:cubicBezTo>
                    <a:cubicBezTo>
                      <a:pt x="78" y="8"/>
                      <a:pt x="78" y="8"/>
                      <a:pt x="78" y="8"/>
                    </a:cubicBezTo>
                    <a:cubicBezTo>
                      <a:pt x="78" y="8"/>
                      <a:pt x="78" y="8"/>
                      <a:pt x="78" y="8"/>
                    </a:cubicBezTo>
                    <a:cubicBezTo>
                      <a:pt x="78" y="10"/>
                      <a:pt x="78" y="10"/>
                      <a:pt x="78" y="10"/>
                    </a:cubicBezTo>
                    <a:cubicBezTo>
                      <a:pt x="79" y="10"/>
                      <a:pt x="79" y="10"/>
                      <a:pt x="79" y="10"/>
                    </a:cubicBezTo>
                    <a:cubicBezTo>
                      <a:pt x="79" y="10"/>
                      <a:pt x="79" y="10"/>
                      <a:pt x="79" y="10"/>
                    </a:cubicBezTo>
                    <a:cubicBezTo>
                      <a:pt x="80" y="10"/>
                      <a:pt x="80" y="10"/>
                      <a:pt x="80" y="10"/>
                    </a:cubicBezTo>
                    <a:cubicBezTo>
                      <a:pt x="80" y="10"/>
                      <a:pt x="80" y="10"/>
                      <a:pt x="80" y="10"/>
                    </a:cubicBezTo>
                    <a:cubicBezTo>
                      <a:pt x="81" y="10"/>
                      <a:pt x="81" y="10"/>
                      <a:pt x="81" y="10"/>
                    </a:cubicBezTo>
                    <a:cubicBezTo>
                      <a:pt x="81" y="10"/>
                      <a:pt x="81" y="10"/>
                      <a:pt x="81" y="10"/>
                    </a:cubicBezTo>
                    <a:cubicBezTo>
                      <a:pt x="81" y="9"/>
                      <a:pt x="81" y="9"/>
                      <a:pt x="81" y="9"/>
                    </a:cubicBezTo>
                    <a:cubicBezTo>
                      <a:pt x="81" y="9"/>
                      <a:pt x="81" y="9"/>
                      <a:pt x="81" y="9"/>
                    </a:cubicBezTo>
                    <a:cubicBezTo>
                      <a:pt x="81" y="9"/>
                      <a:pt x="81" y="8"/>
                      <a:pt x="80" y="8"/>
                    </a:cubicBezTo>
                    <a:cubicBezTo>
                      <a:pt x="80" y="8"/>
                      <a:pt x="80" y="8"/>
                      <a:pt x="80" y="8"/>
                    </a:cubicBezTo>
                    <a:cubicBezTo>
                      <a:pt x="80" y="8"/>
                      <a:pt x="80" y="8"/>
                      <a:pt x="80" y="8"/>
                    </a:cubicBezTo>
                    <a:cubicBezTo>
                      <a:pt x="80" y="8"/>
                      <a:pt x="80" y="8"/>
                      <a:pt x="80" y="8"/>
                    </a:cubicBezTo>
                    <a:cubicBezTo>
                      <a:pt x="80" y="8"/>
                      <a:pt x="80" y="8"/>
                      <a:pt x="80" y="8"/>
                    </a:cubicBezTo>
                    <a:cubicBezTo>
                      <a:pt x="80" y="8"/>
                      <a:pt x="80" y="8"/>
                      <a:pt x="80" y="8"/>
                    </a:cubicBezTo>
                    <a:cubicBezTo>
                      <a:pt x="80" y="8"/>
                      <a:pt x="80" y="8"/>
                      <a:pt x="81" y="7"/>
                    </a:cubicBezTo>
                    <a:cubicBezTo>
                      <a:pt x="81" y="7"/>
                      <a:pt x="81" y="7"/>
                      <a:pt x="81" y="6"/>
                    </a:cubicBezTo>
                    <a:cubicBezTo>
                      <a:pt x="81" y="6"/>
                      <a:pt x="81" y="6"/>
                      <a:pt x="81" y="6"/>
                    </a:cubicBezTo>
                    <a:cubicBezTo>
                      <a:pt x="81" y="6"/>
                      <a:pt x="81" y="6"/>
                      <a:pt x="81" y="6"/>
                    </a:cubicBezTo>
                    <a:cubicBezTo>
                      <a:pt x="81" y="6"/>
                      <a:pt x="81" y="6"/>
                      <a:pt x="81" y="6"/>
                    </a:cubicBezTo>
                    <a:cubicBezTo>
                      <a:pt x="80" y="6"/>
                      <a:pt x="80" y="6"/>
                      <a:pt x="80" y="6"/>
                    </a:cubicBezTo>
                    <a:cubicBezTo>
                      <a:pt x="80" y="6"/>
                      <a:pt x="80" y="6"/>
                      <a:pt x="80" y="6"/>
                    </a:cubicBezTo>
                    <a:cubicBezTo>
                      <a:pt x="80" y="5"/>
                      <a:pt x="80" y="5"/>
                      <a:pt x="80" y="5"/>
                    </a:cubicBezTo>
                    <a:cubicBezTo>
                      <a:pt x="80" y="5"/>
                      <a:pt x="80" y="5"/>
                      <a:pt x="80" y="5"/>
                    </a:cubicBezTo>
                    <a:cubicBezTo>
                      <a:pt x="80" y="5"/>
                      <a:pt x="80" y="5"/>
                      <a:pt x="80" y="5"/>
                    </a:cubicBezTo>
                    <a:cubicBezTo>
                      <a:pt x="79" y="5"/>
                      <a:pt x="79" y="5"/>
                      <a:pt x="79" y="5"/>
                    </a:cubicBezTo>
                    <a:cubicBezTo>
                      <a:pt x="79" y="5"/>
                      <a:pt x="79" y="5"/>
                      <a:pt x="79" y="5"/>
                    </a:cubicBezTo>
                    <a:close/>
                    <a:moveTo>
                      <a:pt x="75" y="5"/>
                    </a:moveTo>
                    <a:cubicBezTo>
                      <a:pt x="75" y="5"/>
                      <a:pt x="75" y="5"/>
                      <a:pt x="75" y="5"/>
                    </a:cubicBezTo>
                    <a:cubicBezTo>
                      <a:pt x="75" y="5"/>
                      <a:pt x="75" y="5"/>
                      <a:pt x="75" y="5"/>
                    </a:cubicBezTo>
                    <a:cubicBezTo>
                      <a:pt x="75" y="5"/>
                      <a:pt x="75" y="5"/>
                      <a:pt x="75" y="5"/>
                    </a:cubicBezTo>
                    <a:cubicBezTo>
                      <a:pt x="75" y="5"/>
                      <a:pt x="75" y="5"/>
                      <a:pt x="74" y="5"/>
                    </a:cubicBezTo>
                    <a:cubicBezTo>
                      <a:pt x="74" y="5"/>
                      <a:pt x="74" y="5"/>
                      <a:pt x="74" y="5"/>
                    </a:cubicBezTo>
                    <a:cubicBezTo>
                      <a:pt x="74" y="5"/>
                      <a:pt x="74" y="5"/>
                      <a:pt x="74" y="5"/>
                    </a:cubicBezTo>
                    <a:cubicBezTo>
                      <a:pt x="74" y="6"/>
                      <a:pt x="74" y="6"/>
                      <a:pt x="74" y="6"/>
                    </a:cubicBezTo>
                    <a:cubicBezTo>
                      <a:pt x="74" y="6"/>
                      <a:pt x="74" y="6"/>
                      <a:pt x="74" y="6"/>
                    </a:cubicBezTo>
                    <a:cubicBezTo>
                      <a:pt x="74" y="6"/>
                      <a:pt x="74" y="6"/>
                      <a:pt x="74" y="6"/>
                    </a:cubicBezTo>
                    <a:cubicBezTo>
                      <a:pt x="74" y="6"/>
                      <a:pt x="74" y="6"/>
                      <a:pt x="74" y="6"/>
                    </a:cubicBezTo>
                    <a:cubicBezTo>
                      <a:pt x="73" y="6"/>
                      <a:pt x="73" y="6"/>
                      <a:pt x="73" y="6"/>
                    </a:cubicBezTo>
                    <a:cubicBezTo>
                      <a:pt x="73" y="6"/>
                      <a:pt x="73" y="6"/>
                      <a:pt x="73" y="6"/>
                    </a:cubicBezTo>
                    <a:cubicBezTo>
                      <a:pt x="73" y="6"/>
                      <a:pt x="73" y="6"/>
                      <a:pt x="73" y="6"/>
                    </a:cubicBezTo>
                    <a:cubicBezTo>
                      <a:pt x="73" y="6"/>
                      <a:pt x="73" y="6"/>
                      <a:pt x="73" y="6"/>
                    </a:cubicBezTo>
                    <a:cubicBezTo>
                      <a:pt x="73" y="7"/>
                      <a:pt x="73" y="7"/>
                      <a:pt x="73" y="7"/>
                    </a:cubicBezTo>
                    <a:cubicBezTo>
                      <a:pt x="73" y="7"/>
                      <a:pt x="73" y="7"/>
                      <a:pt x="73" y="7"/>
                    </a:cubicBezTo>
                    <a:cubicBezTo>
                      <a:pt x="73" y="8"/>
                      <a:pt x="73" y="8"/>
                      <a:pt x="73" y="8"/>
                    </a:cubicBezTo>
                    <a:cubicBezTo>
                      <a:pt x="73" y="8"/>
                      <a:pt x="73" y="8"/>
                      <a:pt x="73" y="8"/>
                    </a:cubicBezTo>
                    <a:cubicBezTo>
                      <a:pt x="73" y="8"/>
                      <a:pt x="73" y="8"/>
                      <a:pt x="73" y="8"/>
                    </a:cubicBezTo>
                    <a:cubicBezTo>
                      <a:pt x="73" y="8"/>
                      <a:pt x="73" y="8"/>
                      <a:pt x="73" y="8"/>
                    </a:cubicBezTo>
                    <a:cubicBezTo>
                      <a:pt x="74" y="8"/>
                      <a:pt x="74" y="8"/>
                      <a:pt x="74" y="8"/>
                    </a:cubicBezTo>
                    <a:cubicBezTo>
                      <a:pt x="74" y="8"/>
                      <a:pt x="74" y="8"/>
                      <a:pt x="74" y="8"/>
                    </a:cubicBezTo>
                    <a:cubicBezTo>
                      <a:pt x="74" y="8"/>
                      <a:pt x="74" y="8"/>
                      <a:pt x="74" y="8"/>
                    </a:cubicBezTo>
                    <a:cubicBezTo>
                      <a:pt x="74" y="8"/>
                      <a:pt x="74" y="8"/>
                      <a:pt x="74" y="8"/>
                    </a:cubicBezTo>
                    <a:cubicBezTo>
                      <a:pt x="74" y="8"/>
                      <a:pt x="74" y="9"/>
                      <a:pt x="74" y="9"/>
                    </a:cubicBezTo>
                    <a:cubicBezTo>
                      <a:pt x="74" y="9"/>
                      <a:pt x="75" y="9"/>
                      <a:pt x="75" y="9"/>
                    </a:cubicBezTo>
                    <a:cubicBezTo>
                      <a:pt x="75" y="9"/>
                      <a:pt x="75" y="9"/>
                      <a:pt x="75" y="9"/>
                    </a:cubicBezTo>
                    <a:cubicBezTo>
                      <a:pt x="75" y="9"/>
                      <a:pt x="75" y="9"/>
                      <a:pt x="75" y="9"/>
                    </a:cubicBezTo>
                    <a:cubicBezTo>
                      <a:pt x="76" y="9"/>
                      <a:pt x="76" y="9"/>
                      <a:pt x="76" y="9"/>
                    </a:cubicBezTo>
                    <a:cubicBezTo>
                      <a:pt x="76" y="9"/>
                      <a:pt x="76" y="9"/>
                      <a:pt x="76" y="9"/>
                    </a:cubicBezTo>
                    <a:cubicBezTo>
                      <a:pt x="77" y="9"/>
                      <a:pt x="77" y="9"/>
                      <a:pt x="77" y="9"/>
                    </a:cubicBezTo>
                    <a:cubicBezTo>
                      <a:pt x="77" y="9"/>
                      <a:pt x="77" y="9"/>
                      <a:pt x="77" y="9"/>
                    </a:cubicBezTo>
                    <a:cubicBezTo>
                      <a:pt x="77" y="9"/>
                      <a:pt x="77" y="9"/>
                      <a:pt x="77" y="8"/>
                    </a:cubicBezTo>
                    <a:cubicBezTo>
                      <a:pt x="78" y="8"/>
                      <a:pt x="78" y="8"/>
                      <a:pt x="78" y="7"/>
                    </a:cubicBezTo>
                    <a:cubicBezTo>
                      <a:pt x="78" y="7"/>
                      <a:pt x="78" y="7"/>
                      <a:pt x="77" y="7"/>
                    </a:cubicBezTo>
                    <a:cubicBezTo>
                      <a:pt x="77" y="6"/>
                      <a:pt x="77" y="6"/>
                      <a:pt x="77" y="6"/>
                    </a:cubicBezTo>
                    <a:cubicBezTo>
                      <a:pt x="77" y="6"/>
                      <a:pt x="77" y="6"/>
                      <a:pt x="77" y="6"/>
                    </a:cubicBezTo>
                    <a:cubicBezTo>
                      <a:pt x="77" y="6"/>
                      <a:pt x="77" y="6"/>
                      <a:pt x="77" y="6"/>
                    </a:cubicBezTo>
                    <a:cubicBezTo>
                      <a:pt x="77" y="6"/>
                      <a:pt x="78" y="6"/>
                      <a:pt x="78" y="5"/>
                    </a:cubicBezTo>
                    <a:cubicBezTo>
                      <a:pt x="78" y="5"/>
                      <a:pt x="78" y="5"/>
                      <a:pt x="78" y="5"/>
                    </a:cubicBezTo>
                    <a:cubicBezTo>
                      <a:pt x="78" y="5"/>
                      <a:pt x="78" y="5"/>
                      <a:pt x="78" y="5"/>
                    </a:cubicBezTo>
                    <a:cubicBezTo>
                      <a:pt x="77" y="5"/>
                      <a:pt x="77" y="5"/>
                      <a:pt x="77" y="5"/>
                    </a:cubicBezTo>
                    <a:cubicBezTo>
                      <a:pt x="77" y="5"/>
                      <a:pt x="77" y="5"/>
                      <a:pt x="77" y="5"/>
                    </a:cubicBezTo>
                    <a:cubicBezTo>
                      <a:pt x="77" y="5"/>
                      <a:pt x="77" y="5"/>
                      <a:pt x="77" y="5"/>
                    </a:cubicBezTo>
                    <a:cubicBezTo>
                      <a:pt x="77" y="4"/>
                      <a:pt x="76" y="4"/>
                      <a:pt x="76" y="4"/>
                    </a:cubicBezTo>
                    <a:cubicBezTo>
                      <a:pt x="76" y="4"/>
                      <a:pt x="76" y="4"/>
                      <a:pt x="76" y="4"/>
                    </a:cubicBezTo>
                    <a:cubicBezTo>
                      <a:pt x="76" y="4"/>
                      <a:pt x="76" y="4"/>
                      <a:pt x="76" y="4"/>
                    </a:cubicBezTo>
                    <a:cubicBezTo>
                      <a:pt x="76" y="4"/>
                      <a:pt x="76" y="4"/>
                      <a:pt x="76" y="4"/>
                    </a:cubicBezTo>
                    <a:cubicBezTo>
                      <a:pt x="76" y="4"/>
                      <a:pt x="75" y="4"/>
                      <a:pt x="75" y="4"/>
                    </a:cubicBezTo>
                    <a:cubicBezTo>
                      <a:pt x="75" y="4"/>
                      <a:pt x="75" y="4"/>
                      <a:pt x="75" y="4"/>
                    </a:cubicBezTo>
                    <a:cubicBezTo>
                      <a:pt x="75" y="4"/>
                      <a:pt x="75" y="4"/>
                      <a:pt x="75" y="4"/>
                    </a:cubicBezTo>
                    <a:cubicBezTo>
                      <a:pt x="75" y="4"/>
                      <a:pt x="75" y="4"/>
                      <a:pt x="75" y="4"/>
                    </a:cubicBezTo>
                    <a:cubicBezTo>
                      <a:pt x="75" y="4"/>
                      <a:pt x="75" y="4"/>
                      <a:pt x="75" y="4"/>
                    </a:cubicBezTo>
                    <a:cubicBezTo>
                      <a:pt x="75" y="4"/>
                      <a:pt x="75" y="4"/>
                      <a:pt x="75" y="4"/>
                    </a:cubicBezTo>
                    <a:cubicBezTo>
                      <a:pt x="75" y="3"/>
                      <a:pt x="75" y="3"/>
                      <a:pt x="75" y="3"/>
                    </a:cubicBezTo>
                    <a:cubicBezTo>
                      <a:pt x="73" y="3"/>
                      <a:pt x="73" y="3"/>
                      <a:pt x="73" y="3"/>
                    </a:cubicBezTo>
                    <a:cubicBezTo>
                      <a:pt x="73" y="4"/>
                      <a:pt x="73" y="4"/>
                      <a:pt x="73" y="4"/>
                    </a:cubicBezTo>
                    <a:cubicBezTo>
                      <a:pt x="73" y="4"/>
                      <a:pt x="73" y="4"/>
                      <a:pt x="73" y="4"/>
                    </a:cubicBezTo>
                    <a:cubicBezTo>
                      <a:pt x="73" y="4"/>
                      <a:pt x="73" y="5"/>
                      <a:pt x="73" y="5"/>
                    </a:cubicBezTo>
                    <a:cubicBezTo>
                      <a:pt x="73" y="5"/>
                      <a:pt x="73" y="5"/>
                      <a:pt x="73" y="5"/>
                    </a:cubicBezTo>
                    <a:cubicBezTo>
                      <a:pt x="75" y="5"/>
                      <a:pt x="75" y="5"/>
                      <a:pt x="75" y="5"/>
                    </a:cubicBezTo>
                    <a:cubicBezTo>
                      <a:pt x="75" y="5"/>
                      <a:pt x="75" y="5"/>
                      <a:pt x="75" y="5"/>
                    </a:cubicBezTo>
                    <a:close/>
                    <a:moveTo>
                      <a:pt x="112" y="77"/>
                    </a:moveTo>
                    <a:cubicBezTo>
                      <a:pt x="113" y="76"/>
                      <a:pt x="113" y="75"/>
                      <a:pt x="113" y="74"/>
                    </a:cubicBezTo>
                    <a:cubicBezTo>
                      <a:pt x="113" y="74"/>
                      <a:pt x="113" y="74"/>
                      <a:pt x="113" y="74"/>
                    </a:cubicBezTo>
                    <a:cubicBezTo>
                      <a:pt x="113" y="74"/>
                      <a:pt x="113" y="74"/>
                      <a:pt x="113" y="74"/>
                    </a:cubicBezTo>
                    <a:cubicBezTo>
                      <a:pt x="113" y="74"/>
                      <a:pt x="113" y="74"/>
                      <a:pt x="113" y="74"/>
                    </a:cubicBezTo>
                    <a:cubicBezTo>
                      <a:pt x="113" y="74"/>
                      <a:pt x="113" y="74"/>
                      <a:pt x="113" y="74"/>
                    </a:cubicBezTo>
                    <a:cubicBezTo>
                      <a:pt x="113" y="74"/>
                      <a:pt x="113" y="74"/>
                      <a:pt x="112" y="73"/>
                    </a:cubicBezTo>
                    <a:cubicBezTo>
                      <a:pt x="112" y="74"/>
                      <a:pt x="112" y="74"/>
                      <a:pt x="112" y="74"/>
                    </a:cubicBezTo>
                    <a:cubicBezTo>
                      <a:pt x="112" y="74"/>
                      <a:pt x="112" y="74"/>
                      <a:pt x="112" y="74"/>
                    </a:cubicBezTo>
                    <a:cubicBezTo>
                      <a:pt x="112" y="74"/>
                      <a:pt x="112" y="74"/>
                      <a:pt x="111" y="74"/>
                    </a:cubicBezTo>
                    <a:cubicBezTo>
                      <a:pt x="111" y="75"/>
                      <a:pt x="111" y="75"/>
                      <a:pt x="111" y="75"/>
                    </a:cubicBezTo>
                    <a:cubicBezTo>
                      <a:pt x="111" y="75"/>
                      <a:pt x="110" y="76"/>
                      <a:pt x="110" y="76"/>
                    </a:cubicBezTo>
                    <a:cubicBezTo>
                      <a:pt x="110" y="76"/>
                      <a:pt x="110" y="76"/>
                      <a:pt x="110" y="76"/>
                    </a:cubicBezTo>
                    <a:cubicBezTo>
                      <a:pt x="110" y="76"/>
                      <a:pt x="110" y="76"/>
                      <a:pt x="110" y="76"/>
                    </a:cubicBezTo>
                    <a:cubicBezTo>
                      <a:pt x="110" y="76"/>
                      <a:pt x="110" y="77"/>
                      <a:pt x="110" y="77"/>
                    </a:cubicBezTo>
                    <a:cubicBezTo>
                      <a:pt x="110" y="77"/>
                      <a:pt x="110" y="77"/>
                      <a:pt x="110" y="77"/>
                    </a:cubicBezTo>
                    <a:cubicBezTo>
                      <a:pt x="110" y="77"/>
                      <a:pt x="110" y="77"/>
                      <a:pt x="110" y="77"/>
                    </a:cubicBezTo>
                    <a:cubicBezTo>
                      <a:pt x="109" y="78"/>
                      <a:pt x="109" y="78"/>
                      <a:pt x="109" y="79"/>
                    </a:cubicBezTo>
                    <a:cubicBezTo>
                      <a:pt x="109" y="79"/>
                      <a:pt x="109" y="79"/>
                      <a:pt x="109" y="79"/>
                    </a:cubicBezTo>
                    <a:cubicBezTo>
                      <a:pt x="109" y="79"/>
                      <a:pt x="109" y="79"/>
                      <a:pt x="109" y="79"/>
                    </a:cubicBezTo>
                    <a:cubicBezTo>
                      <a:pt x="109" y="79"/>
                      <a:pt x="109" y="80"/>
                      <a:pt x="109" y="81"/>
                    </a:cubicBezTo>
                    <a:cubicBezTo>
                      <a:pt x="109" y="81"/>
                      <a:pt x="109" y="81"/>
                      <a:pt x="109" y="81"/>
                    </a:cubicBezTo>
                    <a:cubicBezTo>
                      <a:pt x="109" y="82"/>
                      <a:pt x="109" y="82"/>
                      <a:pt x="109" y="82"/>
                    </a:cubicBezTo>
                    <a:cubicBezTo>
                      <a:pt x="109" y="82"/>
                      <a:pt x="109" y="82"/>
                      <a:pt x="109" y="82"/>
                    </a:cubicBezTo>
                    <a:cubicBezTo>
                      <a:pt x="109" y="82"/>
                      <a:pt x="109" y="82"/>
                      <a:pt x="109" y="82"/>
                    </a:cubicBezTo>
                    <a:cubicBezTo>
                      <a:pt x="110" y="82"/>
                      <a:pt x="111" y="81"/>
                      <a:pt x="111" y="81"/>
                    </a:cubicBezTo>
                    <a:cubicBezTo>
                      <a:pt x="111" y="81"/>
                      <a:pt x="111" y="80"/>
                      <a:pt x="111" y="80"/>
                    </a:cubicBezTo>
                    <a:cubicBezTo>
                      <a:pt x="111" y="80"/>
                      <a:pt x="111" y="80"/>
                      <a:pt x="111" y="80"/>
                    </a:cubicBezTo>
                    <a:cubicBezTo>
                      <a:pt x="111" y="80"/>
                      <a:pt x="111" y="80"/>
                      <a:pt x="111" y="79"/>
                    </a:cubicBezTo>
                    <a:cubicBezTo>
                      <a:pt x="111" y="79"/>
                      <a:pt x="111" y="79"/>
                      <a:pt x="111" y="79"/>
                    </a:cubicBezTo>
                    <a:cubicBezTo>
                      <a:pt x="111" y="79"/>
                      <a:pt x="111" y="79"/>
                      <a:pt x="111" y="79"/>
                    </a:cubicBezTo>
                    <a:cubicBezTo>
                      <a:pt x="111" y="79"/>
                      <a:pt x="111" y="79"/>
                      <a:pt x="111" y="78"/>
                    </a:cubicBezTo>
                    <a:cubicBezTo>
                      <a:pt x="111" y="78"/>
                      <a:pt x="111" y="78"/>
                      <a:pt x="111" y="78"/>
                    </a:cubicBezTo>
                    <a:cubicBezTo>
                      <a:pt x="111" y="78"/>
                      <a:pt x="111" y="78"/>
                      <a:pt x="111" y="78"/>
                    </a:cubicBezTo>
                    <a:cubicBezTo>
                      <a:pt x="111" y="78"/>
                      <a:pt x="112" y="78"/>
                      <a:pt x="112" y="78"/>
                    </a:cubicBezTo>
                    <a:cubicBezTo>
                      <a:pt x="112" y="77"/>
                      <a:pt x="112" y="77"/>
                      <a:pt x="112" y="77"/>
                    </a:cubicBezTo>
                    <a:cubicBezTo>
                      <a:pt x="112" y="77"/>
                      <a:pt x="112" y="77"/>
                      <a:pt x="112" y="77"/>
                    </a:cubicBezTo>
                    <a:cubicBezTo>
                      <a:pt x="112" y="77"/>
                      <a:pt x="112" y="77"/>
                      <a:pt x="112" y="77"/>
                    </a:cubicBezTo>
                    <a:cubicBezTo>
                      <a:pt x="112" y="77"/>
                      <a:pt x="112" y="77"/>
                      <a:pt x="112" y="77"/>
                    </a:cubicBezTo>
                    <a:close/>
                  </a:path>
                </a:pathLst>
              </a:custGeom>
              <a:solidFill>
                <a:srgbClr val="FFC00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88" name="矩形 87"/>
            <p:cNvSpPr/>
            <p:nvPr/>
          </p:nvSpPr>
          <p:spPr>
            <a:xfrm>
              <a:off x="10956875" y="916528"/>
              <a:ext cx="996247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PART 05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 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1" name="TextBox 90"/>
          <p:cNvSpPr txBox="1"/>
          <p:nvPr userDrawn="1"/>
        </p:nvSpPr>
        <p:spPr>
          <a:xfrm>
            <a:off x="398570" y="476888"/>
            <a:ext cx="23394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方正兰亭粗黑_GBK" pitchFamily="2" charset="-122"/>
                <a:ea typeface="方正兰亭粗黑_GBK" pitchFamily="2" charset="-122"/>
                <a:cs typeface="+mn-cs"/>
              </a:rPr>
              <a:t>工作完成情况</a:t>
            </a: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第三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/>
          <p:cNvSpPr/>
          <p:nvPr userDrawn="1"/>
        </p:nvSpPr>
        <p:spPr>
          <a:xfrm>
            <a:off x="0" y="1198956"/>
            <a:ext cx="12191187" cy="1546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34" name="组合 33"/>
          <p:cNvGrpSpPr/>
          <p:nvPr userDrawn="1"/>
        </p:nvGrpSpPr>
        <p:grpSpPr>
          <a:xfrm>
            <a:off x="6957253" y="285728"/>
            <a:ext cx="996377" cy="1000132"/>
            <a:chOff x="6170529" y="285728"/>
            <a:chExt cx="996247" cy="1000132"/>
          </a:xfrm>
        </p:grpSpPr>
        <p:grpSp>
          <p:nvGrpSpPr>
            <p:cNvPr id="35" name="组合 31"/>
            <p:cNvGrpSpPr/>
            <p:nvPr/>
          </p:nvGrpSpPr>
          <p:grpSpPr>
            <a:xfrm>
              <a:off x="6369792" y="285728"/>
              <a:ext cx="597720" cy="597720"/>
              <a:chOff x="6501056" y="1873013"/>
              <a:chExt cx="696763" cy="696763"/>
            </a:xfrm>
          </p:grpSpPr>
          <p:sp>
            <p:nvSpPr>
              <p:cNvPr id="37" name="椭圆 36"/>
              <p:cNvSpPr/>
              <p:nvPr/>
            </p:nvSpPr>
            <p:spPr>
              <a:xfrm>
                <a:off x="6501056" y="1873013"/>
                <a:ext cx="696763" cy="696763"/>
              </a:xfrm>
              <a:prstGeom prst="ellipse">
                <a:avLst/>
              </a:prstGeom>
              <a:solidFill>
                <a:srgbClr val="EEEEEE"/>
              </a:solidFill>
              <a:ln>
                <a:solidFill>
                  <a:schemeClr val="bg1"/>
                </a:solidFill>
              </a:ln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25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grpSp>
            <p:nvGrpSpPr>
              <p:cNvPr id="38" name="组合 113"/>
              <p:cNvGrpSpPr>
                <a:grpSpLocks noChangeAspect="1"/>
              </p:cNvGrpSpPr>
              <p:nvPr/>
            </p:nvGrpSpPr>
            <p:grpSpPr>
              <a:xfrm>
                <a:off x="6616022" y="1996255"/>
                <a:ext cx="466830" cy="450242"/>
                <a:chOff x="7019925" y="5499100"/>
                <a:chExt cx="312738" cy="301626"/>
              </a:xfrm>
              <a:solidFill>
                <a:srgbClr val="BBBE2C"/>
              </a:solidFill>
            </p:grpSpPr>
            <p:sp>
              <p:nvSpPr>
                <p:cNvPr id="39" name="Freeform 252"/>
                <p:cNvSpPr/>
                <p:nvPr/>
              </p:nvSpPr>
              <p:spPr bwMode="auto">
                <a:xfrm>
                  <a:off x="7069138" y="5567363"/>
                  <a:ext cx="214313" cy="233363"/>
                </a:xfrm>
                <a:custGeom>
                  <a:avLst/>
                  <a:gdLst>
                    <a:gd name="T0" fmla="*/ 0 w 57"/>
                    <a:gd name="T1" fmla="*/ 26 h 62"/>
                    <a:gd name="T2" fmla="*/ 0 w 57"/>
                    <a:gd name="T3" fmla="*/ 59 h 62"/>
                    <a:gd name="T4" fmla="*/ 2 w 57"/>
                    <a:gd name="T5" fmla="*/ 62 h 62"/>
                    <a:gd name="T6" fmla="*/ 4 w 57"/>
                    <a:gd name="T7" fmla="*/ 62 h 62"/>
                    <a:gd name="T8" fmla="*/ 19 w 57"/>
                    <a:gd name="T9" fmla="*/ 62 h 62"/>
                    <a:gd name="T10" fmla="*/ 21 w 57"/>
                    <a:gd name="T11" fmla="*/ 62 h 62"/>
                    <a:gd name="T12" fmla="*/ 21 w 57"/>
                    <a:gd name="T13" fmla="*/ 61 h 62"/>
                    <a:gd name="T14" fmla="*/ 21 w 57"/>
                    <a:gd name="T15" fmla="*/ 45 h 62"/>
                    <a:gd name="T16" fmla="*/ 36 w 57"/>
                    <a:gd name="T17" fmla="*/ 45 h 62"/>
                    <a:gd name="T18" fmla="*/ 36 w 57"/>
                    <a:gd name="T19" fmla="*/ 61 h 62"/>
                    <a:gd name="T20" fmla="*/ 37 w 57"/>
                    <a:gd name="T21" fmla="*/ 62 h 62"/>
                    <a:gd name="T22" fmla="*/ 38 w 57"/>
                    <a:gd name="T23" fmla="*/ 62 h 62"/>
                    <a:gd name="T24" fmla="*/ 53 w 57"/>
                    <a:gd name="T25" fmla="*/ 62 h 62"/>
                    <a:gd name="T26" fmla="*/ 56 w 57"/>
                    <a:gd name="T27" fmla="*/ 62 h 62"/>
                    <a:gd name="T28" fmla="*/ 57 w 57"/>
                    <a:gd name="T29" fmla="*/ 59 h 62"/>
                    <a:gd name="T30" fmla="*/ 57 w 57"/>
                    <a:gd name="T31" fmla="*/ 26 h 62"/>
                    <a:gd name="T32" fmla="*/ 29 w 57"/>
                    <a:gd name="T33" fmla="*/ 0 h 62"/>
                    <a:gd name="T34" fmla="*/ 0 w 57"/>
                    <a:gd name="T35" fmla="*/ 26 h 6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57" h="62">
                      <a:moveTo>
                        <a:pt x="0" y="26"/>
                      </a:moveTo>
                      <a:cubicBezTo>
                        <a:pt x="0" y="59"/>
                        <a:pt x="0" y="59"/>
                        <a:pt x="0" y="59"/>
                      </a:cubicBezTo>
                      <a:cubicBezTo>
                        <a:pt x="0" y="61"/>
                        <a:pt x="1" y="62"/>
                        <a:pt x="2" y="62"/>
                      </a:cubicBezTo>
                      <a:cubicBezTo>
                        <a:pt x="3" y="62"/>
                        <a:pt x="3" y="62"/>
                        <a:pt x="4" y="62"/>
                      </a:cubicBezTo>
                      <a:cubicBezTo>
                        <a:pt x="19" y="62"/>
                        <a:pt x="19" y="62"/>
                        <a:pt x="19" y="62"/>
                      </a:cubicBezTo>
                      <a:cubicBezTo>
                        <a:pt x="20" y="62"/>
                        <a:pt x="20" y="62"/>
                        <a:pt x="21" y="62"/>
                      </a:cubicBezTo>
                      <a:cubicBezTo>
                        <a:pt x="21" y="62"/>
                        <a:pt x="21" y="61"/>
                        <a:pt x="21" y="61"/>
                      </a:cubicBezTo>
                      <a:cubicBezTo>
                        <a:pt x="21" y="45"/>
                        <a:pt x="21" y="45"/>
                        <a:pt x="21" y="45"/>
                      </a:cubicBezTo>
                      <a:cubicBezTo>
                        <a:pt x="36" y="45"/>
                        <a:pt x="36" y="45"/>
                        <a:pt x="36" y="45"/>
                      </a:cubicBezTo>
                      <a:cubicBezTo>
                        <a:pt x="36" y="61"/>
                        <a:pt x="36" y="61"/>
                        <a:pt x="36" y="61"/>
                      </a:cubicBezTo>
                      <a:cubicBezTo>
                        <a:pt x="36" y="61"/>
                        <a:pt x="37" y="62"/>
                        <a:pt x="37" y="62"/>
                      </a:cubicBezTo>
                      <a:cubicBezTo>
                        <a:pt x="37" y="62"/>
                        <a:pt x="38" y="62"/>
                        <a:pt x="38" y="62"/>
                      </a:cubicBezTo>
                      <a:cubicBezTo>
                        <a:pt x="53" y="62"/>
                        <a:pt x="53" y="62"/>
                        <a:pt x="53" y="62"/>
                      </a:cubicBezTo>
                      <a:cubicBezTo>
                        <a:pt x="54" y="62"/>
                        <a:pt x="55" y="62"/>
                        <a:pt x="56" y="62"/>
                      </a:cubicBezTo>
                      <a:cubicBezTo>
                        <a:pt x="56" y="62"/>
                        <a:pt x="57" y="61"/>
                        <a:pt x="57" y="59"/>
                      </a:cubicBezTo>
                      <a:cubicBezTo>
                        <a:pt x="57" y="26"/>
                        <a:pt x="57" y="26"/>
                        <a:pt x="57" y="26"/>
                      </a:cubicBezTo>
                      <a:cubicBezTo>
                        <a:pt x="29" y="0"/>
                        <a:pt x="29" y="0"/>
                        <a:pt x="29" y="0"/>
                      </a:cubicBezTo>
                      <a:lnTo>
                        <a:pt x="0" y="26"/>
                      </a:lnTo>
                      <a:close/>
                    </a:path>
                  </a:pathLst>
                </a:custGeom>
                <a:solidFill>
                  <a:srgbClr val="008BB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425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0" name="Freeform 253"/>
                <p:cNvSpPr/>
                <p:nvPr/>
              </p:nvSpPr>
              <p:spPr bwMode="auto">
                <a:xfrm>
                  <a:off x="7019925" y="5499100"/>
                  <a:ext cx="312738" cy="169863"/>
                </a:xfrm>
                <a:custGeom>
                  <a:avLst/>
                  <a:gdLst>
                    <a:gd name="T0" fmla="*/ 81 w 83"/>
                    <a:gd name="T1" fmla="*/ 35 h 45"/>
                    <a:gd name="T2" fmla="*/ 68 w 83"/>
                    <a:gd name="T3" fmla="*/ 23 h 45"/>
                    <a:gd name="T4" fmla="*/ 68 w 83"/>
                    <a:gd name="T5" fmla="*/ 4 h 45"/>
                    <a:gd name="T6" fmla="*/ 66 w 83"/>
                    <a:gd name="T7" fmla="*/ 2 h 45"/>
                    <a:gd name="T8" fmla="*/ 61 w 83"/>
                    <a:gd name="T9" fmla="*/ 2 h 45"/>
                    <a:gd name="T10" fmla="*/ 59 w 83"/>
                    <a:gd name="T11" fmla="*/ 4 h 45"/>
                    <a:gd name="T12" fmla="*/ 59 w 83"/>
                    <a:gd name="T13" fmla="*/ 15 h 45"/>
                    <a:gd name="T14" fmla="*/ 45 w 83"/>
                    <a:gd name="T15" fmla="*/ 2 h 45"/>
                    <a:gd name="T16" fmla="*/ 38 w 83"/>
                    <a:gd name="T17" fmla="*/ 2 h 45"/>
                    <a:gd name="T18" fmla="*/ 2 w 83"/>
                    <a:gd name="T19" fmla="*/ 35 h 45"/>
                    <a:gd name="T20" fmla="*/ 2 w 83"/>
                    <a:gd name="T21" fmla="*/ 43 h 45"/>
                    <a:gd name="T22" fmla="*/ 6 w 83"/>
                    <a:gd name="T23" fmla="*/ 44 h 45"/>
                    <a:gd name="T24" fmla="*/ 10 w 83"/>
                    <a:gd name="T25" fmla="*/ 43 h 45"/>
                    <a:gd name="T26" fmla="*/ 42 w 83"/>
                    <a:gd name="T27" fmla="*/ 13 h 45"/>
                    <a:gd name="T28" fmla="*/ 74 w 83"/>
                    <a:gd name="T29" fmla="*/ 43 h 45"/>
                    <a:gd name="T30" fmla="*/ 81 w 83"/>
                    <a:gd name="T31" fmla="*/ 43 h 45"/>
                    <a:gd name="T32" fmla="*/ 81 w 83"/>
                    <a:gd name="T33" fmla="*/ 35 h 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83" h="45">
                      <a:moveTo>
                        <a:pt x="81" y="35"/>
                      </a:moveTo>
                      <a:cubicBezTo>
                        <a:pt x="68" y="23"/>
                        <a:pt x="68" y="23"/>
                        <a:pt x="68" y="23"/>
                      </a:cubicBezTo>
                      <a:cubicBezTo>
                        <a:pt x="68" y="4"/>
                        <a:pt x="68" y="4"/>
                        <a:pt x="68" y="4"/>
                      </a:cubicBezTo>
                      <a:cubicBezTo>
                        <a:pt x="68" y="3"/>
                        <a:pt x="67" y="2"/>
                        <a:pt x="66" y="2"/>
                      </a:cubicBezTo>
                      <a:cubicBezTo>
                        <a:pt x="61" y="2"/>
                        <a:pt x="61" y="2"/>
                        <a:pt x="61" y="2"/>
                      </a:cubicBezTo>
                      <a:cubicBezTo>
                        <a:pt x="60" y="2"/>
                        <a:pt x="59" y="3"/>
                        <a:pt x="59" y="4"/>
                      </a:cubicBezTo>
                      <a:cubicBezTo>
                        <a:pt x="59" y="15"/>
                        <a:pt x="59" y="15"/>
                        <a:pt x="59" y="15"/>
                      </a:cubicBezTo>
                      <a:cubicBezTo>
                        <a:pt x="45" y="2"/>
                        <a:pt x="45" y="2"/>
                        <a:pt x="45" y="2"/>
                      </a:cubicBezTo>
                      <a:cubicBezTo>
                        <a:pt x="43" y="0"/>
                        <a:pt x="40" y="0"/>
                        <a:pt x="38" y="2"/>
                      </a:cubicBezTo>
                      <a:cubicBezTo>
                        <a:pt x="2" y="35"/>
                        <a:pt x="2" y="35"/>
                        <a:pt x="2" y="35"/>
                      </a:cubicBezTo>
                      <a:cubicBezTo>
                        <a:pt x="0" y="37"/>
                        <a:pt x="0" y="40"/>
                        <a:pt x="2" y="43"/>
                      </a:cubicBezTo>
                      <a:cubicBezTo>
                        <a:pt x="3" y="44"/>
                        <a:pt x="5" y="44"/>
                        <a:pt x="6" y="44"/>
                      </a:cubicBezTo>
                      <a:cubicBezTo>
                        <a:pt x="7" y="44"/>
                        <a:pt x="9" y="44"/>
                        <a:pt x="10" y="43"/>
                      </a:cubicBezTo>
                      <a:cubicBezTo>
                        <a:pt x="42" y="13"/>
                        <a:pt x="42" y="13"/>
                        <a:pt x="42" y="13"/>
                      </a:cubicBezTo>
                      <a:cubicBezTo>
                        <a:pt x="74" y="43"/>
                        <a:pt x="74" y="43"/>
                        <a:pt x="74" y="43"/>
                      </a:cubicBezTo>
                      <a:cubicBezTo>
                        <a:pt x="76" y="45"/>
                        <a:pt x="80" y="45"/>
                        <a:pt x="81" y="43"/>
                      </a:cubicBezTo>
                      <a:cubicBezTo>
                        <a:pt x="83" y="40"/>
                        <a:pt x="83" y="37"/>
                        <a:pt x="81" y="35"/>
                      </a:cubicBezTo>
                      <a:close/>
                    </a:path>
                  </a:pathLst>
                </a:custGeom>
                <a:solidFill>
                  <a:srgbClr val="008BB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425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</p:grpSp>
        <p:sp>
          <p:nvSpPr>
            <p:cNvPr id="36" name="矩形 35"/>
            <p:cNvSpPr/>
            <p:nvPr/>
          </p:nvSpPr>
          <p:spPr>
            <a:xfrm>
              <a:off x="6170529" y="916528"/>
              <a:ext cx="996247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PART 01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 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1" name="组合 40"/>
          <p:cNvGrpSpPr/>
          <p:nvPr userDrawn="1"/>
        </p:nvGrpSpPr>
        <p:grpSpPr>
          <a:xfrm>
            <a:off x="7957515" y="285728"/>
            <a:ext cx="996377" cy="1000132"/>
            <a:chOff x="7367116" y="285728"/>
            <a:chExt cx="996247" cy="1000132"/>
          </a:xfrm>
        </p:grpSpPr>
        <p:grpSp>
          <p:nvGrpSpPr>
            <p:cNvPr id="42" name="组合 36"/>
            <p:cNvGrpSpPr/>
            <p:nvPr/>
          </p:nvGrpSpPr>
          <p:grpSpPr>
            <a:xfrm>
              <a:off x="7566379" y="285728"/>
              <a:ext cx="597720" cy="597720"/>
              <a:chOff x="6501056" y="2921024"/>
              <a:chExt cx="696763" cy="696763"/>
            </a:xfrm>
          </p:grpSpPr>
          <p:sp>
            <p:nvSpPr>
              <p:cNvPr id="44" name="椭圆 43"/>
              <p:cNvSpPr/>
              <p:nvPr/>
            </p:nvSpPr>
            <p:spPr>
              <a:xfrm>
                <a:off x="6501056" y="2921024"/>
                <a:ext cx="696763" cy="696763"/>
              </a:xfrm>
              <a:prstGeom prst="ellipse">
                <a:avLst/>
              </a:prstGeom>
              <a:solidFill>
                <a:srgbClr val="EEEEEE"/>
              </a:solidFill>
              <a:ln>
                <a:solidFill>
                  <a:schemeClr val="bg1"/>
                </a:solidFill>
              </a:ln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25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grpSp>
            <p:nvGrpSpPr>
              <p:cNvPr id="45" name="组合 118"/>
              <p:cNvGrpSpPr>
                <a:grpSpLocks noChangeAspect="1"/>
              </p:cNvGrpSpPr>
              <p:nvPr/>
            </p:nvGrpSpPr>
            <p:grpSpPr>
              <a:xfrm>
                <a:off x="6636672" y="3066937"/>
                <a:ext cx="455384" cy="390650"/>
                <a:chOff x="5084763" y="971550"/>
                <a:chExt cx="323850" cy="277813"/>
              </a:xfrm>
              <a:solidFill>
                <a:srgbClr val="4ABAB5"/>
              </a:solidFill>
            </p:grpSpPr>
            <p:sp>
              <p:nvSpPr>
                <p:cNvPr id="46" name="Freeform 301"/>
                <p:cNvSpPr>
                  <a:spLocks noEditPoints="1"/>
                </p:cNvSpPr>
                <p:nvPr/>
              </p:nvSpPr>
              <p:spPr bwMode="auto">
                <a:xfrm>
                  <a:off x="5191125" y="1031875"/>
                  <a:ext cx="217488" cy="217488"/>
                </a:xfrm>
                <a:custGeom>
                  <a:avLst/>
                  <a:gdLst>
                    <a:gd name="T0" fmla="*/ 6 w 58"/>
                    <a:gd name="T1" fmla="*/ 14 h 58"/>
                    <a:gd name="T2" fmla="*/ 7 w 58"/>
                    <a:gd name="T3" fmla="*/ 19 h 58"/>
                    <a:gd name="T4" fmla="*/ 4 w 58"/>
                    <a:gd name="T5" fmla="*/ 20 h 58"/>
                    <a:gd name="T6" fmla="*/ 0 w 58"/>
                    <a:gd name="T7" fmla="*/ 23 h 58"/>
                    <a:gd name="T8" fmla="*/ 2 w 58"/>
                    <a:gd name="T9" fmla="*/ 27 h 58"/>
                    <a:gd name="T10" fmla="*/ 5 w 58"/>
                    <a:gd name="T11" fmla="*/ 31 h 58"/>
                    <a:gd name="T12" fmla="*/ 2 w 58"/>
                    <a:gd name="T13" fmla="*/ 34 h 58"/>
                    <a:gd name="T14" fmla="*/ 1 w 58"/>
                    <a:gd name="T15" fmla="*/ 38 h 58"/>
                    <a:gd name="T16" fmla="*/ 5 w 58"/>
                    <a:gd name="T17" fmla="*/ 41 h 58"/>
                    <a:gd name="T18" fmla="*/ 8 w 58"/>
                    <a:gd name="T19" fmla="*/ 42 h 58"/>
                    <a:gd name="T20" fmla="*/ 8 w 58"/>
                    <a:gd name="T21" fmla="*/ 46 h 58"/>
                    <a:gd name="T22" fmla="*/ 9 w 58"/>
                    <a:gd name="T23" fmla="*/ 51 h 58"/>
                    <a:gd name="T24" fmla="*/ 14 w 58"/>
                    <a:gd name="T25" fmla="*/ 51 h 58"/>
                    <a:gd name="T26" fmla="*/ 18 w 58"/>
                    <a:gd name="T27" fmla="*/ 51 h 58"/>
                    <a:gd name="T28" fmla="*/ 19 w 58"/>
                    <a:gd name="T29" fmla="*/ 54 h 58"/>
                    <a:gd name="T30" fmla="*/ 22 w 58"/>
                    <a:gd name="T31" fmla="*/ 58 h 58"/>
                    <a:gd name="T32" fmla="*/ 27 w 58"/>
                    <a:gd name="T33" fmla="*/ 56 h 58"/>
                    <a:gd name="T34" fmla="*/ 31 w 58"/>
                    <a:gd name="T35" fmla="*/ 53 h 58"/>
                    <a:gd name="T36" fmla="*/ 33 w 58"/>
                    <a:gd name="T37" fmla="*/ 56 h 58"/>
                    <a:gd name="T38" fmla="*/ 38 w 58"/>
                    <a:gd name="T39" fmla="*/ 57 h 58"/>
                    <a:gd name="T40" fmla="*/ 40 w 58"/>
                    <a:gd name="T41" fmla="*/ 53 h 58"/>
                    <a:gd name="T42" fmla="*/ 42 w 58"/>
                    <a:gd name="T43" fmla="*/ 49 h 58"/>
                    <a:gd name="T44" fmla="*/ 46 w 58"/>
                    <a:gd name="T45" fmla="*/ 50 h 58"/>
                    <a:gd name="T46" fmla="*/ 50 w 58"/>
                    <a:gd name="T47" fmla="*/ 49 h 58"/>
                    <a:gd name="T48" fmla="*/ 51 w 58"/>
                    <a:gd name="T49" fmla="*/ 44 h 58"/>
                    <a:gd name="T50" fmla="*/ 50 w 58"/>
                    <a:gd name="T51" fmla="*/ 40 h 58"/>
                    <a:gd name="T52" fmla="*/ 54 w 58"/>
                    <a:gd name="T53" fmla="*/ 39 h 58"/>
                    <a:gd name="T54" fmla="*/ 57 w 58"/>
                    <a:gd name="T55" fmla="*/ 35 h 58"/>
                    <a:gd name="T56" fmla="*/ 55 w 58"/>
                    <a:gd name="T57" fmla="*/ 31 h 58"/>
                    <a:gd name="T58" fmla="*/ 52 w 58"/>
                    <a:gd name="T59" fmla="*/ 27 h 58"/>
                    <a:gd name="T60" fmla="*/ 55 w 58"/>
                    <a:gd name="T61" fmla="*/ 25 h 58"/>
                    <a:gd name="T62" fmla="*/ 56 w 58"/>
                    <a:gd name="T63" fmla="*/ 20 h 58"/>
                    <a:gd name="T64" fmla="*/ 53 w 58"/>
                    <a:gd name="T65" fmla="*/ 18 h 58"/>
                    <a:gd name="T66" fmla="*/ 48 w 58"/>
                    <a:gd name="T67" fmla="*/ 16 h 58"/>
                    <a:gd name="T68" fmla="*/ 49 w 58"/>
                    <a:gd name="T69" fmla="*/ 12 h 58"/>
                    <a:gd name="T70" fmla="*/ 48 w 58"/>
                    <a:gd name="T71" fmla="*/ 8 h 58"/>
                    <a:gd name="T72" fmla="*/ 44 w 58"/>
                    <a:gd name="T73" fmla="*/ 7 h 58"/>
                    <a:gd name="T74" fmla="*/ 39 w 58"/>
                    <a:gd name="T75" fmla="*/ 8 h 58"/>
                    <a:gd name="T76" fmla="*/ 38 w 58"/>
                    <a:gd name="T77" fmla="*/ 4 h 58"/>
                    <a:gd name="T78" fmla="*/ 35 w 58"/>
                    <a:gd name="T79" fmla="*/ 1 h 58"/>
                    <a:gd name="T80" fmla="*/ 30 w 58"/>
                    <a:gd name="T81" fmla="*/ 3 h 58"/>
                    <a:gd name="T82" fmla="*/ 27 w 58"/>
                    <a:gd name="T83" fmla="*/ 5 h 58"/>
                    <a:gd name="T84" fmla="*/ 24 w 58"/>
                    <a:gd name="T85" fmla="*/ 3 h 58"/>
                    <a:gd name="T86" fmla="*/ 20 w 58"/>
                    <a:gd name="T87" fmla="*/ 1 h 58"/>
                    <a:gd name="T88" fmla="*/ 17 w 58"/>
                    <a:gd name="T89" fmla="*/ 5 h 58"/>
                    <a:gd name="T90" fmla="*/ 15 w 58"/>
                    <a:gd name="T91" fmla="*/ 10 h 58"/>
                    <a:gd name="T92" fmla="*/ 12 w 58"/>
                    <a:gd name="T93" fmla="*/ 9 h 58"/>
                    <a:gd name="T94" fmla="*/ 7 w 58"/>
                    <a:gd name="T95" fmla="*/ 10 h 58"/>
                    <a:gd name="T96" fmla="*/ 6 w 58"/>
                    <a:gd name="T97" fmla="*/ 14 h 58"/>
                    <a:gd name="T98" fmla="*/ 23 w 58"/>
                    <a:gd name="T99" fmla="*/ 13 h 58"/>
                    <a:gd name="T100" fmla="*/ 45 w 58"/>
                    <a:gd name="T101" fmla="*/ 24 h 58"/>
                    <a:gd name="T102" fmla="*/ 34 w 58"/>
                    <a:gd name="T103" fmla="*/ 45 h 58"/>
                    <a:gd name="T104" fmla="*/ 13 w 58"/>
                    <a:gd name="T105" fmla="*/ 34 h 58"/>
                    <a:gd name="T106" fmla="*/ 23 w 58"/>
                    <a:gd name="T107" fmla="*/ 13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</a:cxnLst>
                  <a:rect l="0" t="0" r="r" b="b"/>
                  <a:pathLst>
                    <a:path w="58" h="58">
                      <a:moveTo>
                        <a:pt x="6" y="14"/>
                      </a:moveTo>
                      <a:cubicBezTo>
                        <a:pt x="8" y="15"/>
                        <a:pt x="7" y="18"/>
                        <a:pt x="7" y="19"/>
                      </a:cubicBezTo>
                      <a:cubicBezTo>
                        <a:pt x="7" y="20"/>
                        <a:pt x="5" y="20"/>
                        <a:pt x="4" y="20"/>
                      </a:cubicBezTo>
                      <a:cubicBezTo>
                        <a:pt x="2" y="20"/>
                        <a:pt x="0" y="21"/>
                        <a:pt x="0" y="23"/>
                      </a:cubicBezTo>
                      <a:cubicBezTo>
                        <a:pt x="0" y="25"/>
                        <a:pt x="0" y="27"/>
                        <a:pt x="2" y="27"/>
                      </a:cubicBezTo>
                      <a:cubicBezTo>
                        <a:pt x="3" y="28"/>
                        <a:pt x="5" y="30"/>
                        <a:pt x="5" y="31"/>
                      </a:cubicBezTo>
                      <a:cubicBezTo>
                        <a:pt x="5" y="32"/>
                        <a:pt x="4" y="33"/>
                        <a:pt x="2" y="34"/>
                      </a:cubicBezTo>
                      <a:cubicBezTo>
                        <a:pt x="1" y="34"/>
                        <a:pt x="0" y="36"/>
                        <a:pt x="1" y="38"/>
                      </a:cubicBezTo>
                      <a:cubicBezTo>
                        <a:pt x="1" y="40"/>
                        <a:pt x="3" y="42"/>
                        <a:pt x="5" y="41"/>
                      </a:cubicBezTo>
                      <a:cubicBezTo>
                        <a:pt x="6" y="41"/>
                        <a:pt x="8" y="41"/>
                        <a:pt x="8" y="42"/>
                      </a:cubicBezTo>
                      <a:cubicBezTo>
                        <a:pt x="9" y="42"/>
                        <a:pt x="9" y="45"/>
                        <a:pt x="8" y="46"/>
                      </a:cubicBezTo>
                      <a:cubicBezTo>
                        <a:pt x="7" y="47"/>
                        <a:pt x="7" y="50"/>
                        <a:pt x="9" y="51"/>
                      </a:cubicBezTo>
                      <a:cubicBezTo>
                        <a:pt x="11" y="52"/>
                        <a:pt x="13" y="53"/>
                        <a:pt x="14" y="51"/>
                      </a:cubicBezTo>
                      <a:cubicBezTo>
                        <a:pt x="15" y="50"/>
                        <a:pt x="18" y="51"/>
                        <a:pt x="18" y="51"/>
                      </a:cubicBezTo>
                      <a:cubicBezTo>
                        <a:pt x="19" y="51"/>
                        <a:pt x="20" y="53"/>
                        <a:pt x="19" y="54"/>
                      </a:cubicBezTo>
                      <a:cubicBezTo>
                        <a:pt x="19" y="56"/>
                        <a:pt x="20" y="57"/>
                        <a:pt x="22" y="58"/>
                      </a:cubicBezTo>
                      <a:cubicBezTo>
                        <a:pt x="25" y="58"/>
                        <a:pt x="26" y="57"/>
                        <a:pt x="27" y="56"/>
                      </a:cubicBezTo>
                      <a:cubicBezTo>
                        <a:pt x="27" y="54"/>
                        <a:pt x="30" y="53"/>
                        <a:pt x="31" y="53"/>
                      </a:cubicBezTo>
                      <a:cubicBezTo>
                        <a:pt x="31" y="53"/>
                        <a:pt x="33" y="54"/>
                        <a:pt x="33" y="56"/>
                      </a:cubicBezTo>
                      <a:cubicBezTo>
                        <a:pt x="34" y="57"/>
                        <a:pt x="36" y="58"/>
                        <a:pt x="38" y="57"/>
                      </a:cubicBezTo>
                      <a:cubicBezTo>
                        <a:pt x="40" y="57"/>
                        <a:pt x="41" y="55"/>
                        <a:pt x="40" y="53"/>
                      </a:cubicBezTo>
                      <a:cubicBezTo>
                        <a:pt x="40" y="52"/>
                        <a:pt x="42" y="49"/>
                        <a:pt x="42" y="49"/>
                      </a:cubicBezTo>
                      <a:cubicBezTo>
                        <a:pt x="43" y="48"/>
                        <a:pt x="44" y="49"/>
                        <a:pt x="46" y="50"/>
                      </a:cubicBezTo>
                      <a:cubicBezTo>
                        <a:pt x="47" y="51"/>
                        <a:pt x="49" y="51"/>
                        <a:pt x="50" y="49"/>
                      </a:cubicBezTo>
                      <a:cubicBezTo>
                        <a:pt x="52" y="47"/>
                        <a:pt x="52" y="45"/>
                        <a:pt x="51" y="44"/>
                      </a:cubicBezTo>
                      <a:cubicBezTo>
                        <a:pt x="50" y="43"/>
                        <a:pt x="50" y="40"/>
                        <a:pt x="50" y="40"/>
                      </a:cubicBezTo>
                      <a:cubicBezTo>
                        <a:pt x="51" y="39"/>
                        <a:pt x="52" y="38"/>
                        <a:pt x="54" y="39"/>
                      </a:cubicBezTo>
                      <a:cubicBezTo>
                        <a:pt x="55" y="39"/>
                        <a:pt x="57" y="38"/>
                        <a:pt x="57" y="35"/>
                      </a:cubicBezTo>
                      <a:cubicBezTo>
                        <a:pt x="58" y="33"/>
                        <a:pt x="57" y="31"/>
                        <a:pt x="55" y="31"/>
                      </a:cubicBezTo>
                      <a:cubicBezTo>
                        <a:pt x="54" y="31"/>
                        <a:pt x="53" y="28"/>
                        <a:pt x="52" y="27"/>
                      </a:cubicBezTo>
                      <a:cubicBezTo>
                        <a:pt x="52" y="26"/>
                        <a:pt x="54" y="25"/>
                        <a:pt x="55" y="25"/>
                      </a:cubicBezTo>
                      <a:cubicBezTo>
                        <a:pt x="56" y="24"/>
                        <a:pt x="57" y="22"/>
                        <a:pt x="56" y="20"/>
                      </a:cubicBezTo>
                      <a:cubicBezTo>
                        <a:pt x="56" y="18"/>
                        <a:pt x="54" y="17"/>
                        <a:pt x="53" y="18"/>
                      </a:cubicBezTo>
                      <a:cubicBezTo>
                        <a:pt x="51" y="18"/>
                        <a:pt x="49" y="16"/>
                        <a:pt x="48" y="16"/>
                      </a:cubicBezTo>
                      <a:cubicBezTo>
                        <a:pt x="48" y="15"/>
                        <a:pt x="48" y="13"/>
                        <a:pt x="49" y="12"/>
                      </a:cubicBezTo>
                      <a:cubicBezTo>
                        <a:pt x="50" y="11"/>
                        <a:pt x="50" y="9"/>
                        <a:pt x="48" y="8"/>
                      </a:cubicBezTo>
                      <a:cubicBezTo>
                        <a:pt x="47" y="6"/>
                        <a:pt x="45" y="6"/>
                        <a:pt x="44" y="7"/>
                      </a:cubicBezTo>
                      <a:cubicBezTo>
                        <a:pt x="42" y="8"/>
                        <a:pt x="40" y="8"/>
                        <a:pt x="39" y="8"/>
                      </a:cubicBezTo>
                      <a:cubicBezTo>
                        <a:pt x="38" y="7"/>
                        <a:pt x="38" y="6"/>
                        <a:pt x="38" y="4"/>
                      </a:cubicBezTo>
                      <a:cubicBezTo>
                        <a:pt x="38" y="3"/>
                        <a:pt x="37" y="1"/>
                        <a:pt x="35" y="1"/>
                      </a:cubicBezTo>
                      <a:cubicBezTo>
                        <a:pt x="33" y="0"/>
                        <a:pt x="31" y="1"/>
                        <a:pt x="30" y="3"/>
                      </a:cubicBezTo>
                      <a:cubicBezTo>
                        <a:pt x="30" y="4"/>
                        <a:pt x="28" y="5"/>
                        <a:pt x="27" y="5"/>
                      </a:cubicBezTo>
                      <a:cubicBezTo>
                        <a:pt x="26" y="6"/>
                        <a:pt x="25" y="4"/>
                        <a:pt x="24" y="3"/>
                      </a:cubicBezTo>
                      <a:cubicBezTo>
                        <a:pt x="24" y="1"/>
                        <a:pt x="22" y="1"/>
                        <a:pt x="20" y="1"/>
                      </a:cubicBezTo>
                      <a:cubicBezTo>
                        <a:pt x="18" y="2"/>
                        <a:pt x="16" y="4"/>
                        <a:pt x="17" y="5"/>
                      </a:cubicBezTo>
                      <a:cubicBezTo>
                        <a:pt x="17" y="7"/>
                        <a:pt x="16" y="9"/>
                        <a:pt x="15" y="10"/>
                      </a:cubicBezTo>
                      <a:cubicBezTo>
                        <a:pt x="14" y="10"/>
                        <a:pt x="13" y="10"/>
                        <a:pt x="12" y="9"/>
                      </a:cubicBezTo>
                      <a:cubicBezTo>
                        <a:pt x="10" y="8"/>
                        <a:pt x="8" y="8"/>
                        <a:pt x="7" y="10"/>
                      </a:cubicBezTo>
                      <a:cubicBezTo>
                        <a:pt x="6" y="11"/>
                        <a:pt x="5" y="13"/>
                        <a:pt x="6" y="14"/>
                      </a:cubicBezTo>
                      <a:close/>
                      <a:moveTo>
                        <a:pt x="23" y="13"/>
                      </a:moveTo>
                      <a:cubicBezTo>
                        <a:pt x="32" y="10"/>
                        <a:pt x="42" y="15"/>
                        <a:pt x="45" y="24"/>
                      </a:cubicBezTo>
                      <a:cubicBezTo>
                        <a:pt x="47" y="33"/>
                        <a:pt x="43" y="42"/>
                        <a:pt x="34" y="45"/>
                      </a:cubicBezTo>
                      <a:cubicBezTo>
                        <a:pt x="25" y="48"/>
                        <a:pt x="15" y="43"/>
                        <a:pt x="13" y="34"/>
                      </a:cubicBezTo>
                      <a:cubicBezTo>
                        <a:pt x="10" y="26"/>
                        <a:pt x="15" y="16"/>
                        <a:pt x="23" y="13"/>
                      </a:cubicBezTo>
                      <a:close/>
                    </a:path>
                  </a:pathLst>
                </a:custGeom>
                <a:solidFill>
                  <a:srgbClr val="43C5A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425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7" name="Freeform 302"/>
                <p:cNvSpPr>
                  <a:spLocks noEditPoints="1"/>
                </p:cNvSpPr>
                <p:nvPr/>
              </p:nvSpPr>
              <p:spPr bwMode="auto">
                <a:xfrm>
                  <a:off x="5084763" y="971550"/>
                  <a:ext cx="139700" cy="139700"/>
                </a:xfrm>
                <a:custGeom>
                  <a:avLst/>
                  <a:gdLst>
                    <a:gd name="T0" fmla="*/ 4 w 37"/>
                    <a:gd name="T1" fmla="*/ 9 h 37"/>
                    <a:gd name="T2" fmla="*/ 5 w 37"/>
                    <a:gd name="T3" fmla="*/ 12 h 37"/>
                    <a:gd name="T4" fmla="*/ 2 w 37"/>
                    <a:gd name="T5" fmla="*/ 12 h 37"/>
                    <a:gd name="T6" fmla="*/ 0 w 37"/>
                    <a:gd name="T7" fmla="*/ 14 h 37"/>
                    <a:gd name="T8" fmla="*/ 1 w 37"/>
                    <a:gd name="T9" fmla="*/ 17 h 37"/>
                    <a:gd name="T10" fmla="*/ 3 w 37"/>
                    <a:gd name="T11" fmla="*/ 20 h 37"/>
                    <a:gd name="T12" fmla="*/ 2 w 37"/>
                    <a:gd name="T13" fmla="*/ 21 h 37"/>
                    <a:gd name="T14" fmla="*/ 1 w 37"/>
                    <a:gd name="T15" fmla="*/ 24 h 37"/>
                    <a:gd name="T16" fmla="*/ 3 w 37"/>
                    <a:gd name="T17" fmla="*/ 26 h 37"/>
                    <a:gd name="T18" fmla="*/ 5 w 37"/>
                    <a:gd name="T19" fmla="*/ 26 h 37"/>
                    <a:gd name="T20" fmla="*/ 5 w 37"/>
                    <a:gd name="T21" fmla="*/ 29 h 37"/>
                    <a:gd name="T22" fmla="*/ 6 w 37"/>
                    <a:gd name="T23" fmla="*/ 32 h 37"/>
                    <a:gd name="T24" fmla="*/ 9 w 37"/>
                    <a:gd name="T25" fmla="*/ 33 h 37"/>
                    <a:gd name="T26" fmla="*/ 12 w 37"/>
                    <a:gd name="T27" fmla="*/ 32 h 37"/>
                    <a:gd name="T28" fmla="*/ 12 w 37"/>
                    <a:gd name="T29" fmla="*/ 34 h 37"/>
                    <a:gd name="T30" fmla="*/ 15 w 37"/>
                    <a:gd name="T31" fmla="*/ 37 h 37"/>
                    <a:gd name="T32" fmla="*/ 17 w 37"/>
                    <a:gd name="T33" fmla="*/ 35 h 37"/>
                    <a:gd name="T34" fmla="*/ 20 w 37"/>
                    <a:gd name="T35" fmla="*/ 34 h 37"/>
                    <a:gd name="T36" fmla="*/ 21 w 37"/>
                    <a:gd name="T37" fmla="*/ 35 h 37"/>
                    <a:gd name="T38" fmla="*/ 24 w 37"/>
                    <a:gd name="T39" fmla="*/ 36 h 37"/>
                    <a:gd name="T40" fmla="*/ 26 w 37"/>
                    <a:gd name="T41" fmla="*/ 34 h 37"/>
                    <a:gd name="T42" fmla="*/ 27 w 37"/>
                    <a:gd name="T43" fmla="*/ 31 h 37"/>
                    <a:gd name="T44" fmla="*/ 29 w 37"/>
                    <a:gd name="T45" fmla="*/ 32 h 37"/>
                    <a:gd name="T46" fmla="*/ 32 w 37"/>
                    <a:gd name="T47" fmla="*/ 31 h 37"/>
                    <a:gd name="T48" fmla="*/ 33 w 37"/>
                    <a:gd name="T49" fmla="*/ 28 h 37"/>
                    <a:gd name="T50" fmla="*/ 32 w 37"/>
                    <a:gd name="T51" fmla="*/ 25 h 37"/>
                    <a:gd name="T52" fmla="*/ 35 w 37"/>
                    <a:gd name="T53" fmla="*/ 24 h 37"/>
                    <a:gd name="T54" fmla="*/ 37 w 37"/>
                    <a:gd name="T55" fmla="*/ 22 h 37"/>
                    <a:gd name="T56" fmla="*/ 36 w 37"/>
                    <a:gd name="T57" fmla="*/ 19 h 37"/>
                    <a:gd name="T58" fmla="*/ 34 w 37"/>
                    <a:gd name="T59" fmla="*/ 17 h 37"/>
                    <a:gd name="T60" fmla="*/ 35 w 37"/>
                    <a:gd name="T61" fmla="*/ 15 h 37"/>
                    <a:gd name="T62" fmla="*/ 36 w 37"/>
                    <a:gd name="T63" fmla="*/ 12 h 37"/>
                    <a:gd name="T64" fmla="*/ 34 w 37"/>
                    <a:gd name="T65" fmla="*/ 11 h 37"/>
                    <a:gd name="T66" fmla="*/ 31 w 37"/>
                    <a:gd name="T67" fmla="*/ 9 h 37"/>
                    <a:gd name="T68" fmla="*/ 32 w 37"/>
                    <a:gd name="T69" fmla="*/ 7 h 37"/>
                    <a:gd name="T70" fmla="*/ 31 w 37"/>
                    <a:gd name="T71" fmla="*/ 4 h 37"/>
                    <a:gd name="T72" fmla="*/ 28 w 37"/>
                    <a:gd name="T73" fmla="*/ 4 h 37"/>
                    <a:gd name="T74" fmla="*/ 25 w 37"/>
                    <a:gd name="T75" fmla="*/ 4 h 37"/>
                    <a:gd name="T76" fmla="*/ 25 w 37"/>
                    <a:gd name="T77" fmla="*/ 2 h 37"/>
                    <a:gd name="T78" fmla="*/ 22 w 37"/>
                    <a:gd name="T79" fmla="*/ 0 h 37"/>
                    <a:gd name="T80" fmla="*/ 20 w 37"/>
                    <a:gd name="T81" fmla="*/ 1 h 37"/>
                    <a:gd name="T82" fmla="*/ 17 w 37"/>
                    <a:gd name="T83" fmla="*/ 3 h 37"/>
                    <a:gd name="T84" fmla="*/ 16 w 37"/>
                    <a:gd name="T85" fmla="*/ 1 h 37"/>
                    <a:gd name="T86" fmla="*/ 13 w 37"/>
                    <a:gd name="T87" fmla="*/ 0 h 37"/>
                    <a:gd name="T88" fmla="*/ 11 w 37"/>
                    <a:gd name="T89" fmla="*/ 3 h 37"/>
                    <a:gd name="T90" fmla="*/ 10 w 37"/>
                    <a:gd name="T91" fmla="*/ 6 h 37"/>
                    <a:gd name="T92" fmla="*/ 8 w 37"/>
                    <a:gd name="T93" fmla="*/ 5 h 37"/>
                    <a:gd name="T94" fmla="*/ 5 w 37"/>
                    <a:gd name="T95" fmla="*/ 6 h 37"/>
                    <a:gd name="T96" fmla="*/ 4 w 37"/>
                    <a:gd name="T97" fmla="*/ 9 h 37"/>
                    <a:gd name="T98" fmla="*/ 15 w 37"/>
                    <a:gd name="T99" fmla="*/ 8 h 37"/>
                    <a:gd name="T100" fmla="*/ 29 w 37"/>
                    <a:gd name="T101" fmla="*/ 15 h 37"/>
                    <a:gd name="T102" fmla="*/ 22 w 37"/>
                    <a:gd name="T103" fmla="*/ 29 h 37"/>
                    <a:gd name="T104" fmla="*/ 8 w 37"/>
                    <a:gd name="T105" fmla="*/ 22 h 37"/>
                    <a:gd name="T106" fmla="*/ 15 w 37"/>
                    <a:gd name="T107" fmla="*/ 8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</a:cxnLst>
                  <a:rect l="0" t="0" r="r" b="b"/>
                  <a:pathLst>
                    <a:path w="37" h="37">
                      <a:moveTo>
                        <a:pt x="4" y="9"/>
                      </a:moveTo>
                      <a:cubicBezTo>
                        <a:pt x="5" y="9"/>
                        <a:pt x="5" y="11"/>
                        <a:pt x="5" y="12"/>
                      </a:cubicBezTo>
                      <a:cubicBezTo>
                        <a:pt x="4" y="12"/>
                        <a:pt x="3" y="12"/>
                        <a:pt x="2" y="12"/>
                      </a:cubicBezTo>
                      <a:cubicBezTo>
                        <a:pt x="1" y="12"/>
                        <a:pt x="0" y="13"/>
                        <a:pt x="0" y="14"/>
                      </a:cubicBezTo>
                      <a:cubicBezTo>
                        <a:pt x="0" y="16"/>
                        <a:pt x="0" y="17"/>
                        <a:pt x="1" y="17"/>
                      </a:cubicBezTo>
                      <a:cubicBezTo>
                        <a:pt x="2" y="17"/>
                        <a:pt x="3" y="19"/>
                        <a:pt x="3" y="20"/>
                      </a:cubicBezTo>
                      <a:cubicBezTo>
                        <a:pt x="3" y="20"/>
                        <a:pt x="2" y="21"/>
                        <a:pt x="2" y="21"/>
                      </a:cubicBezTo>
                      <a:cubicBezTo>
                        <a:pt x="1" y="21"/>
                        <a:pt x="0" y="23"/>
                        <a:pt x="1" y="24"/>
                      </a:cubicBezTo>
                      <a:cubicBezTo>
                        <a:pt x="1" y="25"/>
                        <a:pt x="2" y="26"/>
                        <a:pt x="3" y="26"/>
                      </a:cubicBezTo>
                      <a:cubicBezTo>
                        <a:pt x="4" y="26"/>
                        <a:pt x="5" y="26"/>
                        <a:pt x="5" y="26"/>
                      </a:cubicBezTo>
                      <a:cubicBezTo>
                        <a:pt x="6" y="27"/>
                        <a:pt x="6" y="28"/>
                        <a:pt x="5" y="29"/>
                      </a:cubicBezTo>
                      <a:cubicBezTo>
                        <a:pt x="5" y="30"/>
                        <a:pt x="5" y="31"/>
                        <a:pt x="6" y="32"/>
                      </a:cubicBezTo>
                      <a:cubicBezTo>
                        <a:pt x="7" y="33"/>
                        <a:pt x="8" y="33"/>
                        <a:pt x="9" y="33"/>
                      </a:cubicBezTo>
                      <a:cubicBezTo>
                        <a:pt x="10" y="32"/>
                        <a:pt x="11" y="32"/>
                        <a:pt x="12" y="32"/>
                      </a:cubicBezTo>
                      <a:cubicBezTo>
                        <a:pt x="12" y="32"/>
                        <a:pt x="13" y="33"/>
                        <a:pt x="12" y="34"/>
                      </a:cubicBezTo>
                      <a:cubicBezTo>
                        <a:pt x="12" y="35"/>
                        <a:pt x="13" y="36"/>
                        <a:pt x="15" y="37"/>
                      </a:cubicBezTo>
                      <a:cubicBezTo>
                        <a:pt x="16" y="37"/>
                        <a:pt x="17" y="36"/>
                        <a:pt x="17" y="35"/>
                      </a:cubicBezTo>
                      <a:cubicBezTo>
                        <a:pt x="18" y="34"/>
                        <a:pt x="19" y="34"/>
                        <a:pt x="20" y="34"/>
                      </a:cubicBezTo>
                      <a:cubicBezTo>
                        <a:pt x="20" y="34"/>
                        <a:pt x="21" y="34"/>
                        <a:pt x="21" y="35"/>
                      </a:cubicBezTo>
                      <a:cubicBezTo>
                        <a:pt x="22" y="36"/>
                        <a:pt x="23" y="37"/>
                        <a:pt x="24" y="36"/>
                      </a:cubicBezTo>
                      <a:cubicBezTo>
                        <a:pt x="26" y="36"/>
                        <a:pt x="26" y="35"/>
                        <a:pt x="26" y="34"/>
                      </a:cubicBezTo>
                      <a:cubicBezTo>
                        <a:pt x="26" y="33"/>
                        <a:pt x="27" y="31"/>
                        <a:pt x="27" y="31"/>
                      </a:cubicBezTo>
                      <a:cubicBezTo>
                        <a:pt x="28" y="31"/>
                        <a:pt x="29" y="31"/>
                        <a:pt x="29" y="32"/>
                      </a:cubicBezTo>
                      <a:cubicBezTo>
                        <a:pt x="30" y="32"/>
                        <a:pt x="32" y="32"/>
                        <a:pt x="32" y="31"/>
                      </a:cubicBezTo>
                      <a:cubicBezTo>
                        <a:pt x="33" y="30"/>
                        <a:pt x="34" y="28"/>
                        <a:pt x="33" y="28"/>
                      </a:cubicBezTo>
                      <a:cubicBezTo>
                        <a:pt x="32" y="27"/>
                        <a:pt x="32" y="25"/>
                        <a:pt x="32" y="25"/>
                      </a:cubicBezTo>
                      <a:cubicBezTo>
                        <a:pt x="33" y="24"/>
                        <a:pt x="34" y="24"/>
                        <a:pt x="35" y="24"/>
                      </a:cubicBezTo>
                      <a:cubicBezTo>
                        <a:pt x="36" y="24"/>
                        <a:pt x="37" y="24"/>
                        <a:pt x="37" y="22"/>
                      </a:cubicBezTo>
                      <a:cubicBezTo>
                        <a:pt x="37" y="21"/>
                        <a:pt x="37" y="20"/>
                        <a:pt x="36" y="19"/>
                      </a:cubicBezTo>
                      <a:cubicBezTo>
                        <a:pt x="35" y="19"/>
                        <a:pt x="34" y="18"/>
                        <a:pt x="34" y="17"/>
                      </a:cubicBezTo>
                      <a:cubicBezTo>
                        <a:pt x="34" y="16"/>
                        <a:pt x="35" y="16"/>
                        <a:pt x="35" y="15"/>
                      </a:cubicBezTo>
                      <a:cubicBezTo>
                        <a:pt x="36" y="15"/>
                        <a:pt x="37" y="14"/>
                        <a:pt x="36" y="12"/>
                      </a:cubicBezTo>
                      <a:cubicBezTo>
                        <a:pt x="36" y="11"/>
                        <a:pt x="35" y="10"/>
                        <a:pt x="34" y="11"/>
                      </a:cubicBezTo>
                      <a:cubicBezTo>
                        <a:pt x="33" y="11"/>
                        <a:pt x="31" y="10"/>
                        <a:pt x="31" y="9"/>
                      </a:cubicBezTo>
                      <a:cubicBezTo>
                        <a:pt x="31" y="9"/>
                        <a:pt x="31" y="8"/>
                        <a:pt x="32" y="7"/>
                      </a:cubicBezTo>
                      <a:cubicBezTo>
                        <a:pt x="32" y="7"/>
                        <a:pt x="32" y="5"/>
                        <a:pt x="31" y="4"/>
                      </a:cubicBezTo>
                      <a:cubicBezTo>
                        <a:pt x="30" y="3"/>
                        <a:pt x="29" y="3"/>
                        <a:pt x="28" y="4"/>
                      </a:cubicBezTo>
                      <a:cubicBezTo>
                        <a:pt x="27" y="5"/>
                        <a:pt x="26" y="5"/>
                        <a:pt x="25" y="4"/>
                      </a:cubicBezTo>
                      <a:cubicBezTo>
                        <a:pt x="25" y="4"/>
                        <a:pt x="24" y="3"/>
                        <a:pt x="25" y="2"/>
                      </a:cubicBezTo>
                      <a:cubicBezTo>
                        <a:pt x="25" y="1"/>
                        <a:pt x="24" y="0"/>
                        <a:pt x="22" y="0"/>
                      </a:cubicBezTo>
                      <a:cubicBezTo>
                        <a:pt x="21" y="0"/>
                        <a:pt x="20" y="0"/>
                        <a:pt x="20" y="1"/>
                      </a:cubicBezTo>
                      <a:cubicBezTo>
                        <a:pt x="19" y="2"/>
                        <a:pt x="18" y="3"/>
                        <a:pt x="17" y="3"/>
                      </a:cubicBezTo>
                      <a:cubicBezTo>
                        <a:pt x="17" y="3"/>
                        <a:pt x="16" y="2"/>
                        <a:pt x="16" y="1"/>
                      </a:cubicBezTo>
                      <a:cubicBezTo>
                        <a:pt x="15" y="0"/>
                        <a:pt x="14" y="0"/>
                        <a:pt x="13" y="0"/>
                      </a:cubicBezTo>
                      <a:cubicBezTo>
                        <a:pt x="11" y="1"/>
                        <a:pt x="11" y="2"/>
                        <a:pt x="11" y="3"/>
                      </a:cubicBezTo>
                      <a:cubicBezTo>
                        <a:pt x="11" y="4"/>
                        <a:pt x="10" y="5"/>
                        <a:pt x="10" y="6"/>
                      </a:cubicBezTo>
                      <a:cubicBezTo>
                        <a:pt x="9" y="6"/>
                        <a:pt x="8" y="6"/>
                        <a:pt x="8" y="5"/>
                      </a:cubicBezTo>
                      <a:cubicBezTo>
                        <a:pt x="7" y="4"/>
                        <a:pt x="5" y="5"/>
                        <a:pt x="5" y="6"/>
                      </a:cubicBezTo>
                      <a:cubicBezTo>
                        <a:pt x="4" y="7"/>
                        <a:pt x="3" y="8"/>
                        <a:pt x="4" y="9"/>
                      </a:cubicBezTo>
                      <a:close/>
                      <a:moveTo>
                        <a:pt x="15" y="8"/>
                      </a:moveTo>
                      <a:cubicBezTo>
                        <a:pt x="21" y="6"/>
                        <a:pt x="27" y="9"/>
                        <a:pt x="29" y="15"/>
                      </a:cubicBezTo>
                      <a:cubicBezTo>
                        <a:pt x="31" y="21"/>
                        <a:pt x="27" y="27"/>
                        <a:pt x="22" y="29"/>
                      </a:cubicBezTo>
                      <a:cubicBezTo>
                        <a:pt x="16" y="30"/>
                        <a:pt x="10" y="27"/>
                        <a:pt x="8" y="22"/>
                      </a:cubicBezTo>
                      <a:cubicBezTo>
                        <a:pt x="6" y="16"/>
                        <a:pt x="10" y="10"/>
                        <a:pt x="15" y="8"/>
                      </a:cubicBezTo>
                      <a:close/>
                    </a:path>
                  </a:pathLst>
                </a:custGeom>
                <a:solidFill>
                  <a:srgbClr val="43C5A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425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8" name="Freeform 303"/>
                <p:cNvSpPr>
                  <a:spLocks noEditPoints="1"/>
                </p:cNvSpPr>
                <p:nvPr/>
              </p:nvSpPr>
              <p:spPr bwMode="auto">
                <a:xfrm>
                  <a:off x="5084763" y="1111250"/>
                  <a:ext cx="109538" cy="104775"/>
                </a:xfrm>
                <a:custGeom>
                  <a:avLst/>
                  <a:gdLst>
                    <a:gd name="T0" fmla="*/ 3 w 29"/>
                    <a:gd name="T1" fmla="*/ 7 h 28"/>
                    <a:gd name="T2" fmla="*/ 4 w 29"/>
                    <a:gd name="T3" fmla="*/ 9 h 28"/>
                    <a:gd name="T4" fmla="*/ 2 w 29"/>
                    <a:gd name="T5" fmla="*/ 9 h 28"/>
                    <a:gd name="T6" fmla="*/ 0 w 29"/>
                    <a:gd name="T7" fmla="*/ 11 h 28"/>
                    <a:gd name="T8" fmla="*/ 1 w 29"/>
                    <a:gd name="T9" fmla="*/ 13 h 28"/>
                    <a:gd name="T10" fmla="*/ 3 w 29"/>
                    <a:gd name="T11" fmla="*/ 15 h 28"/>
                    <a:gd name="T12" fmla="*/ 1 w 29"/>
                    <a:gd name="T13" fmla="*/ 16 h 28"/>
                    <a:gd name="T14" fmla="*/ 1 w 29"/>
                    <a:gd name="T15" fmla="*/ 19 h 28"/>
                    <a:gd name="T16" fmla="*/ 3 w 29"/>
                    <a:gd name="T17" fmla="*/ 20 h 28"/>
                    <a:gd name="T18" fmla="*/ 4 w 29"/>
                    <a:gd name="T19" fmla="*/ 20 h 28"/>
                    <a:gd name="T20" fmla="*/ 4 w 29"/>
                    <a:gd name="T21" fmla="*/ 23 h 28"/>
                    <a:gd name="T22" fmla="*/ 5 w 29"/>
                    <a:gd name="T23" fmla="*/ 25 h 28"/>
                    <a:gd name="T24" fmla="*/ 7 w 29"/>
                    <a:gd name="T25" fmla="*/ 25 h 28"/>
                    <a:gd name="T26" fmla="*/ 9 w 29"/>
                    <a:gd name="T27" fmla="*/ 25 h 28"/>
                    <a:gd name="T28" fmla="*/ 10 w 29"/>
                    <a:gd name="T29" fmla="*/ 27 h 28"/>
                    <a:gd name="T30" fmla="*/ 11 w 29"/>
                    <a:gd name="T31" fmla="*/ 28 h 28"/>
                    <a:gd name="T32" fmla="*/ 13 w 29"/>
                    <a:gd name="T33" fmla="*/ 27 h 28"/>
                    <a:gd name="T34" fmla="*/ 15 w 29"/>
                    <a:gd name="T35" fmla="*/ 26 h 28"/>
                    <a:gd name="T36" fmla="*/ 17 w 29"/>
                    <a:gd name="T37" fmla="*/ 27 h 28"/>
                    <a:gd name="T38" fmla="*/ 19 w 29"/>
                    <a:gd name="T39" fmla="*/ 28 h 28"/>
                    <a:gd name="T40" fmla="*/ 20 w 29"/>
                    <a:gd name="T41" fmla="*/ 26 h 28"/>
                    <a:gd name="T42" fmla="*/ 21 w 29"/>
                    <a:gd name="T43" fmla="*/ 24 h 28"/>
                    <a:gd name="T44" fmla="*/ 23 w 29"/>
                    <a:gd name="T45" fmla="*/ 24 h 28"/>
                    <a:gd name="T46" fmla="*/ 25 w 29"/>
                    <a:gd name="T47" fmla="*/ 24 h 28"/>
                    <a:gd name="T48" fmla="*/ 25 w 29"/>
                    <a:gd name="T49" fmla="*/ 21 h 28"/>
                    <a:gd name="T50" fmla="*/ 25 w 29"/>
                    <a:gd name="T51" fmla="*/ 19 h 28"/>
                    <a:gd name="T52" fmla="*/ 27 w 29"/>
                    <a:gd name="T53" fmla="*/ 19 h 28"/>
                    <a:gd name="T54" fmla="*/ 29 w 29"/>
                    <a:gd name="T55" fmla="*/ 17 h 28"/>
                    <a:gd name="T56" fmla="*/ 28 w 29"/>
                    <a:gd name="T57" fmla="*/ 15 h 28"/>
                    <a:gd name="T58" fmla="*/ 26 w 29"/>
                    <a:gd name="T59" fmla="*/ 13 h 28"/>
                    <a:gd name="T60" fmla="*/ 27 w 29"/>
                    <a:gd name="T61" fmla="*/ 12 h 28"/>
                    <a:gd name="T62" fmla="*/ 28 w 29"/>
                    <a:gd name="T63" fmla="*/ 10 h 28"/>
                    <a:gd name="T64" fmla="*/ 26 w 29"/>
                    <a:gd name="T65" fmla="*/ 8 h 28"/>
                    <a:gd name="T66" fmla="*/ 24 w 29"/>
                    <a:gd name="T67" fmla="*/ 7 h 28"/>
                    <a:gd name="T68" fmla="*/ 25 w 29"/>
                    <a:gd name="T69" fmla="*/ 6 h 28"/>
                    <a:gd name="T70" fmla="*/ 24 w 29"/>
                    <a:gd name="T71" fmla="*/ 3 h 28"/>
                    <a:gd name="T72" fmla="*/ 22 w 29"/>
                    <a:gd name="T73" fmla="*/ 3 h 28"/>
                    <a:gd name="T74" fmla="*/ 19 w 29"/>
                    <a:gd name="T75" fmla="*/ 3 h 28"/>
                    <a:gd name="T76" fmla="*/ 19 w 29"/>
                    <a:gd name="T77" fmla="*/ 2 h 28"/>
                    <a:gd name="T78" fmla="*/ 17 w 29"/>
                    <a:gd name="T79" fmla="*/ 0 h 28"/>
                    <a:gd name="T80" fmla="*/ 15 w 29"/>
                    <a:gd name="T81" fmla="*/ 1 h 28"/>
                    <a:gd name="T82" fmla="*/ 13 w 29"/>
                    <a:gd name="T83" fmla="*/ 2 h 28"/>
                    <a:gd name="T84" fmla="*/ 12 w 29"/>
                    <a:gd name="T85" fmla="*/ 1 h 28"/>
                    <a:gd name="T86" fmla="*/ 10 w 29"/>
                    <a:gd name="T87" fmla="*/ 0 h 28"/>
                    <a:gd name="T88" fmla="*/ 9 w 29"/>
                    <a:gd name="T89" fmla="*/ 2 h 28"/>
                    <a:gd name="T90" fmla="*/ 8 w 29"/>
                    <a:gd name="T91" fmla="*/ 4 h 28"/>
                    <a:gd name="T92" fmla="*/ 6 w 29"/>
                    <a:gd name="T93" fmla="*/ 4 h 28"/>
                    <a:gd name="T94" fmla="*/ 4 w 29"/>
                    <a:gd name="T95" fmla="*/ 4 h 28"/>
                    <a:gd name="T96" fmla="*/ 3 w 29"/>
                    <a:gd name="T97" fmla="*/ 7 h 28"/>
                    <a:gd name="T98" fmla="*/ 12 w 29"/>
                    <a:gd name="T99" fmla="*/ 6 h 28"/>
                    <a:gd name="T100" fmla="*/ 22 w 29"/>
                    <a:gd name="T101" fmla="*/ 12 h 28"/>
                    <a:gd name="T102" fmla="*/ 17 w 29"/>
                    <a:gd name="T103" fmla="*/ 22 h 28"/>
                    <a:gd name="T104" fmla="*/ 6 w 29"/>
                    <a:gd name="T105" fmla="*/ 17 h 28"/>
                    <a:gd name="T106" fmla="*/ 12 w 29"/>
                    <a:gd name="T107" fmla="*/ 6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</a:cxnLst>
                  <a:rect l="0" t="0" r="r" b="b"/>
                  <a:pathLst>
                    <a:path w="29" h="28">
                      <a:moveTo>
                        <a:pt x="3" y="7"/>
                      </a:moveTo>
                      <a:cubicBezTo>
                        <a:pt x="4" y="7"/>
                        <a:pt x="4" y="9"/>
                        <a:pt x="4" y="9"/>
                      </a:cubicBezTo>
                      <a:cubicBezTo>
                        <a:pt x="4" y="9"/>
                        <a:pt x="3" y="10"/>
                        <a:pt x="2" y="9"/>
                      </a:cubicBezTo>
                      <a:cubicBezTo>
                        <a:pt x="1" y="9"/>
                        <a:pt x="0" y="10"/>
                        <a:pt x="0" y="11"/>
                      </a:cubicBezTo>
                      <a:cubicBezTo>
                        <a:pt x="0" y="12"/>
                        <a:pt x="0" y="13"/>
                        <a:pt x="1" y="13"/>
                      </a:cubicBezTo>
                      <a:cubicBezTo>
                        <a:pt x="2" y="13"/>
                        <a:pt x="3" y="15"/>
                        <a:pt x="3" y="15"/>
                      </a:cubicBezTo>
                      <a:cubicBezTo>
                        <a:pt x="3" y="16"/>
                        <a:pt x="2" y="16"/>
                        <a:pt x="1" y="16"/>
                      </a:cubicBezTo>
                      <a:cubicBezTo>
                        <a:pt x="1" y="17"/>
                        <a:pt x="0" y="18"/>
                        <a:pt x="1" y="19"/>
                      </a:cubicBezTo>
                      <a:cubicBezTo>
                        <a:pt x="1" y="20"/>
                        <a:pt x="2" y="20"/>
                        <a:pt x="3" y="20"/>
                      </a:cubicBezTo>
                      <a:cubicBezTo>
                        <a:pt x="3" y="20"/>
                        <a:pt x="4" y="20"/>
                        <a:pt x="4" y="20"/>
                      </a:cubicBezTo>
                      <a:cubicBezTo>
                        <a:pt x="4" y="21"/>
                        <a:pt x="5" y="22"/>
                        <a:pt x="4" y="23"/>
                      </a:cubicBezTo>
                      <a:cubicBezTo>
                        <a:pt x="4" y="23"/>
                        <a:pt x="4" y="24"/>
                        <a:pt x="5" y="25"/>
                      </a:cubicBezTo>
                      <a:cubicBezTo>
                        <a:pt x="5" y="26"/>
                        <a:pt x="7" y="26"/>
                        <a:pt x="7" y="25"/>
                      </a:cubicBezTo>
                      <a:cubicBezTo>
                        <a:pt x="8" y="25"/>
                        <a:pt x="9" y="25"/>
                        <a:pt x="9" y="25"/>
                      </a:cubicBezTo>
                      <a:cubicBezTo>
                        <a:pt x="10" y="25"/>
                        <a:pt x="10" y="26"/>
                        <a:pt x="10" y="27"/>
                      </a:cubicBezTo>
                      <a:cubicBezTo>
                        <a:pt x="10" y="27"/>
                        <a:pt x="10" y="28"/>
                        <a:pt x="11" y="28"/>
                      </a:cubicBezTo>
                      <a:cubicBezTo>
                        <a:pt x="12" y="28"/>
                        <a:pt x="13" y="28"/>
                        <a:pt x="13" y="27"/>
                      </a:cubicBezTo>
                      <a:cubicBezTo>
                        <a:pt x="14" y="27"/>
                        <a:pt x="15" y="26"/>
                        <a:pt x="15" y="26"/>
                      </a:cubicBezTo>
                      <a:cubicBezTo>
                        <a:pt x="16" y="26"/>
                        <a:pt x="16" y="26"/>
                        <a:pt x="17" y="27"/>
                      </a:cubicBezTo>
                      <a:cubicBezTo>
                        <a:pt x="17" y="28"/>
                        <a:pt x="18" y="28"/>
                        <a:pt x="19" y="28"/>
                      </a:cubicBezTo>
                      <a:cubicBezTo>
                        <a:pt x="20" y="28"/>
                        <a:pt x="20" y="27"/>
                        <a:pt x="20" y="26"/>
                      </a:cubicBezTo>
                      <a:cubicBezTo>
                        <a:pt x="20" y="25"/>
                        <a:pt x="21" y="24"/>
                        <a:pt x="21" y="24"/>
                      </a:cubicBezTo>
                      <a:cubicBezTo>
                        <a:pt x="21" y="24"/>
                        <a:pt x="22" y="24"/>
                        <a:pt x="23" y="24"/>
                      </a:cubicBezTo>
                      <a:cubicBezTo>
                        <a:pt x="23" y="25"/>
                        <a:pt x="24" y="25"/>
                        <a:pt x="25" y="24"/>
                      </a:cubicBezTo>
                      <a:cubicBezTo>
                        <a:pt x="26" y="23"/>
                        <a:pt x="26" y="22"/>
                        <a:pt x="25" y="21"/>
                      </a:cubicBezTo>
                      <a:cubicBezTo>
                        <a:pt x="25" y="21"/>
                        <a:pt x="25" y="20"/>
                        <a:pt x="25" y="19"/>
                      </a:cubicBezTo>
                      <a:cubicBezTo>
                        <a:pt x="25" y="19"/>
                        <a:pt x="26" y="19"/>
                        <a:pt x="27" y="19"/>
                      </a:cubicBezTo>
                      <a:cubicBezTo>
                        <a:pt x="28" y="19"/>
                        <a:pt x="28" y="18"/>
                        <a:pt x="29" y="17"/>
                      </a:cubicBezTo>
                      <a:cubicBezTo>
                        <a:pt x="29" y="16"/>
                        <a:pt x="28" y="15"/>
                        <a:pt x="28" y="15"/>
                      </a:cubicBezTo>
                      <a:cubicBezTo>
                        <a:pt x="27" y="15"/>
                        <a:pt x="26" y="14"/>
                        <a:pt x="26" y="13"/>
                      </a:cubicBezTo>
                      <a:cubicBezTo>
                        <a:pt x="26" y="13"/>
                        <a:pt x="27" y="12"/>
                        <a:pt x="27" y="12"/>
                      </a:cubicBezTo>
                      <a:cubicBezTo>
                        <a:pt x="28" y="12"/>
                        <a:pt x="28" y="11"/>
                        <a:pt x="28" y="10"/>
                      </a:cubicBezTo>
                      <a:cubicBezTo>
                        <a:pt x="28" y="9"/>
                        <a:pt x="27" y="8"/>
                        <a:pt x="26" y="8"/>
                      </a:cubicBezTo>
                      <a:cubicBezTo>
                        <a:pt x="26" y="9"/>
                        <a:pt x="24" y="8"/>
                        <a:pt x="24" y="7"/>
                      </a:cubicBezTo>
                      <a:cubicBezTo>
                        <a:pt x="24" y="7"/>
                        <a:pt x="24" y="6"/>
                        <a:pt x="25" y="6"/>
                      </a:cubicBezTo>
                      <a:cubicBezTo>
                        <a:pt x="25" y="5"/>
                        <a:pt x="25" y="4"/>
                        <a:pt x="24" y="3"/>
                      </a:cubicBezTo>
                      <a:cubicBezTo>
                        <a:pt x="23" y="3"/>
                        <a:pt x="22" y="3"/>
                        <a:pt x="22" y="3"/>
                      </a:cubicBezTo>
                      <a:cubicBezTo>
                        <a:pt x="21" y="4"/>
                        <a:pt x="20" y="4"/>
                        <a:pt x="19" y="3"/>
                      </a:cubicBezTo>
                      <a:cubicBezTo>
                        <a:pt x="19" y="3"/>
                        <a:pt x="19" y="2"/>
                        <a:pt x="19" y="2"/>
                      </a:cubicBezTo>
                      <a:cubicBezTo>
                        <a:pt x="19" y="1"/>
                        <a:pt x="18" y="0"/>
                        <a:pt x="17" y="0"/>
                      </a:cubicBezTo>
                      <a:cubicBezTo>
                        <a:pt x="16" y="0"/>
                        <a:pt x="15" y="0"/>
                        <a:pt x="15" y="1"/>
                      </a:cubicBezTo>
                      <a:cubicBezTo>
                        <a:pt x="15" y="2"/>
                        <a:pt x="14" y="2"/>
                        <a:pt x="13" y="2"/>
                      </a:cubicBezTo>
                      <a:cubicBezTo>
                        <a:pt x="13" y="2"/>
                        <a:pt x="12" y="2"/>
                        <a:pt x="12" y="1"/>
                      </a:cubicBezTo>
                      <a:cubicBezTo>
                        <a:pt x="12" y="0"/>
                        <a:pt x="11" y="0"/>
                        <a:pt x="10" y="0"/>
                      </a:cubicBezTo>
                      <a:cubicBezTo>
                        <a:pt x="9" y="1"/>
                        <a:pt x="8" y="2"/>
                        <a:pt x="9" y="2"/>
                      </a:cubicBezTo>
                      <a:cubicBezTo>
                        <a:pt x="9" y="3"/>
                        <a:pt x="8" y="4"/>
                        <a:pt x="8" y="4"/>
                      </a:cubicBezTo>
                      <a:cubicBezTo>
                        <a:pt x="7" y="5"/>
                        <a:pt x="7" y="4"/>
                        <a:pt x="6" y="4"/>
                      </a:cubicBezTo>
                      <a:cubicBezTo>
                        <a:pt x="5" y="3"/>
                        <a:pt x="4" y="4"/>
                        <a:pt x="4" y="4"/>
                      </a:cubicBezTo>
                      <a:cubicBezTo>
                        <a:pt x="3" y="5"/>
                        <a:pt x="3" y="6"/>
                        <a:pt x="3" y="7"/>
                      </a:cubicBezTo>
                      <a:close/>
                      <a:moveTo>
                        <a:pt x="12" y="6"/>
                      </a:moveTo>
                      <a:cubicBezTo>
                        <a:pt x="16" y="5"/>
                        <a:pt x="21" y="7"/>
                        <a:pt x="22" y="12"/>
                      </a:cubicBezTo>
                      <a:cubicBezTo>
                        <a:pt x="24" y="16"/>
                        <a:pt x="21" y="21"/>
                        <a:pt x="17" y="22"/>
                      </a:cubicBezTo>
                      <a:cubicBezTo>
                        <a:pt x="13" y="23"/>
                        <a:pt x="8" y="21"/>
                        <a:pt x="6" y="17"/>
                      </a:cubicBezTo>
                      <a:cubicBezTo>
                        <a:pt x="5" y="12"/>
                        <a:pt x="7" y="8"/>
                        <a:pt x="12" y="6"/>
                      </a:cubicBezTo>
                      <a:close/>
                    </a:path>
                  </a:pathLst>
                </a:custGeom>
                <a:solidFill>
                  <a:srgbClr val="43C5A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425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</p:grpSp>
        <p:sp>
          <p:nvSpPr>
            <p:cNvPr id="43" name="矩形 42"/>
            <p:cNvSpPr/>
            <p:nvPr/>
          </p:nvSpPr>
          <p:spPr>
            <a:xfrm>
              <a:off x="7367116" y="916528"/>
              <a:ext cx="996247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PART 02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 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9" name="组合 48"/>
          <p:cNvGrpSpPr/>
          <p:nvPr userDrawn="1"/>
        </p:nvGrpSpPr>
        <p:grpSpPr>
          <a:xfrm>
            <a:off x="8957777" y="285722"/>
            <a:ext cx="996377" cy="1000138"/>
            <a:chOff x="8563703" y="285722"/>
            <a:chExt cx="996247" cy="1000138"/>
          </a:xfrm>
        </p:grpSpPr>
        <p:grpSp>
          <p:nvGrpSpPr>
            <p:cNvPr id="50" name="组合 55"/>
            <p:cNvGrpSpPr/>
            <p:nvPr userDrawn="1"/>
          </p:nvGrpSpPr>
          <p:grpSpPr>
            <a:xfrm>
              <a:off x="8762966" y="285722"/>
              <a:ext cx="597720" cy="597719"/>
              <a:chOff x="6494501" y="4230044"/>
              <a:chExt cx="696763" cy="696763"/>
            </a:xfrm>
          </p:grpSpPr>
          <p:sp>
            <p:nvSpPr>
              <p:cNvPr id="52" name="椭圆 51"/>
              <p:cNvSpPr/>
              <p:nvPr userDrawn="1"/>
            </p:nvSpPr>
            <p:spPr>
              <a:xfrm>
                <a:off x="6494501" y="4230044"/>
                <a:ext cx="696763" cy="696763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bg1"/>
                </a:solidFill>
              </a:ln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25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3" name="任意多边形 52"/>
              <p:cNvSpPr/>
              <p:nvPr/>
            </p:nvSpPr>
            <p:spPr bwMode="auto">
              <a:xfrm>
                <a:off x="6609466" y="4389665"/>
                <a:ext cx="488930" cy="374848"/>
              </a:xfrm>
              <a:custGeom>
                <a:avLst/>
                <a:gdLst>
                  <a:gd name="connsiteX0" fmla="*/ 14829 w 563476"/>
                  <a:gd name="connsiteY0" fmla="*/ 416347 h 432000"/>
                  <a:gd name="connsiteX1" fmla="*/ 556062 w 563476"/>
                  <a:gd name="connsiteY1" fmla="*/ 416347 h 432000"/>
                  <a:gd name="connsiteX2" fmla="*/ 563476 w 563476"/>
                  <a:gd name="connsiteY2" fmla="*/ 424174 h 432000"/>
                  <a:gd name="connsiteX3" fmla="*/ 556062 w 563476"/>
                  <a:gd name="connsiteY3" fmla="*/ 432000 h 432000"/>
                  <a:gd name="connsiteX4" fmla="*/ 14829 w 563476"/>
                  <a:gd name="connsiteY4" fmla="*/ 432000 h 432000"/>
                  <a:gd name="connsiteX5" fmla="*/ 0 w 563476"/>
                  <a:gd name="connsiteY5" fmla="*/ 424174 h 432000"/>
                  <a:gd name="connsiteX6" fmla="*/ 14829 w 563476"/>
                  <a:gd name="connsiteY6" fmla="*/ 416347 h 432000"/>
                  <a:gd name="connsiteX7" fmla="*/ 428869 w 563476"/>
                  <a:gd name="connsiteY7" fmla="*/ 200347 h 432000"/>
                  <a:gd name="connsiteX8" fmla="*/ 510260 w 563476"/>
                  <a:gd name="connsiteY8" fmla="*/ 200347 h 432000"/>
                  <a:gd name="connsiteX9" fmla="*/ 510260 w 563476"/>
                  <a:gd name="connsiteY9" fmla="*/ 372521 h 432000"/>
                  <a:gd name="connsiteX10" fmla="*/ 428869 w 563476"/>
                  <a:gd name="connsiteY10" fmla="*/ 372521 h 432000"/>
                  <a:gd name="connsiteX11" fmla="*/ 303652 w 563476"/>
                  <a:gd name="connsiteY11" fmla="*/ 118956 h 432000"/>
                  <a:gd name="connsiteX12" fmla="*/ 385043 w 563476"/>
                  <a:gd name="connsiteY12" fmla="*/ 118956 h 432000"/>
                  <a:gd name="connsiteX13" fmla="*/ 385043 w 563476"/>
                  <a:gd name="connsiteY13" fmla="*/ 372521 h 432000"/>
                  <a:gd name="connsiteX14" fmla="*/ 303652 w 563476"/>
                  <a:gd name="connsiteY14" fmla="*/ 372521 h 432000"/>
                  <a:gd name="connsiteX15" fmla="*/ 72001 w 563476"/>
                  <a:gd name="connsiteY15" fmla="*/ 97044 h 432000"/>
                  <a:gd name="connsiteX16" fmla="*/ 153392 w 563476"/>
                  <a:gd name="connsiteY16" fmla="*/ 97044 h 432000"/>
                  <a:gd name="connsiteX17" fmla="*/ 153392 w 563476"/>
                  <a:gd name="connsiteY17" fmla="*/ 372521 h 432000"/>
                  <a:gd name="connsiteX18" fmla="*/ 72001 w 563476"/>
                  <a:gd name="connsiteY18" fmla="*/ 372521 h 432000"/>
                  <a:gd name="connsiteX19" fmla="*/ 190957 w 563476"/>
                  <a:gd name="connsiteY19" fmla="*/ 0 h 432000"/>
                  <a:gd name="connsiteX20" fmla="*/ 272348 w 563476"/>
                  <a:gd name="connsiteY20" fmla="*/ 0 h 432000"/>
                  <a:gd name="connsiteX21" fmla="*/ 272348 w 563476"/>
                  <a:gd name="connsiteY21" fmla="*/ 372521 h 432000"/>
                  <a:gd name="connsiteX22" fmla="*/ 190957 w 563476"/>
                  <a:gd name="connsiteY22" fmla="*/ 372521 h 432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63476" h="432000">
                    <a:moveTo>
                      <a:pt x="14829" y="416347"/>
                    </a:moveTo>
                    <a:cubicBezTo>
                      <a:pt x="556062" y="416347"/>
                      <a:pt x="556062" y="416347"/>
                      <a:pt x="556062" y="416347"/>
                    </a:cubicBezTo>
                    <a:cubicBezTo>
                      <a:pt x="556062" y="416347"/>
                      <a:pt x="563476" y="416347"/>
                      <a:pt x="563476" y="424174"/>
                    </a:cubicBezTo>
                    <a:cubicBezTo>
                      <a:pt x="563476" y="432000"/>
                      <a:pt x="556062" y="432000"/>
                      <a:pt x="556062" y="432000"/>
                    </a:cubicBezTo>
                    <a:lnTo>
                      <a:pt x="14829" y="432000"/>
                    </a:lnTo>
                    <a:cubicBezTo>
                      <a:pt x="7414" y="432000"/>
                      <a:pt x="0" y="432000"/>
                      <a:pt x="0" y="424174"/>
                    </a:cubicBezTo>
                    <a:cubicBezTo>
                      <a:pt x="0" y="416347"/>
                      <a:pt x="7414" y="416347"/>
                      <a:pt x="14829" y="416347"/>
                    </a:cubicBezTo>
                    <a:close/>
                    <a:moveTo>
                      <a:pt x="428869" y="200347"/>
                    </a:moveTo>
                    <a:lnTo>
                      <a:pt x="510260" y="200347"/>
                    </a:lnTo>
                    <a:lnTo>
                      <a:pt x="510260" y="372521"/>
                    </a:lnTo>
                    <a:lnTo>
                      <a:pt x="428869" y="372521"/>
                    </a:lnTo>
                    <a:close/>
                    <a:moveTo>
                      <a:pt x="303652" y="118956"/>
                    </a:moveTo>
                    <a:lnTo>
                      <a:pt x="385043" y="118956"/>
                    </a:lnTo>
                    <a:lnTo>
                      <a:pt x="385043" y="372521"/>
                    </a:lnTo>
                    <a:lnTo>
                      <a:pt x="303652" y="372521"/>
                    </a:lnTo>
                    <a:close/>
                    <a:moveTo>
                      <a:pt x="72001" y="97044"/>
                    </a:moveTo>
                    <a:lnTo>
                      <a:pt x="153392" y="97044"/>
                    </a:lnTo>
                    <a:lnTo>
                      <a:pt x="153392" y="372521"/>
                    </a:lnTo>
                    <a:lnTo>
                      <a:pt x="72001" y="372521"/>
                    </a:lnTo>
                    <a:close/>
                    <a:moveTo>
                      <a:pt x="190957" y="0"/>
                    </a:moveTo>
                    <a:lnTo>
                      <a:pt x="272348" y="0"/>
                    </a:lnTo>
                    <a:lnTo>
                      <a:pt x="272348" y="372521"/>
                    </a:lnTo>
                    <a:lnTo>
                      <a:pt x="190957" y="372521"/>
                    </a:lnTo>
                    <a:close/>
                  </a:path>
                </a:pathLst>
              </a:custGeom>
              <a:solidFill>
                <a:srgbClr val="C1D84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51" name="矩形 50"/>
            <p:cNvSpPr/>
            <p:nvPr/>
          </p:nvSpPr>
          <p:spPr>
            <a:xfrm>
              <a:off x="8563703" y="916528"/>
              <a:ext cx="996247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PART 03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 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4" name="组合 53"/>
          <p:cNvGrpSpPr/>
          <p:nvPr userDrawn="1"/>
        </p:nvGrpSpPr>
        <p:grpSpPr>
          <a:xfrm>
            <a:off x="9958040" y="285728"/>
            <a:ext cx="996377" cy="1000132"/>
            <a:chOff x="9760290" y="285728"/>
            <a:chExt cx="996247" cy="1000132"/>
          </a:xfrm>
        </p:grpSpPr>
        <p:grpSp>
          <p:nvGrpSpPr>
            <p:cNvPr id="55" name="组合 43"/>
            <p:cNvGrpSpPr/>
            <p:nvPr/>
          </p:nvGrpSpPr>
          <p:grpSpPr>
            <a:xfrm>
              <a:off x="9959553" y="285728"/>
              <a:ext cx="597720" cy="597720"/>
              <a:chOff x="4840168" y="3971584"/>
              <a:chExt cx="522572" cy="522572"/>
            </a:xfrm>
          </p:grpSpPr>
          <p:sp>
            <p:nvSpPr>
              <p:cNvPr id="57" name="椭圆 56"/>
              <p:cNvSpPr/>
              <p:nvPr/>
            </p:nvSpPr>
            <p:spPr>
              <a:xfrm>
                <a:off x="4840168" y="3971584"/>
                <a:ext cx="522572" cy="522572"/>
              </a:xfrm>
              <a:prstGeom prst="ellipse">
                <a:avLst/>
              </a:prstGeom>
              <a:solidFill>
                <a:srgbClr val="EEEEEE"/>
              </a:solidFill>
              <a:ln>
                <a:solidFill>
                  <a:schemeClr val="bg1"/>
                </a:solidFill>
              </a:ln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25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grpSp>
            <p:nvGrpSpPr>
              <p:cNvPr id="58" name="组合 137"/>
              <p:cNvGrpSpPr/>
              <p:nvPr/>
            </p:nvGrpSpPr>
            <p:grpSpPr>
              <a:xfrm>
                <a:off x="4981489" y="4078661"/>
                <a:ext cx="239931" cy="308418"/>
                <a:chOff x="731016" y="1671338"/>
                <a:chExt cx="366231" cy="470769"/>
              </a:xfrm>
              <a:solidFill>
                <a:srgbClr val="B91F38"/>
              </a:solidFill>
            </p:grpSpPr>
            <p:sp>
              <p:nvSpPr>
                <p:cNvPr id="59" name="Freeform 108"/>
                <p:cNvSpPr/>
                <p:nvPr/>
              </p:nvSpPr>
              <p:spPr bwMode="auto">
                <a:xfrm flipH="1">
                  <a:off x="731016" y="2089492"/>
                  <a:ext cx="51922" cy="52615"/>
                </a:xfrm>
                <a:custGeom>
                  <a:avLst/>
                  <a:gdLst>
                    <a:gd name="T0" fmla="*/ 0 w 32"/>
                    <a:gd name="T1" fmla="*/ 32 h 32"/>
                    <a:gd name="T2" fmla="*/ 16 w 32"/>
                    <a:gd name="T3" fmla="*/ 32 h 32"/>
                    <a:gd name="T4" fmla="*/ 32 w 32"/>
                    <a:gd name="T5" fmla="*/ 16 h 32"/>
                    <a:gd name="T6" fmla="*/ 32 w 32"/>
                    <a:gd name="T7" fmla="*/ 0 h 32"/>
                    <a:gd name="T8" fmla="*/ 0 w 32"/>
                    <a:gd name="T9" fmla="*/ 0 h 32"/>
                    <a:gd name="T10" fmla="*/ 0 w 32"/>
                    <a:gd name="T11" fmla="*/ 32 h 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2" h="32">
                      <a:moveTo>
                        <a:pt x="0" y="32"/>
                      </a:moveTo>
                      <a:cubicBezTo>
                        <a:pt x="16" y="32"/>
                        <a:pt x="16" y="32"/>
                        <a:pt x="16" y="32"/>
                      </a:cubicBezTo>
                      <a:cubicBezTo>
                        <a:pt x="25" y="32"/>
                        <a:pt x="32" y="25"/>
                        <a:pt x="32" y="16"/>
                      </a:cubicBezTo>
                      <a:cubicBezTo>
                        <a:pt x="32" y="0"/>
                        <a:pt x="32" y="0"/>
                        <a:pt x="32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lnTo>
                        <a:pt x="0" y="32"/>
                      </a:lnTo>
                      <a:close/>
                    </a:path>
                  </a:pathLst>
                </a:custGeom>
                <a:solidFill>
                  <a:srgbClr val="FA817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121920" tIns="60960" rIns="121920" bIns="6096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l" defTabSz="1219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83" name="Freeform 109"/>
                <p:cNvSpPr>
                  <a:spLocks noEditPoints="1"/>
                </p:cNvSpPr>
                <p:nvPr/>
              </p:nvSpPr>
              <p:spPr bwMode="auto">
                <a:xfrm flipH="1">
                  <a:off x="731016" y="1671338"/>
                  <a:ext cx="366231" cy="470769"/>
                </a:xfrm>
                <a:custGeom>
                  <a:avLst/>
                  <a:gdLst>
                    <a:gd name="T0" fmla="*/ 208 w 224"/>
                    <a:gd name="T1" fmla="*/ 0 h 288"/>
                    <a:gd name="T2" fmla="*/ 16 w 224"/>
                    <a:gd name="T3" fmla="*/ 0 h 288"/>
                    <a:gd name="T4" fmla="*/ 0 w 224"/>
                    <a:gd name="T5" fmla="*/ 16 h 288"/>
                    <a:gd name="T6" fmla="*/ 0 w 224"/>
                    <a:gd name="T7" fmla="*/ 272 h 288"/>
                    <a:gd name="T8" fmla="*/ 16 w 224"/>
                    <a:gd name="T9" fmla="*/ 288 h 288"/>
                    <a:gd name="T10" fmla="*/ 176 w 224"/>
                    <a:gd name="T11" fmla="*/ 288 h 288"/>
                    <a:gd name="T12" fmla="*/ 176 w 224"/>
                    <a:gd name="T13" fmla="*/ 144 h 288"/>
                    <a:gd name="T14" fmla="*/ 224 w 224"/>
                    <a:gd name="T15" fmla="*/ 144 h 288"/>
                    <a:gd name="T16" fmla="*/ 224 w 224"/>
                    <a:gd name="T17" fmla="*/ 16 h 288"/>
                    <a:gd name="T18" fmla="*/ 208 w 224"/>
                    <a:gd name="T19" fmla="*/ 0 h 288"/>
                    <a:gd name="T20" fmla="*/ 168 w 224"/>
                    <a:gd name="T21" fmla="*/ 104 h 288"/>
                    <a:gd name="T22" fmla="*/ 56 w 224"/>
                    <a:gd name="T23" fmla="*/ 104 h 288"/>
                    <a:gd name="T24" fmla="*/ 56 w 224"/>
                    <a:gd name="T25" fmla="*/ 88 h 288"/>
                    <a:gd name="T26" fmla="*/ 168 w 224"/>
                    <a:gd name="T27" fmla="*/ 88 h 288"/>
                    <a:gd name="T28" fmla="*/ 168 w 224"/>
                    <a:gd name="T29" fmla="*/ 104 h 288"/>
                    <a:gd name="T30" fmla="*/ 168 w 224"/>
                    <a:gd name="T31" fmla="*/ 72 h 288"/>
                    <a:gd name="T32" fmla="*/ 56 w 224"/>
                    <a:gd name="T33" fmla="*/ 72 h 288"/>
                    <a:gd name="T34" fmla="*/ 56 w 224"/>
                    <a:gd name="T35" fmla="*/ 56 h 288"/>
                    <a:gd name="T36" fmla="*/ 168 w 224"/>
                    <a:gd name="T37" fmla="*/ 56 h 288"/>
                    <a:gd name="T38" fmla="*/ 168 w 224"/>
                    <a:gd name="T39" fmla="*/ 72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224" h="288">
                      <a:moveTo>
                        <a:pt x="208" y="0"/>
                      </a:moveTo>
                      <a:cubicBezTo>
                        <a:pt x="16" y="0"/>
                        <a:pt x="16" y="0"/>
                        <a:pt x="16" y="0"/>
                      </a:cubicBezTo>
                      <a:cubicBezTo>
                        <a:pt x="7" y="0"/>
                        <a:pt x="0" y="7"/>
                        <a:pt x="0" y="16"/>
                      </a:cubicBezTo>
                      <a:cubicBezTo>
                        <a:pt x="0" y="272"/>
                        <a:pt x="0" y="272"/>
                        <a:pt x="0" y="272"/>
                      </a:cubicBezTo>
                      <a:cubicBezTo>
                        <a:pt x="0" y="281"/>
                        <a:pt x="7" y="288"/>
                        <a:pt x="16" y="288"/>
                      </a:cubicBezTo>
                      <a:cubicBezTo>
                        <a:pt x="176" y="288"/>
                        <a:pt x="176" y="288"/>
                        <a:pt x="176" y="288"/>
                      </a:cubicBezTo>
                      <a:cubicBezTo>
                        <a:pt x="176" y="144"/>
                        <a:pt x="176" y="144"/>
                        <a:pt x="176" y="144"/>
                      </a:cubicBezTo>
                      <a:cubicBezTo>
                        <a:pt x="224" y="144"/>
                        <a:pt x="224" y="144"/>
                        <a:pt x="224" y="144"/>
                      </a:cubicBezTo>
                      <a:cubicBezTo>
                        <a:pt x="224" y="16"/>
                        <a:pt x="224" y="16"/>
                        <a:pt x="224" y="16"/>
                      </a:cubicBezTo>
                      <a:cubicBezTo>
                        <a:pt x="224" y="7"/>
                        <a:pt x="217" y="0"/>
                        <a:pt x="208" y="0"/>
                      </a:cubicBezTo>
                      <a:close/>
                      <a:moveTo>
                        <a:pt x="168" y="104"/>
                      </a:moveTo>
                      <a:cubicBezTo>
                        <a:pt x="56" y="104"/>
                        <a:pt x="56" y="104"/>
                        <a:pt x="56" y="104"/>
                      </a:cubicBezTo>
                      <a:cubicBezTo>
                        <a:pt x="56" y="88"/>
                        <a:pt x="56" y="88"/>
                        <a:pt x="56" y="88"/>
                      </a:cubicBezTo>
                      <a:cubicBezTo>
                        <a:pt x="168" y="88"/>
                        <a:pt x="168" y="88"/>
                        <a:pt x="168" y="88"/>
                      </a:cubicBezTo>
                      <a:lnTo>
                        <a:pt x="168" y="104"/>
                      </a:lnTo>
                      <a:close/>
                      <a:moveTo>
                        <a:pt x="168" y="72"/>
                      </a:moveTo>
                      <a:cubicBezTo>
                        <a:pt x="56" y="72"/>
                        <a:pt x="56" y="72"/>
                        <a:pt x="56" y="72"/>
                      </a:cubicBezTo>
                      <a:cubicBezTo>
                        <a:pt x="56" y="56"/>
                        <a:pt x="56" y="56"/>
                        <a:pt x="56" y="56"/>
                      </a:cubicBezTo>
                      <a:cubicBezTo>
                        <a:pt x="168" y="56"/>
                        <a:pt x="168" y="56"/>
                        <a:pt x="168" y="56"/>
                      </a:cubicBezTo>
                      <a:lnTo>
                        <a:pt x="168" y="72"/>
                      </a:lnTo>
                      <a:close/>
                    </a:path>
                  </a:pathLst>
                </a:custGeom>
                <a:solidFill>
                  <a:srgbClr val="FA817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121920" tIns="60960" rIns="121920" bIns="6096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l" defTabSz="1219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84" name="Rectangle 110"/>
                <p:cNvSpPr>
                  <a:spLocks noChangeArrowheads="1"/>
                </p:cNvSpPr>
                <p:nvPr/>
              </p:nvSpPr>
              <p:spPr bwMode="auto">
                <a:xfrm flipH="1">
                  <a:off x="731016" y="1937200"/>
                  <a:ext cx="51922" cy="51924"/>
                </a:xfrm>
                <a:prstGeom prst="rect">
                  <a:avLst/>
                </a:prstGeom>
                <a:solidFill>
                  <a:srgbClr val="FA817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121920" tIns="60960" rIns="121920" bIns="6096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l" defTabSz="1219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85" name="Rectangle 111"/>
                <p:cNvSpPr>
                  <a:spLocks noChangeArrowheads="1"/>
                </p:cNvSpPr>
                <p:nvPr/>
              </p:nvSpPr>
              <p:spPr bwMode="auto">
                <a:xfrm flipH="1">
                  <a:off x="731016" y="2013001"/>
                  <a:ext cx="51922" cy="52615"/>
                </a:xfrm>
                <a:prstGeom prst="rect">
                  <a:avLst/>
                </a:prstGeom>
                <a:solidFill>
                  <a:srgbClr val="FA817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121920" tIns="60960" rIns="121920" bIns="6096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l" defTabSz="1219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</p:grpSp>
        <p:sp>
          <p:nvSpPr>
            <p:cNvPr id="56" name="矩形 55"/>
            <p:cNvSpPr/>
            <p:nvPr/>
          </p:nvSpPr>
          <p:spPr>
            <a:xfrm>
              <a:off x="9760290" y="916528"/>
              <a:ext cx="996247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PART 04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 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86" name="组合 85"/>
          <p:cNvGrpSpPr/>
          <p:nvPr userDrawn="1"/>
        </p:nvGrpSpPr>
        <p:grpSpPr>
          <a:xfrm>
            <a:off x="10958302" y="285728"/>
            <a:ext cx="996377" cy="1000132"/>
            <a:chOff x="10956875" y="285728"/>
            <a:chExt cx="996247" cy="1000132"/>
          </a:xfrm>
        </p:grpSpPr>
        <p:grpSp>
          <p:nvGrpSpPr>
            <p:cNvPr id="87" name="组合 66"/>
            <p:cNvGrpSpPr/>
            <p:nvPr/>
          </p:nvGrpSpPr>
          <p:grpSpPr>
            <a:xfrm>
              <a:off x="11156138" y="285728"/>
              <a:ext cx="597720" cy="597720"/>
              <a:chOff x="9881420" y="2714620"/>
              <a:chExt cx="784512" cy="784512"/>
            </a:xfrm>
          </p:grpSpPr>
          <p:sp>
            <p:nvSpPr>
              <p:cNvPr id="89" name="椭圆 88"/>
              <p:cNvSpPr/>
              <p:nvPr/>
            </p:nvSpPr>
            <p:spPr>
              <a:xfrm>
                <a:off x="9881420" y="2714620"/>
                <a:ext cx="784512" cy="784512"/>
              </a:xfrm>
              <a:prstGeom prst="ellipse">
                <a:avLst/>
              </a:prstGeom>
              <a:solidFill>
                <a:srgbClr val="EEEEEE"/>
              </a:solidFill>
              <a:ln>
                <a:solidFill>
                  <a:schemeClr val="bg1"/>
                </a:solidFill>
              </a:ln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25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0" name="Freeform 9"/>
              <p:cNvSpPr>
                <a:spLocks noEditPoints="1"/>
              </p:cNvSpPr>
              <p:nvPr/>
            </p:nvSpPr>
            <p:spPr bwMode="auto">
              <a:xfrm>
                <a:off x="10009309" y="2843474"/>
                <a:ext cx="528735" cy="526804"/>
              </a:xfrm>
              <a:custGeom>
                <a:avLst/>
                <a:gdLst>
                  <a:gd name="T0" fmla="*/ 86 w 116"/>
                  <a:gd name="T1" fmla="*/ 17 h 116"/>
                  <a:gd name="T2" fmla="*/ 8 w 116"/>
                  <a:gd name="T3" fmla="*/ 45 h 116"/>
                  <a:gd name="T4" fmla="*/ 11 w 116"/>
                  <a:gd name="T5" fmla="*/ 50 h 116"/>
                  <a:gd name="T6" fmla="*/ 12 w 116"/>
                  <a:gd name="T7" fmla="*/ 59 h 116"/>
                  <a:gd name="T8" fmla="*/ 16 w 116"/>
                  <a:gd name="T9" fmla="*/ 69 h 116"/>
                  <a:gd name="T10" fmla="*/ 20 w 116"/>
                  <a:gd name="T11" fmla="*/ 77 h 116"/>
                  <a:gd name="T12" fmla="*/ 24 w 116"/>
                  <a:gd name="T13" fmla="*/ 83 h 116"/>
                  <a:gd name="T14" fmla="*/ 27 w 116"/>
                  <a:gd name="T15" fmla="*/ 98 h 116"/>
                  <a:gd name="T16" fmla="*/ 33 w 116"/>
                  <a:gd name="T17" fmla="*/ 105 h 116"/>
                  <a:gd name="T18" fmla="*/ 34 w 116"/>
                  <a:gd name="T19" fmla="*/ 101 h 116"/>
                  <a:gd name="T20" fmla="*/ 37 w 116"/>
                  <a:gd name="T21" fmla="*/ 93 h 116"/>
                  <a:gd name="T22" fmla="*/ 41 w 116"/>
                  <a:gd name="T23" fmla="*/ 83 h 116"/>
                  <a:gd name="T24" fmla="*/ 49 w 116"/>
                  <a:gd name="T25" fmla="*/ 73 h 116"/>
                  <a:gd name="T26" fmla="*/ 53 w 116"/>
                  <a:gd name="T27" fmla="*/ 66 h 116"/>
                  <a:gd name="T28" fmla="*/ 45 w 116"/>
                  <a:gd name="T29" fmla="*/ 61 h 116"/>
                  <a:gd name="T30" fmla="*/ 38 w 116"/>
                  <a:gd name="T31" fmla="*/ 58 h 116"/>
                  <a:gd name="T32" fmla="*/ 33 w 116"/>
                  <a:gd name="T33" fmla="*/ 51 h 116"/>
                  <a:gd name="T34" fmla="*/ 25 w 116"/>
                  <a:gd name="T35" fmla="*/ 47 h 116"/>
                  <a:gd name="T36" fmla="*/ 17 w 116"/>
                  <a:gd name="T37" fmla="*/ 49 h 116"/>
                  <a:gd name="T38" fmla="*/ 13 w 116"/>
                  <a:gd name="T39" fmla="*/ 44 h 116"/>
                  <a:gd name="T40" fmla="*/ 12 w 116"/>
                  <a:gd name="T41" fmla="*/ 37 h 116"/>
                  <a:gd name="T42" fmla="*/ 8 w 116"/>
                  <a:gd name="T43" fmla="*/ 37 h 116"/>
                  <a:gd name="T44" fmla="*/ 12 w 116"/>
                  <a:gd name="T45" fmla="*/ 30 h 116"/>
                  <a:gd name="T46" fmla="*/ 18 w 116"/>
                  <a:gd name="T47" fmla="*/ 30 h 116"/>
                  <a:gd name="T48" fmla="*/ 24 w 116"/>
                  <a:gd name="T49" fmla="*/ 25 h 116"/>
                  <a:gd name="T50" fmla="*/ 30 w 116"/>
                  <a:gd name="T51" fmla="*/ 18 h 116"/>
                  <a:gd name="T52" fmla="*/ 32 w 116"/>
                  <a:gd name="T53" fmla="*/ 15 h 116"/>
                  <a:gd name="T54" fmla="*/ 42 w 116"/>
                  <a:gd name="T55" fmla="*/ 12 h 116"/>
                  <a:gd name="T56" fmla="*/ 34 w 116"/>
                  <a:gd name="T57" fmla="*/ 8 h 116"/>
                  <a:gd name="T58" fmla="*/ 32 w 116"/>
                  <a:gd name="T59" fmla="*/ 8 h 116"/>
                  <a:gd name="T60" fmla="*/ 49 w 116"/>
                  <a:gd name="T61" fmla="*/ 2 h 116"/>
                  <a:gd name="T62" fmla="*/ 56 w 116"/>
                  <a:gd name="T63" fmla="*/ 5 h 116"/>
                  <a:gd name="T64" fmla="*/ 82 w 116"/>
                  <a:gd name="T65" fmla="*/ 6 h 116"/>
                  <a:gd name="T66" fmla="*/ 79 w 116"/>
                  <a:gd name="T67" fmla="*/ 11 h 116"/>
                  <a:gd name="T68" fmla="*/ 85 w 116"/>
                  <a:gd name="T69" fmla="*/ 19 h 116"/>
                  <a:gd name="T70" fmla="*/ 89 w 116"/>
                  <a:gd name="T71" fmla="*/ 19 h 116"/>
                  <a:gd name="T72" fmla="*/ 93 w 116"/>
                  <a:gd name="T73" fmla="*/ 17 h 116"/>
                  <a:gd name="T74" fmla="*/ 97 w 116"/>
                  <a:gd name="T75" fmla="*/ 23 h 116"/>
                  <a:gd name="T76" fmla="*/ 101 w 116"/>
                  <a:gd name="T77" fmla="*/ 27 h 116"/>
                  <a:gd name="T78" fmla="*/ 95 w 116"/>
                  <a:gd name="T79" fmla="*/ 27 h 116"/>
                  <a:gd name="T80" fmla="*/ 89 w 116"/>
                  <a:gd name="T81" fmla="*/ 25 h 116"/>
                  <a:gd name="T82" fmla="*/ 81 w 116"/>
                  <a:gd name="T83" fmla="*/ 24 h 116"/>
                  <a:gd name="T84" fmla="*/ 74 w 116"/>
                  <a:gd name="T85" fmla="*/ 30 h 116"/>
                  <a:gd name="T86" fmla="*/ 70 w 116"/>
                  <a:gd name="T87" fmla="*/ 39 h 116"/>
                  <a:gd name="T88" fmla="*/ 73 w 116"/>
                  <a:gd name="T89" fmla="*/ 50 h 116"/>
                  <a:gd name="T90" fmla="*/ 82 w 116"/>
                  <a:gd name="T91" fmla="*/ 53 h 116"/>
                  <a:gd name="T92" fmla="*/ 91 w 116"/>
                  <a:gd name="T93" fmla="*/ 53 h 116"/>
                  <a:gd name="T94" fmla="*/ 95 w 116"/>
                  <a:gd name="T95" fmla="*/ 61 h 116"/>
                  <a:gd name="T96" fmla="*/ 96 w 116"/>
                  <a:gd name="T97" fmla="*/ 71 h 116"/>
                  <a:gd name="T98" fmla="*/ 95 w 116"/>
                  <a:gd name="T99" fmla="*/ 81 h 116"/>
                  <a:gd name="T100" fmla="*/ 100 w 116"/>
                  <a:gd name="T101" fmla="*/ 90 h 116"/>
                  <a:gd name="T102" fmla="*/ 107 w 116"/>
                  <a:gd name="T103" fmla="*/ 82 h 116"/>
                  <a:gd name="T104" fmla="*/ 112 w 116"/>
                  <a:gd name="T105" fmla="*/ 69 h 116"/>
                  <a:gd name="T106" fmla="*/ 114 w 116"/>
                  <a:gd name="T107" fmla="*/ 53 h 116"/>
                  <a:gd name="T108" fmla="*/ 109 w 116"/>
                  <a:gd name="T109" fmla="*/ 39 h 116"/>
                  <a:gd name="T110" fmla="*/ 105 w 116"/>
                  <a:gd name="T111" fmla="*/ 32 h 116"/>
                  <a:gd name="T112" fmla="*/ 111 w 116"/>
                  <a:gd name="T113" fmla="*/ 41 h 116"/>
                  <a:gd name="T114" fmla="*/ 79 w 116"/>
                  <a:gd name="T115" fmla="*/ 10 h 116"/>
                  <a:gd name="T116" fmla="*/ 75 w 116"/>
                  <a:gd name="T117" fmla="*/ 5 h 116"/>
                  <a:gd name="T118" fmla="*/ 76 w 116"/>
                  <a:gd name="T119" fmla="*/ 9 h 116"/>
                  <a:gd name="T120" fmla="*/ 73 w 116"/>
                  <a:gd name="T121" fmla="*/ 4 h 116"/>
                  <a:gd name="T122" fmla="*/ 109 w 116"/>
                  <a:gd name="T123" fmla="*/ 82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16" h="116">
                    <a:moveTo>
                      <a:pt x="6" y="33"/>
                    </a:moveTo>
                    <a:cubicBezTo>
                      <a:pt x="6" y="33"/>
                      <a:pt x="6" y="33"/>
                      <a:pt x="6" y="33"/>
                    </a:cubicBezTo>
                    <a:cubicBezTo>
                      <a:pt x="6" y="33"/>
                      <a:pt x="6" y="33"/>
                      <a:pt x="5" y="34"/>
                    </a:cubicBezTo>
                    <a:cubicBezTo>
                      <a:pt x="6" y="34"/>
                      <a:pt x="6" y="34"/>
                      <a:pt x="6" y="34"/>
                    </a:cubicBezTo>
                    <a:cubicBezTo>
                      <a:pt x="6" y="34"/>
                      <a:pt x="6" y="34"/>
                      <a:pt x="6" y="34"/>
                    </a:cubicBezTo>
                    <a:cubicBezTo>
                      <a:pt x="6" y="34"/>
                      <a:pt x="6" y="34"/>
                      <a:pt x="6" y="33"/>
                    </a:cubicBezTo>
                    <a:close/>
                    <a:moveTo>
                      <a:pt x="5" y="35"/>
                    </a:moveTo>
                    <a:cubicBezTo>
                      <a:pt x="5" y="35"/>
                      <a:pt x="5" y="35"/>
                      <a:pt x="5" y="35"/>
                    </a:cubicBezTo>
                    <a:cubicBezTo>
                      <a:pt x="5" y="35"/>
                      <a:pt x="5" y="34"/>
                      <a:pt x="5" y="34"/>
                    </a:cubicBezTo>
                    <a:cubicBezTo>
                      <a:pt x="5" y="34"/>
                      <a:pt x="5" y="34"/>
                      <a:pt x="5" y="34"/>
                    </a:cubicBezTo>
                    <a:cubicBezTo>
                      <a:pt x="5" y="34"/>
                      <a:pt x="5" y="34"/>
                      <a:pt x="5" y="35"/>
                    </a:cubicBezTo>
                    <a:cubicBezTo>
                      <a:pt x="5" y="35"/>
                      <a:pt x="5" y="35"/>
                      <a:pt x="5" y="35"/>
                    </a:cubicBezTo>
                    <a:close/>
                    <a:moveTo>
                      <a:pt x="88" y="18"/>
                    </a:moveTo>
                    <a:cubicBezTo>
                      <a:pt x="88" y="18"/>
                      <a:pt x="88" y="18"/>
                      <a:pt x="88" y="18"/>
                    </a:cubicBezTo>
                    <a:cubicBezTo>
                      <a:pt x="88" y="18"/>
                      <a:pt x="88" y="18"/>
                      <a:pt x="88" y="18"/>
                    </a:cubicBezTo>
                    <a:cubicBezTo>
                      <a:pt x="88" y="18"/>
                      <a:pt x="88" y="18"/>
                      <a:pt x="88" y="18"/>
                    </a:cubicBezTo>
                    <a:cubicBezTo>
                      <a:pt x="88" y="18"/>
                      <a:pt x="88" y="18"/>
                      <a:pt x="88" y="18"/>
                    </a:cubicBezTo>
                    <a:cubicBezTo>
                      <a:pt x="88" y="17"/>
                      <a:pt x="87" y="17"/>
                      <a:pt x="87" y="17"/>
                    </a:cubicBezTo>
                    <a:cubicBezTo>
                      <a:pt x="87" y="17"/>
                      <a:pt x="87" y="17"/>
                      <a:pt x="87" y="17"/>
                    </a:cubicBezTo>
                    <a:cubicBezTo>
                      <a:pt x="87" y="17"/>
                      <a:pt x="87" y="17"/>
                      <a:pt x="87" y="17"/>
                    </a:cubicBezTo>
                    <a:cubicBezTo>
                      <a:pt x="86" y="17"/>
                      <a:pt x="86" y="17"/>
                      <a:pt x="86" y="17"/>
                    </a:cubicBezTo>
                    <a:cubicBezTo>
                      <a:pt x="86" y="17"/>
                      <a:pt x="86" y="17"/>
                      <a:pt x="86" y="17"/>
                    </a:cubicBezTo>
                    <a:cubicBezTo>
                      <a:pt x="86" y="16"/>
                      <a:pt x="86" y="16"/>
                      <a:pt x="86" y="16"/>
                    </a:cubicBezTo>
                    <a:cubicBezTo>
                      <a:pt x="86" y="16"/>
                      <a:pt x="86" y="16"/>
                      <a:pt x="86" y="16"/>
                    </a:cubicBezTo>
                    <a:cubicBezTo>
                      <a:pt x="86" y="16"/>
                      <a:pt x="86" y="16"/>
                      <a:pt x="85" y="16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86" y="17"/>
                      <a:pt x="86" y="17"/>
                      <a:pt x="86" y="17"/>
                    </a:cubicBezTo>
                    <a:cubicBezTo>
                      <a:pt x="87" y="17"/>
                      <a:pt x="87" y="17"/>
                      <a:pt x="87" y="17"/>
                    </a:cubicBezTo>
                    <a:cubicBezTo>
                      <a:pt x="87" y="18"/>
                      <a:pt x="87" y="18"/>
                      <a:pt x="87" y="18"/>
                    </a:cubicBezTo>
                    <a:cubicBezTo>
                      <a:pt x="86" y="18"/>
                      <a:pt x="87" y="18"/>
                      <a:pt x="87" y="18"/>
                    </a:cubicBezTo>
                    <a:cubicBezTo>
                      <a:pt x="87" y="18"/>
                      <a:pt x="87" y="18"/>
                      <a:pt x="87" y="18"/>
                    </a:cubicBezTo>
                    <a:cubicBezTo>
                      <a:pt x="87" y="18"/>
                      <a:pt x="87" y="18"/>
                      <a:pt x="87" y="18"/>
                    </a:cubicBezTo>
                    <a:cubicBezTo>
                      <a:pt x="87" y="18"/>
                      <a:pt x="87" y="18"/>
                      <a:pt x="87" y="18"/>
                    </a:cubicBezTo>
                    <a:cubicBezTo>
                      <a:pt x="88" y="18"/>
                      <a:pt x="88" y="18"/>
                      <a:pt x="88" y="18"/>
                    </a:cubicBezTo>
                    <a:cubicBezTo>
                      <a:pt x="88" y="18"/>
                      <a:pt x="88" y="18"/>
                      <a:pt x="88" y="18"/>
                    </a:cubicBezTo>
                    <a:cubicBezTo>
                      <a:pt x="88" y="18"/>
                      <a:pt x="88" y="18"/>
                      <a:pt x="88" y="18"/>
                    </a:cubicBezTo>
                    <a:close/>
                    <a:moveTo>
                      <a:pt x="112" y="37"/>
                    </a:moveTo>
                    <a:cubicBezTo>
                      <a:pt x="114" y="44"/>
                      <a:pt x="116" y="51"/>
                      <a:pt x="116" y="58"/>
                    </a:cubicBezTo>
                    <a:cubicBezTo>
                      <a:pt x="116" y="90"/>
                      <a:pt x="90" y="116"/>
                      <a:pt x="58" y="116"/>
                    </a:cubicBezTo>
                    <a:cubicBezTo>
                      <a:pt x="26" y="116"/>
                      <a:pt x="0" y="90"/>
                      <a:pt x="0" y="58"/>
                    </a:cubicBezTo>
                    <a:cubicBezTo>
                      <a:pt x="0" y="50"/>
                      <a:pt x="2" y="42"/>
                      <a:pt x="5" y="35"/>
                    </a:cubicBezTo>
                    <a:cubicBezTo>
                      <a:pt x="5" y="42"/>
                      <a:pt x="5" y="42"/>
                      <a:pt x="5" y="42"/>
                    </a:cubicBezTo>
                    <a:cubicBezTo>
                      <a:pt x="5" y="42"/>
                      <a:pt x="5" y="42"/>
                      <a:pt x="5" y="42"/>
                    </a:cubicBezTo>
                    <a:cubicBezTo>
                      <a:pt x="5" y="42"/>
                      <a:pt x="5" y="42"/>
                      <a:pt x="5" y="42"/>
                    </a:cubicBezTo>
                    <a:cubicBezTo>
                      <a:pt x="5" y="42"/>
                      <a:pt x="5" y="42"/>
                      <a:pt x="5" y="42"/>
                    </a:cubicBezTo>
                    <a:cubicBezTo>
                      <a:pt x="6" y="42"/>
                      <a:pt x="6" y="42"/>
                      <a:pt x="6" y="42"/>
                    </a:cubicBezTo>
                    <a:cubicBezTo>
                      <a:pt x="6" y="43"/>
                      <a:pt x="6" y="43"/>
                      <a:pt x="6" y="43"/>
                    </a:cubicBezTo>
                    <a:cubicBezTo>
                      <a:pt x="6" y="43"/>
                      <a:pt x="7" y="43"/>
                      <a:pt x="7" y="43"/>
                    </a:cubicBezTo>
                    <a:cubicBezTo>
                      <a:pt x="7" y="43"/>
                      <a:pt x="7" y="43"/>
                      <a:pt x="7" y="43"/>
                    </a:cubicBezTo>
                    <a:cubicBezTo>
                      <a:pt x="7" y="43"/>
                      <a:pt x="7" y="43"/>
                      <a:pt x="7" y="43"/>
                    </a:cubicBezTo>
                    <a:cubicBezTo>
                      <a:pt x="7" y="43"/>
                      <a:pt x="7" y="43"/>
                      <a:pt x="7" y="43"/>
                    </a:cubicBezTo>
                    <a:cubicBezTo>
                      <a:pt x="7" y="43"/>
                      <a:pt x="7" y="44"/>
                      <a:pt x="7" y="44"/>
                    </a:cubicBezTo>
                    <a:cubicBezTo>
                      <a:pt x="7" y="44"/>
                      <a:pt x="7" y="44"/>
                      <a:pt x="7" y="44"/>
                    </a:cubicBezTo>
                    <a:cubicBezTo>
                      <a:pt x="8" y="44"/>
                      <a:pt x="8" y="44"/>
                      <a:pt x="8" y="45"/>
                    </a:cubicBezTo>
                    <a:cubicBezTo>
                      <a:pt x="8" y="45"/>
                      <a:pt x="8" y="45"/>
                      <a:pt x="8" y="45"/>
                    </a:cubicBezTo>
                    <a:cubicBezTo>
                      <a:pt x="8" y="45"/>
                      <a:pt x="8" y="45"/>
                      <a:pt x="8" y="45"/>
                    </a:cubicBezTo>
                    <a:cubicBezTo>
                      <a:pt x="8" y="45"/>
                      <a:pt x="8" y="45"/>
                      <a:pt x="8" y="45"/>
                    </a:cubicBezTo>
                    <a:cubicBezTo>
                      <a:pt x="8" y="45"/>
                      <a:pt x="8" y="45"/>
                      <a:pt x="9" y="45"/>
                    </a:cubicBezTo>
                    <a:cubicBezTo>
                      <a:pt x="9" y="45"/>
                      <a:pt x="9" y="45"/>
                      <a:pt x="9" y="45"/>
                    </a:cubicBezTo>
                    <a:cubicBezTo>
                      <a:pt x="9" y="45"/>
                      <a:pt x="9" y="45"/>
                      <a:pt x="9" y="45"/>
                    </a:cubicBezTo>
                    <a:cubicBezTo>
                      <a:pt x="9" y="45"/>
                      <a:pt x="9" y="45"/>
                      <a:pt x="9" y="45"/>
                    </a:cubicBezTo>
                    <a:cubicBezTo>
                      <a:pt x="9" y="45"/>
                      <a:pt x="9" y="45"/>
                      <a:pt x="9" y="45"/>
                    </a:cubicBezTo>
                    <a:cubicBezTo>
                      <a:pt x="9" y="45"/>
                      <a:pt x="9" y="45"/>
                      <a:pt x="9" y="45"/>
                    </a:cubicBezTo>
                    <a:cubicBezTo>
                      <a:pt x="9" y="45"/>
                      <a:pt x="9" y="45"/>
                      <a:pt x="9" y="45"/>
                    </a:cubicBezTo>
                    <a:cubicBezTo>
                      <a:pt x="9" y="46"/>
                      <a:pt x="9" y="46"/>
                      <a:pt x="9" y="46"/>
                    </a:cubicBezTo>
                    <a:cubicBezTo>
                      <a:pt x="10" y="46"/>
                      <a:pt x="10" y="46"/>
                      <a:pt x="10" y="46"/>
                    </a:cubicBezTo>
                    <a:cubicBezTo>
                      <a:pt x="10" y="46"/>
                      <a:pt x="10" y="46"/>
                      <a:pt x="10" y="46"/>
                    </a:cubicBezTo>
                    <a:cubicBezTo>
                      <a:pt x="10" y="46"/>
                      <a:pt x="10" y="46"/>
                      <a:pt x="10" y="46"/>
                    </a:cubicBezTo>
                    <a:cubicBezTo>
                      <a:pt x="10" y="46"/>
                      <a:pt x="10" y="46"/>
                      <a:pt x="10" y="47"/>
                    </a:cubicBezTo>
                    <a:cubicBezTo>
                      <a:pt x="10" y="47"/>
                      <a:pt x="10" y="47"/>
                      <a:pt x="10" y="47"/>
                    </a:cubicBezTo>
                    <a:cubicBezTo>
                      <a:pt x="10" y="47"/>
                      <a:pt x="10" y="47"/>
                      <a:pt x="10" y="47"/>
                    </a:cubicBezTo>
                    <a:cubicBezTo>
                      <a:pt x="10" y="47"/>
                      <a:pt x="10" y="47"/>
                      <a:pt x="10" y="47"/>
                    </a:cubicBezTo>
                    <a:cubicBezTo>
                      <a:pt x="11" y="47"/>
                      <a:pt x="11" y="47"/>
                      <a:pt x="11" y="47"/>
                    </a:cubicBezTo>
                    <a:cubicBezTo>
                      <a:pt x="11" y="47"/>
                      <a:pt x="11" y="47"/>
                      <a:pt x="11" y="47"/>
                    </a:cubicBezTo>
                    <a:cubicBezTo>
                      <a:pt x="11" y="48"/>
                      <a:pt x="11" y="48"/>
                      <a:pt x="11" y="48"/>
                    </a:cubicBezTo>
                    <a:cubicBezTo>
                      <a:pt x="11" y="48"/>
                      <a:pt x="11" y="49"/>
                      <a:pt x="11" y="49"/>
                    </a:cubicBezTo>
                    <a:cubicBezTo>
                      <a:pt x="11" y="49"/>
                      <a:pt x="11" y="49"/>
                      <a:pt x="11" y="49"/>
                    </a:cubicBezTo>
                    <a:cubicBezTo>
                      <a:pt x="11" y="49"/>
                      <a:pt x="11" y="49"/>
                      <a:pt x="11" y="49"/>
                    </a:cubicBezTo>
                    <a:cubicBezTo>
                      <a:pt x="11" y="49"/>
                      <a:pt x="11" y="49"/>
                      <a:pt x="11" y="49"/>
                    </a:cubicBezTo>
                    <a:cubicBezTo>
                      <a:pt x="11" y="50"/>
                      <a:pt x="11" y="50"/>
                      <a:pt x="11" y="50"/>
                    </a:cubicBezTo>
                    <a:cubicBezTo>
                      <a:pt x="11" y="50"/>
                      <a:pt x="11" y="50"/>
                      <a:pt x="11" y="50"/>
                    </a:cubicBezTo>
                    <a:cubicBezTo>
                      <a:pt x="11" y="50"/>
                      <a:pt x="11" y="50"/>
                      <a:pt x="11" y="50"/>
                    </a:cubicBezTo>
                    <a:cubicBezTo>
                      <a:pt x="11" y="50"/>
                      <a:pt x="11" y="50"/>
                      <a:pt x="11" y="50"/>
                    </a:cubicBezTo>
                    <a:cubicBezTo>
                      <a:pt x="11" y="50"/>
                      <a:pt x="11" y="50"/>
                      <a:pt x="11" y="50"/>
                    </a:cubicBezTo>
                    <a:cubicBezTo>
                      <a:pt x="13" y="50"/>
                      <a:pt x="13" y="50"/>
                      <a:pt x="13" y="50"/>
                    </a:cubicBezTo>
                    <a:cubicBezTo>
                      <a:pt x="13" y="50"/>
                      <a:pt x="13" y="50"/>
                      <a:pt x="13" y="50"/>
                    </a:cubicBezTo>
                    <a:cubicBezTo>
                      <a:pt x="13" y="50"/>
                      <a:pt x="13" y="50"/>
                      <a:pt x="13" y="50"/>
                    </a:cubicBezTo>
                    <a:cubicBezTo>
                      <a:pt x="13" y="50"/>
                      <a:pt x="13" y="50"/>
                      <a:pt x="13" y="50"/>
                    </a:cubicBezTo>
                    <a:cubicBezTo>
                      <a:pt x="13" y="51"/>
                      <a:pt x="13" y="51"/>
                      <a:pt x="13" y="51"/>
                    </a:cubicBezTo>
                    <a:cubicBezTo>
                      <a:pt x="13" y="51"/>
                      <a:pt x="14" y="51"/>
                      <a:pt x="14" y="51"/>
                    </a:cubicBezTo>
                    <a:cubicBezTo>
                      <a:pt x="14" y="51"/>
                      <a:pt x="14" y="52"/>
                      <a:pt x="14" y="52"/>
                    </a:cubicBezTo>
                    <a:cubicBezTo>
                      <a:pt x="14" y="52"/>
                      <a:pt x="14" y="52"/>
                      <a:pt x="14" y="52"/>
                    </a:cubicBezTo>
                    <a:cubicBezTo>
                      <a:pt x="14" y="52"/>
                      <a:pt x="14" y="53"/>
                      <a:pt x="14" y="53"/>
                    </a:cubicBezTo>
                    <a:cubicBezTo>
                      <a:pt x="14" y="53"/>
                      <a:pt x="14" y="53"/>
                      <a:pt x="14" y="53"/>
                    </a:cubicBezTo>
                    <a:cubicBezTo>
                      <a:pt x="14" y="53"/>
                      <a:pt x="14" y="53"/>
                      <a:pt x="14" y="53"/>
                    </a:cubicBezTo>
                    <a:cubicBezTo>
                      <a:pt x="15" y="53"/>
                      <a:pt x="15" y="53"/>
                      <a:pt x="15" y="54"/>
                    </a:cubicBezTo>
                    <a:cubicBezTo>
                      <a:pt x="15" y="54"/>
                      <a:pt x="15" y="54"/>
                      <a:pt x="14" y="54"/>
                    </a:cubicBezTo>
                    <a:cubicBezTo>
                      <a:pt x="14" y="54"/>
                      <a:pt x="14" y="54"/>
                      <a:pt x="14" y="54"/>
                    </a:cubicBezTo>
                    <a:cubicBezTo>
                      <a:pt x="14" y="56"/>
                      <a:pt x="14" y="56"/>
                      <a:pt x="14" y="56"/>
                    </a:cubicBezTo>
                    <a:cubicBezTo>
                      <a:pt x="14" y="56"/>
                      <a:pt x="14" y="56"/>
                      <a:pt x="14" y="56"/>
                    </a:cubicBezTo>
                    <a:cubicBezTo>
                      <a:pt x="14" y="56"/>
                      <a:pt x="14" y="56"/>
                      <a:pt x="14" y="56"/>
                    </a:cubicBezTo>
                    <a:cubicBezTo>
                      <a:pt x="13" y="56"/>
                      <a:pt x="13" y="56"/>
                      <a:pt x="13" y="56"/>
                    </a:cubicBezTo>
                    <a:cubicBezTo>
                      <a:pt x="13" y="57"/>
                      <a:pt x="13" y="57"/>
                      <a:pt x="13" y="57"/>
                    </a:cubicBezTo>
                    <a:cubicBezTo>
                      <a:pt x="13" y="57"/>
                      <a:pt x="13" y="57"/>
                      <a:pt x="13" y="57"/>
                    </a:cubicBezTo>
                    <a:cubicBezTo>
                      <a:pt x="13" y="57"/>
                      <a:pt x="13" y="57"/>
                      <a:pt x="13" y="57"/>
                    </a:cubicBezTo>
                    <a:cubicBezTo>
                      <a:pt x="13" y="58"/>
                      <a:pt x="13" y="58"/>
                      <a:pt x="13" y="58"/>
                    </a:cubicBezTo>
                    <a:cubicBezTo>
                      <a:pt x="13" y="58"/>
                      <a:pt x="13" y="58"/>
                      <a:pt x="13" y="58"/>
                    </a:cubicBezTo>
                    <a:cubicBezTo>
                      <a:pt x="13" y="58"/>
                      <a:pt x="13" y="58"/>
                      <a:pt x="13" y="58"/>
                    </a:cubicBezTo>
                    <a:cubicBezTo>
                      <a:pt x="12" y="58"/>
                      <a:pt x="12" y="58"/>
                      <a:pt x="12" y="58"/>
                    </a:cubicBezTo>
                    <a:cubicBezTo>
                      <a:pt x="12" y="59"/>
                      <a:pt x="12" y="59"/>
                      <a:pt x="12" y="59"/>
                    </a:cubicBezTo>
                    <a:cubicBezTo>
                      <a:pt x="12" y="59"/>
                      <a:pt x="12" y="59"/>
                      <a:pt x="12" y="59"/>
                    </a:cubicBezTo>
                    <a:cubicBezTo>
                      <a:pt x="12" y="60"/>
                      <a:pt x="12" y="60"/>
                      <a:pt x="13" y="60"/>
                    </a:cubicBezTo>
                    <a:cubicBezTo>
                      <a:pt x="13" y="60"/>
                      <a:pt x="13" y="60"/>
                      <a:pt x="13" y="60"/>
                    </a:cubicBezTo>
                    <a:cubicBezTo>
                      <a:pt x="13" y="60"/>
                      <a:pt x="13" y="60"/>
                      <a:pt x="13" y="60"/>
                    </a:cubicBezTo>
                    <a:cubicBezTo>
                      <a:pt x="13" y="61"/>
                      <a:pt x="13" y="61"/>
                      <a:pt x="13" y="61"/>
                    </a:cubicBezTo>
                    <a:cubicBezTo>
                      <a:pt x="12" y="61"/>
                      <a:pt x="12" y="61"/>
                      <a:pt x="12" y="61"/>
                    </a:cubicBezTo>
                    <a:cubicBezTo>
                      <a:pt x="12" y="61"/>
                      <a:pt x="12" y="61"/>
                      <a:pt x="12" y="61"/>
                    </a:cubicBezTo>
                    <a:cubicBezTo>
                      <a:pt x="12" y="61"/>
                      <a:pt x="12" y="62"/>
                      <a:pt x="12" y="62"/>
                    </a:cubicBezTo>
                    <a:cubicBezTo>
                      <a:pt x="12" y="62"/>
                      <a:pt x="12" y="62"/>
                      <a:pt x="12" y="62"/>
                    </a:cubicBezTo>
                    <a:cubicBezTo>
                      <a:pt x="12" y="62"/>
                      <a:pt x="12" y="62"/>
                      <a:pt x="12" y="62"/>
                    </a:cubicBezTo>
                    <a:cubicBezTo>
                      <a:pt x="12" y="63"/>
                      <a:pt x="12" y="63"/>
                      <a:pt x="12" y="63"/>
                    </a:cubicBezTo>
                    <a:cubicBezTo>
                      <a:pt x="12" y="63"/>
                      <a:pt x="12" y="63"/>
                      <a:pt x="12" y="63"/>
                    </a:cubicBezTo>
                    <a:cubicBezTo>
                      <a:pt x="12" y="64"/>
                      <a:pt x="12" y="64"/>
                      <a:pt x="12" y="64"/>
                    </a:cubicBezTo>
                    <a:cubicBezTo>
                      <a:pt x="12" y="64"/>
                      <a:pt x="13" y="64"/>
                      <a:pt x="13" y="65"/>
                    </a:cubicBezTo>
                    <a:cubicBezTo>
                      <a:pt x="13" y="65"/>
                      <a:pt x="13" y="65"/>
                      <a:pt x="14" y="66"/>
                    </a:cubicBezTo>
                    <a:cubicBezTo>
                      <a:pt x="14" y="66"/>
                      <a:pt x="14" y="66"/>
                      <a:pt x="14" y="66"/>
                    </a:cubicBezTo>
                    <a:cubicBezTo>
                      <a:pt x="14" y="66"/>
                      <a:pt x="14" y="67"/>
                      <a:pt x="14" y="67"/>
                    </a:cubicBezTo>
                    <a:cubicBezTo>
                      <a:pt x="14" y="67"/>
                      <a:pt x="14" y="67"/>
                      <a:pt x="14" y="67"/>
                    </a:cubicBezTo>
                    <a:cubicBezTo>
                      <a:pt x="14" y="67"/>
                      <a:pt x="14" y="68"/>
                      <a:pt x="15" y="68"/>
                    </a:cubicBezTo>
                    <a:cubicBezTo>
                      <a:pt x="15" y="68"/>
                      <a:pt x="15" y="68"/>
                      <a:pt x="15" y="68"/>
                    </a:cubicBezTo>
                    <a:cubicBezTo>
                      <a:pt x="15" y="68"/>
                      <a:pt x="15" y="68"/>
                      <a:pt x="15" y="68"/>
                    </a:cubicBezTo>
                    <a:cubicBezTo>
                      <a:pt x="15" y="68"/>
                      <a:pt x="15" y="68"/>
                      <a:pt x="15" y="68"/>
                    </a:cubicBezTo>
                    <a:cubicBezTo>
                      <a:pt x="15" y="68"/>
                      <a:pt x="15" y="68"/>
                      <a:pt x="15" y="68"/>
                    </a:cubicBezTo>
                    <a:cubicBezTo>
                      <a:pt x="15" y="68"/>
                      <a:pt x="15" y="68"/>
                      <a:pt x="15" y="68"/>
                    </a:cubicBezTo>
                    <a:cubicBezTo>
                      <a:pt x="15" y="68"/>
                      <a:pt x="15" y="68"/>
                      <a:pt x="15" y="68"/>
                    </a:cubicBezTo>
                    <a:cubicBezTo>
                      <a:pt x="15" y="69"/>
                      <a:pt x="15" y="69"/>
                      <a:pt x="15" y="69"/>
                    </a:cubicBezTo>
                    <a:cubicBezTo>
                      <a:pt x="15" y="69"/>
                      <a:pt x="15" y="69"/>
                      <a:pt x="15" y="69"/>
                    </a:cubicBezTo>
                    <a:cubicBezTo>
                      <a:pt x="15" y="69"/>
                      <a:pt x="16" y="69"/>
                      <a:pt x="16" y="69"/>
                    </a:cubicBezTo>
                    <a:cubicBezTo>
                      <a:pt x="16" y="69"/>
                      <a:pt x="16" y="69"/>
                      <a:pt x="16" y="69"/>
                    </a:cubicBezTo>
                    <a:cubicBezTo>
                      <a:pt x="16" y="70"/>
                      <a:pt x="16" y="70"/>
                      <a:pt x="16" y="70"/>
                    </a:cubicBezTo>
                    <a:cubicBezTo>
                      <a:pt x="16" y="70"/>
                      <a:pt x="16" y="70"/>
                      <a:pt x="16" y="70"/>
                    </a:cubicBezTo>
                    <a:cubicBezTo>
                      <a:pt x="16" y="70"/>
                      <a:pt x="16" y="70"/>
                      <a:pt x="16" y="70"/>
                    </a:cubicBezTo>
                    <a:cubicBezTo>
                      <a:pt x="16" y="70"/>
                      <a:pt x="16" y="70"/>
                      <a:pt x="16" y="70"/>
                    </a:cubicBezTo>
                    <a:cubicBezTo>
                      <a:pt x="16" y="70"/>
                      <a:pt x="16" y="70"/>
                      <a:pt x="16" y="70"/>
                    </a:cubicBezTo>
                    <a:cubicBezTo>
                      <a:pt x="16" y="70"/>
                      <a:pt x="16" y="71"/>
                      <a:pt x="16" y="71"/>
                    </a:cubicBezTo>
                    <a:cubicBezTo>
                      <a:pt x="16" y="72"/>
                      <a:pt x="16" y="72"/>
                      <a:pt x="16" y="72"/>
                    </a:cubicBezTo>
                    <a:cubicBezTo>
                      <a:pt x="16" y="72"/>
                      <a:pt x="16" y="72"/>
                      <a:pt x="16" y="72"/>
                    </a:cubicBezTo>
                    <a:cubicBezTo>
                      <a:pt x="16" y="72"/>
                      <a:pt x="16" y="72"/>
                      <a:pt x="16" y="72"/>
                    </a:cubicBezTo>
                    <a:cubicBezTo>
                      <a:pt x="16" y="73"/>
                      <a:pt x="16" y="73"/>
                      <a:pt x="16" y="73"/>
                    </a:cubicBezTo>
                    <a:cubicBezTo>
                      <a:pt x="16" y="73"/>
                      <a:pt x="16" y="73"/>
                      <a:pt x="16" y="73"/>
                    </a:cubicBezTo>
                    <a:cubicBezTo>
                      <a:pt x="16" y="73"/>
                      <a:pt x="16" y="73"/>
                      <a:pt x="17" y="73"/>
                    </a:cubicBezTo>
                    <a:cubicBezTo>
                      <a:pt x="17" y="73"/>
                      <a:pt x="17" y="73"/>
                      <a:pt x="17" y="74"/>
                    </a:cubicBezTo>
                    <a:cubicBezTo>
                      <a:pt x="17" y="74"/>
                      <a:pt x="17" y="74"/>
                      <a:pt x="17" y="74"/>
                    </a:cubicBezTo>
                    <a:cubicBezTo>
                      <a:pt x="17" y="74"/>
                      <a:pt x="17" y="74"/>
                      <a:pt x="17" y="74"/>
                    </a:cubicBezTo>
                    <a:cubicBezTo>
                      <a:pt x="17" y="74"/>
                      <a:pt x="17" y="75"/>
                      <a:pt x="17" y="75"/>
                    </a:cubicBezTo>
                    <a:cubicBezTo>
                      <a:pt x="17" y="75"/>
                      <a:pt x="17" y="75"/>
                      <a:pt x="18" y="75"/>
                    </a:cubicBezTo>
                    <a:cubicBezTo>
                      <a:pt x="18" y="75"/>
                      <a:pt x="18" y="75"/>
                      <a:pt x="18" y="75"/>
                    </a:cubicBezTo>
                    <a:cubicBezTo>
                      <a:pt x="18" y="76"/>
                      <a:pt x="18" y="76"/>
                      <a:pt x="18" y="76"/>
                    </a:cubicBezTo>
                    <a:cubicBezTo>
                      <a:pt x="19" y="76"/>
                      <a:pt x="19" y="76"/>
                      <a:pt x="19" y="76"/>
                    </a:cubicBezTo>
                    <a:cubicBezTo>
                      <a:pt x="20" y="76"/>
                      <a:pt x="20" y="76"/>
                      <a:pt x="20" y="76"/>
                    </a:cubicBezTo>
                    <a:cubicBezTo>
                      <a:pt x="20" y="76"/>
                      <a:pt x="20" y="76"/>
                      <a:pt x="20" y="76"/>
                    </a:cubicBezTo>
                    <a:cubicBezTo>
                      <a:pt x="20" y="76"/>
                      <a:pt x="20" y="76"/>
                      <a:pt x="20" y="76"/>
                    </a:cubicBezTo>
                    <a:cubicBezTo>
                      <a:pt x="20" y="77"/>
                      <a:pt x="20" y="77"/>
                      <a:pt x="20" y="77"/>
                    </a:cubicBezTo>
                    <a:cubicBezTo>
                      <a:pt x="20" y="77"/>
                      <a:pt x="20" y="77"/>
                      <a:pt x="20" y="77"/>
                    </a:cubicBezTo>
                    <a:cubicBezTo>
                      <a:pt x="20" y="77"/>
                      <a:pt x="20" y="77"/>
                      <a:pt x="20" y="77"/>
                    </a:cubicBezTo>
                    <a:cubicBezTo>
                      <a:pt x="20" y="77"/>
                      <a:pt x="20" y="77"/>
                      <a:pt x="20" y="77"/>
                    </a:cubicBezTo>
                    <a:cubicBezTo>
                      <a:pt x="20" y="77"/>
                      <a:pt x="20" y="77"/>
                      <a:pt x="20" y="77"/>
                    </a:cubicBezTo>
                    <a:cubicBezTo>
                      <a:pt x="20" y="77"/>
                      <a:pt x="21" y="77"/>
                      <a:pt x="21" y="77"/>
                    </a:cubicBezTo>
                    <a:cubicBezTo>
                      <a:pt x="21" y="77"/>
                      <a:pt x="21" y="77"/>
                      <a:pt x="21" y="77"/>
                    </a:cubicBezTo>
                    <a:cubicBezTo>
                      <a:pt x="21" y="77"/>
                      <a:pt x="21" y="77"/>
                      <a:pt x="21" y="77"/>
                    </a:cubicBezTo>
                    <a:cubicBezTo>
                      <a:pt x="21" y="78"/>
                      <a:pt x="21" y="78"/>
                      <a:pt x="22" y="78"/>
                    </a:cubicBezTo>
                    <a:cubicBezTo>
                      <a:pt x="22" y="78"/>
                      <a:pt x="22" y="78"/>
                      <a:pt x="22" y="78"/>
                    </a:cubicBezTo>
                    <a:cubicBezTo>
                      <a:pt x="22" y="78"/>
                      <a:pt x="22" y="78"/>
                      <a:pt x="22" y="78"/>
                    </a:cubicBezTo>
                    <a:cubicBezTo>
                      <a:pt x="22" y="78"/>
                      <a:pt x="22" y="78"/>
                      <a:pt x="22" y="78"/>
                    </a:cubicBezTo>
                    <a:cubicBezTo>
                      <a:pt x="22" y="78"/>
                      <a:pt x="22" y="78"/>
                      <a:pt x="22" y="78"/>
                    </a:cubicBezTo>
                    <a:cubicBezTo>
                      <a:pt x="22" y="78"/>
                      <a:pt x="22" y="78"/>
                      <a:pt x="22" y="78"/>
                    </a:cubicBezTo>
                    <a:cubicBezTo>
                      <a:pt x="22" y="78"/>
                      <a:pt x="22" y="78"/>
                      <a:pt x="22" y="78"/>
                    </a:cubicBezTo>
                    <a:cubicBezTo>
                      <a:pt x="22" y="78"/>
                      <a:pt x="22" y="79"/>
                      <a:pt x="22" y="79"/>
                    </a:cubicBezTo>
                    <a:cubicBezTo>
                      <a:pt x="22" y="79"/>
                      <a:pt x="22" y="79"/>
                      <a:pt x="22" y="80"/>
                    </a:cubicBezTo>
                    <a:cubicBezTo>
                      <a:pt x="22" y="80"/>
                      <a:pt x="22" y="80"/>
                      <a:pt x="22" y="80"/>
                    </a:cubicBezTo>
                    <a:cubicBezTo>
                      <a:pt x="22" y="80"/>
                      <a:pt x="22" y="80"/>
                      <a:pt x="22" y="80"/>
                    </a:cubicBezTo>
                    <a:cubicBezTo>
                      <a:pt x="22" y="80"/>
                      <a:pt x="22" y="81"/>
                      <a:pt x="23" y="81"/>
                    </a:cubicBezTo>
                    <a:cubicBezTo>
                      <a:pt x="23" y="81"/>
                      <a:pt x="23" y="81"/>
                      <a:pt x="23" y="81"/>
                    </a:cubicBezTo>
                    <a:cubicBezTo>
                      <a:pt x="23" y="81"/>
                      <a:pt x="23" y="81"/>
                      <a:pt x="23" y="81"/>
                    </a:cubicBezTo>
                    <a:cubicBezTo>
                      <a:pt x="23" y="81"/>
                      <a:pt x="23" y="81"/>
                      <a:pt x="23" y="81"/>
                    </a:cubicBezTo>
                    <a:cubicBezTo>
                      <a:pt x="23" y="81"/>
                      <a:pt x="23" y="81"/>
                      <a:pt x="23" y="81"/>
                    </a:cubicBezTo>
                    <a:cubicBezTo>
                      <a:pt x="23" y="81"/>
                      <a:pt x="23" y="82"/>
                      <a:pt x="23" y="82"/>
                    </a:cubicBezTo>
                    <a:cubicBezTo>
                      <a:pt x="23" y="82"/>
                      <a:pt x="23" y="82"/>
                      <a:pt x="23" y="82"/>
                    </a:cubicBezTo>
                    <a:cubicBezTo>
                      <a:pt x="23" y="82"/>
                      <a:pt x="23" y="82"/>
                      <a:pt x="23" y="82"/>
                    </a:cubicBezTo>
                    <a:cubicBezTo>
                      <a:pt x="23" y="82"/>
                      <a:pt x="23" y="82"/>
                      <a:pt x="23" y="82"/>
                    </a:cubicBezTo>
                    <a:cubicBezTo>
                      <a:pt x="23" y="82"/>
                      <a:pt x="23" y="82"/>
                      <a:pt x="23" y="82"/>
                    </a:cubicBezTo>
                    <a:cubicBezTo>
                      <a:pt x="23" y="82"/>
                      <a:pt x="23" y="83"/>
                      <a:pt x="23" y="83"/>
                    </a:cubicBezTo>
                    <a:cubicBezTo>
                      <a:pt x="23" y="83"/>
                      <a:pt x="23" y="83"/>
                      <a:pt x="23" y="83"/>
                    </a:cubicBezTo>
                    <a:cubicBezTo>
                      <a:pt x="24" y="83"/>
                      <a:pt x="24" y="83"/>
                      <a:pt x="24" y="83"/>
                    </a:cubicBezTo>
                    <a:cubicBezTo>
                      <a:pt x="24" y="83"/>
                      <a:pt x="24" y="83"/>
                      <a:pt x="24" y="83"/>
                    </a:cubicBezTo>
                    <a:cubicBezTo>
                      <a:pt x="24" y="83"/>
                      <a:pt x="24" y="83"/>
                      <a:pt x="24" y="84"/>
                    </a:cubicBezTo>
                    <a:cubicBezTo>
                      <a:pt x="24" y="84"/>
                      <a:pt x="24" y="84"/>
                      <a:pt x="24" y="84"/>
                    </a:cubicBezTo>
                    <a:cubicBezTo>
                      <a:pt x="24" y="84"/>
                      <a:pt x="24" y="85"/>
                      <a:pt x="24" y="85"/>
                    </a:cubicBezTo>
                    <a:cubicBezTo>
                      <a:pt x="24" y="89"/>
                      <a:pt x="24" y="89"/>
                      <a:pt x="24" y="89"/>
                    </a:cubicBezTo>
                    <a:cubicBezTo>
                      <a:pt x="24" y="89"/>
                      <a:pt x="24" y="89"/>
                      <a:pt x="24" y="89"/>
                    </a:cubicBezTo>
                    <a:cubicBezTo>
                      <a:pt x="24" y="89"/>
                      <a:pt x="24" y="89"/>
                      <a:pt x="24" y="89"/>
                    </a:cubicBezTo>
                    <a:cubicBezTo>
                      <a:pt x="24" y="89"/>
                      <a:pt x="24" y="89"/>
                      <a:pt x="24" y="89"/>
                    </a:cubicBezTo>
                    <a:cubicBezTo>
                      <a:pt x="24" y="89"/>
                      <a:pt x="24" y="89"/>
                      <a:pt x="24" y="89"/>
                    </a:cubicBezTo>
                    <a:cubicBezTo>
                      <a:pt x="24" y="89"/>
                      <a:pt x="24" y="89"/>
                      <a:pt x="24" y="89"/>
                    </a:cubicBezTo>
                    <a:cubicBezTo>
                      <a:pt x="24" y="90"/>
                      <a:pt x="24" y="90"/>
                      <a:pt x="24" y="90"/>
                    </a:cubicBezTo>
                    <a:cubicBezTo>
                      <a:pt x="24" y="90"/>
                      <a:pt x="24" y="90"/>
                      <a:pt x="25" y="90"/>
                    </a:cubicBezTo>
                    <a:cubicBezTo>
                      <a:pt x="25" y="90"/>
                      <a:pt x="25" y="90"/>
                      <a:pt x="25" y="90"/>
                    </a:cubicBezTo>
                    <a:cubicBezTo>
                      <a:pt x="25" y="90"/>
                      <a:pt x="25" y="91"/>
                      <a:pt x="25" y="91"/>
                    </a:cubicBezTo>
                    <a:cubicBezTo>
                      <a:pt x="25" y="91"/>
                      <a:pt x="25" y="92"/>
                      <a:pt x="25" y="92"/>
                    </a:cubicBezTo>
                    <a:cubicBezTo>
                      <a:pt x="25" y="92"/>
                      <a:pt x="25" y="92"/>
                      <a:pt x="25" y="92"/>
                    </a:cubicBezTo>
                    <a:cubicBezTo>
                      <a:pt x="25" y="93"/>
                      <a:pt x="25" y="93"/>
                      <a:pt x="25" y="93"/>
                    </a:cubicBezTo>
                    <a:cubicBezTo>
                      <a:pt x="25" y="93"/>
                      <a:pt x="25" y="93"/>
                      <a:pt x="25" y="93"/>
                    </a:cubicBezTo>
                    <a:cubicBezTo>
                      <a:pt x="25" y="93"/>
                      <a:pt x="25" y="93"/>
                      <a:pt x="25" y="93"/>
                    </a:cubicBezTo>
                    <a:cubicBezTo>
                      <a:pt x="25" y="93"/>
                      <a:pt x="25" y="93"/>
                      <a:pt x="25" y="93"/>
                    </a:cubicBezTo>
                    <a:cubicBezTo>
                      <a:pt x="25" y="93"/>
                      <a:pt x="25" y="93"/>
                      <a:pt x="25" y="93"/>
                    </a:cubicBezTo>
                    <a:cubicBezTo>
                      <a:pt x="25" y="94"/>
                      <a:pt x="25" y="94"/>
                      <a:pt x="25" y="94"/>
                    </a:cubicBezTo>
                    <a:cubicBezTo>
                      <a:pt x="25" y="94"/>
                      <a:pt x="25" y="94"/>
                      <a:pt x="25" y="94"/>
                    </a:cubicBezTo>
                    <a:cubicBezTo>
                      <a:pt x="25" y="94"/>
                      <a:pt x="25" y="95"/>
                      <a:pt x="25" y="95"/>
                    </a:cubicBezTo>
                    <a:cubicBezTo>
                      <a:pt x="25" y="95"/>
                      <a:pt x="25" y="95"/>
                      <a:pt x="25" y="95"/>
                    </a:cubicBezTo>
                    <a:cubicBezTo>
                      <a:pt x="25" y="96"/>
                      <a:pt x="26" y="96"/>
                      <a:pt x="26" y="97"/>
                    </a:cubicBezTo>
                    <a:cubicBezTo>
                      <a:pt x="26" y="97"/>
                      <a:pt x="26" y="97"/>
                      <a:pt x="26" y="97"/>
                    </a:cubicBezTo>
                    <a:cubicBezTo>
                      <a:pt x="27" y="97"/>
                      <a:pt x="27" y="97"/>
                      <a:pt x="27" y="98"/>
                    </a:cubicBezTo>
                    <a:cubicBezTo>
                      <a:pt x="27" y="98"/>
                      <a:pt x="27" y="98"/>
                      <a:pt x="27" y="98"/>
                    </a:cubicBezTo>
                    <a:cubicBezTo>
                      <a:pt x="27" y="98"/>
                      <a:pt x="27" y="98"/>
                      <a:pt x="27" y="98"/>
                    </a:cubicBezTo>
                    <a:cubicBezTo>
                      <a:pt x="27" y="98"/>
                      <a:pt x="27" y="98"/>
                      <a:pt x="27" y="98"/>
                    </a:cubicBezTo>
                    <a:cubicBezTo>
                      <a:pt x="27" y="98"/>
                      <a:pt x="27" y="98"/>
                      <a:pt x="27" y="98"/>
                    </a:cubicBezTo>
                    <a:cubicBezTo>
                      <a:pt x="27" y="98"/>
                      <a:pt x="27" y="98"/>
                      <a:pt x="27" y="98"/>
                    </a:cubicBezTo>
                    <a:cubicBezTo>
                      <a:pt x="27" y="98"/>
                      <a:pt x="27" y="98"/>
                      <a:pt x="27" y="98"/>
                    </a:cubicBezTo>
                    <a:cubicBezTo>
                      <a:pt x="27" y="98"/>
                      <a:pt x="27" y="98"/>
                      <a:pt x="27" y="98"/>
                    </a:cubicBezTo>
                    <a:cubicBezTo>
                      <a:pt x="28" y="98"/>
                      <a:pt x="28" y="99"/>
                      <a:pt x="28" y="99"/>
                    </a:cubicBezTo>
                    <a:cubicBezTo>
                      <a:pt x="28" y="99"/>
                      <a:pt x="28" y="99"/>
                      <a:pt x="28" y="99"/>
                    </a:cubicBezTo>
                    <a:cubicBezTo>
                      <a:pt x="28" y="99"/>
                      <a:pt x="28" y="99"/>
                      <a:pt x="28" y="99"/>
                    </a:cubicBezTo>
                    <a:cubicBezTo>
                      <a:pt x="28" y="99"/>
                      <a:pt x="28" y="99"/>
                      <a:pt x="28" y="99"/>
                    </a:cubicBezTo>
                    <a:cubicBezTo>
                      <a:pt x="28" y="99"/>
                      <a:pt x="28" y="99"/>
                      <a:pt x="29" y="99"/>
                    </a:cubicBezTo>
                    <a:cubicBezTo>
                      <a:pt x="29" y="100"/>
                      <a:pt x="29" y="100"/>
                      <a:pt x="29" y="101"/>
                    </a:cubicBezTo>
                    <a:cubicBezTo>
                      <a:pt x="29" y="101"/>
                      <a:pt x="29" y="101"/>
                      <a:pt x="29" y="101"/>
                    </a:cubicBezTo>
                    <a:cubicBezTo>
                      <a:pt x="30" y="101"/>
                      <a:pt x="30" y="101"/>
                      <a:pt x="30" y="102"/>
                    </a:cubicBezTo>
                    <a:cubicBezTo>
                      <a:pt x="30" y="102"/>
                      <a:pt x="30" y="102"/>
                      <a:pt x="30" y="102"/>
                    </a:cubicBezTo>
                    <a:cubicBezTo>
                      <a:pt x="30" y="102"/>
                      <a:pt x="30" y="102"/>
                      <a:pt x="30" y="102"/>
                    </a:cubicBezTo>
                    <a:cubicBezTo>
                      <a:pt x="30" y="102"/>
                      <a:pt x="30" y="102"/>
                      <a:pt x="30" y="102"/>
                    </a:cubicBezTo>
                    <a:cubicBezTo>
                      <a:pt x="30" y="102"/>
                      <a:pt x="30" y="102"/>
                      <a:pt x="30" y="102"/>
                    </a:cubicBezTo>
                    <a:cubicBezTo>
                      <a:pt x="30" y="103"/>
                      <a:pt x="30" y="103"/>
                      <a:pt x="30" y="103"/>
                    </a:cubicBezTo>
                    <a:cubicBezTo>
                      <a:pt x="30" y="103"/>
                      <a:pt x="30" y="103"/>
                      <a:pt x="30" y="103"/>
                    </a:cubicBezTo>
                    <a:cubicBezTo>
                      <a:pt x="30" y="103"/>
                      <a:pt x="30" y="103"/>
                      <a:pt x="31" y="103"/>
                    </a:cubicBezTo>
                    <a:cubicBezTo>
                      <a:pt x="31" y="103"/>
                      <a:pt x="31" y="104"/>
                      <a:pt x="31" y="104"/>
                    </a:cubicBezTo>
                    <a:cubicBezTo>
                      <a:pt x="31" y="104"/>
                      <a:pt x="31" y="104"/>
                      <a:pt x="31" y="104"/>
                    </a:cubicBezTo>
                    <a:cubicBezTo>
                      <a:pt x="31" y="104"/>
                      <a:pt x="31" y="104"/>
                      <a:pt x="31" y="104"/>
                    </a:cubicBezTo>
                    <a:cubicBezTo>
                      <a:pt x="31" y="104"/>
                      <a:pt x="32" y="104"/>
                      <a:pt x="32" y="104"/>
                    </a:cubicBezTo>
                    <a:cubicBezTo>
                      <a:pt x="32" y="105"/>
                      <a:pt x="32" y="105"/>
                      <a:pt x="32" y="105"/>
                    </a:cubicBezTo>
                    <a:cubicBezTo>
                      <a:pt x="33" y="105"/>
                      <a:pt x="33" y="105"/>
                      <a:pt x="33" y="105"/>
                    </a:cubicBezTo>
                    <a:cubicBezTo>
                      <a:pt x="33" y="105"/>
                      <a:pt x="33" y="105"/>
                      <a:pt x="33" y="105"/>
                    </a:cubicBezTo>
                    <a:cubicBezTo>
                      <a:pt x="33" y="105"/>
                      <a:pt x="33" y="105"/>
                      <a:pt x="33" y="105"/>
                    </a:cubicBezTo>
                    <a:cubicBezTo>
                      <a:pt x="33" y="105"/>
                      <a:pt x="33" y="105"/>
                      <a:pt x="33" y="105"/>
                    </a:cubicBezTo>
                    <a:cubicBezTo>
                      <a:pt x="33" y="105"/>
                      <a:pt x="33" y="105"/>
                      <a:pt x="33" y="105"/>
                    </a:cubicBezTo>
                    <a:cubicBezTo>
                      <a:pt x="33" y="105"/>
                      <a:pt x="33" y="105"/>
                      <a:pt x="33" y="105"/>
                    </a:cubicBezTo>
                    <a:cubicBezTo>
                      <a:pt x="33" y="105"/>
                      <a:pt x="33" y="105"/>
                      <a:pt x="33" y="105"/>
                    </a:cubicBezTo>
                    <a:cubicBezTo>
                      <a:pt x="34" y="105"/>
                      <a:pt x="34" y="105"/>
                      <a:pt x="34" y="105"/>
                    </a:cubicBezTo>
                    <a:cubicBezTo>
                      <a:pt x="34" y="105"/>
                      <a:pt x="34" y="105"/>
                      <a:pt x="34" y="105"/>
                    </a:cubicBezTo>
                    <a:cubicBezTo>
                      <a:pt x="34" y="106"/>
                      <a:pt x="34" y="106"/>
                      <a:pt x="34" y="106"/>
                    </a:cubicBezTo>
                    <a:cubicBezTo>
                      <a:pt x="34" y="106"/>
                      <a:pt x="34" y="106"/>
                      <a:pt x="34" y="106"/>
                    </a:cubicBezTo>
                    <a:cubicBezTo>
                      <a:pt x="34" y="106"/>
                      <a:pt x="34" y="106"/>
                      <a:pt x="34" y="106"/>
                    </a:cubicBezTo>
                    <a:cubicBezTo>
                      <a:pt x="34" y="106"/>
                      <a:pt x="34" y="106"/>
                      <a:pt x="35" y="106"/>
                    </a:cubicBezTo>
                    <a:cubicBezTo>
                      <a:pt x="35" y="106"/>
                      <a:pt x="35" y="106"/>
                      <a:pt x="35" y="105"/>
                    </a:cubicBezTo>
                    <a:cubicBezTo>
                      <a:pt x="35" y="105"/>
                      <a:pt x="35" y="105"/>
                      <a:pt x="35" y="105"/>
                    </a:cubicBezTo>
                    <a:cubicBezTo>
                      <a:pt x="35" y="105"/>
                      <a:pt x="35" y="105"/>
                      <a:pt x="35" y="104"/>
                    </a:cubicBezTo>
                    <a:cubicBezTo>
                      <a:pt x="35" y="104"/>
                      <a:pt x="35" y="104"/>
                      <a:pt x="35" y="104"/>
                    </a:cubicBezTo>
                    <a:cubicBezTo>
                      <a:pt x="35" y="104"/>
                      <a:pt x="35" y="104"/>
                      <a:pt x="35" y="104"/>
                    </a:cubicBezTo>
                    <a:cubicBezTo>
                      <a:pt x="35" y="104"/>
                      <a:pt x="35" y="104"/>
                      <a:pt x="35" y="104"/>
                    </a:cubicBezTo>
                    <a:cubicBezTo>
                      <a:pt x="35" y="104"/>
                      <a:pt x="35" y="104"/>
                      <a:pt x="35" y="104"/>
                    </a:cubicBezTo>
                    <a:cubicBezTo>
                      <a:pt x="35" y="104"/>
                      <a:pt x="35" y="104"/>
                      <a:pt x="35" y="104"/>
                    </a:cubicBezTo>
                    <a:cubicBezTo>
                      <a:pt x="35" y="104"/>
                      <a:pt x="35" y="104"/>
                      <a:pt x="35" y="104"/>
                    </a:cubicBezTo>
                    <a:cubicBezTo>
                      <a:pt x="35" y="104"/>
                      <a:pt x="35" y="104"/>
                      <a:pt x="35" y="103"/>
                    </a:cubicBezTo>
                    <a:cubicBezTo>
                      <a:pt x="35" y="103"/>
                      <a:pt x="35" y="103"/>
                      <a:pt x="35" y="103"/>
                    </a:cubicBezTo>
                    <a:cubicBezTo>
                      <a:pt x="35" y="103"/>
                      <a:pt x="35" y="102"/>
                      <a:pt x="35" y="102"/>
                    </a:cubicBezTo>
                    <a:cubicBezTo>
                      <a:pt x="34" y="102"/>
                      <a:pt x="34" y="102"/>
                      <a:pt x="34" y="102"/>
                    </a:cubicBezTo>
                    <a:cubicBezTo>
                      <a:pt x="34" y="102"/>
                      <a:pt x="34" y="102"/>
                      <a:pt x="34" y="102"/>
                    </a:cubicBezTo>
                    <a:cubicBezTo>
                      <a:pt x="34" y="102"/>
                      <a:pt x="34" y="102"/>
                      <a:pt x="34" y="102"/>
                    </a:cubicBezTo>
                    <a:cubicBezTo>
                      <a:pt x="34" y="101"/>
                      <a:pt x="34" y="101"/>
                      <a:pt x="34" y="101"/>
                    </a:cubicBezTo>
                    <a:cubicBezTo>
                      <a:pt x="34" y="101"/>
                      <a:pt x="34" y="101"/>
                      <a:pt x="34" y="101"/>
                    </a:cubicBezTo>
                    <a:cubicBezTo>
                      <a:pt x="34" y="101"/>
                      <a:pt x="34" y="101"/>
                      <a:pt x="34" y="101"/>
                    </a:cubicBezTo>
                    <a:cubicBezTo>
                      <a:pt x="34" y="101"/>
                      <a:pt x="34" y="101"/>
                      <a:pt x="34" y="101"/>
                    </a:cubicBezTo>
                    <a:cubicBezTo>
                      <a:pt x="34" y="101"/>
                      <a:pt x="34" y="101"/>
                      <a:pt x="34" y="101"/>
                    </a:cubicBezTo>
                    <a:cubicBezTo>
                      <a:pt x="34" y="100"/>
                      <a:pt x="34" y="100"/>
                      <a:pt x="34" y="100"/>
                    </a:cubicBezTo>
                    <a:cubicBezTo>
                      <a:pt x="34" y="100"/>
                      <a:pt x="34" y="99"/>
                      <a:pt x="34" y="99"/>
                    </a:cubicBezTo>
                    <a:cubicBezTo>
                      <a:pt x="34" y="99"/>
                      <a:pt x="34" y="99"/>
                      <a:pt x="33" y="99"/>
                    </a:cubicBezTo>
                    <a:cubicBezTo>
                      <a:pt x="33" y="98"/>
                      <a:pt x="33" y="98"/>
                      <a:pt x="33" y="98"/>
                    </a:cubicBezTo>
                    <a:cubicBezTo>
                      <a:pt x="33" y="98"/>
                      <a:pt x="33" y="98"/>
                      <a:pt x="33" y="98"/>
                    </a:cubicBezTo>
                    <a:cubicBezTo>
                      <a:pt x="33" y="98"/>
                      <a:pt x="33" y="98"/>
                      <a:pt x="33" y="98"/>
                    </a:cubicBezTo>
                    <a:cubicBezTo>
                      <a:pt x="33" y="98"/>
                      <a:pt x="33" y="98"/>
                      <a:pt x="33" y="98"/>
                    </a:cubicBezTo>
                    <a:cubicBezTo>
                      <a:pt x="33" y="98"/>
                      <a:pt x="33" y="98"/>
                      <a:pt x="33" y="98"/>
                    </a:cubicBezTo>
                    <a:cubicBezTo>
                      <a:pt x="33" y="98"/>
                      <a:pt x="33" y="98"/>
                      <a:pt x="33" y="98"/>
                    </a:cubicBezTo>
                    <a:cubicBezTo>
                      <a:pt x="33" y="98"/>
                      <a:pt x="33" y="97"/>
                      <a:pt x="33" y="97"/>
                    </a:cubicBezTo>
                    <a:cubicBezTo>
                      <a:pt x="33" y="97"/>
                      <a:pt x="33" y="97"/>
                      <a:pt x="33" y="97"/>
                    </a:cubicBezTo>
                    <a:cubicBezTo>
                      <a:pt x="33" y="97"/>
                      <a:pt x="33" y="97"/>
                      <a:pt x="33" y="97"/>
                    </a:cubicBezTo>
                    <a:cubicBezTo>
                      <a:pt x="34" y="97"/>
                      <a:pt x="34" y="97"/>
                      <a:pt x="34" y="96"/>
                    </a:cubicBezTo>
                    <a:cubicBezTo>
                      <a:pt x="34" y="96"/>
                      <a:pt x="34" y="96"/>
                      <a:pt x="34" y="96"/>
                    </a:cubicBezTo>
                    <a:cubicBezTo>
                      <a:pt x="34" y="96"/>
                      <a:pt x="34" y="96"/>
                      <a:pt x="34" y="96"/>
                    </a:cubicBezTo>
                    <a:cubicBezTo>
                      <a:pt x="34" y="96"/>
                      <a:pt x="34" y="96"/>
                      <a:pt x="34" y="96"/>
                    </a:cubicBezTo>
                    <a:cubicBezTo>
                      <a:pt x="34" y="96"/>
                      <a:pt x="35" y="96"/>
                      <a:pt x="35" y="96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5" y="95"/>
                      <a:pt x="35" y="95"/>
                      <a:pt x="35" y="95"/>
                    </a:cubicBezTo>
                    <a:cubicBezTo>
                      <a:pt x="35" y="95"/>
                      <a:pt x="35" y="95"/>
                      <a:pt x="35" y="95"/>
                    </a:cubicBezTo>
                    <a:cubicBezTo>
                      <a:pt x="36" y="95"/>
                      <a:pt x="36" y="95"/>
                      <a:pt x="36" y="95"/>
                    </a:cubicBezTo>
                    <a:cubicBezTo>
                      <a:pt x="36" y="95"/>
                      <a:pt x="36" y="95"/>
                      <a:pt x="36" y="95"/>
                    </a:cubicBezTo>
                    <a:cubicBezTo>
                      <a:pt x="36" y="95"/>
                      <a:pt x="37" y="95"/>
                      <a:pt x="37" y="95"/>
                    </a:cubicBezTo>
                    <a:cubicBezTo>
                      <a:pt x="37" y="94"/>
                      <a:pt x="37" y="94"/>
                      <a:pt x="37" y="93"/>
                    </a:cubicBezTo>
                    <a:cubicBezTo>
                      <a:pt x="37" y="93"/>
                      <a:pt x="36" y="93"/>
                      <a:pt x="36" y="93"/>
                    </a:cubicBezTo>
                    <a:cubicBezTo>
                      <a:pt x="36" y="93"/>
                      <a:pt x="36" y="93"/>
                      <a:pt x="36" y="93"/>
                    </a:cubicBezTo>
                    <a:cubicBezTo>
                      <a:pt x="36" y="93"/>
                      <a:pt x="36" y="93"/>
                      <a:pt x="36" y="93"/>
                    </a:cubicBezTo>
                    <a:cubicBezTo>
                      <a:pt x="36" y="93"/>
                      <a:pt x="36" y="93"/>
                      <a:pt x="36" y="93"/>
                    </a:cubicBezTo>
                    <a:cubicBezTo>
                      <a:pt x="36" y="93"/>
                      <a:pt x="35" y="93"/>
                      <a:pt x="35" y="92"/>
                    </a:cubicBezTo>
                    <a:cubicBezTo>
                      <a:pt x="35" y="92"/>
                      <a:pt x="35" y="92"/>
                      <a:pt x="35" y="92"/>
                    </a:cubicBezTo>
                    <a:cubicBezTo>
                      <a:pt x="37" y="92"/>
                      <a:pt x="37" y="92"/>
                      <a:pt x="37" y="92"/>
                    </a:cubicBezTo>
                    <a:cubicBezTo>
                      <a:pt x="37" y="92"/>
                      <a:pt x="37" y="92"/>
                      <a:pt x="37" y="92"/>
                    </a:cubicBezTo>
                    <a:cubicBezTo>
                      <a:pt x="37" y="92"/>
                      <a:pt x="37" y="92"/>
                      <a:pt x="37" y="92"/>
                    </a:cubicBezTo>
                    <a:cubicBezTo>
                      <a:pt x="37" y="92"/>
                      <a:pt x="37" y="92"/>
                      <a:pt x="38" y="92"/>
                    </a:cubicBezTo>
                    <a:cubicBezTo>
                      <a:pt x="38" y="92"/>
                      <a:pt x="38" y="92"/>
                      <a:pt x="38" y="92"/>
                    </a:cubicBezTo>
                    <a:cubicBezTo>
                      <a:pt x="38" y="91"/>
                      <a:pt x="38" y="91"/>
                      <a:pt x="38" y="91"/>
                    </a:cubicBezTo>
                    <a:cubicBezTo>
                      <a:pt x="38" y="91"/>
                      <a:pt x="38" y="91"/>
                      <a:pt x="38" y="91"/>
                    </a:cubicBezTo>
                    <a:cubicBezTo>
                      <a:pt x="38" y="91"/>
                      <a:pt x="38" y="90"/>
                      <a:pt x="38" y="90"/>
                    </a:cubicBezTo>
                    <a:cubicBezTo>
                      <a:pt x="38" y="90"/>
                      <a:pt x="38" y="90"/>
                      <a:pt x="38" y="90"/>
                    </a:cubicBezTo>
                    <a:cubicBezTo>
                      <a:pt x="38" y="90"/>
                      <a:pt x="38" y="90"/>
                      <a:pt x="38" y="90"/>
                    </a:cubicBezTo>
                    <a:cubicBezTo>
                      <a:pt x="38" y="90"/>
                      <a:pt x="38" y="90"/>
                      <a:pt x="38" y="90"/>
                    </a:cubicBezTo>
                    <a:cubicBezTo>
                      <a:pt x="39" y="90"/>
                      <a:pt x="39" y="90"/>
                      <a:pt x="39" y="90"/>
                    </a:cubicBezTo>
                    <a:cubicBezTo>
                      <a:pt x="39" y="90"/>
                      <a:pt x="40" y="89"/>
                      <a:pt x="40" y="89"/>
                    </a:cubicBezTo>
                    <a:cubicBezTo>
                      <a:pt x="40" y="88"/>
                      <a:pt x="40" y="88"/>
                      <a:pt x="40" y="88"/>
                    </a:cubicBezTo>
                    <a:cubicBezTo>
                      <a:pt x="40" y="85"/>
                      <a:pt x="40" y="85"/>
                      <a:pt x="40" y="85"/>
                    </a:cubicBezTo>
                    <a:cubicBezTo>
                      <a:pt x="40" y="85"/>
                      <a:pt x="40" y="84"/>
                      <a:pt x="40" y="84"/>
                    </a:cubicBezTo>
                    <a:cubicBezTo>
                      <a:pt x="40" y="84"/>
                      <a:pt x="40" y="84"/>
                      <a:pt x="40" y="84"/>
                    </a:cubicBezTo>
                    <a:cubicBezTo>
                      <a:pt x="41" y="85"/>
                      <a:pt x="41" y="85"/>
                      <a:pt x="41" y="85"/>
                    </a:cubicBezTo>
                    <a:cubicBezTo>
                      <a:pt x="41" y="84"/>
                      <a:pt x="41" y="84"/>
                      <a:pt x="41" y="84"/>
                    </a:cubicBezTo>
                    <a:cubicBezTo>
                      <a:pt x="41" y="84"/>
                      <a:pt x="41" y="84"/>
                      <a:pt x="41" y="84"/>
                    </a:cubicBezTo>
                    <a:cubicBezTo>
                      <a:pt x="41" y="84"/>
                      <a:pt x="41" y="83"/>
                      <a:pt x="41" y="83"/>
                    </a:cubicBezTo>
                    <a:cubicBezTo>
                      <a:pt x="41" y="83"/>
                      <a:pt x="41" y="83"/>
                      <a:pt x="41" y="83"/>
                    </a:cubicBezTo>
                    <a:cubicBezTo>
                      <a:pt x="41" y="83"/>
                      <a:pt x="41" y="83"/>
                      <a:pt x="42" y="82"/>
                    </a:cubicBezTo>
                    <a:cubicBezTo>
                      <a:pt x="42" y="82"/>
                      <a:pt x="42" y="82"/>
                      <a:pt x="43" y="82"/>
                    </a:cubicBezTo>
                    <a:cubicBezTo>
                      <a:pt x="43" y="82"/>
                      <a:pt x="43" y="82"/>
                      <a:pt x="43" y="82"/>
                    </a:cubicBezTo>
                    <a:cubicBezTo>
                      <a:pt x="43" y="82"/>
                      <a:pt x="44" y="82"/>
                      <a:pt x="44" y="82"/>
                    </a:cubicBezTo>
                    <a:cubicBezTo>
                      <a:pt x="44" y="82"/>
                      <a:pt x="44" y="82"/>
                      <a:pt x="44" y="82"/>
                    </a:cubicBezTo>
                    <a:cubicBezTo>
                      <a:pt x="44" y="82"/>
                      <a:pt x="45" y="82"/>
                      <a:pt x="45" y="82"/>
                    </a:cubicBezTo>
                    <a:cubicBezTo>
                      <a:pt x="45" y="82"/>
                      <a:pt x="45" y="82"/>
                      <a:pt x="45" y="82"/>
                    </a:cubicBezTo>
                    <a:cubicBezTo>
                      <a:pt x="45" y="82"/>
                      <a:pt x="45" y="82"/>
                      <a:pt x="45" y="82"/>
                    </a:cubicBezTo>
                    <a:cubicBezTo>
                      <a:pt x="45" y="82"/>
                      <a:pt x="45" y="82"/>
                      <a:pt x="45" y="82"/>
                    </a:cubicBezTo>
                    <a:cubicBezTo>
                      <a:pt x="45" y="82"/>
                      <a:pt x="45" y="82"/>
                      <a:pt x="45" y="82"/>
                    </a:cubicBezTo>
                    <a:cubicBezTo>
                      <a:pt x="45" y="82"/>
                      <a:pt x="45" y="82"/>
                      <a:pt x="45" y="82"/>
                    </a:cubicBezTo>
                    <a:cubicBezTo>
                      <a:pt x="45" y="82"/>
                      <a:pt x="45" y="82"/>
                      <a:pt x="45" y="82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6" y="81"/>
                      <a:pt x="46" y="81"/>
                      <a:pt x="46" y="81"/>
                    </a:cubicBezTo>
                    <a:cubicBezTo>
                      <a:pt x="46" y="81"/>
                      <a:pt x="46" y="81"/>
                      <a:pt x="46" y="81"/>
                    </a:cubicBezTo>
                    <a:cubicBezTo>
                      <a:pt x="46" y="80"/>
                      <a:pt x="46" y="80"/>
                      <a:pt x="46" y="80"/>
                    </a:cubicBezTo>
                    <a:cubicBezTo>
                      <a:pt x="46" y="80"/>
                      <a:pt x="47" y="80"/>
                      <a:pt x="47" y="80"/>
                    </a:cubicBezTo>
                    <a:cubicBezTo>
                      <a:pt x="47" y="80"/>
                      <a:pt x="47" y="80"/>
                      <a:pt x="47" y="80"/>
                    </a:cubicBezTo>
                    <a:cubicBezTo>
                      <a:pt x="47" y="80"/>
                      <a:pt x="47" y="80"/>
                      <a:pt x="47" y="80"/>
                    </a:cubicBezTo>
                    <a:cubicBezTo>
                      <a:pt x="47" y="80"/>
                      <a:pt x="48" y="80"/>
                      <a:pt x="48" y="79"/>
                    </a:cubicBezTo>
                    <a:cubicBezTo>
                      <a:pt x="48" y="79"/>
                      <a:pt x="48" y="79"/>
                      <a:pt x="48" y="79"/>
                    </a:cubicBezTo>
                    <a:cubicBezTo>
                      <a:pt x="48" y="78"/>
                      <a:pt x="48" y="78"/>
                      <a:pt x="48" y="78"/>
                    </a:cubicBezTo>
                    <a:cubicBezTo>
                      <a:pt x="49" y="78"/>
                      <a:pt x="49" y="78"/>
                      <a:pt x="49" y="78"/>
                    </a:cubicBezTo>
                    <a:cubicBezTo>
                      <a:pt x="49" y="77"/>
                      <a:pt x="49" y="76"/>
                      <a:pt x="49" y="76"/>
                    </a:cubicBezTo>
                    <a:cubicBezTo>
                      <a:pt x="49" y="75"/>
                      <a:pt x="49" y="75"/>
                      <a:pt x="49" y="75"/>
                    </a:cubicBezTo>
                    <a:cubicBezTo>
                      <a:pt x="49" y="73"/>
                      <a:pt x="49" y="73"/>
                      <a:pt x="49" y="73"/>
                    </a:cubicBezTo>
                    <a:cubicBezTo>
                      <a:pt x="49" y="72"/>
                      <a:pt x="49" y="72"/>
                      <a:pt x="49" y="72"/>
                    </a:cubicBezTo>
                    <a:cubicBezTo>
                      <a:pt x="49" y="72"/>
                      <a:pt x="49" y="72"/>
                      <a:pt x="49" y="72"/>
                    </a:cubicBezTo>
                    <a:cubicBezTo>
                      <a:pt x="49" y="72"/>
                      <a:pt x="49" y="72"/>
                      <a:pt x="49" y="72"/>
                    </a:cubicBezTo>
                    <a:cubicBezTo>
                      <a:pt x="49" y="72"/>
                      <a:pt x="49" y="72"/>
                      <a:pt x="49" y="72"/>
                    </a:cubicBezTo>
                    <a:cubicBezTo>
                      <a:pt x="49" y="72"/>
                      <a:pt x="49" y="72"/>
                      <a:pt x="49" y="72"/>
                    </a:cubicBezTo>
                    <a:cubicBezTo>
                      <a:pt x="49" y="72"/>
                      <a:pt x="49" y="72"/>
                      <a:pt x="49" y="72"/>
                    </a:cubicBezTo>
                    <a:cubicBezTo>
                      <a:pt x="49" y="72"/>
                      <a:pt x="49" y="72"/>
                      <a:pt x="49" y="72"/>
                    </a:cubicBezTo>
                    <a:cubicBezTo>
                      <a:pt x="50" y="72"/>
                      <a:pt x="50" y="72"/>
                      <a:pt x="50" y="72"/>
                    </a:cubicBezTo>
                    <a:cubicBezTo>
                      <a:pt x="50" y="72"/>
                      <a:pt x="50" y="72"/>
                      <a:pt x="50" y="72"/>
                    </a:cubicBezTo>
                    <a:cubicBezTo>
                      <a:pt x="50" y="72"/>
                      <a:pt x="50" y="71"/>
                      <a:pt x="50" y="71"/>
                    </a:cubicBezTo>
                    <a:cubicBezTo>
                      <a:pt x="50" y="71"/>
                      <a:pt x="50" y="71"/>
                      <a:pt x="50" y="71"/>
                    </a:cubicBezTo>
                    <a:cubicBezTo>
                      <a:pt x="50" y="71"/>
                      <a:pt x="50" y="71"/>
                      <a:pt x="50" y="71"/>
                    </a:cubicBezTo>
                    <a:cubicBezTo>
                      <a:pt x="50" y="71"/>
                      <a:pt x="51" y="71"/>
                      <a:pt x="51" y="71"/>
                    </a:cubicBezTo>
                    <a:cubicBezTo>
                      <a:pt x="51" y="71"/>
                      <a:pt x="51" y="71"/>
                      <a:pt x="51" y="71"/>
                    </a:cubicBezTo>
                    <a:cubicBezTo>
                      <a:pt x="51" y="70"/>
                      <a:pt x="51" y="70"/>
                      <a:pt x="51" y="70"/>
                    </a:cubicBezTo>
                    <a:cubicBezTo>
                      <a:pt x="51" y="70"/>
                      <a:pt x="51" y="70"/>
                      <a:pt x="51" y="70"/>
                    </a:cubicBezTo>
                    <a:cubicBezTo>
                      <a:pt x="51" y="70"/>
                      <a:pt x="51" y="70"/>
                      <a:pt x="51" y="70"/>
                    </a:cubicBezTo>
                    <a:cubicBezTo>
                      <a:pt x="51" y="70"/>
                      <a:pt x="51" y="70"/>
                      <a:pt x="51" y="70"/>
                    </a:cubicBezTo>
                    <a:cubicBezTo>
                      <a:pt x="51" y="70"/>
                      <a:pt x="51" y="70"/>
                      <a:pt x="51" y="70"/>
                    </a:cubicBezTo>
                    <a:cubicBezTo>
                      <a:pt x="51" y="70"/>
                      <a:pt x="52" y="69"/>
                      <a:pt x="52" y="69"/>
                    </a:cubicBezTo>
                    <a:cubicBezTo>
                      <a:pt x="52" y="69"/>
                      <a:pt x="52" y="68"/>
                      <a:pt x="53" y="68"/>
                    </a:cubicBezTo>
                    <a:cubicBezTo>
                      <a:pt x="53" y="68"/>
                      <a:pt x="53" y="68"/>
                      <a:pt x="53" y="68"/>
                    </a:cubicBezTo>
                    <a:cubicBezTo>
                      <a:pt x="54" y="68"/>
                      <a:pt x="53" y="67"/>
                      <a:pt x="53" y="67"/>
                    </a:cubicBezTo>
                    <a:cubicBezTo>
                      <a:pt x="53" y="67"/>
                      <a:pt x="53" y="67"/>
                      <a:pt x="53" y="67"/>
                    </a:cubicBezTo>
                    <a:cubicBezTo>
                      <a:pt x="53" y="67"/>
                      <a:pt x="53" y="67"/>
                      <a:pt x="53" y="67"/>
                    </a:cubicBezTo>
                    <a:cubicBezTo>
                      <a:pt x="53" y="67"/>
                      <a:pt x="53" y="67"/>
                      <a:pt x="53" y="67"/>
                    </a:cubicBezTo>
                    <a:cubicBezTo>
                      <a:pt x="53" y="67"/>
                      <a:pt x="53" y="67"/>
                      <a:pt x="53" y="67"/>
                    </a:cubicBezTo>
                    <a:cubicBezTo>
                      <a:pt x="53" y="67"/>
                      <a:pt x="53" y="66"/>
                      <a:pt x="53" y="66"/>
                    </a:cubicBezTo>
                    <a:cubicBezTo>
                      <a:pt x="53" y="66"/>
                      <a:pt x="53" y="66"/>
                      <a:pt x="53" y="66"/>
                    </a:cubicBezTo>
                    <a:cubicBezTo>
                      <a:pt x="53" y="66"/>
                      <a:pt x="53" y="66"/>
                      <a:pt x="53" y="66"/>
                    </a:cubicBezTo>
                    <a:cubicBezTo>
                      <a:pt x="53" y="66"/>
                      <a:pt x="53" y="66"/>
                      <a:pt x="53" y="66"/>
                    </a:cubicBezTo>
                    <a:cubicBezTo>
                      <a:pt x="53" y="64"/>
                      <a:pt x="53" y="64"/>
                      <a:pt x="53" y="64"/>
                    </a:cubicBezTo>
                    <a:cubicBezTo>
                      <a:pt x="53" y="64"/>
                      <a:pt x="53" y="64"/>
                      <a:pt x="53" y="64"/>
                    </a:cubicBezTo>
                    <a:cubicBezTo>
                      <a:pt x="53" y="64"/>
                      <a:pt x="53" y="64"/>
                      <a:pt x="53" y="64"/>
                    </a:cubicBezTo>
                    <a:cubicBezTo>
                      <a:pt x="53" y="64"/>
                      <a:pt x="53" y="64"/>
                      <a:pt x="53" y="64"/>
                    </a:cubicBezTo>
                    <a:cubicBezTo>
                      <a:pt x="53" y="63"/>
                      <a:pt x="53" y="63"/>
                      <a:pt x="53" y="63"/>
                    </a:cubicBezTo>
                    <a:cubicBezTo>
                      <a:pt x="53" y="63"/>
                      <a:pt x="53" y="63"/>
                      <a:pt x="53" y="63"/>
                    </a:cubicBezTo>
                    <a:cubicBezTo>
                      <a:pt x="52" y="63"/>
                      <a:pt x="52" y="63"/>
                      <a:pt x="52" y="63"/>
                    </a:cubicBezTo>
                    <a:cubicBezTo>
                      <a:pt x="52" y="63"/>
                      <a:pt x="52" y="63"/>
                      <a:pt x="52" y="63"/>
                    </a:cubicBezTo>
                    <a:cubicBezTo>
                      <a:pt x="51" y="63"/>
                      <a:pt x="51" y="63"/>
                      <a:pt x="51" y="63"/>
                    </a:cubicBezTo>
                    <a:cubicBezTo>
                      <a:pt x="50" y="63"/>
                      <a:pt x="50" y="63"/>
                      <a:pt x="50" y="62"/>
                    </a:cubicBezTo>
                    <a:cubicBezTo>
                      <a:pt x="50" y="62"/>
                      <a:pt x="50" y="62"/>
                      <a:pt x="50" y="62"/>
                    </a:cubicBezTo>
                    <a:cubicBezTo>
                      <a:pt x="50" y="62"/>
                      <a:pt x="50" y="62"/>
                      <a:pt x="50" y="62"/>
                    </a:cubicBezTo>
                    <a:cubicBezTo>
                      <a:pt x="50" y="62"/>
                      <a:pt x="50" y="62"/>
                      <a:pt x="50" y="62"/>
                    </a:cubicBezTo>
                    <a:cubicBezTo>
                      <a:pt x="49" y="62"/>
                      <a:pt x="49" y="62"/>
                      <a:pt x="49" y="62"/>
                    </a:cubicBezTo>
                    <a:cubicBezTo>
                      <a:pt x="49" y="62"/>
                      <a:pt x="49" y="61"/>
                      <a:pt x="49" y="61"/>
                    </a:cubicBezTo>
                    <a:cubicBezTo>
                      <a:pt x="49" y="61"/>
                      <a:pt x="49" y="61"/>
                      <a:pt x="48" y="61"/>
                    </a:cubicBezTo>
                    <a:cubicBezTo>
                      <a:pt x="48" y="61"/>
                      <a:pt x="48" y="61"/>
                      <a:pt x="48" y="61"/>
                    </a:cubicBezTo>
                    <a:cubicBezTo>
                      <a:pt x="48" y="61"/>
                      <a:pt x="48" y="61"/>
                      <a:pt x="48" y="61"/>
                    </a:cubicBezTo>
                    <a:cubicBezTo>
                      <a:pt x="48" y="61"/>
                      <a:pt x="48" y="61"/>
                      <a:pt x="48" y="61"/>
                    </a:cubicBezTo>
                    <a:cubicBezTo>
                      <a:pt x="48" y="61"/>
                      <a:pt x="48" y="61"/>
                      <a:pt x="48" y="61"/>
                    </a:cubicBezTo>
                    <a:cubicBezTo>
                      <a:pt x="48" y="61"/>
                      <a:pt x="48" y="61"/>
                      <a:pt x="48" y="61"/>
                    </a:cubicBezTo>
                    <a:cubicBezTo>
                      <a:pt x="47" y="61"/>
                      <a:pt x="47" y="61"/>
                      <a:pt x="47" y="61"/>
                    </a:cubicBezTo>
                    <a:cubicBezTo>
                      <a:pt x="47" y="61"/>
                      <a:pt x="47" y="61"/>
                      <a:pt x="47" y="61"/>
                    </a:cubicBezTo>
                    <a:cubicBezTo>
                      <a:pt x="46" y="61"/>
                      <a:pt x="46" y="61"/>
                      <a:pt x="46" y="61"/>
                    </a:cubicBezTo>
                    <a:cubicBezTo>
                      <a:pt x="46" y="61"/>
                      <a:pt x="46" y="61"/>
                      <a:pt x="45" y="61"/>
                    </a:cubicBezTo>
                    <a:cubicBezTo>
                      <a:pt x="45" y="61"/>
                      <a:pt x="45" y="61"/>
                      <a:pt x="45" y="61"/>
                    </a:cubicBezTo>
                    <a:cubicBezTo>
                      <a:pt x="44" y="61"/>
                      <a:pt x="44" y="61"/>
                      <a:pt x="44" y="61"/>
                    </a:cubicBezTo>
                    <a:cubicBezTo>
                      <a:pt x="44" y="61"/>
                      <a:pt x="44" y="61"/>
                      <a:pt x="44" y="61"/>
                    </a:cubicBezTo>
                    <a:cubicBezTo>
                      <a:pt x="44" y="61"/>
                      <a:pt x="44" y="61"/>
                      <a:pt x="44" y="61"/>
                    </a:cubicBezTo>
                    <a:cubicBezTo>
                      <a:pt x="44" y="60"/>
                      <a:pt x="44" y="60"/>
                      <a:pt x="43" y="60"/>
                    </a:cubicBezTo>
                    <a:cubicBezTo>
                      <a:pt x="43" y="60"/>
                      <a:pt x="43" y="60"/>
                      <a:pt x="43" y="60"/>
                    </a:cubicBezTo>
                    <a:cubicBezTo>
                      <a:pt x="43" y="60"/>
                      <a:pt x="42" y="60"/>
                      <a:pt x="42" y="60"/>
                    </a:cubicBezTo>
                    <a:cubicBezTo>
                      <a:pt x="42" y="60"/>
                      <a:pt x="42" y="60"/>
                      <a:pt x="42" y="60"/>
                    </a:cubicBezTo>
                    <a:cubicBezTo>
                      <a:pt x="42" y="60"/>
                      <a:pt x="42" y="60"/>
                      <a:pt x="42" y="60"/>
                    </a:cubicBezTo>
                    <a:cubicBezTo>
                      <a:pt x="42" y="60"/>
                      <a:pt x="42" y="60"/>
                      <a:pt x="42" y="60"/>
                    </a:cubicBezTo>
                    <a:cubicBezTo>
                      <a:pt x="42" y="60"/>
                      <a:pt x="42" y="60"/>
                      <a:pt x="42" y="60"/>
                    </a:cubicBezTo>
                    <a:cubicBezTo>
                      <a:pt x="42" y="60"/>
                      <a:pt x="42" y="60"/>
                      <a:pt x="42" y="60"/>
                    </a:cubicBezTo>
                    <a:cubicBezTo>
                      <a:pt x="42" y="59"/>
                      <a:pt x="42" y="59"/>
                      <a:pt x="42" y="59"/>
                    </a:cubicBezTo>
                    <a:cubicBezTo>
                      <a:pt x="42" y="59"/>
                      <a:pt x="41" y="59"/>
                      <a:pt x="41" y="59"/>
                    </a:cubicBezTo>
                    <a:cubicBezTo>
                      <a:pt x="41" y="59"/>
                      <a:pt x="41" y="59"/>
                      <a:pt x="41" y="59"/>
                    </a:cubicBezTo>
                    <a:cubicBezTo>
                      <a:pt x="41" y="59"/>
                      <a:pt x="41" y="59"/>
                      <a:pt x="41" y="59"/>
                    </a:cubicBezTo>
                    <a:cubicBezTo>
                      <a:pt x="39" y="59"/>
                      <a:pt x="39" y="59"/>
                      <a:pt x="39" y="59"/>
                    </a:cubicBezTo>
                    <a:cubicBezTo>
                      <a:pt x="39" y="59"/>
                      <a:pt x="39" y="59"/>
                      <a:pt x="39" y="59"/>
                    </a:cubicBezTo>
                    <a:cubicBezTo>
                      <a:pt x="38" y="59"/>
                      <a:pt x="38" y="59"/>
                      <a:pt x="38" y="59"/>
                    </a:cubicBezTo>
                    <a:cubicBezTo>
                      <a:pt x="38" y="59"/>
                      <a:pt x="38" y="59"/>
                      <a:pt x="38" y="59"/>
                    </a:cubicBezTo>
                    <a:cubicBezTo>
                      <a:pt x="38" y="59"/>
                      <a:pt x="38" y="59"/>
                      <a:pt x="38" y="59"/>
                    </a:cubicBezTo>
                    <a:cubicBezTo>
                      <a:pt x="37" y="59"/>
                      <a:pt x="37" y="59"/>
                      <a:pt x="37" y="59"/>
                    </a:cubicBezTo>
                    <a:cubicBezTo>
                      <a:pt x="37" y="59"/>
                      <a:pt x="37" y="59"/>
                      <a:pt x="37" y="59"/>
                    </a:cubicBezTo>
                    <a:cubicBezTo>
                      <a:pt x="37" y="59"/>
                      <a:pt x="37" y="59"/>
                      <a:pt x="37" y="59"/>
                    </a:cubicBezTo>
                    <a:cubicBezTo>
                      <a:pt x="37" y="59"/>
                      <a:pt x="37" y="59"/>
                      <a:pt x="37" y="59"/>
                    </a:cubicBezTo>
                    <a:cubicBezTo>
                      <a:pt x="37" y="59"/>
                      <a:pt x="37" y="59"/>
                      <a:pt x="37" y="59"/>
                    </a:cubicBezTo>
                    <a:cubicBezTo>
                      <a:pt x="37" y="59"/>
                      <a:pt x="37" y="59"/>
                      <a:pt x="37" y="59"/>
                    </a:cubicBezTo>
                    <a:cubicBezTo>
                      <a:pt x="37" y="59"/>
                      <a:pt x="38" y="59"/>
                      <a:pt x="38" y="58"/>
                    </a:cubicBezTo>
                    <a:cubicBezTo>
                      <a:pt x="38" y="58"/>
                      <a:pt x="38" y="58"/>
                      <a:pt x="38" y="58"/>
                    </a:cubicBezTo>
                    <a:cubicBezTo>
                      <a:pt x="39" y="58"/>
                      <a:pt x="39" y="58"/>
                      <a:pt x="39" y="58"/>
                    </a:cubicBezTo>
                    <a:cubicBezTo>
                      <a:pt x="39" y="58"/>
                      <a:pt x="39" y="58"/>
                      <a:pt x="39" y="58"/>
                    </a:cubicBezTo>
                    <a:cubicBezTo>
                      <a:pt x="39" y="58"/>
                      <a:pt x="39" y="58"/>
                      <a:pt x="39" y="58"/>
                    </a:cubicBezTo>
                    <a:cubicBezTo>
                      <a:pt x="39" y="58"/>
                      <a:pt x="40" y="58"/>
                      <a:pt x="40" y="58"/>
                    </a:cubicBezTo>
                    <a:cubicBezTo>
                      <a:pt x="40" y="58"/>
                      <a:pt x="39" y="57"/>
                      <a:pt x="39" y="57"/>
                    </a:cubicBezTo>
                    <a:cubicBezTo>
                      <a:pt x="39" y="57"/>
                      <a:pt x="39" y="57"/>
                      <a:pt x="39" y="56"/>
                    </a:cubicBezTo>
                    <a:cubicBezTo>
                      <a:pt x="39" y="56"/>
                      <a:pt x="38" y="56"/>
                      <a:pt x="38" y="56"/>
                    </a:cubicBezTo>
                    <a:cubicBezTo>
                      <a:pt x="38" y="56"/>
                      <a:pt x="38" y="55"/>
                      <a:pt x="38" y="55"/>
                    </a:cubicBezTo>
                    <a:cubicBezTo>
                      <a:pt x="38" y="55"/>
                      <a:pt x="38" y="55"/>
                      <a:pt x="38" y="55"/>
                    </a:cubicBezTo>
                    <a:cubicBezTo>
                      <a:pt x="38" y="55"/>
                      <a:pt x="38" y="55"/>
                      <a:pt x="38" y="55"/>
                    </a:cubicBezTo>
                    <a:cubicBezTo>
                      <a:pt x="38" y="55"/>
                      <a:pt x="37" y="55"/>
                      <a:pt x="37" y="55"/>
                    </a:cubicBezTo>
                    <a:cubicBezTo>
                      <a:pt x="37" y="55"/>
                      <a:pt x="37" y="55"/>
                      <a:pt x="37" y="55"/>
                    </a:cubicBezTo>
                    <a:cubicBezTo>
                      <a:pt x="37" y="55"/>
                      <a:pt x="37" y="55"/>
                      <a:pt x="37" y="55"/>
                    </a:cubicBezTo>
                    <a:cubicBezTo>
                      <a:pt x="37" y="55"/>
                      <a:pt x="37" y="55"/>
                      <a:pt x="36" y="54"/>
                    </a:cubicBezTo>
                    <a:cubicBezTo>
                      <a:pt x="36" y="54"/>
                      <a:pt x="36" y="54"/>
                      <a:pt x="36" y="54"/>
                    </a:cubicBezTo>
                    <a:cubicBezTo>
                      <a:pt x="36" y="54"/>
                      <a:pt x="36" y="54"/>
                      <a:pt x="36" y="54"/>
                    </a:cubicBezTo>
                    <a:cubicBezTo>
                      <a:pt x="36" y="54"/>
                      <a:pt x="36" y="54"/>
                      <a:pt x="36" y="54"/>
                    </a:cubicBezTo>
                    <a:cubicBezTo>
                      <a:pt x="36" y="54"/>
                      <a:pt x="36" y="54"/>
                      <a:pt x="36" y="54"/>
                    </a:cubicBezTo>
                    <a:cubicBezTo>
                      <a:pt x="36" y="54"/>
                      <a:pt x="36" y="54"/>
                      <a:pt x="36" y="54"/>
                    </a:cubicBezTo>
                    <a:cubicBezTo>
                      <a:pt x="36" y="53"/>
                      <a:pt x="36" y="53"/>
                      <a:pt x="35" y="53"/>
                    </a:cubicBezTo>
                    <a:cubicBezTo>
                      <a:pt x="35" y="53"/>
                      <a:pt x="35" y="53"/>
                      <a:pt x="35" y="53"/>
                    </a:cubicBezTo>
                    <a:cubicBezTo>
                      <a:pt x="35" y="53"/>
                      <a:pt x="35" y="53"/>
                      <a:pt x="35" y="52"/>
                    </a:cubicBezTo>
                    <a:cubicBezTo>
                      <a:pt x="35" y="52"/>
                      <a:pt x="35" y="52"/>
                      <a:pt x="35" y="52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1"/>
                      <a:pt x="33" y="51"/>
                      <a:pt x="33" y="51"/>
                    </a:cubicBezTo>
                    <a:cubicBezTo>
                      <a:pt x="32" y="51"/>
                      <a:pt x="32" y="51"/>
                      <a:pt x="32" y="51"/>
                    </a:cubicBezTo>
                    <a:cubicBezTo>
                      <a:pt x="32" y="51"/>
                      <a:pt x="32" y="51"/>
                      <a:pt x="32" y="51"/>
                    </a:cubicBezTo>
                    <a:cubicBezTo>
                      <a:pt x="32" y="51"/>
                      <a:pt x="31" y="51"/>
                      <a:pt x="31" y="51"/>
                    </a:cubicBezTo>
                    <a:cubicBezTo>
                      <a:pt x="31" y="51"/>
                      <a:pt x="31" y="51"/>
                      <a:pt x="31" y="51"/>
                    </a:cubicBezTo>
                    <a:cubicBezTo>
                      <a:pt x="31" y="51"/>
                      <a:pt x="31" y="51"/>
                      <a:pt x="31" y="51"/>
                    </a:cubicBezTo>
                    <a:cubicBezTo>
                      <a:pt x="31" y="51"/>
                      <a:pt x="31" y="50"/>
                      <a:pt x="30" y="50"/>
                    </a:cubicBezTo>
                    <a:cubicBezTo>
                      <a:pt x="30" y="50"/>
                      <a:pt x="30" y="50"/>
                      <a:pt x="30" y="50"/>
                    </a:cubicBezTo>
                    <a:cubicBezTo>
                      <a:pt x="30" y="50"/>
                      <a:pt x="30" y="50"/>
                      <a:pt x="30" y="50"/>
                    </a:cubicBezTo>
                    <a:cubicBezTo>
                      <a:pt x="30" y="50"/>
                      <a:pt x="30" y="50"/>
                      <a:pt x="30" y="50"/>
                    </a:cubicBezTo>
                    <a:cubicBezTo>
                      <a:pt x="30" y="49"/>
                      <a:pt x="29" y="49"/>
                      <a:pt x="29" y="49"/>
                    </a:cubicBezTo>
                    <a:cubicBezTo>
                      <a:pt x="29" y="49"/>
                      <a:pt x="29" y="49"/>
                      <a:pt x="29" y="49"/>
                    </a:cubicBezTo>
                    <a:cubicBezTo>
                      <a:pt x="28" y="49"/>
                      <a:pt x="28" y="49"/>
                      <a:pt x="28" y="49"/>
                    </a:cubicBezTo>
                    <a:cubicBezTo>
                      <a:pt x="28" y="49"/>
                      <a:pt x="28" y="49"/>
                      <a:pt x="28" y="49"/>
                    </a:cubicBezTo>
                    <a:cubicBezTo>
                      <a:pt x="28" y="49"/>
                      <a:pt x="28" y="49"/>
                      <a:pt x="28" y="49"/>
                    </a:cubicBezTo>
                    <a:cubicBezTo>
                      <a:pt x="29" y="48"/>
                      <a:pt x="29" y="48"/>
                      <a:pt x="29" y="48"/>
                    </a:cubicBezTo>
                    <a:cubicBezTo>
                      <a:pt x="28" y="48"/>
                      <a:pt x="28" y="48"/>
                      <a:pt x="28" y="48"/>
                    </a:cubicBezTo>
                    <a:cubicBezTo>
                      <a:pt x="28" y="48"/>
                      <a:pt x="28" y="48"/>
                      <a:pt x="28" y="48"/>
                    </a:cubicBezTo>
                    <a:cubicBezTo>
                      <a:pt x="28" y="48"/>
                      <a:pt x="28" y="48"/>
                      <a:pt x="28" y="48"/>
                    </a:cubicBezTo>
                    <a:cubicBezTo>
                      <a:pt x="28" y="48"/>
                      <a:pt x="28" y="48"/>
                      <a:pt x="28" y="48"/>
                    </a:cubicBezTo>
                    <a:cubicBezTo>
                      <a:pt x="27" y="48"/>
                      <a:pt x="27" y="48"/>
                      <a:pt x="27" y="48"/>
                    </a:cubicBezTo>
                    <a:cubicBezTo>
                      <a:pt x="27" y="48"/>
                      <a:pt x="26" y="48"/>
                      <a:pt x="26" y="48"/>
                    </a:cubicBezTo>
                    <a:cubicBezTo>
                      <a:pt x="26" y="48"/>
                      <a:pt x="26" y="48"/>
                      <a:pt x="26" y="48"/>
                    </a:cubicBezTo>
                    <a:cubicBezTo>
                      <a:pt x="26" y="48"/>
                      <a:pt x="26" y="48"/>
                      <a:pt x="26" y="48"/>
                    </a:cubicBezTo>
                    <a:cubicBezTo>
                      <a:pt x="26" y="48"/>
                      <a:pt x="26" y="48"/>
                      <a:pt x="26" y="48"/>
                    </a:cubicBezTo>
                    <a:cubicBezTo>
                      <a:pt x="26" y="48"/>
                      <a:pt x="26" y="48"/>
                      <a:pt x="26" y="48"/>
                    </a:cubicBezTo>
                    <a:cubicBezTo>
                      <a:pt x="26" y="48"/>
                      <a:pt x="25" y="48"/>
                      <a:pt x="26" y="48"/>
                    </a:cubicBezTo>
                    <a:cubicBezTo>
                      <a:pt x="26" y="47"/>
                      <a:pt x="26" y="47"/>
                      <a:pt x="26" y="47"/>
                    </a:cubicBezTo>
                    <a:cubicBezTo>
                      <a:pt x="25" y="47"/>
                      <a:pt x="25" y="47"/>
                      <a:pt x="25" y="47"/>
                    </a:cubicBezTo>
                    <a:cubicBezTo>
                      <a:pt x="25" y="47"/>
                      <a:pt x="24" y="47"/>
                      <a:pt x="24" y="47"/>
                    </a:cubicBezTo>
                    <a:cubicBezTo>
                      <a:pt x="24" y="47"/>
                      <a:pt x="24" y="47"/>
                      <a:pt x="23" y="47"/>
                    </a:cubicBezTo>
                    <a:cubicBezTo>
                      <a:pt x="23" y="47"/>
                      <a:pt x="23" y="47"/>
                      <a:pt x="23" y="47"/>
                    </a:cubicBezTo>
                    <a:cubicBezTo>
                      <a:pt x="23" y="47"/>
                      <a:pt x="22" y="46"/>
                      <a:pt x="22" y="46"/>
                    </a:cubicBezTo>
                    <a:cubicBezTo>
                      <a:pt x="22" y="46"/>
                      <a:pt x="22" y="46"/>
                      <a:pt x="21" y="46"/>
                    </a:cubicBezTo>
                    <a:cubicBezTo>
                      <a:pt x="21" y="46"/>
                      <a:pt x="21" y="46"/>
                      <a:pt x="21" y="46"/>
                    </a:cubicBezTo>
                    <a:cubicBezTo>
                      <a:pt x="21" y="46"/>
                      <a:pt x="21" y="46"/>
                      <a:pt x="21" y="46"/>
                    </a:cubicBezTo>
                    <a:cubicBezTo>
                      <a:pt x="21" y="46"/>
                      <a:pt x="21" y="46"/>
                      <a:pt x="21" y="46"/>
                    </a:cubicBezTo>
                    <a:cubicBezTo>
                      <a:pt x="20" y="46"/>
                      <a:pt x="20" y="46"/>
                      <a:pt x="20" y="46"/>
                    </a:cubicBezTo>
                    <a:cubicBezTo>
                      <a:pt x="20" y="47"/>
                      <a:pt x="20" y="47"/>
                      <a:pt x="20" y="47"/>
                    </a:cubicBezTo>
                    <a:cubicBezTo>
                      <a:pt x="20" y="46"/>
                      <a:pt x="19" y="46"/>
                      <a:pt x="19" y="46"/>
                    </a:cubicBezTo>
                    <a:cubicBezTo>
                      <a:pt x="19" y="46"/>
                      <a:pt x="19" y="46"/>
                      <a:pt x="19" y="46"/>
                    </a:cubicBezTo>
                    <a:cubicBezTo>
                      <a:pt x="19" y="46"/>
                      <a:pt x="19" y="46"/>
                      <a:pt x="19" y="46"/>
                    </a:cubicBezTo>
                    <a:cubicBezTo>
                      <a:pt x="19" y="47"/>
                      <a:pt x="19" y="47"/>
                      <a:pt x="19" y="47"/>
                    </a:cubicBezTo>
                    <a:cubicBezTo>
                      <a:pt x="19" y="47"/>
                      <a:pt x="19" y="47"/>
                      <a:pt x="19" y="47"/>
                    </a:cubicBezTo>
                    <a:cubicBezTo>
                      <a:pt x="19" y="47"/>
                      <a:pt x="18" y="47"/>
                      <a:pt x="18" y="47"/>
                    </a:cubicBezTo>
                    <a:cubicBezTo>
                      <a:pt x="18" y="47"/>
                      <a:pt x="18" y="47"/>
                      <a:pt x="18" y="47"/>
                    </a:cubicBezTo>
                    <a:cubicBezTo>
                      <a:pt x="18" y="47"/>
                      <a:pt x="18" y="47"/>
                      <a:pt x="18" y="47"/>
                    </a:cubicBezTo>
                    <a:cubicBezTo>
                      <a:pt x="18" y="47"/>
                      <a:pt x="17" y="47"/>
                      <a:pt x="17" y="47"/>
                    </a:cubicBezTo>
                    <a:cubicBezTo>
                      <a:pt x="17" y="47"/>
                      <a:pt x="17" y="47"/>
                      <a:pt x="17" y="47"/>
                    </a:cubicBezTo>
                    <a:cubicBezTo>
                      <a:pt x="16" y="47"/>
                      <a:pt x="16" y="47"/>
                      <a:pt x="16" y="47"/>
                    </a:cubicBezTo>
                    <a:cubicBezTo>
                      <a:pt x="16" y="47"/>
                      <a:pt x="16" y="47"/>
                      <a:pt x="16" y="47"/>
                    </a:cubicBezTo>
                    <a:cubicBezTo>
                      <a:pt x="16" y="48"/>
                      <a:pt x="16" y="48"/>
                      <a:pt x="16" y="48"/>
                    </a:cubicBezTo>
                    <a:cubicBezTo>
                      <a:pt x="16" y="48"/>
                      <a:pt x="16" y="48"/>
                      <a:pt x="16" y="48"/>
                    </a:cubicBezTo>
                    <a:cubicBezTo>
                      <a:pt x="16" y="48"/>
                      <a:pt x="17" y="48"/>
                      <a:pt x="17" y="48"/>
                    </a:cubicBezTo>
                    <a:cubicBezTo>
                      <a:pt x="17" y="48"/>
                      <a:pt x="17" y="48"/>
                      <a:pt x="17" y="48"/>
                    </a:cubicBezTo>
                    <a:cubicBezTo>
                      <a:pt x="17" y="49"/>
                      <a:pt x="17" y="49"/>
                      <a:pt x="17" y="49"/>
                    </a:cubicBezTo>
                    <a:cubicBezTo>
                      <a:pt x="17" y="49"/>
                      <a:pt x="17" y="49"/>
                      <a:pt x="17" y="49"/>
                    </a:cubicBezTo>
                    <a:cubicBezTo>
                      <a:pt x="17" y="49"/>
                      <a:pt x="17" y="49"/>
                      <a:pt x="16" y="49"/>
                    </a:cubicBezTo>
                    <a:cubicBezTo>
                      <a:pt x="16" y="49"/>
                      <a:pt x="16" y="49"/>
                      <a:pt x="16" y="49"/>
                    </a:cubicBezTo>
                    <a:cubicBezTo>
                      <a:pt x="16" y="49"/>
                      <a:pt x="16" y="49"/>
                      <a:pt x="16" y="49"/>
                    </a:cubicBezTo>
                    <a:cubicBezTo>
                      <a:pt x="16" y="49"/>
                      <a:pt x="16" y="49"/>
                      <a:pt x="16" y="49"/>
                    </a:cubicBezTo>
                    <a:cubicBezTo>
                      <a:pt x="16" y="49"/>
                      <a:pt x="16" y="49"/>
                      <a:pt x="16" y="49"/>
                    </a:cubicBezTo>
                    <a:cubicBezTo>
                      <a:pt x="16" y="49"/>
                      <a:pt x="16" y="49"/>
                      <a:pt x="16" y="49"/>
                    </a:cubicBezTo>
                    <a:cubicBezTo>
                      <a:pt x="16" y="49"/>
                      <a:pt x="15" y="49"/>
                      <a:pt x="15" y="49"/>
                    </a:cubicBezTo>
                    <a:cubicBezTo>
                      <a:pt x="15" y="49"/>
                      <a:pt x="15" y="49"/>
                      <a:pt x="15" y="49"/>
                    </a:cubicBezTo>
                    <a:cubicBezTo>
                      <a:pt x="15" y="49"/>
                      <a:pt x="15" y="48"/>
                      <a:pt x="15" y="48"/>
                    </a:cubicBezTo>
                    <a:cubicBezTo>
                      <a:pt x="15" y="48"/>
                      <a:pt x="15" y="48"/>
                      <a:pt x="15" y="48"/>
                    </a:cubicBezTo>
                    <a:cubicBezTo>
                      <a:pt x="15" y="48"/>
                      <a:pt x="15" y="48"/>
                      <a:pt x="14" y="48"/>
                    </a:cubicBezTo>
                    <a:cubicBezTo>
                      <a:pt x="14" y="48"/>
                      <a:pt x="14" y="48"/>
                      <a:pt x="14" y="48"/>
                    </a:cubicBezTo>
                    <a:cubicBezTo>
                      <a:pt x="14" y="48"/>
                      <a:pt x="14" y="48"/>
                      <a:pt x="14" y="48"/>
                    </a:cubicBezTo>
                    <a:cubicBezTo>
                      <a:pt x="13" y="48"/>
                      <a:pt x="13" y="48"/>
                      <a:pt x="13" y="48"/>
                    </a:cubicBezTo>
                    <a:cubicBezTo>
                      <a:pt x="13" y="48"/>
                      <a:pt x="13" y="48"/>
                      <a:pt x="13" y="48"/>
                    </a:cubicBezTo>
                    <a:cubicBezTo>
                      <a:pt x="13" y="48"/>
                      <a:pt x="13" y="48"/>
                      <a:pt x="13" y="48"/>
                    </a:cubicBezTo>
                    <a:cubicBezTo>
                      <a:pt x="13" y="48"/>
                      <a:pt x="13" y="48"/>
                      <a:pt x="13" y="48"/>
                    </a:cubicBezTo>
                    <a:cubicBezTo>
                      <a:pt x="13" y="48"/>
                      <a:pt x="12" y="48"/>
                      <a:pt x="12" y="48"/>
                    </a:cubicBezTo>
                    <a:cubicBezTo>
                      <a:pt x="12" y="48"/>
                      <a:pt x="12" y="48"/>
                      <a:pt x="12" y="48"/>
                    </a:cubicBezTo>
                    <a:cubicBezTo>
                      <a:pt x="12" y="47"/>
                      <a:pt x="12" y="47"/>
                      <a:pt x="12" y="47"/>
                    </a:cubicBezTo>
                    <a:cubicBezTo>
                      <a:pt x="12" y="47"/>
                      <a:pt x="12" y="47"/>
                      <a:pt x="12" y="47"/>
                    </a:cubicBezTo>
                    <a:cubicBezTo>
                      <a:pt x="12" y="47"/>
                      <a:pt x="12" y="47"/>
                      <a:pt x="12" y="46"/>
                    </a:cubicBezTo>
                    <a:cubicBezTo>
                      <a:pt x="12" y="46"/>
                      <a:pt x="12" y="46"/>
                      <a:pt x="12" y="46"/>
                    </a:cubicBezTo>
                    <a:cubicBezTo>
                      <a:pt x="12" y="46"/>
                      <a:pt x="12" y="46"/>
                      <a:pt x="12" y="46"/>
                    </a:cubicBezTo>
                    <a:cubicBezTo>
                      <a:pt x="12" y="46"/>
                      <a:pt x="12" y="46"/>
                      <a:pt x="12" y="46"/>
                    </a:cubicBezTo>
                    <a:cubicBezTo>
                      <a:pt x="12" y="46"/>
                      <a:pt x="13" y="46"/>
                      <a:pt x="13" y="45"/>
                    </a:cubicBezTo>
                    <a:cubicBezTo>
                      <a:pt x="13" y="45"/>
                      <a:pt x="13" y="44"/>
                      <a:pt x="13" y="44"/>
                    </a:cubicBezTo>
                    <a:cubicBezTo>
                      <a:pt x="13" y="44"/>
                      <a:pt x="13" y="44"/>
                      <a:pt x="13" y="44"/>
                    </a:cubicBezTo>
                    <a:cubicBezTo>
                      <a:pt x="13" y="44"/>
                      <a:pt x="13" y="44"/>
                      <a:pt x="13" y="44"/>
                    </a:cubicBezTo>
                    <a:cubicBezTo>
                      <a:pt x="13" y="44"/>
                      <a:pt x="13" y="44"/>
                      <a:pt x="13" y="44"/>
                    </a:cubicBezTo>
                    <a:cubicBezTo>
                      <a:pt x="13" y="43"/>
                      <a:pt x="13" y="43"/>
                      <a:pt x="13" y="43"/>
                    </a:cubicBezTo>
                    <a:cubicBezTo>
                      <a:pt x="13" y="43"/>
                      <a:pt x="13" y="43"/>
                      <a:pt x="13" y="42"/>
                    </a:cubicBezTo>
                    <a:cubicBezTo>
                      <a:pt x="13" y="42"/>
                      <a:pt x="13" y="42"/>
                      <a:pt x="12" y="42"/>
                    </a:cubicBezTo>
                    <a:cubicBezTo>
                      <a:pt x="12" y="42"/>
                      <a:pt x="12" y="42"/>
                      <a:pt x="12" y="42"/>
                    </a:cubicBezTo>
                    <a:cubicBezTo>
                      <a:pt x="12" y="42"/>
                      <a:pt x="12" y="42"/>
                      <a:pt x="12" y="42"/>
                    </a:cubicBezTo>
                    <a:cubicBezTo>
                      <a:pt x="12" y="42"/>
                      <a:pt x="12" y="42"/>
                      <a:pt x="12" y="42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1"/>
                      <a:pt x="11" y="41"/>
                      <a:pt x="11" y="41"/>
                    </a:cubicBezTo>
                    <a:cubicBezTo>
                      <a:pt x="11" y="41"/>
                      <a:pt x="11" y="41"/>
                      <a:pt x="11" y="41"/>
                    </a:cubicBezTo>
                    <a:cubicBezTo>
                      <a:pt x="11" y="41"/>
                      <a:pt x="11" y="41"/>
                      <a:pt x="11" y="41"/>
                    </a:cubicBezTo>
                    <a:cubicBezTo>
                      <a:pt x="11" y="41"/>
                      <a:pt x="11" y="41"/>
                      <a:pt x="11" y="41"/>
                    </a:cubicBezTo>
                    <a:cubicBezTo>
                      <a:pt x="11" y="41"/>
                      <a:pt x="11" y="41"/>
                      <a:pt x="11" y="40"/>
                    </a:cubicBezTo>
                    <a:cubicBezTo>
                      <a:pt x="11" y="40"/>
                      <a:pt x="11" y="40"/>
                      <a:pt x="11" y="40"/>
                    </a:cubicBezTo>
                    <a:cubicBezTo>
                      <a:pt x="11" y="40"/>
                      <a:pt x="11" y="40"/>
                      <a:pt x="11" y="40"/>
                    </a:cubicBezTo>
                    <a:cubicBezTo>
                      <a:pt x="11" y="40"/>
                      <a:pt x="11" y="40"/>
                      <a:pt x="11" y="40"/>
                    </a:cubicBezTo>
                    <a:cubicBezTo>
                      <a:pt x="11" y="40"/>
                      <a:pt x="11" y="40"/>
                      <a:pt x="11" y="40"/>
                    </a:cubicBezTo>
                    <a:cubicBezTo>
                      <a:pt x="11" y="40"/>
                      <a:pt x="11" y="40"/>
                      <a:pt x="12" y="40"/>
                    </a:cubicBezTo>
                    <a:cubicBezTo>
                      <a:pt x="12" y="40"/>
                      <a:pt x="12" y="39"/>
                      <a:pt x="13" y="38"/>
                    </a:cubicBezTo>
                    <a:cubicBezTo>
                      <a:pt x="13" y="38"/>
                      <a:pt x="13" y="38"/>
                      <a:pt x="13" y="37"/>
                    </a:cubicBezTo>
                    <a:cubicBezTo>
                      <a:pt x="13" y="37"/>
                      <a:pt x="13" y="37"/>
                      <a:pt x="13" y="37"/>
                    </a:cubicBezTo>
                    <a:cubicBezTo>
                      <a:pt x="13" y="37"/>
                      <a:pt x="13" y="37"/>
                      <a:pt x="13" y="37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2" y="37"/>
                      <a:pt x="11" y="37"/>
                      <a:pt x="11" y="37"/>
                    </a:cubicBezTo>
                    <a:cubicBezTo>
                      <a:pt x="11" y="37"/>
                      <a:pt x="10" y="37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9" y="38"/>
                      <a:pt x="9" y="39"/>
                      <a:pt x="9" y="39"/>
                    </a:cubicBezTo>
                    <a:cubicBezTo>
                      <a:pt x="9" y="39"/>
                      <a:pt x="9" y="39"/>
                      <a:pt x="9" y="39"/>
                    </a:cubicBezTo>
                    <a:cubicBezTo>
                      <a:pt x="9" y="39"/>
                      <a:pt x="9" y="39"/>
                      <a:pt x="9" y="39"/>
                    </a:cubicBezTo>
                    <a:cubicBezTo>
                      <a:pt x="9" y="39"/>
                      <a:pt x="8" y="40"/>
                      <a:pt x="8" y="40"/>
                    </a:cubicBezTo>
                    <a:cubicBezTo>
                      <a:pt x="8" y="40"/>
                      <a:pt x="8" y="39"/>
                      <a:pt x="8" y="39"/>
                    </a:cubicBezTo>
                    <a:cubicBezTo>
                      <a:pt x="8" y="39"/>
                      <a:pt x="8" y="39"/>
                      <a:pt x="8" y="39"/>
                    </a:cubicBezTo>
                    <a:cubicBezTo>
                      <a:pt x="8" y="39"/>
                      <a:pt x="8" y="39"/>
                      <a:pt x="8" y="39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8" y="38"/>
                      <a:pt x="8" y="38"/>
                      <a:pt x="7" y="38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7" y="38"/>
                      <a:pt x="8" y="37"/>
                      <a:pt x="8" y="37"/>
                    </a:cubicBezTo>
                    <a:cubicBezTo>
                      <a:pt x="8" y="37"/>
                      <a:pt x="8" y="37"/>
                      <a:pt x="8" y="37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8" y="37"/>
                      <a:pt x="8" y="37"/>
                      <a:pt x="8" y="37"/>
                    </a:cubicBezTo>
                    <a:cubicBezTo>
                      <a:pt x="8" y="37"/>
                      <a:pt x="8" y="37"/>
                      <a:pt x="8" y="37"/>
                    </a:cubicBezTo>
                    <a:cubicBezTo>
                      <a:pt x="8" y="37"/>
                      <a:pt x="8" y="37"/>
                      <a:pt x="8" y="37"/>
                    </a:cubicBezTo>
                    <a:cubicBezTo>
                      <a:pt x="9" y="37"/>
                      <a:pt x="9" y="37"/>
                      <a:pt x="9" y="37"/>
                    </a:cubicBezTo>
                    <a:cubicBezTo>
                      <a:pt x="9" y="37"/>
                      <a:pt x="9" y="37"/>
                      <a:pt x="9" y="37"/>
                    </a:cubicBezTo>
                    <a:cubicBezTo>
                      <a:pt x="9" y="37"/>
                      <a:pt x="9" y="37"/>
                      <a:pt x="9" y="36"/>
                    </a:cubicBezTo>
                    <a:cubicBezTo>
                      <a:pt x="9" y="36"/>
                      <a:pt x="8" y="36"/>
                      <a:pt x="9" y="36"/>
                    </a:cubicBezTo>
                    <a:cubicBezTo>
                      <a:pt x="9" y="36"/>
                      <a:pt x="9" y="36"/>
                      <a:pt x="9" y="36"/>
                    </a:cubicBezTo>
                    <a:cubicBezTo>
                      <a:pt x="9" y="36"/>
                      <a:pt x="9" y="36"/>
                      <a:pt x="9" y="36"/>
                    </a:cubicBezTo>
                    <a:cubicBezTo>
                      <a:pt x="9" y="36"/>
                      <a:pt x="9" y="36"/>
                      <a:pt x="9" y="36"/>
                    </a:cubicBezTo>
                    <a:cubicBezTo>
                      <a:pt x="9" y="36"/>
                      <a:pt x="9" y="35"/>
                      <a:pt x="9" y="35"/>
                    </a:cubicBezTo>
                    <a:cubicBezTo>
                      <a:pt x="9" y="35"/>
                      <a:pt x="9" y="34"/>
                      <a:pt x="9" y="34"/>
                    </a:cubicBezTo>
                    <a:cubicBezTo>
                      <a:pt x="9" y="34"/>
                      <a:pt x="9" y="34"/>
                      <a:pt x="9" y="34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10" y="34"/>
                      <a:pt x="9" y="33"/>
                      <a:pt x="10" y="33"/>
                    </a:cubicBezTo>
                    <a:cubicBezTo>
                      <a:pt x="10" y="33"/>
                      <a:pt x="10" y="33"/>
                      <a:pt x="10" y="33"/>
                    </a:cubicBezTo>
                    <a:cubicBezTo>
                      <a:pt x="10" y="33"/>
                      <a:pt x="10" y="33"/>
                      <a:pt x="10" y="33"/>
                    </a:cubicBezTo>
                    <a:cubicBezTo>
                      <a:pt x="10" y="33"/>
                      <a:pt x="10" y="33"/>
                      <a:pt x="10" y="33"/>
                    </a:cubicBezTo>
                    <a:cubicBezTo>
                      <a:pt x="10" y="33"/>
                      <a:pt x="10" y="33"/>
                      <a:pt x="10" y="33"/>
                    </a:cubicBezTo>
                    <a:cubicBezTo>
                      <a:pt x="10" y="33"/>
                      <a:pt x="10" y="32"/>
                      <a:pt x="10" y="32"/>
                    </a:cubicBezTo>
                    <a:cubicBezTo>
                      <a:pt x="10" y="32"/>
                      <a:pt x="10" y="32"/>
                      <a:pt x="10" y="32"/>
                    </a:cubicBezTo>
                    <a:cubicBezTo>
                      <a:pt x="10" y="32"/>
                      <a:pt x="10" y="32"/>
                      <a:pt x="10" y="32"/>
                    </a:cubicBezTo>
                    <a:cubicBezTo>
                      <a:pt x="10" y="32"/>
                      <a:pt x="11" y="32"/>
                      <a:pt x="11" y="32"/>
                    </a:cubicBezTo>
                    <a:cubicBezTo>
                      <a:pt x="11" y="32"/>
                      <a:pt x="11" y="32"/>
                      <a:pt x="11" y="32"/>
                    </a:cubicBezTo>
                    <a:cubicBezTo>
                      <a:pt x="11" y="31"/>
                      <a:pt x="11" y="31"/>
                      <a:pt x="11" y="31"/>
                    </a:cubicBezTo>
                    <a:cubicBezTo>
                      <a:pt x="12" y="31"/>
                      <a:pt x="12" y="31"/>
                      <a:pt x="12" y="30"/>
                    </a:cubicBezTo>
                    <a:cubicBezTo>
                      <a:pt x="12" y="30"/>
                      <a:pt x="12" y="30"/>
                      <a:pt x="12" y="30"/>
                    </a:cubicBezTo>
                    <a:cubicBezTo>
                      <a:pt x="12" y="30"/>
                      <a:pt x="12" y="30"/>
                      <a:pt x="12" y="30"/>
                    </a:cubicBezTo>
                    <a:cubicBezTo>
                      <a:pt x="12" y="30"/>
                      <a:pt x="12" y="30"/>
                      <a:pt x="12" y="30"/>
                    </a:cubicBezTo>
                    <a:cubicBezTo>
                      <a:pt x="12" y="30"/>
                      <a:pt x="13" y="30"/>
                      <a:pt x="13" y="30"/>
                    </a:cubicBezTo>
                    <a:cubicBezTo>
                      <a:pt x="13" y="30"/>
                      <a:pt x="13" y="30"/>
                      <a:pt x="13" y="30"/>
                    </a:cubicBezTo>
                    <a:cubicBezTo>
                      <a:pt x="13" y="30"/>
                      <a:pt x="13" y="30"/>
                      <a:pt x="13" y="30"/>
                    </a:cubicBezTo>
                    <a:cubicBezTo>
                      <a:pt x="14" y="30"/>
                      <a:pt x="14" y="30"/>
                      <a:pt x="14" y="30"/>
                    </a:cubicBezTo>
                    <a:cubicBezTo>
                      <a:pt x="15" y="30"/>
                      <a:pt x="15" y="30"/>
                      <a:pt x="15" y="30"/>
                    </a:cubicBezTo>
                    <a:cubicBezTo>
                      <a:pt x="15" y="29"/>
                      <a:pt x="15" y="29"/>
                      <a:pt x="16" y="29"/>
                    </a:cubicBezTo>
                    <a:cubicBezTo>
                      <a:pt x="16" y="29"/>
                      <a:pt x="16" y="29"/>
                      <a:pt x="16" y="29"/>
                    </a:cubicBezTo>
                    <a:cubicBezTo>
                      <a:pt x="16" y="29"/>
                      <a:pt x="16" y="29"/>
                      <a:pt x="16" y="29"/>
                    </a:cubicBezTo>
                    <a:cubicBezTo>
                      <a:pt x="16" y="29"/>
                      <a:pt x="16" y="29"/>
                      <a:pt x="16" y="29"/>
                    </a:cubicBezTo>
                    <a:cubicBezTo>
                      <a:pt x="16" y="29"/>
                      <a:pt x="17" y="30"/>
                      <a:pt x="17" y="30"/>
                    </a:cubicBezTo>
                    <a:cubicBezTo>
                      <a:pt x="17" y="31"/>
                      <a:pt x="17" y="31"/>
                      <a:pt x="17" y="31"/>
                    </a:cubicBezTo>
                    <a:cubicBezTo>
                      <a:pt x="17" y="31"/>
                      <a:pt x="16" y="32"/>
                      <a:pt x="16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6" y="33"/>
                      <a:pt x="16" y="33"/>
                      <a:pt x="16" y="33"/>
                    </a:cubicBezTo>
                    <a:cubicBezTo>
                      <a:pt x="16" y="33"/>
                      <a:pt x="17" y="33"/>
                      <a:pt x="17" y="33"/>
                    </a:cubicBezTo>
                    <a:cubicBezTo>
                      <a:pt x="17" y="33"/>
                      <a:pt x="17" y="33"/>
                      <a:pt x="17" y="33"/>
                    </a:cubicBezTo>
                    <a:cubicBezTo>
                      <a:pt x="17" y="33"/>
                      <a:pt x="17" y="33"/>
                      <a:pt x="17" y="33"/>
                    </a:cubicBezTo>
                    <a:cubicBezTo>
                      <a:pt x="17" y="33"/>
                      <a:pt x="17" y="33"/>
                      <a:pt x="17" y="33"/>
                    </a:cubicBezTo>
                    <a:cubicBezTo>
                      <a:pt x="17" y="33"/>
                      <a:pt x="17" y="33"/>
                      <a:pt x="17" y="33"/>
                    </a:cubicBezTo>
                    <a:cubicBezTo>
                      <a:pt x="18" y="33"/>
                      <a:pt x="18" y="32"/>
                      <a:pt x="18" y="32"/>
                    </a:cubicBezTo>
                    <a:cubicBezTo>
                      <a:pt x="18" y="32"/>
                      <a:pt x="18" y="31"/>
                      <a:pt x="18" y="31"/>
                    </a:cubicBezTo>
                    <a:cubicBezTo>
                      <a:pt x="18" y="31"/>
                      <a:pt x="18" y="31"/>
                      <a:pt x="18" y="31"/>
                    </a:cubicBezTo>
                    <a:cubicBezTo>
                      <a:pt x="18" y="31"/>
                      <a:pt x="18" y="31"/>
                      <a:pt x="18" y="31"/>
                    </a:cubicBezTo>
                    <a:cubicBezTo>
                      <a:pt x="18" y="31"/>
                      <a:pt x="18" y="31"/>
                      <a:pt x="18" y="31"/>
                    </a:cubicBezTo>
                    <a:cubicBezTo>
                      <a:pt x="18" y="31"/>
                      <a:pt x="18" y="31"/>
                      <a:pt x="18" y="31"/>
                    </a:cubicBezTo>
                    <a:cubicBezTo>
                      <a:pt x="18" y="31"/>
                      <a:pt x="18" y="30"/>
                      <a:pt x="18" y="30"/>
                    </a:cubicBezTo>
                    <a:cubicBezTo>
                      <a:pt x="18" y="30"/>
                      <a:pt x="18" y="30"/>
                      <a:pt x="18" y="30"/>
                    </a:cubicBezTo>
                    <a:cubicBezTo>
                      <a:pt x="19" y="30"/>
                      <a:pt x="19" y="30"/>
                      <a:pt x="19" y="30"/>
                    </a:cubicBezTo>
                    <a:cubicBezTo>
                      <a:pt x="19" y="30"/>
                      <a:pt x="19" y="30"/>
                      <a:pt x="19" y="30"/>
                    </a:cubicBezTo>
                    <a:cubicBezTo>
                      <a:pt x="19" y="30"/>
                      <a:pt x="19" y="30"/>
                      <a:pt x="19" y="30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20" y="29"/>
                      <a:pt x="20" y="29"/>
                      <a:pt x="20" y="28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1" y="28"/>
                      <a:pt x="21" y="28"/>
                      <a:pt x="21" y="28"/>
                    </a:cubicBezTo>
                    <a:cubicBezTo>
                      <a:pt x="21" y="28"/>
                      <a:pt x="21" y="28"/>
                      <a:pt x="21" y="28"/>
                    </a:cubicBezTo>
                    <a:cubicBezTo>
                      <a:pt x="21" y="28"/>
                      <a:pt x="21" y="28"/>
                      <a:pt x="21" y="28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1" y="27"/>
                      <a:pt x="20" y="27"/>
                      <a:pt x="20" y="27"/>
                    </a:cubicBezTo>
                    <a:cubicBezTo>
                      <a:pt x="20" y="27"/>
                      <a:pt x="20" y="27"/>
                      <a:pt x="20" y="27"/>
                    </a:cubicBezTo>
                    <a:cubicBezTo>
                      <a:pt x="20" y="27"/>
                      <a:pt x="20" y="27"/>
                      <a:pt x="20" y="27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2" y="27"/>
                      <a:pt x="22" y="27"/>
                      <a:pt x="22" y="26"/>
                    </a:cubicBezTo>
                    <a:cubicBezTo>
                      <a:pt x="22" y="26"/>
                      <a:pt x="22" y="26"/>
                      <a:pt x="22" y="26"/>
                    </a:cubicBezTo>
                    <a:cubicBezTo>
                      <a:pt x="23" y="25"/>
                      <a:pt x="23" y="25"/>
                      <a:pt x="23" y="25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5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3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5" y="23"/>
                      <a:pt x="25" y="22"/>
                      <a:pt x="25" y="22"/>
                    </a:cubicBezTo>
                    <a:cubicBezTo>
                      <a:pt x="26" y="22"/>
                      <a:pt x="26" y="21"/>
                      <a:pt x="27" y="21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28" y="21"/>
                      <a:pt x="28" y="21"/>
                      <a:pt x="28" y="21"/>
                    </a:cubicBezTo>
                    <a:cubicBezTo>
                      <a:pt x="28" y="21"/>
                      <a:pt x="28" y="20"/>
                      <a:pt x="28" y="20"/>
                    </a:cubicBezTo>
                    <a:cubicBezTo>
                      <a:pt x="28" y="20"/>
                      <a:pt x="28" y="20"/>
                      <a:pt x="28" y="20"/>
                    </a:cubicBezTo>
                    <a:cubicBezTo>
                      <a:pt x="28" y="20"/>
                      <a:pt x="28" y="20"/>
                      <a:pt x="28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9" y="20"/>
                      <a:pt x="29" y="20"/>
                      <a:pt x="30" y="20"/>
                    </a:cubicBezTo>
                    <a:cubicBezTo>
                      <a:pt x="30" y="19"/>
                      <a:pt x="30" y="19"/>
                      <a:pt x="30" y="19"/>
                    </a:cubicBezTo>
                    <a:cubicBezTo>
                      <a:pt x="30" y="19"/>
                      <a:pt x="30" y="19"/>
                      <a:pt x="30" y="19"/>
                    </a:cubicBezTo>
                    <a:cubicBezTo>
                      <a:pt x="30" y="18"/>
                      <a:pt x="30" y="18"/>
                      <a:pt x="30" y="18"/>
                    </a:cubicBezTo>
                    <a:cubicBezTo>
                      <a:pt x="30" y="18"/>
                      <a:pt x="30" y="18"/>
                      <a:pt x="30" y="18"/>
                    </a:cubicBezTo>
                    <a:cubicBezTo>
                      <a:pt x="30" y="18"/>
                      <a:pt x="30" y="18"/>
                      <a:pt x="30" y="18"/>
                    </a:cubicBezTo>
                    <a:cubicBezTo>
                      <a:pt x="30" y="18"/>
                      <a:pt x="30" y="18"/>
                      <a:pt x="30" y="18"/>
                    </a:cubicBezTo>
                    <a:cubicBezTo>
                      <a:pt x="30" y="18"/>
                      <a:pt x="30" y="18"/>
                      <a:pt x="30" y="18"/>
                    </a:cubicBezTo>
                    <a:cubicBezTo>
                      <a:pt x="30" y="18"/>
                      <a:pt x="30" y="18"/>
                      <a:pt x="30" y="18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1" y="18"/>
                      <a:pt x="31" y="17"/>
                      <a:pt x="31" y="17"/>
                    </a:cubicBezTo>
                    <a:cubicBezTo>
                      <a:pt x="31" y="17"/>
                      <a:pt x="31" y="17"/>
                      <a:pt x="31" y="17"/>
                    </a:cubicBezTo>
                    <a:cubicBezTo>
                      <a:pt x="31" y="17"/>
                      <a:pt x="31" y="17"/>
                      <a:pt x="31" y="17"/>
                    </a:cubicBezTo>
                    <a:cubicBezTo>
                      <a:pt x="31" y="17"/>
                      <a:pt x="31" y="17"/>
                      <a:pt x="31" y="17"/>
                    </a:cubicBezTo>
                    <a:cubicBezTo>
                      <a:pt x="32" y="17"/>
                      <a:pt x="32" y="17"/>
                      <a:pt x="32" y="17"/>
                    </a:cubicBezTo>
                    <a:cubicBezTo>
                      <a:pt x="32" y="17"/>
                      <a:pt x="32" y="17"/>
                      <a:pt x="32" y="17"/>
                    </a:cubicBezTo>
                    <a:cubicBezTo>
                      <a:pt x="32" y="17"/>
                      <a:pt x="32" y="17"/>
                      <a:pt x="32" y="17"/>
                    </a:cubicBezTo>
                    <a:cubicBezTo>
                      <a:pt x="32" y="17"/>
                      <a:pt x="32" y="17"/>
                      <a:pt x="32" y="17"/>
                    </a:cubicBezTo>
                    <a:cubicBezTo>
                      <a:pt x="32" y="17"/>
                      <a:pt x="32" y="17"/>
                      <a:pt x="32" y="17"/>
                    </a:cubicBezTo>
                    <a:cubicBezTo>
                      <a:pt x="33" y="17"/>
                      <a:pt x="33" y="17"/>
                      <a:pt x="33" y="16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4" y="16"/>
                      <a:pt x="34" y="16"/>
                      <a:pt x="34" y="16"/>
                    </a:cubicBezTo>
                    <a:cubicBezTo>
                      <a:pt x="34" y="16"/>
                      <a:pt x="34" y="16"/>
                      <a:pt x="34" y="16"/>
                    </a:cubicBezTo>
                    <a:cubicBezTo>
                      <a:pt x="34" y="16"/>
                      <a:pt x="34" y="16"/>
                      <a:pt x="34" y="16"/>
                    </a:cubicBezTo>
                    <a:cubicBezTo>
                      <a:pt x="34" y="16"/>
                      <a:pt x="34" y="16"/>
                      <a:pt x="34" y="16"/>
                    </a:cubicBezTo>
                    <a:cubicBezTo>
                      <a:pt x="35" y="16"/>
                      <a:pt x="35" y="15"/>
                      <a:pt x="35" y="15"/>
                    </a:cubicBezTo>
                    <a:cubicBezTo>
                      <a:pt x="35" y="15"/>
                      <a:pt x="35" y="15"/>
                      <a:pt x="35" y="15"/>
                    </a:cubicBezTo>
                    <a:cubicBezTo>
                      <a:pt x="34" y="15"/>
                      <a:pt x="34" y="15"/>
                      <a:pt x="34" y="15"/>
                    </a:cubicBezTo>
                    <a:cubicBezTo>
                      <a:pt x="33" y="15"/>
                      <a:pt x="33" y="15"/>
                      <a:pt x="33" y="15"/>
                    </a:cubicBezTo>
                    <a:cubicBezTo>
                      <a:pt x="33" y="15"/>
                      <a:pt x="33" y="15"/>
                      <a:pt x="33" y="15"/>
                    </a:cubicBezTo>
                    <a:cubicBezTo>
                      <a:pt x="33" y="15"/>
                      <a:pt x="33" y="15"/>
                      <a:pt x="33" y="15"/>
                    </a:cubicBezTo>
                    <a:cubicBezTo>
                      <a:pt x="33" y="15"/>
                      <a:pt x="33" y="15"/>
                      <a:pt x="32" y="15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33" y="15"/>
                      <a:pt x="33" y="15"/>
                      <a:pt x="33" y="15"/>
                    </a:cubicBezTo>
                    <a:cubicBezTo>
                      <a:pt x="33" y="15"/>
                      <a:pt x="33" y="14"/>
                      <a:pt x="33" y="14"/>
                    </a:cubicBezTo>
                    <a:cubicBezTo>
                      <a:pt x="33" y="14"/>
                      <a:pt x="33" y="14"/>
                      <a:pt x="33" y="14"/>
                    </a:cubicBezTo>
                    <a:cubicBezTo>
                      <a:pt x="33" y="14"/>
                      <a:pt x="33" y="14"/>
                      <a:pt x="33" y="14"/>
                    </a:cubicBezTo>
                    <a:cubicBezTo>
                      <a:pt x="33" y="14"/>
                      <a:pt x="33" y="14"/>
                      <a:pt x="33" y="14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8" y="14"/>
                      <a:pt x="38" y="14"/>
                      <a:pt x="38" y="14"/>
                    </a:cubicBezTo>
                    <a:cubicBezTo>
                      <a:pt x="38" y="13"/>
                      <a:pt x="38" y="13"/>
                      <a:pt x="38" y="13"/>
                    </a:cubicBezTo>
                    <a:cubicBezTo>
                      <a:pt x="38" y="13"/>
                      <a:pt x="38" y="13"/>
                      <a:pt x="39" y="13"/>
                    </a:cubicBezTo>
                    <a:cubicBezTo>
                      <a:pt x="39" y="13"/>
                      <a:pt x="39" y="13"/>
                      <a:pt x="39" y="13"/>
                    </a:cubicBezTo>
                    <a:cubicBezTo>
                      <a:pt x="39" y="13"/>
                      <a:pt x="39" y="13"/>
                      <a:pt x="39" y="13"/>
                    </a:cubicBezTo>
                    <a:cubicBezTo>
                      <a:pt x="39" y="13"/>
                      <a:pt x="39" y="13"/>
                      <a:pt x="39" y="13"/>
                    </a:cubicBezTo>
                    <a:cubicBezTo>
                      <a:pt x="39" y="13"/>
                      <a:pt x="39" y="13"/>
                      <a:pt x="39" y="13"/>
                    </a:cubicBezTo>
                    <a:cubicBezTo>
                      <a:pt x="39" y="13"/>
                      <a:pt x="39" y="13"/>
                      <a:pt x="39" y="13"/>
                    </a:cubicBezTo>
                    <a:cubicBezTo>
                      <a:pt x="39" y="13"/>
                      <a:pt x="39" y="13"/>
                      <a:pt x="39" y="12"/>
                    </a:cubicBezTo>
                    <a:cubicBezTo>
                      <a:pt x="39" y="12"/>
                      <a:pt x="40" y="12"/>
                      <a:pt x="40" y="12"/>
                    </a:cubicBezTo>
                    <a:cubicBezTo>
                      <a:pt x="40" y="12"/>
                      <a:pt x="40" y="12"/>
                      <a:pt x="40" y="12"/>
                    </a:cubicBezTo>
                    <a:cubicBezTo>
                      <a:pt x="40" y="12"/>
                      <a:pt x="40" y="12"/>
                      <a:pt x="40" y="12"/>
                    </a:cubicBezTo>
                    <a:cubicBezTo>
                      <a:pt x="40" y="12"/>
                      <a:pt x="40" y="12"/>
                      <a:pt x="41" y="12"/>
                    </a:cubicBezTo>
                    <a:cubicBezTo>
                      <a:pt x="41" y="12"/>
                      <a:pt x="41" y="12"/>
                      <a:pt x="41" y="12"/>
                    </a:cubicBezTo>
                    <a:cubicBezTo>
                      <a:pt x="41" y="12"/>
                      <a:pt x="41" y="12"/>
                      <a:pt x="41" y="12"/>
                    </a:cubicBezTo>
                    <a:cubicBezTo>
                      <a:pt x="41" y="12"/>
                      <a:pt x="41" y="12"/>
                      <a:pt x="41" y="12"/>
                    </a:cubicBezTo>
                    <a:cubicBezTo>
                      <a:pt x="41" y="12"/>
                      <a:pt x="41" y="12"/>
                      <a:pt x="42" y="12"/>
                    </a:cubicBezTo>
                    <a:cubicBezTo>
                      <a:pt x="42" y="12"/>
                      <a:pt x="42" y="12"/>
                      <a:pt x="42" y="12"/>
                    </a:cubicBezTo>
                    <a:cubicBezTo>
                      <a:pt x="42" y="12"/>
                      <a:pt x="42" y="11"/>
                      <a:pt x="42" y="11"/>
                    </a:cubicBezTo>
                    <a:cubicBezTo>
                      <a:pt x="42" y="11"/>
                      <a:pt x="42" y="10"/>
                      <a:pt x="42" y="10"/>
                    </a:cubicBezTo>
                    <a:cubicBezTo>
                      <a:pt x="42" y="10"/>
                      <a:pt x="42" y="10"/>
                      <a:pt x="42" y="10"/>
                    </a:cubicBezTo>
                    <a:cubicBezTo>
                      <a:pt x="42" y="10"/>
                      <a:pt x="42" y="10"/>
                      <a:pt x="42" y="10"/>
                    </a:cubicBezTo>
                    <a:cubicBezTo>
                      <a:pt x="42" y="8"/>
                      <a:pt x="42" y="8"/>
                      <a:pt x="42" y="8"/>
                    </a:cubicBezTo>
                    <a:cubicBezTo>
                      <a:pt x="41" y="8"/>
                      <a:pt x="41" y="8"/>
                      <a:pt x="41" y="8"/>
                    </a:cubicBezTo>
                    <a:cubicBezTo>
                      <a:pt x="41" y="8"/>
                      <a:pt x="41" y="8"/>
                      <a:pt x="41" y="8"/>
                    </a:cubicBezTo>
                    <a:cubicBezTo>
                      <a:pt x="41" y="8"/>
                      <a:pt x="40" y="8"/>
                      <a:pt x="40" y="8"/>
                    </a:cubicBezTo>
                    <a:cubicBezTo>
                      <a:pt x="40" y="8"/>
                      <a:pt x="40" y="8"/>
                      <a:pt x="40" y="8"/>
                    </a:cubicBezTo>
                    <a:cubicBezTo>
                      <a:pt x="40" y="8"/>
                      <a:pt x="40" y="8"/>
                      <a:pt x="40" y="8"/>
                    </a:cubicBezTo>
                    <a:cubicBezTo>
                      <a:pt x="40" y="8"/>
                      <a:pt x="40" y="8"/>
                      <a:pt x="40" y="8"/>
                    </a:cubicBezTo>
                    <a:cubicBezTo>
                      <a:pt x="40" y="8"/>
                      <a:pt x="40" y="8"/>
                      <a:pt x="39" y="8"/>
                    </a:cubicBezTo>
                    <a:cubicBezTo>
                      <a:pt x="40" y="8"/>
                      <a:pt x="40" y="8"/>
                      <a:pt x="40" y="8"/>
                    </a:cubicBezTo>
                    <a:cubicBezTo>
                      <a:pt x="40" y="8"/>
                      <a:pt x="40" y="8"/>
                      <a:pt x="40" y="8"/>
                    </a:cubicBezTo>
                    <a:cubicBezTo>
                      <a:pt x="40" y="8"/>
                      <a:pt x="40" y="8"/>
                      <a:pt x="40" y="8"/>
                    </a:cubicBezTo>
                    <a:cubicBezTo>
                      <a:pt x="40" y="7"/>
                      <a:pt x="40" y="7"/>
                      <a:pt x="40" y="7"/>
                    </a:cubicBezTo>
                    <a:cubicBezTo>
                      <a:pt x="40" y="7"/>
                      <a:pt x="40" y="7"/>
                      <a:pt x="40" y="7"/>
                    </a:cubicBezTo>
                    <a:cubicBezTo>
                      <a:pt x="40" y="7"/>
                      <a:pt x="40" y="7"/>
                      <a:pt x="39" y="7"/>
                    </a:cubicBezTo>
                    <a:cubicBezTo>
                      <a:pt x="39" y="7"/>
                      <a:pt x="39" y="7"/>
                      <a:pt x="39" y="7"/>
                    </a:cubicBezTo>
                    <a:cubicBezTo>
                      <a:pt x="37" y="7"/>
                      <a:pt x="37" y="7"/>
                      <a:pt x="37" y="7"/>
                    </a:cubicBezTo>
                    <a:cubicBezTo>
                      <a:pt x="37" y="7"/>
                      <a:pt x="37" y="7"/>
                      <a:pt x="37" y="7"/>
                    </a:cubicBezTo>
                    <a:cubicBezTo>
                      <a:pt x="37" y="7"/>
                      <a:pt x="36" y="8"/>
                      <a:pt x="36" y="8"/>
                    </a:cubicBezTo>
                    <a:cubicBezTo>
                      <a:pt x="36" y="8"/>
                      <a:pt x="36" y="8"/>
                      <a:pt x="36" y="8"/>
                    </a:cubicBezTo>
                    <a:cubicBezTo>
                      <a:pt x="36" y="8"/>
                      <a:pt x="36" y="8"/>
                      <a:pt x="36" y="8"/>
                    </a:cubicBezTo>
                    <a:cubicBezTo>
                      <a:pt x="36" y="8"/>
                      <a:pt x="35" y="8"/>
                      <a:pt x="35" y="8"/>
                    </a:cubicBezTo>
                    <a:cubicBezTo>
                      <a:pt x="34" y="8"/>
                      <a:pt x="34" y="8"/>
                      <a:pt x="34" y="8"/>
                    </a:cubicBezTo>
                    <a:cubicBezTo>
                      <a:pt x="34" y="8"/>
                      <a:pt x="34" y="8"/>
                      <a:pt x="34" y="8"/>
                    </a:cubicBezTo>
                    <a:cubicBezTo>
                      <a:pt x="34" y="8"/>
                      <a:pt x="34" y="8"/>
                      <a:pt x="34" y="8"/>
                    </a:cubicBezTo>
                    <a:cubicBezTo>
                      <a:pt x="34" y="9"/>
                      <a:pt x="34" y="9"/>
                      <a:pt x="34" y="9"/>
                    </a:cubicBezTo>
                    <a:cubicBezTo>
                      <a:pt x="34" y="9"/>
                      <a:pt x="34" y="9"/>
                      <a:pt x="34" y="9"/>
                    </a:cubicBezTo>
                    <a:cubicBezTo>
                      <a:pt x="34" y="9"/>
                      <a:pt x="34" y="10"/>
                      <a:pt x="34" y="10"/>
                    </a:cubicBezTo>
                    <a:cubicBezTo>
                      <a:pt x="34" y="10"/>
                      <a:pt x="34" y="10"/>
                      <a:pt x="34" y="10"/>
                    </a:cubicBezTo>
                    <a:cubicBezTo>
                      <a:pt x="34" y="10"/>
                      <a:pt x="34" y="10"/>
                      <a:pt x="34" y="10"/>
                    </a:cubicBezTo>
                    <a:cubicBezTo>
                      <a:pt x="33" y="10"/>
                      <a:pt x="33" y="10"/>
                      <a:pt x="33" y="10"/>
                    </a:cubicBezTo>
                    <a:cubicBezTo>
                      <a:pt x="33" y="10"/>
                      <a:pt x="33" y="10"/>
                      <a:pt x="33" y="10"/>
                    </a:cubicBezTo>
                    <a:cubicBezTo>
                      <a:pt x="33" y="10"/>
                      <a:pt x="33" y="11"/>
                      <a:pt x="32" y="11"/>
                    </a:cubicBezTo>
                    <a:cubicBezTo>
                      <a:pt x="32" y="11"/>
                      <a:pt x="32" y="11"/>
                      <a:pt x="32" y="11"/>
                    </a:cubicBezTo>
                    <a:cubicBezTo>
                      <a:pt x="32" y="11"/>
                      <a:pt x="32" y="11"/>
                      <a:pt x="31" y="11"/>
                    </a:cubicBezTo>
                    <a:cubicBezTo>
                      <a:pt x="31" y="11"/>
                      <a:pt x="31" y="12"/>
                      <a:pt x="31" y="12"/>
                    </a:cubicBezTo>
                    <a:cubicBezTo>
                      <a:pt x="31" y="12"/>
                      <a:pt x="31" y="12"/>
                      <a:pt x="31" y="12"/>
                    </a:cubicBezTo>
                    <a:cubicBezTo>
                      <a:pt x="31" y="12"/>
                      <a:pt x="31" y="12"/>
                      <a:pt x="31" y="12"/>
                    </a:cubicBezTo>
                    <a:cubicBezTo>
                      <a:pt x="31" y="12"/>
                      <a:pt x="31" y="12"/>
                      <a:pt x="31" y="12"/>
                    </a:cubicBezTo>
                    <a:cubicBezTo>
                      <a:pt x="31" y="12"/>
                      <a:pt x="31" y="12"/>
                      <a:pt x="31" y="12"/>
                    </a:cubicBezTo>
                    <a:cubicBezTo>
                      <a:pt x="31" y="12"/>
                      <a:pt x="31" y="12"/>
                      <a:pt x="31" y="12"/>
                    </a:cubicBezTo>
                    <a:cubicBezTo>
                      <a:pt x="31" y="12"/>
                      <a:pt x="31" y="12"/>
                      <a:pt x="31" y="11"/>
                    </a:cubicBezTo>
                    <a:cubicBezTo>
                      <a:pt x="31" y="11"/>
                      <a:pt x="31" y="11"/>
                      <a:pt x="31" y="10"/>
                    </a:cubicBezTo>
                    <a:cubicBezTo>
                      <a:pt x="31" y="10"/>
                      <a:pt x="31" y="10"/>
                      <a:pt x="31" y="10"/>
                    </a:cubicBezTo>
                    <a:cubicBezTo>
                      <a:pt x="31" y="10"/>
                      <a:pt x="31" y="10"/>
                      <a:pt x="31" y="10"/>
                    </a:cubicBezTo>
                    <a:cubicBezTo>
                      <a:pt x="31" y="10"/>
                      <a:pt x="31" y="10"/>
                      <a:pt x="31" y="10"/>
                    </a:cubicBezTo>
                    <a:cubicBezTo>
                      <a:pt x="31" y="10"/>
                      <a:pt x="31" y="10"/>
                      <a:pt x="31" y="10"/>
                    </a:cubicBezTo>
                    <a:cubicBezTo>
                      <a:pt x="31" y="10"/>
                      <a:pt x="31" y="10"/>
                      <a:pt x="31" y="10"/>
                    </a:cubicBezTo>
                    <a:cubicBezTo>
                      <a:pt x="31" y="9"/>
                      <a:pt x="31" y="9"/>
                      <a:pt x="31" y="9"/>
                    </a:cubicBezTo>
                    <a:cubicBezTo>
                      <a:pt x="31" y="9"/>
                      <a:pt x="31" y="9"/>
                      <a:pt x="31" y="9"/>
                    </a:cubicBezTo>
                    <a:cubicBezTo>
                      <a:pt x="31" y="9"/>
                      <a:pt x="32" y="9"/>
                      <a:pt x="32" y="9"/>
                    </a:cubicBezTo>
                    <a:cubicBezTo>
                      <a:pt x="32" y="9"/>
                      <a:pt x="32" y="9"/>
                      <a:pt x="32" y="9"/>
                    </a:cubicBezTo>
                    <a:cubicBezTo>
                      <a:pt x="32" y="8"/>
                      <a:pt x="32" y="8"/>
                      <a:pt x="32" y="8"/>
                    </a:cubicBezTo>
                    <a:cubicBezTo>
                      <a:pt x="32" y="8"/>
                      <a:pt x="32" y="8"/>
                      <a:pt x="32" y="8"/>
                    </a:cubicBezTo>
                    <a:cubicBezTo>
                      <a:pt x="32" y="8"/>
                      <a:pt x="32" y="8"/>
                      <a:pt x="32" y="7"/>
                    </a:cubicBezTo>
                    <a:cubicBezTo>
                      <a:pt x="32" y="7"/>
                      <a:pt x="32" y="7"/>
                      <a:pt x="32" y="7"/>
                    </a:cubicBezTo>
                    <a:cubicBezTo>
                      <a:pt x="32" y="8"/>
                      <a:pt x="32" y="8"/>
                      <a:pt x="32" y="8"/>
                    </a:cubicBezTo>
                    <a:cubicBezTo>
                      <a:pt x="32" y="7"/>
                      <a:pt x="32" y="7"/>
                      <a:pt x="32" y="7"/>
                    </a:cubicBezTo>
                    <a:cubicBezTo>
                      <a:pt x="32" y="7"/>
                      <a:pt x="32" y="7"/>
                      <a:pt x="32" y="7"/>
                    </a:cubicBezTo>
                    <a:cubicBezTo>
                      <a:pt x="32" y="7"/>
                      <a:pt x="32" y="7"/>
                      <a:pt x="32" y="7"/>
                    </a:cubicBezTo>
                    <a:cubicBezTo>
                      <a:pt x="32" y="7"/>
                      <a:pt x="32" y="7"/>
                      <a:pt x="32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4" y="7"/>
                      <a:pt x="34" y="6"/>
                      <a:pt x="34" y="6"/>
                    </a:cubicBezTo>
                    <a:cubicBezTo>
                      <a:pt x="34" y="6"/>
                      <a:pt x="35" y="6"/>
                      <a:pt x="35" y="6"/>
                    </a:cubicBezTo>
                    <a:cubicBezTo>
                      <a:pt x="35" y="6"/>
                      <a:pt x="35" y="6"/>
                      <a:pt x="35" y="6"/>
                    </a:cubicBezTo>
                    <a:cubicBezTo>
                      <a:pt x="36" y="6"/>
                      <a:pt x="36" y="6"/>
                      <a:pt x="36" y="6"/>
                    </a:cubicBezTo>
                    <a:cubicBezTo>
                      <a:pt x="36" y="6"/>
                      <a:pt x="36" y="6"/>
                      <a:pt x="36" y="6"/>
                    </a:cubicBezTo>
                    <a:cubicBezTo>
                      <a:pt x="36" y="6"/>
                      <a:pt x="36" y="6"/>
                      <a:pt x="36" y="6"/>
                    </a:cubicBezTo>
                    <a:cubicBezTo>
                      <a:pt x="36" y="6"/>
                      <a:pt x="36" y="6"/>
                      <a:pt x="36" y="6"/>
                    </a:cubicBezTo>
                    <a:cubicBezTo>
                      <a:pt x="36" y="6"/>
                      <a:pt x="36" y="6"/>
                      <a:pt x="36" y="6"/>
                    </a:cubicBezTo>
                    <a:cubicBezTo>
                      <a:pt x="36" y="6"/>
                      <a:pt x="36" y="6"/>
                      <a:pt x="36" y="6"/>
                    </a:cubicBezTo>
                    <a:cubicBezTo>
                      <a:pt x="36" y="6"/>
                      <a:pt x="36" y="6"/>
                      <a:pt x="37" y="5"/>
                    </a:cubicBezTo>
                    <a:cubicBezTo>
                      <a:pt x="37" y="5"/>
                      <a:pt x="37" y="5"/>
                      <a:pt x="37" y="4"/>
                    </a:cubicBezTo>
                    <a:cubicBezTo>
                      <a:pt x="37" y="4"/>
                      <a:pt x="37" y="4"/>
                      <a:pt x="37" y="4"/>
                    </a:cubicBezTo>
                    <a:cubicBezTo>
                      <a:pt x="41" y="3"/>
                      <a:pt x="45" y="2"/>
                      <a:pt x="49" y="1"/>
                    </a:cubicBezTo>
                    <a:cubicBezTo>
                      <a:pt x="49" y="1"/>
                      <a:pt x="49" y="1"/>
                      <a:pt x="49" y="1"/>
                    </a:cubicBezTo>
                    <a:cubicBezTo>
                      <a:pt x="49" y="1"/>
                      <a:pt x="49" y="1"/>
                      <a:pt x="49" y="1"/>
                    </a:cubicBezTo>
                    <a:cubicBezTo>
                      <a:pt x="49" y="1"/>
                      <a:pt x="49" y="1"/>
                      <a:pt x="49" y="2"/>
                    </a:cubicBezTo>
                    <a:cubicBezTo>
                      <a:pt x="50" y="2"/>
                      <a:pt x="50" y="2"/>
                      <a:pt x="50" y="2"/>
                    </a:cubicBezTo>
                    <a:cubicBezTo>
                      <a:pt x="50" y="3"/>
                      <a:pt x="50" y="3"/>
                      <a:pt x="50" y="3"/>
                    </a:cubicBezTo>
                    <a:cubicBezTo>
                      <a:pt x="50" y="3"/>
                      <a:pt x="50" y="3"/>
                      <a:pt x="50" y="4"/>
                    </a:cubicBezTo>
                    <a:cubicBezTo>
                      <a:pt x="50" y="4"/>
                      <a:pt x="50" y="4"/>
                      <a:pt x="50" y="4"/>
                    </a:cubicBezTo>
                    <a:cubicBezTo>
                      <a:pt x="49" y="4"/>
                      <a:pt x="49" y="4"/>
                      <a:pt x="49" y="4"/>
                    </a:cubicBezTo>
                    <a:cubicBezTo>
                      <a:pt x="49" y="4"/>
                      <a:pt x="49" y="4"/>
                      <a:pt x="49" y="4"/>
                    </a:cubicBezTo>
                    <a:cubicBezTo>
                      <a:pt x="49" y="5"/>
                      <a:pt x="49" y="5"/>
                      <a:pt x="48" y="5"/>
                    </a:cubicBezTo>
                    <a:cubicBezTo>
                      <a:pt x="48" y="5"/>
                      <a:pt x="48" y="5"/>
                      <a:pt x="48" y="5"/>
                    </a:cubicBezTo>
                    <a:cubicBezTo>
                      <a:pt x="48" y="6"/>
                      <a:pt x="48" y="6"/>
                      <a:pt x="48" y="6"/>
                    </a:cubicBezTo>
                    <a:cubicBezTo>
                      <a:pt x="48" y="6"/>
                      <a:pt x="48" y="6"/>
                      <a:pt x="48" y="6"/>
                    </a:cubicBezTo>
                    <a:cubicBezTo>
                      <a:pt x="48" y="6"/>
                      <a:pt x="48" y="6"/>
                      <a:pt x="48" y="6"/>
                    </a:cubicBezTo>
                    <a:cubicBezTo>
                      <a:pt x="48" y="7"/>
                      <a:pt x="49" y="7"/>
                      <a:pt x="49" y="7"/>
                    </a:cubicBezTo>
                    <a:cubicBezTo>
                      <a:pt x="49" y="7"/>
                      <a:pt x="49" y="8"/>
                      <a:pt x="50" y="8"/>
                    </a:cubicBezTo>
                    <a:cubicBezTo>
                      <a:pt x="50" y="8"/>
                      <a:pt x="50" y="8"/>
                      <a:pt x="50" y="8"/>
                    </a:cubicBezTo>
                    <a:cubicBezTo>
                      <a:pt x="52" y="8"/>
                      <a:pt x="52" y="8"/>
                      <a:pt x="52" y="8"/>
                    </a:cubicBezTo>
                    <a:cubicBezTo>
                      <a:pt x="52" y="8"/>
                      <a:pt x="52" y="8"/>
                      <a:pt x="52" y="8"/>
                    </a:cubicBezTo>
                    <a:cubicBezTo>
                      <a:pt x="52" y="8"/>
                      <a:pt x="52" y="8"/>
                      <a:pt x="52" y="8"/>
                    </a:cubicBezTo>
                    <a:cubicBezTo>
                      <a:pt x="53" y="8"/>
                      <a:pt x="53" y="8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53" y="6"/>
                      <a:pt x="53" y="6"/>
                      <a:pt x="53" y="6"/>
                    </a:cubicBezTo>
                    <a:cubicBezTo>
                      <a:pt x="53" y="6"/>
                      <a:pt x="53" y="6"/>
                      <a:pt x="53" y="6"/>
                    </a:cubicBezTo>
                    <a:cubicBezTo>
                      <a:pt x="53" y="6"/>
                      <a:pt x="53" y="6"/>
                      <a:pt x="53" y="6"/>
                    </a:cubicBezTo>
                    <a:cubicBezTo>
                      <a:pt x="53" y="6"/>
                      <a:pt x="54" y="6"/>
                      <a:pt x="54" y="6"/>
                    </a:cubicBezTo>
                    <a:cubicBezTo>
                      <a:pt x="54" y="6"/>
                      <a:pt x="54" y="6"/>
                      <a:pt x="54" y="6"/>
                    </a:cubicBezTo>
                    <a:cubicBezTo>
                      <a:pt x="54" y="6"/>
                      <a:pt x="54" y="6"/>
                      <a:pt x="54" y="6"/>
                    </a:cubicBezTo>
                    <a:cubicBezTo>
                      <a:pt x="55" y="6"/>
                      <a:pt x="55" y="6"/>
                      <a:pt x="55" y="6"/>
                    </a:cubicBezTo>
                    <a:cubicBezTo>
                      <a:pt x="55" y="6"/>
                      <a:pt x="56" y="6"/>
                      <a:pt x="56" y="5"/>
                    </a:cubicBezTo>
                    <a:cubicBezTo>
                      <a:pt x="56" y="5"/>
                      <a:pt x="56" y="5"/>
                      <a:pt x="56" y="5"/>
                    </a:cubicBezTo>
                    <a:cubicBezTo>
                      <a:pt x="56" y="5"/>
                      <a:pt x="56" y="5"/>
                      <a:pt x="56" y="5"/>
                    </a:cubicBezTo>
                    <a:cubicBezTo>
                      <a:pt x="56" y="5"/>
                      <a:pt x="56" y="5"/>
                      <a:pt x="56" y="5"/>
                    </a:cubicBezTo>
                    <a:cubicBezTo>
                      <a:pt x="56" y="5"/>
                      <a:pt x="56" y="5"/>
                      <a:pt x="57" y="5"/>
                    </a:cubicBezTo>
                    <a:cubicBezTo>
                      <a:pt x="57" y="5"/>
                      <a:pt x="57" y="5"/>
                      <a:pt x="57" y="4"/>
                    </a:cubicBezTo>
                    <a:cubicBezTo>
                      <a:pt x="57" y="4"/>
                      <a:pt x="57" y="4"/>
                      <a:pt x="57" y="4"/>
                    </a:cubicBezTo>
                    <a:cubicBezTo>
                      <a:pt x="58" y="4"/>
                      <a:pt x="58" y="4"/>
                      <a:pt x="58" y="4"/>
                    </a:cubicBezTo>
                    <a:cubicBezTo>
                      <a:pt x="58" y="4"/>
                      <a:pt x="58" y="4"/>
                      <a:pt x="58" y="4"/>
                    </a:cubicBezTo>
                    <a:cubicBezTo>
                      <a:pt x="58" y="4"/>
                      <a:pt x="59" y="4"/>
                      <a:pt x="59" y="4"/>
                    </a:cubicBezTo>
                    <a:cubicBezTo>
                      <a:pt x="59" y="4"/>
                      <a:pt x="59" y="4"/>
                      <a:pt x="59" y="4"/>
                    </a:cubicBezTo>
                    <a:cubicBezTo>
                      <a:pt x="59" y="4"/>
                      <a:pt x="59" y="4"/>
                      <a:pt x="59" y="4"/>
                    </a:cubicBezTo>
                    <a:cubicBezTo>
                      <a:pt x="59" y="4"/>
                      <a:pt x="59" y="4"/>
                      <a:pt x="59" y="4"/>
                    </a:cubicBezTo>
                    <a:cubicBezTo>
                      <a:pt x="59" y="4"/>
                      <a:pt x="59" y="4"/>
                      <a:pt x="59" y="4"/>
                    </a:cubicBezTo>
                    <a:cubicBezTo>
                      <a:pt x="59" y="3"/>
                      <a:pt x="59" y="3"/>
                      <a:pt x="59" y="3"/>
                    </a:cubicBezTo>
                    <a:cubicBezTo>
                      <a:pt x="59" y="3"/>
                      <a:pt x="59" y="3"/>
                      <a:pt x="59" y="3"/>
                    </a:cubicBezTo>
                    <a:cubicBezTo>
                      <a:pt x="59" y="3"/>
                      <a:pt x="59" y="3"/>
                      <a:pt x="59" y="3"/>
                    </a:cubicBezTo>
                    <a:cubicBezTo>
                      <a:pt x="59" y="2"/>
                      <a:pt x="59" y="2"/>
                      <a:pt x="59" y="2"/>
                    </a:cubicBezTo>
                    <a:cubicBezTo>
                      <a:pt x="59" y="2"/>
                      <a:pt x="59" y="2"/>
                      <a:pt x="60" y="1"/>
                    </a:cubicBezTo>
                    <a:cubicBezTo>
                      <a:pt x="60" y="1"/>
                      <a:pt x="60" y="1"/>
                      <a:pt x="60" y="1"/>
                    </a:cubicBezTo>
                    <a:cubicBezTo>
                      <a:pt x="60" y="1"/>
                      <a:pt x="60" y="1"/>
                      <a:pt x="60" y="1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1"/>
                      <a:pt x="75" y="3"/>
                      <a:pt x="82" y="6"/>
                    </a:cubicBezTo>
                    <a:cubicBezTo>
                      <a:pt x="82" y="6"/>
                      <a:pt x="82" y="6"/>
                      <a:pt x="82" y="6"/>
                    </a:cubicBezTo>
                    <a:cubicBezTo>
                      <a:pt x="82" y="6"/>
                      <a:pt x="82" y="6"/>
                      <a:pt x="82" y="6"/>
                    </a:cubicBezTo>
                    <a:cubicBezTo>
                      <a:pt x="82" y="6"/>
                      <a:pt x="82" y="6"/>
                      <a:pt x="82" y="6"/>
                    </a:cubicBezTo>
                    <a:cubicBezTo>
                      <a:pt x="82" y="6"/>
                      <a:pt x="82" y="6"/>
                      <a:pt x="82" y="6"/>
                    </a:cubicBezTo>
                    <a:cubicBezTo>
                      <a:pt x="82" y="6"/>
                      <a:pt x="82" y="6"/>
                      <a:pt x="82" y="6"/>
                    </a:cubicBezTo>
                    <a:cubicBezTo>
                      <a:pt x="82" y="6"/>
                      <a:pt x="82" y="6"/>
                      <a:pt x="82" y="6"/>
                    </a:cubicBezTo>
                    <a:cubicBezTo>
                      <a:pt x="82" y="7"/>
                      <a:pt x="82" y="7"/>
                      <a:pt x="82" y="7"/>
                    </a:cubicBezTo>
                    <a:cubicBezTo>
                      <a:pt x="82" y="7"/>
                      <a:pt x="82" y="7"/>
                      <a:pt x="82" y="7"/>
                    </a:cubicBezTo>
                    <a:cubicBezTo>
                      <a:pt x="82" y="7"/>
                      <a:pt x="82" y="7"/>
                      <a:pt x="82" y="7"/>
                    </a:cubicBezTo>
                    <a:cubicBezTo>
                      <a:pt x="82" y="7"/>
                      <a:pt x="82" y="7"/>
                      <a:pt x="82" y="7"/>
                    </a:cubicBezTo>
                    <a:cubicBezTo>
                      <a:pt x="82" y="7"/>
                      <a:pt x="82" y="7"/>
                      <a:pt x="82" y="7"/>
                    </a:cubicBezTo>
                    <a:cubicBezTo>
                      <a:pt x="82" y="8"/>
                      <a:pt x="82" y="8"/>
                      <a:pt x="82" y="8"/>
                    </a:cubicBezTo>
                    <a:cubicBezTo>
                      <a:pt x="82" y="8"/>
                      <a:pt x="82" y="8"/>
                      <a:pt x="82" y="8"/>
                    </a:cubicBezTo>
                    <a:cubicBezTo>
                      <a:pt x="82" y="8"/>
                      <a:pt x="82" y="9"/>
                      <a:pt x="82" y="9"/>
                    </a:cubicBezTo>
                    <a:cubicBezTo>
                      <a:pt x="82" y="9"/>
                      <a:pt x="82" y="9"/>
                      <a:pt x="82" y="9"/>
                    </a:cubicBezTo>
                    <a:cubicBezTo>
                      <a:pt x="83" y="9"/>
                      <a:pt x="83" y="10"/>
                      <a:pt x="83" y="10"/>
                    </a:cubicBezTo>
                    <a:cubicBezTo>
                      <a:pt x="83" y="10"/>
                      <a:pt x="83" y="10"/>
                      <a:pt x="83" y="10"/>
                    </a:cubicBezTo>
                    <a:cubicBezTo>
                      <a:pt x="83" y="10"/>
                      <a:pt x="83" y="10"/>
                      <a:pt x="83" y="10"/>
                    </a:cubicBezTo>
                    <a:cubicBezTo>
                      <a:pt x="83" y="10"/>
                      <a:pt x="83" y="10"/>
                      <a:pt x="83" y="10"/>
                    </a:cubicBezTo>
                    <a:cubicBezTo>
                      <a:pt x="83" y="10"/>
                      <a:pt x="83" y="10"/>
                      <a:pt x="83" y="10"/>
                    </a:cubicBezTo>
                    <a:cubicBezTo>
                      <a:pt x="83" y="11"/>
                      <a:pt x="83" y="11"/>
                      <a:pt x="83" y="11"/>
                    </a:cubicBezTo>
                    <a:cubicBezTo>
                      <a:pt x="83" y="10"/>
                      <a:pt x="83" y="10"/>
                      <a:pt x="83" y="10"/>
                    </a:cubicBezTo>
                    <a:cubicBezTo>
                      <a:pt x="81" y="10"/>
                      <a:pt x="81" y="10"/>
                      <a:pt x="81" y="10"/>
                    </a:cubicBezTo>
                    <a:cubicBezTo>
                      <a:pt x="81" y="10"/>
                      <a:pt x="81" y="10"/>
                      <a:pt x="81" y="10"/>
                    </a:cubicBezTo>
                    <a:cubicBezTo>
                      <a:pt x="81" y="10"/>
                      <a:pt x="81" y="10"/>
                      <a:pt x="81" y="10"/>
                    </a:cubicBezTo>
                    <a:cubicBezTo>
                      <a:pt x="81" y="10"/>
                      <a:pt x="81" y="11"/>
                      <a:pt x="81" y="11"/>
                    </a:cubicBezTo>
                    <a:cubicBezTo>
                      <a:pt x="81" y="11"/>
                      <a:pt x="81" y="11"/>
                      <a:pt x="81" y="11"/>
                    </a:cubicBezTo>
                    <a:cubicBezTo>
                      <a:pt x="81" y="11"/>
                      <a:pt x="81" y="11"/>
                      <a:pt x="81" y="11"/>
                    </a:cubicBezTo>
                    <a:cubicBezTo>
                      <a:pt x="80" y="11"/>
                      <a:pt x="80" y="11"/>
                      <a:pt x="80" y="11"/>
                    </a:cubicBezTo>
                    <a:cubicBezTo>
                      <a:pt x="80" y="11"/>
                      <a:pt x="80" y="11"/>
                      <a:pt x="80" y="11"/>
                    </a:cubicBezTo>
                    <a:cubicBezTo>
                      <a:pt x="80" y="11"/>
                      <a:pt x="80" y="11"/>
                      <a:pt x="80" y="11"/>
                    </a:cubicBezTo>
                    <a:cubicBezTo>
                      <a:pt x="79" y="11"/>
                      <a:pt x="79" y="11"/>
                      <a:pt x="79" y="11"/>
                    </a:cubicBezTo>
                    <a:cubicBezTo>
                      <a:pt x="79" y="11"/>
                      <a:pt x="79" y="11"/>
                      <a:pt x="79" y="11"/>
                    </a:cubicBezTo>
                    <a:cubicBezTo>
                      <a:pt x="79" y="11"/>
                      <a:pt x="79" y="11"/>
                      <a:pt x="79" y="11"/>
                    </a:cubicBezTo>
                    <a:cubicBezTo>
                      <a:pt x="79" y="11"/>
                      <a:pt x="79" y="11"/>
                      <a:pt x="79" y="11"/>
                    </a:cubicBezTo>
                    <a:cubicBezTo>
                      <a:pt x="78" y="11"/>
                      <a:pt x="78" y="11"/>
                      <a:pt x="78" y="12"/>
                    </a:cubicBezTo>
                    <a:cubicBezTo>
                      <a:pt x="77" y="12"/>
                      <a:pt x="77" y="12"/>
                      <a:pt x="77" y="13"/>
                    </a:cubicBezTo>
                    <a:cubicBezTo>
                      <a:pt x="77" y="13"/>
                      <a:pt x="77" y="13"/>
                      <a:pt x="77" y="13"/>
                    </a:cubicBezTo>
                    <a:cubicBezTo>
                      <a:pt x="77" y="13"/>
                      <a:pt x="77" y="13"/>
                      <a:pt x="77" y="13"/>
                    </a:cubicBezTo>
                    <a:cubicBezTo>
                      <a:pt x="77" y="13"/>
                      <a:pt x="76" y="13"/>
                      <a:pt x="76" y="14"/>
                    </a:cubicBezTo>
                    <a:cubicBezTo>
                      <a:pt x="76" y="14"/>
                      <a:pt x="76" y="14"/>
                      <a:pt x="76" y="14"/>
                    </a:cubicBezTo>
                    <a:cubicBezTo>
                      <a:pt x="76" y="14"/>
                      <a:pt x="76" y="14"/>
                      <a:pt x="76" y="14"/>
                    </a:cubicBezTo>
                    <a:cubicBezTo>
                      <a:pt x="77" y="15"/>
                      <a:pt x="77" y="16"/>
                      <a:pt x="78" y="16"/>
                    </a:cubicBezTo>
                    <a:cubicBezTo>
                      <a:pt x="78" y="16"/>
                      <a:pt x="78" y="17"/>
                      <a:pt x="79" y="17"/>
                    </a:cubicBezTo>
                    <a:cubicBezTo>
                      <a:pt x="79" y="18"/>
                      <a:pt x="80" y="19"/>
                      <a:pt x="80" y="20"/>
                    </a:cubicBezTo>
                    <a:cubicBezTo>
                      <a:pt x="80" y="20"/>
                      <a:pt x="80" y="20"/>
                      <a:pt x="80" y="20"/>
                    </a:cubicBezTo>
                    <a:cubicBezTo>
                      <a:pt x="81" y="20"/>
                      <a:pt x="81" y="20"/>
                      <a:pt x="81" y="20"/>
                    </a:cubicBezTo>
                    <a:cubicBezTo>
                      <a:pt x="81" y="20"/>
                      <a:pt x="81" y="20"/>
                      <a:pt x="81" y="19"/>
                    </a:cubicBezTo>
                    <a:cubicBezTo>
                      <a:pt x="81" y="19"/>
                      <a:pt x="81" y="19"/>
                      <a:pt x="81" y="19"/>
                    </a:cubicBezTo>
                    <a:cubicBezTo>
                      <a:pt x="81" y="19"/>
                      <a:pt x="81" y="19"/>
                      <a:pt x="81" y="19"/>
                    </a:cubicBezTo>
                    <a:cubicBezTo>
                      <a:pt x="81" y="19"/>
                      <a:pt x="81" y="19"/>
                      <a:pt x="81" y="19"/>
                    </a:cubicBezTo>
                    <a:cubicBezTo>
                      <a:pt x="83" y="19"/>
                      <a:pt x="83" y="19"/>
                      <a:pt x="83" y="19"/>
                    </a:cubicBezTo>
                    <a:cubicBezTo>
                      <a:pt x="83" y="19"/>
                      <a:pt x="83" y="19"/>
                      <a:pt x="83" y="19"/>
                    </a:cubicBezTo>
                    <a:cubicBezTo>
                      <a:pt x="83" y="19"/>
                      <a:pt x="83" y="19"/>
                      <a:pt x="83" y="19"/>
                    </a:cubicBezTo>
                    <a:cubicBezTo>
                      <a:pt x="83" y="19"/>
                      <a:pt x="83" y="19"/>
                      <a:pt x="83" y="18"/>
                    </a:cubicBezTo>
                    <a:cubicBezTo>
                      <a:pt x="83" y="18"/>
                      <a:pt x="84" y="18"/>
                      <a:pt x="84" y="18"/>
                    </a:cubicBezTo>
                    <a:cubicBezTo>
                      <a:pt x="84" y="18"/>
                      <a:pt x="84" y="18"/>
                      <a:pt x="84" y="18"/>
                    </a:cubicBezTo>
                    <a:cubicBezTo>
                      <a:pt x="84" y="18"/>
                      <a:pt x="84" y="18"/>
                      <a:pt x="84" y="19"/>
                    </a:cubicBezTo>
                    <a:cubicBezTo>
                      <a:pt x="84" y="19"/>
                      <a:pt x="84" y="19"/>
                      <a:pt x="84" y="19"/>
                    </a:cubicBezTo>
                    <a:cubicBezTo>
                      <a:pt x="84" y="19"/>
                      <a:pt x="85" y="19"/>
                      <a:pt x="85" y="19"/>
                    </a:cubicBezTo>
                    <a:cubicBezTo>
                      <a:pt x="85" y="19"/>
                      <a:pt x="85" y="19"/>
                      <a:pt x="85" y="19"/>
                    </a:cubicBezTo>
                    <a:cubicBezTo>
                      <a:pt x="85" y="19"/>
                      <a:pt x="85" y="19"/>
                      <a:pt x="85" y="19"/>
                    </a:cubicBezTo>
                    <a:cubicBezTo>
                      <a:pt x="85" y="19"/>
                      <a:pt x="85" y="19"/>
                      <a:pt x="85" y="19"/>
                    </a:cubicBezTo>
                    <a:cubicBezTo>
                      <a:pt x="85" y="19"/>
                      <a:pt x="86" y="19"/>
                      <a:pt x="86" y="19"/>
                    </a:cubicBezTo>
                    <a:cubicBezTo>
                      <a:pt x="86" y="19"/>
                      <a:pt x="86" y="19"/>
                      <a:pt x="86" y="20"/>
                    </a:cubicBezTo>
                    <a:cubicBezTo>
                      <a:pt x="86" y="20"/>
                      <a:pt x="86" y="20"/>
                      <a:pt x="86" y="20"/>
                    </a:cubicBezTo>
                    <a:cubicBezTo>
                      <a:pt x="86" y="20"/>
                      <a:pt x="86" y="20"/>
                      <a:pt x="86" y="20"/>
                    </a:cubicBezTo>
                    <a:cubicBezTo>
                      <a:pt x="87" y="20"/>
                      <a:pt x="87" y="20"/>
                      <a:pt x="87" y="20"/>
                    </a:cubicBezTo>
                    <a:cubicBezTo>
                      <a:pt x="87" y="20"/>
                      <a:pt x="87" y="20"/>
                      <a:pt x="87" y="20"/>
                    </a:cubicBezTo>
                    <a:cubicBezTo>
                      <a:pt x="87" y="20"/>
                      <a:pt x="87" y="20"/>
                      <a:pt x="87" y="20"/>
                    </a:cubicBezTo>
                    <a:cubicBezTo>
                      <a:pt x="87" y="20"/>
                      <a:pt x="87" y="20"/>
                      <a:pt x="87" y="20"/>
                    </a:cubicBezTo>
                    <a:cubicBezTo>
                      <a:pt x="88" y="20"/>
                      <a:pt x="88" y="20"/>
                      <a:pt x="88" y="21"/>
                    </a:cubicBezTo>
                    <a:cubicBezTo>
                      <a:pt x="88" y="21"/>
                      <a:pt x="88" y="21"/>
                      <a:pt x="88" y="21"/>
                    </a:cubicBezTo>
                    <a:cubicBezTo>
                      <a:pt x="88" y="23"/>
                      <a:pt x="88" y="23"/>
                      <a:pt x="88" y="23"/>
                    </a:cubicBezTo>
                    <a:cubicBezTo>
                      <a:pt x="89" y="23"/>
                      <a:pt x="89" y="23"/>
                      <a:pt x="89" y="23"/>
                    </a:cubicBezTo>
                    <a:cubicBezTo>
                      <a:pt x="89" y="23"/>
                      <a:pt x="89" y="23"/>
                      <a:pt x="89" y="23"/>
                    </a:cubicBezTo>
                    <a:cubicBezTo>
                      <a:pt x="89" y="23"/>
                      <a:pt x="89" y="23"/>
                      <a:pt x="89" y="23"/>
                    </a:cubicBezTo>
                    <a:cubicBezTo>
                      <a:pt x="89" y="23"/>
                      <a:pt x="89" y="23"/>
                      <a:pt x="89" y="23"/>
                    </a:cubicBezTo>
                    <a:cubicBezTo>
                      <a:pt x="89" y="24"/>
                      <a:pt x="89" y="24"/>
                      <a:pt x="89" y="24"/>
                    </a:cubicBezTo>
                    <a:cubicBezTo>
                      <a:pt x="90" y="24"/>
                      <a:pt x="90" y="24"/>
                      <a:pt x="90" y="24"/>
                    </a:cubicBezTo>
                    <a:cubicBezTo>
                      <a:pt x="90" y="23"/>
                      <a:pt x="90" y="23"/>
                      <a:pt x="90" y="23"/>
                    </a:cubicBezTo>
                    <a:cubicBezTo>
                      <a:pt x="90" y="23"/>
                      <a:pt x="90" y="23"/>
                      <a:pt x="90" y="23"/>
                    </a:cubicBezTo>
                    <a:cubicBezTo>
                      <a:pt x="90" y="23"/>
                      <a:pt x="90" y="23"/>
                      <a:pt x="90" y="23"/>
                    </a:cubicBezTo>
                    <a:cubicBezTo>
                      <a:pt x="90" y="23"/>
                      <a:pt x="91" y="22"/>
                      <a:pt x="91" y="22"/>
                    </a:cubicBezTo>
                    <a:cubicBezTo>
                      <a:pt x="91" y="22"/>
                      <a:pt x="91" y="22"/>
                      <a:pt x="91" y="22"/>
                    </a:cubicBezTo>
                    <a:cubicBezTo>
                      <a:pt x="91" y="20"/>
                      <a:pt x="91" y="20"/>
                      <a:pt x="91" y="20"/>
                    </a:cubicBezTo>
                    <a:cubicBezTo>
                      <a:pt x="91" y="20"/>
                      <a:pt x="90" y="20"/>
                      <a:pt x="90" y="20"/>
                    </a:cubicBezTo>
                    <a:cubicBezTo>
                      <a:pt x="90" y="20"/>
                      <a:pt x="90" y="20"/>
                      <a:pt x="90" y="20"/>
                    </a:cubicBezTo>
                    <a:cubicBezTo>
                      <a:pt x="90" y="19"/>
                      <a:pt x="90" y="19"/>
                      <a:pt x="89" y="19"/>
                    </a:cubicBezTo>
                    <a:cubicBezTo>
                      <a:pt x="89" y="19"/>
                      <a:pt x="89" y="19"/>
                      <a:pt x="89" y="19"/>
                    </a:cubicBezTo>
                    <a:cubicBezTo>
                      <a:pt x="89" y="19"/>
                      <a:pt x="90" y="19"/>
                      <a:pt x="90" y="19"/>
                    </a:cubicBezTo>
                    <a:cubicBezTo>
                      <a:pt x="90" y="19"/>
                      <a:pt x="90" y="19"/>
                      <a:pt x="90" y="19"/>
                    </a:cubicBezTo>
                    <a:cubicBezTo>
                      <a:pt x="90" y="19"/>
                      <a:pt x="90" y="19"/>
                      <a:pt x="90" y="19"/>
                    </a:cubicBezTo>
                    <a:cubicBezTo>
                      <a:pt x="90" y="19"/>
                      <a:pt x="90" y="19"/>
                      <a:pt x="90" y="19"/>
                    </a:cubicBezTo>
                    <a:cubicBezTo>
                      <a:pt x="90" y="19"/>
                      <a:pt x="90" y="19"/>
                      <a:pt x="90" y="19"/>
                    </a:cubicBezTo>
                    <a:cubicBezTo>
                      <a:pt x="90" y="19"/>
                      <a:pt x="90" y="19"/>
                      <a:pt x="90" y="19"/>
                    </a:cubicBezTo>
                    <a:cubicBezTo>
                      <a:pt x="90" y="19"/>
                      <a:pt x="90" y="19"/>
                      <a:pt x="91" y="19"/>
                    </a:cubicBezTo>
                    <a:cubicBezTo>
                      <a:pt x="91" y="19"/>
                      <a:pt x="91" y="19"/>
                      <a:pt x="91" y="19"/>
                    </a:cubicBezTo>
                    <a:cubicBezTo>
                      <a:pt x="91" y="19"/>
                      <a:pt x="91" y="19"/>
                      <a:pt x="91" y="19"/>
                    </a:cubicBezTo>
                    <a:cubicBezTo>
                      <a:pt x="91" y="19"/>
                      <a:pt x="91" y="19"/>
                      <a:pt x="91" y="19"/>
                    </a:cubicBezTo>
                    <a:cubicBezTo>
                      <a:pt x="91" y="20"/>
                      <a:pt x="91" y="20"/>
                      <a:pt x="91" y="20"/>
                    </a:cubicBezTo>
                    <a:cubicBezTo>
                      <a:pt x="91" y="20"/>
                      <a:pt x="91" y="20"/>
                      <a:pt x="91" y="20"/>
                    </a:cubicBezTo>
                    <a:cubicBezTo>
                      <a:pt x="91" y="21"/>
                      <a:pt x="92" y="21"/>
                      <a:pt x="92" y="21"/>
                    </a:cubicBezTo>
                    <a:cubicBezTo>
                      <a:pt x="92" y="21"/>
                      <a:pt x="92" y="21"/>
                      <a:pt x="92" y="21"/>
                    </a:cubicBezTo>
                    <a:cubicBezTo>
                      <a:pt x="92" y="21"/>
                      <a:pt x="92" y="21"/>
                      <a:pt x="92" y="21"/>
                    </a:cubicBezTo>
                    <a:cubicBezTo>
                      <a:pt x="92" y="21"/>
                      <a:pt x="92" y="21"/>
                      <a:pt x="92" y="21"/>
                    </a:cubicBezTo>
                    <a:cubicBezTo>
                      <a:pt x="92" y="21"/>
                      <a:pt x="92" y="21"/>
                      <a:pt x="92" y="21"/>
                    </a:cubicBezTo>
                    <a:cubicBezTo>
                      <a:pt x="92" y="21"/>
                      <a:pt x="92" y="22"/>
                      <a:pt x="93" y="22"/>
                    </a:cubicBezTo>
                    <a:cubicBezTo>
                      <a:pt x="93" y="22"/>
                      <a:pt x="93" y="22"/>
                      <a:pt x="93" y="22"/>
                    </a:cubicBezTo>
                    <a:cubicBezTo>
                      <a:pt x="93" y="22"/>
                      <a:pt x="93" y="22"/>
                      <a:pt x="93" y="22"/>
                    </a:cubicBezTo>
                    <a:cubicBezTo>
                      <a:pt x="93" y="22"/>
                      <a:pt x="93" y="22"/>
                      <a:pt x="93" y="22"/>
                    </a:cubicBezTo>
                    <a:cubicBezTo>
                      <a:pt x="93" y="22"/>
                      <a:pt x="94" y="22"/>
                      <a:pt x="94" y="22"/>
                    </a:cubicBezTo>
                    <a:cubicBezTo>
                      <a:pt x="94" y="21"/>
                      <a:pt x="94" y="21"/>
                      <a:pt x="94" y="21"/>
                    </a:cubicBezTo>
                    <a:cubicBezTo>
                      <a:pt x="94" y="21"/>
                      <a:pt x="94" y="21"/>
                      <a:pt x="94" y="21"/>
                    </a:cubicBezTo>
                    <a:cubicBezTo>
                      <a:pt x="94" y="21"/>
                      <a:pt x="94" y="20"/>
                      <a:pt x="94" y="20"/>
                    </a:cubicBezTo>
                    <a:cubicBezTo>
                      <a:pt x="94" y="19"/>
                      <a:pt x="94" y="18"/>
                      <a:pt x="93" y="18"/>
                    </a:cubicBezTo>
                    <a:cubicBezTo>
                      <a:pt x="93" y="17"/>
                      <a:pt x="93" y="17"/>
                      <a:pt x="93" y="17"/>
                    </a:cubicBezTo>
                    <a:cubicBezTo>
                      <a:pt x="93" y="17"/>
                      <a:pt x="93" y="17"/>
                      <a:pt x="93" y="17"/>
                    </a:cubicBezTo>
                    <a:cubicBezTo>
                      <a:pt x="93" y="17"/>
                      <a:pt x="93" y="17"/>
                      <a:pt x="93" y="17"/>
                    </a:cubicBezTo>
                    <a:cubicBezTo>
                      <a:pt x="93" y="17"/>
                      <a:pt x="93" y="17"/>
                      <a:pt x="93" y="16"/>
                    </a:cubicBezTo>
                    <a:cubicBezTo>
                      <a:pt x="93" y="16"/>
                      <a:pt x="93" y="16"/>
                      <a:pt x="93" y="16"/>
                    </a:cubicBezTo>
                    <a:cubicBezTo>
                      <a:pt x="93" y="16"/>
                      <a:pt x="93" y="16"/>
                      <a:pt x="93" y="16"/>
                    </a:cubicBezTo>
                    <a:cubicBezTo>
                      <a:pt x="94" y="16"/>
                      <a:pt x="94" y="16"/>
                      <a:pt x="94" y="17"/>
                    </a:cubicBezTo>
                    <a:cubicBezTo>
                      <a:pt x="95" y="17"/>
                      <a:pt x="95" y="17"/>
                      <a:pt x="95" y="17"/>
                    </a:cubicBezTo>
                    <a:cubicBezTo>
                      <a:pt x="95" y="17"/>
                      <a:pt x="95" y="17"/>
                      <a:pt x="95" y="17"/>
                    </a:cubicBezTo>
                    <a:cubicBezTo>
                      <a:pt x="95" y="17"/>
                      <a:pt x="95" y="17"/>
                      <a:pt x="96" y="17"/>
                    </a:cubicBezTo>
                    <a:cubicBezTo>
                      <a:pt x="96" y="17"/>
                      <a:pt x="96" y="17"/>
                      <a:pt x="96" y="17"/>
                    </a:cubicBezTo>
                    <a:cubicBezTo>
                      <a:pt x="96" y="17"/>
                      <a:pt x="96" y="18"/>
                      <a:pt x="96" y="18"/>
                    </a:cubicBezTo>
                    <a:cubicBezTo>
                      <a:pt x="96" y="18"/>
                      <a:pt x="96" y="18"/>
                      <a:pt x="96" y="18"/>
                    </a:cubicBezTo>
                    <a:cubicBezTo>
                      <a:pt x="97" y="18"/>
                      <a:pt x="97" y="18"/>
                      <a:pt x="97" y="19"/>
                    </a:cubicBezTo>
                    <a:cubicBezTo>
                      <a:pt x="97" y="19"/>
                      <a:pt x="97" y="19"/>
                      <a:pt x="97" y="19"/>
                    </a:cubicBezTo>
                    <a:cubicBezTo>
                      <a:pt x="97" y="19"/>
                      <a:pt x="97" y="19"/>
                      <a:pt x="97" y="19"/>
                    </a:cubicBezTo>
                    <a:cubicBezTo>
                      <a:pt x="96" y="19"/>
                      <a:pt x="96" y="19"/>
                      <a:pt x="96" y="19"/>
                    </a:cubicBezTo>
                    <a:cubicBezTo>
                      <a:pt x="96" y="19"/>
                      <a:pt x="96" y="19"/>
                      <a:pt x="96" y="20"/>
                    </a:cubicBezTo>
                    <a:cubicBezTo>
                      <a:pt x="96" y="20"/>
                      <a:pt x="96" y="20"/>
                      <a:pt x="96" y="20"/>
                    </a:cubicBezTo>
                    <a:cubicBezTo>
                      <a:pt x="96" y="20"/>
                      <a:pt x="96" y="20"/>
                      <a:pt x="96" y="20"/>
                    </a:cubicBezTo>
                    <a:cubicBezTo>
                      <a:pt x="96" y="20"/>
                      <a:pt x="96" y="20"/>
                      <a:pt x="96" y="20"/>
                    </a:cubicBezTo>
                    <a:cubicBezTo>
                      <a:pt x="95" y="20"/>
                      <a:pt x="95" y="20"/>
                      <a:pt x="95" y="20"/>
                    </a:cubicBezTo>
                    <a:cubicBezTo>
                      <a:pt x="95" y="20"/>
                      <a:pt x="95" y="20"/>
                      <a:pt x="95" y="20"/>
                    </a:cubicBezTo>
                    <a:cubicBezTo>
                      <a:pt x="95" y="21"/>
                      <a:pt x="95" y="21"/>
                      <a:pt x="96" y="21"/>
                    </a:cubicBezTo>
                    <a:cubicBezTo>
                      <a:pt x="96" y="22"/>
                      <a:pt x="96" y="22"/>
                      <a:pt x="96" y="22"/>
                    </a:cubicBezTo>
                    <a:cubicBezTo>
                      <a:pt x="96" y="22"/>
                      <a:pt x="96" y="22"/>
                      <a:pt x="96" y="22"/>
                    </a:cubicBezTo>
                    <a:cubicBezTo>
                      <a:pt x="96" y="22"/>
                      <a:pt x="96" y="22"/>
                      <a:pt x="96" y="22"/>
                    </a:cubicBezTo>
                    <a:cubicBezTo>
                      <a:pt x="96" y="22"/>
                      <a:pt x="96" y="22"/>
                      <a:pt x="96" y="22"/>
                    </a:cubicBezTo>
                    <a:cubicBezTo>
                      <a:pt x="96" y="22"/>
                      <a:pt x="96" y="23"/>
                      <a:pt x="97" y="23"/>
                    </a:cubicBezTo>
                    <a:cubicBezTo>
                      <a:pt x="97" y="23"/>
                      <a:pt x="97" y="23"/>
                      <a:pt x="97" y="23"/>
                    </a:cubicBezTo>
                    <a:cubicBezTo>
                      <a:pt x="97" y="23"/>
                      <a:pt x="97" y="23"/>
                      <a:pt x="97" y="23"/>
                    </a:cubicBezTo>
                    <a:cubicBezTo>
                      <a:pt x="97" y="23"/>
                      <a:pt x="97" y="23"/>
                      <a:pt x="97" y="23"/>
                    </a:cubicBezTo>
                    <a:cubicBezTo>
                      <a:pt x="97" y="23"/>
                      <a:pt x="97" y="23"/>
                      <a:pt x="97" y="23"/>
                    </a:cubicBezTo>
                    <a:cubicBezTo>
                      <a:pt x="98" y="24"/>
                      <a:pt x="98" y="24"/>
                      <a:pt x="98" y="24"/>
                    </a:cubicBezTo>
                    <a:cubicBezTo>
                      <a:pt x="98" y="24"/>
                      <a:pt x="98" y="24"/>
                      <a:pt x="98" y="24"/>
                    </a:cubicBezTo>
                    <a:cubicBezTo>
                      <a:pt x="98" y="24"/>
                      <a:pt x="99" y="24"/>
                      <a:pt x="99" y="24"/>
                    </a:cubicBezTo>
                    <a:cubicBezTo>
                      <a:pt x="99" y="24"/>
                      <a:pt x="99" y="24"/>
                      <a:pt x="99" y="24"/>
                    </a:cubicBezTo>
                    <a:cubicBezTo>
                      <a:pt x="99" y="24"/>
                      <a:pt x="99" y="24"/>
                      <a:pt x="99" y="24"/>
                    </a:cubicBezTo>
                    <a:cubicBezTo>
                      <a:pt x="99" y="24"/>
                      <a:pt x="99" y="24"/>
                      <a:pt x="99" y="24"/>
                    </a:cubicBezTo>
                    <a:cubicBezTo>
                      <a:pt x="99" y="24"/>
                      <a:pt x="99" y="23"/>
                      <a:pt x="100" y="23"/>
                    </a:cubicBezTo>
                    <a:cubicBezTo>
                      <a:pt x="100" y="23"/>
                      <a:pt x="100" y="23"/>
                      <a:pt x="100" y="23"/>
                    </a:cubicBezTo>
                    <a:cubicBezTo>
                      <a:pt x="100" y="24"/>
                      <a:pt x="100" y="24"/>
                      <a:pt x="100" y="24"/>
                    </a:cubicBezTo>
                    <a:cubicBezTo>
                      <a:pt x="100" y="24"/>
                      <a:pt x="100" y="24"/>
                      <a:pt x="100" y="24"/>
                    </a:cubicBezTo>
                    <a:cubicBezTo>
                      <a:pt x="100" y="24"/>
                      <a:pt x="100" y="24"/>
                      <a:pt x="100" y="24"/>
                    </a:cubicBezTo>
                    <a:cubicBezTo>
                      <a:pt x="100" y="24"/>
                      <a:pt x="100" y="24"/>
                      <a:pt x="100" y="24"/>
                    </a:cubicBezTo>
                    <a:cubicBezTo>
                      <a:pt x="100" y="24"/>
                      <a:pt x="100" y="24"/>
                      <a:pt x="100" y="24"/>
                    </a:cubicBezTo>
                    <a:cubicBezTo>
                      <a:pt x="100" y="24"/>
                      <a:pt x="100" y="24"/>
                      <a:pt x="100" y="24"/>
                    </a:cubicBezTo>
                    <a:cubicBezTo>
                      <a:pt x="100" y="24"/>
                      <a:pt x="100" y="24"/>
                      <a:pt x="100" y="24"/>
                    </a:cubicBezTo>
                    <a:cubicBezTo>
                      <a:pt x="100" y="24"/>
                      <a:pt x="100" y="24"/>
                      <a:pt x="100" y="24"/>
                    </a:cubicBezTo>
                    <a:cubicBezTo>
                      <a:pt x="100" y="24"/>
                      <a:pt x="100" y="24"/>
                      <a:pt x="100" y="24"/>
                    </a:cubicBezTo>
                    <a:cubicBezTo>
                      <a:pt x="100" y="25"/>
                      <a:pt x="100" y="25"/>
                      <a:pt x="100" y="25"/>
                    </a:cubicBezTo>
                    <a:cubicBezTo>
                      <a:pt x="100" y="25"/>
                      <a:pt x="100" y="25"/>
                      <a:pt x="100" y="25"/>
                    </a:cubicBezTo>
                    <a:cubicBezTo>
                      <a:pt x="100" y="25"/>
                      <a:pt x="100" y="26"/>
                      <a:pt x="101" y="26"/>
                    </a:cubicBezTo>
                    <a:cubicBezTo>
                      <a:pt x="101" y="26"/>
                      <a:pt x="101" y="26"/>
                      <a:pt x="101" y="26"/>
                    </a:cubicBezTo>
                    <a:cubicBezTo>
                      <a:pt x="101" y="26"/>
                      <a:pt x="101" y="26"/>
                      <a:pt x="101" y="26"/>
                    </a:cubicBezTo>
                    <a:cubicBezTo>
                      <a:pt x="101" y="26"/>
                      <a:pt x="101" y="26"/>
                      <a:pt x="101" y="26"/>
                    </a:cubicBezTo>
                    <a:cubicBezTo>
                      <a:pt x="101" y="27"/>
                      <a:pt x="101" y="27"/>
                      <a:pt x="101" y="27"/>
                    </a:cubicBezTo>
                    <a:cubicBezTo>
                      <a:pt x="101" y="27"/>
                      <a:pt x="101" y="27"/>
                      <a:pt x="101" y="27"/>
                    </a:cubicBezTo>
                    <a:cubicBezTo>
                      <a:pt x="101" y="27"/>
                      <a:pt x="101" y="27"/>
                      <a:pt x="101" y="27"/>
                    </a:cubicBezTo>
                    <a:cubicBezTo>
                      <a:pt x="101" y="27"/>
                      <a:pt x="101" y="27"/>
                      <a:pt x="101" y="27"/>
                    </a:cubicBezTo>
                    <a:cubicBezTo>
                      <a:pt x="101" y="27"/>
                      <a:pt x="101" y="27"/>
                      <a:pt x="101" y="27"/>
                    </a:cubicBezTo>
                    <a:cubicBezTo>
                      <a:pt x="101" y="27"/>
                      <a:pt x="101" y="28"/>
                      <a:pt x="101" y="28"/>
                    </a:cubicBezTo>
                    <a:cubicBezTo>
                      <a:pt x="101" y="28"/>
                      <a:pt x="101" y="27"/>
                      <a:pt x="101" y="27"/>
                    </a:cubicBezTo>
                    <a:cubicBezTo>
                      <a:pt x="100" y="27"/>
                      <a:pt x="100" y="27"/>
                      <a:pt x="100" y="27"/>
                    </a:cubicBezTo>
                    <a:cubicBezTo>
                      <a:pt x="100" y="28"/>
                      <a:pt x="100" y="28"/>
                      <a:pt x="100" y="28"/>
                    </a:cubicBezTo>
                    <a:cubicBezTo>
                      <a:pt x="100" y="28"/>
                      <a:pt x="100" y="28"/>
                      <a:pt x="100" y="28"/>
                    </a:cubicBezTo>
                    <a:cubicBezTo>
                      <a:pt x="100" y="28"/>
                      <a:pt x="100" y="28"/>
                      <a:pt x="100" y="28"/>
                    </a:cubicBezTo>
                    <a:cubicBezTo>
                      <a:pt x="100" y="28"/>
                      <a:pt x="99" y="28"/>
                      <a:pt x="99" y="28"/>
                    </a:cubicBezTo>
                    <a:cubicBezTo>
                      <a:pt x="99" y="27"/>
                      <a:pt x="99" y="27"/>
                      <a:pt x="99" y="27"/>
                    </a:cubicBezTo>
                    <a:cubicBezTo>
                      <a:pt x="99" y="27"/>
                      <a:pt x="99" y="27"/>
                      <a:pt x="98" y="27"/>
                    </a:cubicBezTo>
                    <a:cubicBezTo>
                      <a:pt x="98" y="27"/>
                      <a:pt x="98" y="27"/>
                      <a:pt x="98" y="27"/>
                    </a:cubicBezTo>
                    <a:cubicBezTo>
                      <a:pt x="98" y="27"/>
                      <a:pt x="98" y="27"/>
                      <a:pt x="98" y="27"/>
                    </a:cubicBezTo>
                    <a:cubicBezTo>
                      <a:pt x="98" y="27"/>
                      <a:pt x="98" y="27"/>
                      <a:pt x="98" y="27"/>
                    </a:cubicBezTo>
                    <a:cubicBezTo>
                      <a:pt x="98" y="27"/>
                      <a:pt x="98" y="27"/>
                      <a:pt x="98" y="27"/>
                    </a:cubicBezTo>
                    <a:cubicBezTo>
                      <a:pt x="98" y="27"/>
                      <a:pt x="98" y="27"/>
                      <a:pt x="98" y="27"/>
                    </a:cubicBezTo>
                    <a:cubicBezTo>
                      <a:pt x="97" y="27"/>
                      <a:pt x="97" y="27"/>
                      <a:pt x="97" y="27"/>
                    </a:cubicBezTo>
                    <a:cubicBezTo>
                      <a:pt x="97" y="27"/>
                      <a:pt x="97" y="27"/>
                      <a:pt x="97" y="26"/>
                    </a:cubicBezTo>
                    <a:cubicBezTo>
                      <a:pt x="96" y="26"/>
                      <a:pt x="96" y="26"/>
                      <a:pt x="96" y="26"/>
                    </a:cubicBezTo>
                    <a:cubicBezTo>
                      <a:pt x="96" y="27"/>
                      <a:pt x="96" y="27"/>
                      <a:pt x="96" y="27"/>
                    </a:cubicBezTo>
                    <a:cubicBezTo>
                      <a:pt x="96" y="27"/>
                      <a:pt x="96" y="28"/>
                      <a:pt x="96" y="28"/>
                    </a:cubicBezTo>
                    <a:cubicBezTo>
                      <a:pt x="96" y="28"/>
                      <a:pt x="96" y="28"/>
                      <a:pt x="96" y="28"/>
                    </a:cubicBezTo>
                    <a:cubicBezTo>
                      <a:pt x="96" y="28"/>
                      <a:pt x="96" y="28"/>
                      <a:pt x="95" y="28"/>
                    </a:cubicBezTo>
                    <a:cubicBezTo>
                      <a:pt x="95" y="28"/>
                      <a:pt x="95" y="28"/>
                      <a:pt x="95" y="28"/>
                    </a:cubicBezTo>
                    <a:cubicBezTo>
                      <a:pt x="95" y="28"/>
                      <a:pt x="95" y="28"/>
                      <a:pt x="95" y="28"/>
                    </a:cubicBezTo>
                    <a:cubicBezTo>
                      <a:pt x="95" y="28"/>
                      <a:pt x="95" y="28"/>
                      <a:pt x="95" y="28"/>
                    </a:cubicBezTo>
                    <a:cubicBezTo>
                      <a:pt x="95" y="27"/>
                      <a:pt x="95" y="27"/>
                      <a:pt x="95" y="27"/>
                    </a:cubicBezTo>
                    <a:cubicBezTo>
                      <a:pt x="94" y="27"/>
                      <a:pt x="94" y="27"/>
                      <a:pt x="94" y="27"/>
                    </a:cubicBezTo>
                    <a:cubicBezTo>
                      <a:pt x="94" y="27"/>
                      <a:pt x="94" y="27"/>
                      <a:pt x="94" y="27"/>
                    </a:cubicBezTo>
                    <a:cubicBezTo>
                      <a:pt x="94" y="27"/>
                      <a:pt x="94" y="27"/>
                      <a:pt x="94" y="27"/>
                    </a:cubicBezTo>
                    <a:cubicBezTo>
                      <a:pt x="94" y="27"/>
                      <a:pt x="94" y="27"/>
                      <a:pt x="94" y="27"/>
                    </a:cubicBezTo>
                    <a:cubicBezTo>
                      <a:pt x="94" y="27"/>
                      <a:pt x="94" y="27"/>
                      <a:pt x="94" y="27"/>
                    </a:cubicBezTo>
                    <a:cubicBezTo>
                      <a:pt x="94" y="27"/>
                      <a:pt x="94" y="27"/>
                      <a:pt x="94" y="27"/>
                    </a:cubicBezTo>
                    <a:cubicBezTo>
                      <a:pt x="93" y="27"/>
                      <a:pt x="93" y="27"/>
                      <a:pt x="93" y="27"/>
                    </a:cubicBezTo>
                    <a:cubicBezTo>
                      <a:pt x="93" y="27"/>
                      <a:pt x="93" y="27"/>
                      <a:pt x="93" y="27"/>
                    </a:cubicBezTo>
                    <a:cubicBezTo>
                      <a:pt x="93" y="27"/>
                      <a:pt x="93" y="27"/>
                      <a:pt x="93" y="27"/>
                    </a:cubicBezTo>
                    <a:cubicBezTo>
                      <a:pt x="93" y="27"/>
                      <a:pt x="93" y="27"/>
                      <a:pt x="93" y="27"/>
                    </a:cubicBezTo>
                    <a:cubicBezTo>
                      <a:pt x="93" y="26"/>
                      <a:pt x="93" y="26"/>
                      <a:pt x="93" y="26"/>
                    </a:cubicBezTo>
                    <a:cubicBezTo>
                      <a:pt x="93" y="26"/>
                      <a:pt x="93" y="26"/>
                      <a:pt x="93" y="26"/>
                    </a:cubicBezTo>
                    <a:cubicBezTo>
                      <a:pt x="93" y="26"/>
                      <a:pt x="93" y="26"/>
                      <a:pt x="93" y="26"/>
                    </a:cubicBezTo>
                    <a:cubicBezTo>
                      <a:pt x="92" y="26"/>
                      <a:pt x="92" y="26"/>
                      <a:pt x="92" y="26"/>
                    </a:cubicBezTo>
                    <a:cubicBezTo>
                      <a:pt x="92" y="26"/>
                      <a:pt x="92" y="26"/>
                      <a:pt x="92" y="26"/>
                    </a:cubicBezTo>
                    <a:cubicBezTo>
                      <a:pt x="92" y="26"/>
                      <a:pt x="92" y="26"/>
                      <a:pt x="92" y="26"/>
                    </a:cubicBezTo>
                    <a:cubicBezTo>
                      <a:pt x="92" y="26"/>
                      <a:pt x="92" y="26"/>
                      <a:pt x="92" y="26"/>
                    </a:cubicBezTo>
                    <a:cubicBezTo>
                      <a:pt x="91" y="26"/>
                      <a:pt x="91" y="26"/>
                      <a:pt x="91" y="26"/>
                    </a:cubicBezTo>
                    <a:cubicBezTo>
                      <a:pt x="91" y="26"/>
                      <a:pt x="91" y="26"/>
                      <a:pt x="91" y="26"/>
                    </a:cubicBezTo>
                    <a:cubicBezTo>
                      <a:pt x="91" y="26"/>
                      <a:pt x="91" y="26"/>
                      <a:pt x="91" y="26"/>
                    </a:cubicBezTo>
                    <a:cubicBezTo>
                      <a:pt x="90" y="26"/>
                      <a:pt x="90" y="26"/>
                      <a:pt x="90" y="26"/>
                    </a:cubicBezTo>
                    <a:cubicBezTo>
                      <a:pt x="90" y="26"/>
                      <a:pt x="90" y="26"/>
                      <a:pt x="90" y="26"/>
                    </a:cubicBezTo>
                    <a:cubicBezTo>
                      <a:pt x="90" y="26"/>
                      <a:pt x="90" y="26"/>
                      <a:pt x="90" y="26"/>
                    </a:cubicBezTo>
                    <a:cubicBezTo>
                      <a:pt x="90" y="26"/>
                      <a:pt x="90" y="26"/>
                      <a:pt x="90" y="25"/>
                    </a:cubicBezTo>
                    <a:cubicBezTo>
                      <a:pt x="90" y="25"/>
                      <a:pt x="90" y="25"/>
                      <a:pt x="90" y="25"/>
                    </a:cubicBezTo>
                    <a:cubicBezTo>
                      <a:pt x="89" y="25"/>
                      <a:pt x="89" y="25"/>
                      <a:pt x="89" y="25"/>
                    </a:cubicBezTo>
                    <a:cubicBezTo>
                      <a:pt x="89" y="25"/>
                      <a:pt x="89" y="25"/>
                      <a:pt x="89" y="25"/>
                    </a:cubicBezTo>
                    <a:cubicBezTo>
                      <a:pt x="89" y="25"/>
                      <a:pt x="89" y="25"/>
                      <a:pt x="89" y="25"/>
                    </a:cubicBezTo>
                    <a:cubicBezTo>
                      <a:pt x="89" y="25"/>
                      <a:pt x="89" y="25"/>
                      <a:pt x="89" y="25"/>
                    </a:cubicBezTo>
                    <a:cubicBezTo>
                      <a:pt x="89" y="24"/>
                      <a:pt x="89" y="24"/>
                      <a:pt x="89" y="24"/>
                    </a:cubicBezTo>
                    <a:cubicBezTo>
                      <a:pt x="89" y="24"/>
                      <a:pt x="89" y="24"/>
                      <a:pt x="89" y="24"/>
                    </a:cubicBezTo>
                    <a:cubicBezTo>
                      <a:pt x="89" y="24"/>
                      <a:pt x="89" y="24"/>
                      <a:pt x="89" y="24"/>
                    </a:cubicBezTo>
                    <a:cubicBezTo>
                      <a:pt x="89" y="24"/>
                      <a:pt x="89" y="24"/>
                      <a:pt x="89" y="24"/>
                    </a:cubicBezTo>
                    <a:cubicBezTo>
                      <a:pt x="89" y="24"/>
                      <a:pt x="89" y="24"/>
                      <a:pt x="89" y="24"/>
                    </a:cubicBezTo>
                    <a:cubicBezTo>
                      <a:pt x="89" y="24"/>
                      <a:pt x="89" y="23"/>
                      <a:pt x="89" y="23"/>
                    </a:cubicBezTo>
                    <a:cubicBezTo>
                      <a:pt x="88" y="23"/>
                      <a:pt x="88" y="23"/>
                      <a:pt x="88" y="23"/>
                    </a:cubicBezTo>
                    <a:cubicBezTo>
                      <a:pt x="88" y="23"/>
                      <a:pt x="88" y="23"/>
                      <a:pt x="88" y="23"/>
                    </a:cubicBezTo>
                    <a:cubicBezTo>
                      <a:pt x="88" y="23"/>
                      <a:pt x="88" y="23"/>
                      <a:pt x="88" y="23"/>
                    </a:cubicBezTo>
                    <a:cubicBezTo>
                      <a:pt x="88" y="22"/>
                      <a:pt x="88" y="22"/>
                      <a:pt x="88" y="22"/>
                    </a:cubicBezTo>
                    <a:cubicBezTo>
                      <a:pt x="87" y="22"/>
                      <a:pt x="87" y="22"/>
                      <a:pt x="87" y="22"/>
                    </a:cubicBezTo>
                    <a:cubicBezTo>
                      <a:pt x="87" y="22"/>
                      <a:pt x="86" y="23"/>
                      <a:pt x="86" y="23"/>
                    </a:cubicBezTo>
                    <a:cubicBezTo>
                      <a:pt x="86" y="23"/>
                      <a:pt x="86" y="23"/>
                      <a:pt x="86" y="23"/>
                    </a:cubicBezTo>
                    <a:cubicBezTo>
                      <a:pt x="86" y="23"/>
                      <a:pt x="86" y="23"/>
                      <a:pt x="86" y="23"/>
                    </a:cubicBezTo>
                    <a:cubicBezTo>
                      <a:pt x="85" y="23"/>
                      <a:pt x="85" y="23"/>
                      <a:pt x="85" y="23"/>
                    </a:cubicBezTo>
                    <a:cubicBezTo>
                      <a:pt x="85" y="23"/>
                      <a:pt x="85" y="23"/>
                      <a:pt x="84" y="23"/>
                    </a:cubicBezTo>
                    <a:cubicBezTo>
                      <a:pt x="84" y="23"/>
                      <a:pt x="83" y="23"/>
                      <a:pt x="83" y="23"/>
                    </a:cubicBezTo>
                    <a:cubicBezTo>
                      <a:pt x="83" y="23"/>
                      <a:pt x="83" y="23"/>
                      <a:pt x="83" y="23"/>
                    </a:cubicBezTo>
                    <a:cubicBezTo>
                      <a:pt x="82" y="23"/>
                      <a:pt x="82" y="23"/>
                      <a:pt x="82" y="23"/>
                    </a:cubicBezTo>
                    <a:cubicBezTo>
                      <a:pt x="82" y="23"/>
                      <a:pt x="82" y="23"/>
                      <a:pt x="82" y="23"/>
                    </a:cubicBezTo>
                    <a:cubicBezTo>
                      <a:pt x="82" y="23"/>
                      <a:pt x="82" y="23"/>
                      <a:pt x="82" y="23"/>
                    </a:cubicBezTo>
                    <a:cubicBezTo>
                      <a:pt x="82" y="23"/>
                      <a:pt x="82" y="23"/>
                      <a:pt x="82" y="23"/>
                    </a:cubicBezTo>
                    <a:cubicBezTo>
                      <a:pt x="82" y="23"/>
                      <a:pt x="82" y="23"/>
                      <a:pt x="81" y="23"/>
                    </a:cubicBezTo>
                    <a:cubicBezTo>
                      <a:pt x="81" y="23"/>
                      <a:pt x="81" y="23"/>
                      <a:pt x="81" y="23"/>
                    </a:cubicBezTo>
                    <a:cubicBezTo>
                      <a:pt x="81" y="23"/>
                      <a:pt x="81" y="23"/>
                      <a:pt x="81" y="23"/>
                    </a:cubicBezTo>
                    <a:cubicBezTo>
                      <a:pt x="81" y="23"/>
                      <a:pt x="81" y="23"/>
                      <a:pt x="81" y="23"/>
                    </a:cubicBezTo>
                    <a:cubicBezTo>
                      <a:pt x="81" y="24"/>
                      <a:pt x="81" y="24"/>
                      <a:pt x="81" y="24"/>
                    </a:cubicBezTo>
                    <a:cubicBezTo>
                      <a:pt x="81" y="24"/>
                      <a:pt x="81" y="24"/>
                      <a:pt x="81" y="24"/>
                    </a:cubicBezTo>
                    <a:cubicBezTo>
                      <a:pt x="81" y="24"/>
                      <a:pt x="81" y="24"/>
                      <a:pt x="80" y="24"/>
                    </a:cubicBezTo>
                    <a:cubicBezTo>
                      <a:pt x="80" y="24"/>
                      <a:pt x="80" y="24"/>
                      <a:pt x="80" y="24"/>
                    </a:cubicBezTo>
                    <a:cubicBezTo>
                      <a:pt x="79" y="24"/>
                      <a:pt x="79" y="24"/>
                      <a:pt x="79" y="24"/>
                    </a:cubicBezTo>
                    <a:cubicBezTo>
                      <a:pt x="79" y="24"/>
                      <a:pt x="79" y="24"/>
                      <a:pt x="79" y="24"/>
                    </a:cubicBezTo>
                    <a:cubicBezTo>
                      <a:pt x="79" y="24"/>
                      <a:pt x="79" y="24"/>
                      <a:pt x="78" y="24"/>
                    </a:cubicBezTo>
                    <a:cubicBezTo>
                      <a:pt x="78" y="24"/>
                      <a:pt x="78" y="24"/>
                      <a:pt x="78" y="24"/>
                    </a:cubicBezTo>
                    <a:cubicBezTo>
                      <a:pt x="78" y="24"/>
                      <a:pt x="78" y="24"/>
                      <a:pt x="78" y="24"/>
                    </a:cubicBezTo>
                    <a:cubicBezTo>
                      <a:pt x="78" y="24"/>
                      <a:pt x="78" y="24"/>
                      <a:pt x="78" y="24"/>
                    </a:cubicBezTo>
                    <a:cubicBezTo>
                      <a:pt x="78" y="24"/>
                      <a:pt x="78" y="24"/>
                      <a:pt x="78" y="24"/>
                    </a:cubicBezTo>
                    <a:cubicBezTo>
                      <a:pt x="78" y="24"/>
                      <a:pt x="78" y="24"/>
                      <a:pt x="78" y="25"/>
                    </a:cubicBezTo>
                    <a:cubicBezTo>
                      <a:pt x="78" y="25"/>
                      <a:pt x="78" y="25"/>
                      <a:pt x="77" y="25"/>
                    </a:cubicBezTo>
                    <a:cubicBezTo>
                      <a:pt x="77" y="25"/>
                      <a:pt x="77" y="25"/>
                      <a:pt x="77" y="25"/>
                    </a:cubicBezTo>
                    <a:cubicBezTo>
                      <a:pt x="77" y="25"/>
                      <a:pt x="77" y="25"/>
                      <a:pt x="76" y="25"/>
                    </a:cubicBezTo>
                    <a:cubicBezTo>
                      <a:pt x="76" y="25"/>
                      <a:pt x="76" y="26"/>
                      <a:pt x="76" y="26"/>
                    </a:cubicBezTo>
                    <a:cubicBezTo>
                      <a:pt x="76" y="26"/>
                      <a:pt x="76" y="26"/>
                      <a:pt x="76" y="26"/>
                    </a:cubicBezTo>
                    <a:cubicBezTo>
                      <a:pt x="76" y="26"/>
                      <a:pt x="76" y="26"/>
                      <a:pt x="76" y="26"/>
                    </a:cubicBezTo>
                    <a:cubicBezTo>
                      <a:pt x="76" y="26"/>
                      <a:pt x="76" y="26"/>
                      <a:pt x="76" y="26"/>
                    </a:cubicBezTo>
                    <a:cubicBezTo>
                      <a:pt x="76" y="26"/>
                      <a:pt x="76" y="26"/>
                      <a:pt x="76" y="26"/>
                    </a:cubicBezTo>
                    <a:cubicBezTo>
                      <a:pt x="76" y="26"/>
                      <a:pt x="76" y="26"/>
                      <a:pt x="75" y="26"/>
                    </a:cubicBezTo>
                    <a:cubicBezTo>
                      <a:pt x="75" y="26"/>
                      <a:pt x="75" y="27"/>
                      <a:pt x="75" y="27"/>
                    </a:cubicBezTo>
                    <a:cubicBezTo>
                      <a:pt x="75" y="27"/>
                      <a:pt x="75" y="27"/>
                      <a:pt x="75" y="27"/>
                    </a:cubicBezTo>
                    <a:cubicBezTo>
                      <a:pt x="75" y="28"/>
                      <a:pt x="75" y="28"/>
                      <a:pt x="75" y="28"/>
                    </a:cubicBezTo>
                    <a:cubicBezTo>
                      <a:pt x="74" y="28"/>
                      <a:pt x="74" y="28"/>
                      <a:pt x="74" y="28"/>
                    </a:cubicBezTo>
                    <a:cubicBezTo>
                      <a:pt x="74" y="28"/>
                      <a:pt x="74" y="28"/>
                      <a:pt x="74" y="28"/>
                    </a:cubicBezTo>
                    <a:cubicBezTo>
                      <a:pt x="75" y="29"/>
                      <a:pt x="75" y="29"/>
                      <a:pt x="74" y="30"/>
                    </a:cubicBezTo>
                    <a:cubicBezTo>
                      <a:pt x="74" y="30"/>
                      <a:pt x="74" y="30"/>
                      <a:pt x="74" y="30"/>
                    </a:cubicBezTo>
                    <a:cubicBezTo>
                      <a:pt x="74" y="30"/>
                      <a:pt x="74" y="30"/>
                      <a:pt x="74" y="30"/>
                    </a:cubicBezTo>
                    <a:cubicBezTo>
                      <a:pt x="74" y="30"/>
                      <a:pt x="74" y="30"/>
                      <a:pt x="74" y="30"/>
                    </a:cubicBezTo>
                    <a:cubicBezTo>
                      <a:pt x="74" y="30"/>
                      <a:pt x="73" y="30"/>
                      <a:pt x="73" y="30"/>
                    </a:cubicBezTo>
                    <a:cubicBezTo>
                      <a:pt x="73" y="30"/>
                      <a:pt x="73" y="30"/>
                      <a:pt x="73" y="30"/>
                    </a:cubicBezTo>
                    <a:cubicBezTo>
                      <a:pt x="73" y="30"/>
                      <a:pt x="73" y="30"/>
                      <a:pt x="73" y="30"/>
                    </a:cubicBezTo>
                    <a:cubicBezTo>
                      <a:pt x="73" y="30"/>
                      <a:pt x="73" y="30"/>
                      <a:pt x="72" y="30"/>
                    </a:cubicBezTo>
                    <a:cubicBezTo>
                      <a:pt x="72" y="30"/>
                      <a:pt x="72" y="30"/>
                      <a:pt x="72" y="30"/>
                    </a:cubicBezTo>
                    <a:cubicBezTo>
                      <a:pt x="72" y="30"/>
                      <a:pt x="72" y="30"/>
                      <a:pt x="72" y="30"/>
                    </a:cubicBezTo>
                    <a:cubicBezTo>
                      <a:pt x="72" y="30"/>
                      <a:pt x="72" y="30"/>
                      <a:pt x="72" y="30"/>
                    </a:cubicBezTo>
                    <a:cubicBezTo>
                      <a:pt x="72" y="30"/>
                      <a:pt x="72" y="30"/>
                      <a:pt x="72" y="31"/>
                    </a:cubicBezTo>
                    <a:cubicBezTo>
                      <a:pt x="71" y="31"/>
                      <a:pt x="71" y="31"/>
                      <a:pt x="71" y="32"/>
                    </a:cubicBezTo>
                    <a:cubicBezTo>
                      <a:pt x="71" y="32"/>
                      <a:pt x="71" y="32"/>
                      <a:pt x="71" y="32"/>
                    </a:cubicBezTo>
                    <a:cubicBezTo>
                      <a:pt x="71" y="32"/>
                      <a:pt x="71" y="33"/>
                      <a:pt x="71" y="33"/>
                    </a:cubicBezTo>
                    <a:cubicBezTo>
                      <a:pt x="71" y="33"/>
                      <a:pt x="71" y="33"/>
                      <a:pt x="71" y="33"/>
                    </a:cubicBezTo>
                    <a:cubicBezTo>
                      <a:pt x="71" y="33"/>
                      <a:pt x="71" y="33"/>
                      <a:pt x="71" y="33"/>
                    </a:cubicBezTo>
                    <a:cubicBezTo>
                      <a:pt x="71" y="34"/>
                      <a:pt x="71" y="34"/>
                      <a:pt x="71" y="34"/>
                    </a:cubicBezTo>
                    <a:cubicBezTo>
                      <a:pt x="71" y="34"/>
                      <a:pt x="71" y="34"/>
                      <a:pt x="70" y="35"/>
                    </a:cubicBezTo>
                    <a:cubicBezTo>
                      <a:pt x="70" y="35"/>
                      <a:pt x="70" y="35"/>
                      <a:pt x="70" y="35"/>
                    </a:cubicBezTo>
                    <a:cubicBezTo>
                      <a:pt x="70" y="35"/>
                      <a:pt x="70" y="35"/>
                      <a:pt x="70" y="35"/>
                    </a:cubicBezTo>
                    <a:cubicBezTo>
                      <a:pt x="70" y="35"/>
                      <a:pt x="70" y="35"/>
                      <a:pt x="70" y="35"/>
                    </a:cubicBezTo>
                    <a:cubicBezTo>
                      <a:pt x="70" y="35"/>
                      <a:pt x="70" y="35"/>
                      <a:pt x="70" y="36"/>
                    </a:cubicBezTo>
                    <a:cubicBezTo>
                      <a:pt x="70" y="36"/>
                      <a:pt x="70" y="36"/>
                      <a:pt x="69" y="36"/>
                    </a:cubicBezTo>
                    <a:cubicBezTo>
                      <a:pt x="69" y="36"/>
                      <a:pt x="69" y="36"/>
                      <a:pt x="69" y="36"/>
                    </a:cubicBezTo>
                    <a:cubicBezTo>
                      <a:pt x="69" y="36"/>
                      <a:pt x="69" y="36"/>
                      <a:pt x="69" y="36"/>
                    </a:cubicBezTo>
                    <a:cubicBezTo>
                      <a:pt x="69" y="38"/>
                      <a:pt x="69" y="38"/>
                      <a:pt x="69" y="38"/>
                    </a:cubicBezTo>
                    <a:cubicBezTo>
                      <a:pt x="69" y="38"/>
                      <a:pt x="69" y="38"/>
                      <a:pt x="69" y="38"/>
                    </a:cubicBezTo>
                    <a:cubicBezTo>
                      <a:pt x="69" y="38"/>
                      <a:pt x="69" y="38"/>
                      <a:pt x="69" y="38"/>
                    </a:cubicBezTo>
                    <a:cubicBezTo>
                      <a:pt x="69" y="39"/>
                      <a:pt x="69" y="39"/>
                      <a:pt x="69" y="39"/>
                    </a:cubicBezTo>
                    <a:cubicBezTo>
                      <a:pt x="69" y="39"/>
                      <a:pt x="69" y="39"/>
                      <a:pt x="70" y="39"/>
                    </a:cubicBezTo>
                    <a:cubicBezTo>
                      <a:pt x="70" y="39"/>
                      <a:pt x="70" y="39"/>
                      <a:pt x="70" y="39"/>
                    </a:cubicBezTo>
                    <a:cubicBezTo>
                      <a:pt x="70" y="39"/>
                      <a:pt x="70" y="39"/>
                      <a:pt x="70" y="39"/>
                    </a:cubicBezTo>
                    <a:cubicBezTo>
                      <a:pt x="70" y="39"/>
                      <a:pt x="70" y="39"/>
                      <a:pt x="70" y="39"/>
                    </a:cubicBezTo>
                    <a:cubicBezTo>
                      <a:pt x="70" y="39"/>
                      <a:pt x="70" y="39"/>
                      <a:pt x="70" y="40"/>
                    </a:cubicBezTo>
                    <a:cubicBezTo>
                      <a:pt x="70" y="40"/>
                      <a:pt x="70" y="40"/>
                      <a:pt x="70" y="40"/>
                    </a:cubicBezTo>
                    <a:cubicBezTo>
                      <a:pt x="70" y="40"/>
                      <a:pt x="70" y="40"/>
                      <a:pt x="70" y="40"/>
                    </a:cubicBezTo>
                    <a:cubicBezTo>
                      <a:pt x="70" y="40"/>
                      <a:pt x="70" y="40"/>
                      <a:pt x="70" y="41"/>
                    </a:cubicBezTo>
                    <a:cubicBezTo>
                      <a:pt x="70" y="41"/>
                      <a:pt x="70" y="41"/>
                      <a:pt x="70" y="41"/>
                    </a:cubicBezTo>
                    <a:cubicBezTo>
                      <a:pt x="70" y="41"/>
                      <a:pt x="70" y="42"/>
                      <a:pt x="70" y="42"/>
                    </a:cubicBezTo>
                    <a:cubicBezTo>
                      <a:pt x="70" y="42"/>
                      <a:pt x="70" y="42"/>
                      <a:pt x="70" y="42"/>
                    </a:cubicBezTo>
                    <a:cubicBezTo>
                      <a:pt x="70" y="43"/>
                      <a:pt x="69" y="43"/>
                      <a:pt x="69" y="43"/>
                    </a:cubicBezTo>
                    <a:cubicBezTo>
                      <a:pt x="69" y="44"/>
                      <a:pt x="69" y="44"/>
                      <a:pt x="69" y="44"/>
                    </a:cubicBezTo>
                    <a:cubicBezTo>
                      <a:pt x="70" y="44"/>
                      <a:pt x="70" y="44"/>
                      <a:pt x="70" y="44"/>
                    </a:cubicBezTo>
                    <a:cubicBezTo>
                      <a:pt x="70" y="44"/>
                      <a:pt x="70" y="44"/>
                      <a:pt x="70" y="44"/>
                    </a:cubicBezTo>
                    <a:cubicBezTo>
                      <a:pt x="70" y="44"/>
                      <a:pt x="70" y="44"/>
                      <a:pt x="70" y="44"/>
                    </a:cubicBezTo>
                    <a:cubicBezTo>
                      <a:pt x="70" y="44"/>
                      <a:pt x="70" y="44"/>
                      <a:pt x="70" y="44"/>
                    </a:cubicBezTo>
                    <a:cubicBezTo>
                      <a:pt x="70" y="44"/>
                      <a:pt x="70" y="44"/>
                      <a:pt x="70" y="44"/>
                    </a:cubicBezTo>
                    <a:cubicBezTo>
                      <a:pt x="70" y="44"/>
                      <a:pt x="70" y="44"/>
                      <a:pt x="70" y="45"/>
                    </a:cubicBezTo>
                    <a:cubicBezTo>
                      <a:pt x="70" y="45"/>
                      <a:pt x="70" y="45"/>
                      <a:pt x="70" y="45"/>
                    </a:cubicBezTo>
                    <a:cubicBezTo>
                      <a:pt x="70" y="45"/>
                      <a:pt x="70" y="45"/>
                      <a:pt x="71" y="45"/>
                    </a:cubicBezTo>
                    <a:cubicBezTo>
                      <a:pt x="71" y="46"/>
                      <a:pt x="71" y="46"/>
                      <a:pt x="71" y="46"/>
                    </a:cubicBezTo>
                    <a:cubicBezTo>
                      <a:pt x="71" y="46"/>
                      <a:pt x="71" y="46"/>
                      <a:pt x="71" y="46"/>
                    </a:cubicBezTo>
                    <a:cubicBezTo>
                      <a:pt x="71" y="46"/>
                      <a:pt x="71" y="46"/>
                      <a:pt x="71" y="47"/>
                    </a:cubicBezTo>
                    <a:cubicBezTo>
                      <a:pt x="72" y="47"/>
                      <a:pt x="72" y="47"/>
                      <a:pt x="72" y="47"/>
                    </a:cubicBezTo>
                    <a:cubicBezTo>
                      <a:pt x="72" y="47"/>
                      <a:pt x="72" y="47"/>
                      <a:pt x="72" y="47"/>
                    </a:cubicBezTo>
                    <a:cubicBezTo>
                      <a:pt x="73" y="48"/>
                      <a:pt x="73" y="48"/>
                      <a:pt x="73" y="49"/>
                    </a:cubicBezTo>
                    <a:cubicBezTo>
                      <a:pt x="73" y="49"/>
                      <a:pt x="73" y="49"/>
                      <a:pt x="73" y="49"/>
                    </a:cubicBezTo>
                    <a:cubicBezTo>
                      <a:pt x="73" y="49"/>
                      <a:pt x="73" y="50"/>
                      <a:pt x="73" y="50"/>
                    </a:cubicBezTo>
                    <a:cubicBezTo>
                      <a:pt x="74" y="50"/>
                      <a:pt x="74" y="50"/>
                      <a:pt x="74" y="50"/>
                    </a:cubicBezTo>
                    <a:cubicBezTo>
                      <a:pt x="74" y="50"/>
                      <a:pt x="74" y="50"/>
                      <a:pt x="74" y="50"/>
                    </a:cubicBezTo>
                    <a:cubicBezTo>
                      <a:pt x="74" y="50"/>
                      <a:pt x="74" y="50"/>
                      <a:pt x="74" y="50"/>
                    </a:cubicBezTo>
                    <a:cubicBezTo>
                      <a:pt x="74" y="51"/>
                      <a:pt x="74" y="51"/>
                      <a:pt x="74" y="51"/>
                    </a:cubicBezTo>
                    <a:cubicBezTo>
                      <a:pt x="74" y="51"/>
                      <a:pt x="74" y="51"/>
                      <a:pt x="74" y="51"/>
                    </a:cubicBezTo>
                    <a:cubicBezTo>
                      <a:pt x="75" y="51"/>
                      <a:pt x="75" y="51"/>
                      <a:pt x="75" y="51"/>
                    </a:cubicBezTo>
                    <a:cubicBezTo>
                      <a:pt x="75" y="51"/>
                      <a:pt x="76" y="51"/>
                      <a:pt x="76" y="51"/>
                    </a:cubicBezTo>
                    <a:cubicBezTo>
                      <a:pt x="76" y="51"/>
                      <a:pt x="76" y="51"/>
                      <a:pt x="76" y="51"/>
                    </a:cubicBezTo>
                    <a:cubicBezTo>
                      <a:pt x="76" y="51"/>
                      <a:pt x="76" y="51"/>
                      <a:pt x="76" y="51"/>
                    </a:cubicBezTo>
                    <a:cubicBezTo>
                      <a:pt x="76" y="51"/>
                      <a:pt x="76" y="51"/>
                      <a:pt x="76" y="51"/>
                    </a:cubicBezTo>
                    <a:cubicBezTo>
                      <a:pt x="76" y="51"/>
                      <a:pt x="77" y="51"/>
                      <a:pt x="77" y="51"/>
                    </a:cubicBezTo>
                    <a:cubicBezTo>
                      <a:pt x="77" y="51"/>
                      <a:pt x="77" y="51"/>
                      <a:pt x="77" y="51"/>
                    </a:cubicBezTo>
                    <a:cubicBezTo>
                      <a:pt x="77" y="52"/>
                      <a:pt x="77" y="52"/>
                      <a:pt x="77" y="52"/>
                    </a:cubicBezTo>
                    <a:cubicBezTo>
                      <a:pt x="77" y="52"/>
                      <a:pt x="77" y="52"/>
                      <a:pt x="77" y="52"/>
                    </a:cubicBezTo>
                    <a:cubicBezTo>
                      <a:pt x="77" y="53"/>
                      <a:pt x="77" y="53"/>
                      <a:pt x="78" y="53"/>
                    </a:cubicBezTo>
                    <a:cubicBezTo>
                      <a:pt x="78" y="53"/>
                      <a:pt x="78" y="53"/>
                      <a:pt x="78" y="53"/>
                    </a:cubicBezTo>
                    <a:cubicBezTo>
                      <a:pt x="78" y="53"/>
                      <a:pt x="79" y="53"/>
                      <a:pt x="79" y="54"/>
                    </a:cubicBezTo>
                    <a:cubicBezTo>
                      <a:pt x="79" y="54"/>
                      <a:pt x="79" y="54"/>
                      <a:pt x="79" y="54"/>
                    </a:cubicBezTo>
                    <a:cubicBezTo>
                      <a:pt x="79" y="54"/>
                      <a:pt x="79" y="54"/>
                      <a:pt x="79" y="54"/>
                    </a:cubicBezTo>
                    <a:cubicBezTo>
                      <a:pt x="80" y="54"/>
                      <a:pt x="80" y="54"/>
                      <a:pt x="80" y="54"/>
                    </a:cubicBezTo>
                    <a:cubicBezTo>
                      <a:pt x="80" y="54"/>
                      <a:pt x="80" y="54"/>
                      <a:pt x="80" y="54"/>
                    </a:cubicBezTo>
                    <a:cubicBezTo>
                      <a:pt x="80" y="54"/>
                      <a:pt x="80" y="53"/>
                      <a:pt x="80" y="53"/>
                    </a:cubicBezTo>
                    <a:cubicBezTo>
                      <a:pt x="80" y="53"/>
                      <a:pt x="80" y="53"/>
                      <a:pt x="80" y="53"/>
                    </a:cubicBezTo>
                    <a:cubicBezTo>
                      <a:pt x="81" y="53"/>
                      <a:pt x="81" y="53"/>
                      <a:pt x="81" y="53"/>
                    </a:cubicBezTo>
                    <a:cubicBezTo>
                      <a:pt x="81" y="53"/>
                      <a:pt x="81" y="53"/>
                      <a:pt x="81" y="53"/>
                    </a:cubicBezTo>
                    <a:cubicBezTo>
                      <a:pt x="81" y="53"/>
                      <a:pt x="81" y="53"/>
                      <a:pt x="81" y="53"/>
                    </a:cubicBezTo>
                    <a:cubicBezTo>
                      <a:pt x="81" y="53"/>
                      <a:pt x="81" y="53"/>
                      <a:pt x="81" y="53"/>
                    </a:cubicBezTo>
                    <a:cubicBezTo>
                      <a:pt x="81" y="53"/>
                      <a:pt x="82" y="53"/>
                      <a:pt x="82" y="53"/>
                    </a:cubicBezTo>
                    <a:cubicBezTo>
                      <a:pt x="82" y="53"/>
                      <a:pt x="82" y="53"/>
                      <a:pt x="82" y="53"/>
                    </a:cubicBezTo>
                    <a:cubicBezTo>
                      <a:pt x="82" y="53"/>
                      <a:pt x="82" y="53"/>
                      <a:pt x="82" y="53"/>
                    </a:cubicBezTo>
                    <a:cubicBezTo>
                      <a:pt x="83" y="53"/>
                      <a:pt x="83" y="53"/>
                      <a:pt x="83" y="53"/>
                    </a:cubicBezTo>
                    <a:cubicBezTo>
                      <a:pt x="83" y="53"/>
                      <a:pt x="83" y="53"/>
                      <a:pt x="83" y="53"/>
                    </a:cubicBezTo>
                    <a:cubicBezTo>
                      <a:pt x="83" y="53"/>
                      <a:pt x="83" y="53"/>
                      <a:pt x="83" y="53"/>
                    </a:cubicBezTo>
                    <a:cubicBezTo>
                      <a:pt x="83" y="54"/>
                      <a:pt x="83" y="54"/>
                      <a:pt x="83" y="54"/>
                    </a:cubicBezTo>
                    <a:cubicBezTo>
                      <a:pt x="83" y="54"/>
                      <a:pt x="84" y="54"/>
                      <a:pt x="84" y="54"/>
                    </a:cubicBezTo>
                    <a:cubicBezTo>
                      <a:pt x="84" y="54"/>
                      <a:pt x="84" y="54"/>
                      <a:pt x="84" y="54"/>
                    </a:cubicBezTo>
                    <a:cubicBezTo>
                      <a:pt x="84" y="54"/>
                      <a:pt x="84" y="54"/>
                      <a:pt x="85" y="54"/>
                    </a:cubicBezTo>
                    <a:cubicBezTo>
                      <a:pt x="85" y="54"/>
                      <a:pt x="85" y="54"/>
                      <a:pt x="85" y="54"/>
                    </a:cubicBezTo>
                    <a:cubicBezTo>
                      <a:pt x="85" y="54"/>
                      <a:pt x="85" y="54"/>
                      <a:pt x="85" y="54"/>
                    </a:cubicBezTo>
                    <a:cubicBezTo>
                      <a:pt x="85" y="54"/>
                      <a:pt x="85" y="54"/>
                      <a:pt x="85" y="54"/>
                    </a:cubicBezTo>
                    <a:cubicBezTo>
                      <a:pt x="86" y="54"/>
                      <a:pt x="86" y="53"/>
                      <a:pt x="86" y="53"/>
                    </a:cubicBezTo>
                    <a:cubicBezTo>
                      <a:pt x="86" y="53"/>
                      <a:pt x="86" y="53"/>
                      <a:pt x="86" y="53"/>
                    </a:cubicBezTo>
                    <a:cubicBezTo>
                      <a:pt x="86" y="54"/>
                      <a:pt x="86" y="54"/>
                      <a:pt x="86" y="54"/>
                    </a:cubicBezTo>
                    <a:cubicBezTo>
                      <a:pt x="86" y="53"/>
                      <a:pt x="86" y="53"/>
                      <a:pt x="86" y="53"/>
                    </a:cubicBezTo>
                    <a:cubicBezTo>
                      <a:pt x="86" y="53"/>
                      <a:pt x="86" y="53"/>
                      <a:pt x="86" y="52"/>
                    </a:cubicBezTo>
                    <a:cubicBezTo>
                      <a:pt x="86" y="52"/>
                      <a:pt x="86" y="52"/>
                      <a:pt x="87" y="52"/>
                    </a:cubicBezTo>
                    <a:cubicBezTo>
                      <a:pt x="87" y="52"/>
                      <a:pt x="87" y="52"/>
                      <a:pt x="87" y="52"/>
                    </a:cubicBezTo>
                    <a:cubicBezTo>
                      <a:pt x="87" y="52"/>
                      <a:pt x="87" y="52"/>
                      <a:pt x="87" y="52"/>
                    </a:cubicBezTo>
                    <a:cubicBezTo>
                      <a:pt x="87" y="52"/>
                      <a:pt x="87" y="52"/>
                      <a:pt x="87" y="52"/>
                    </a:cubicBezTo>
                    <a:cubicBezTo>
                      <a:pt x="89" y="52"/>
                      <a:pt x="89" y="52"/>
                      <a:pt x="89" y="52"/>
                    </a:cubicBezTo>
                    <a:cubicBezTo>
                      <a:pt x="89" y="52"/>
                      <a:pt x="89" y="52"/>
                      <a:pt x="89" y="53"/>
                    </a:cubicBezTo>
                    <a:cubicBezTo>
                      <a:pt x="89" y="53"/>
                      <a:pt x="90" y="53"/>
                      <a:pt x="90" y="53"/>
                    </a:cubicBezTo>
                    <a:cubicBezTo>
                      <a:pt x="90" y="53"/>
                      <a:pt x="90" y="53"/>
                      <a:pt x="90" y="53"/>
                    </a:cubicBezTo>
                    <a:cubicBezTo>
                      <a:pt x="90" y="53"/>
                      <a:pt x="90" y="53"/>
                      <a:pt x="90" y="53"/>
                    </a:cubicBezTo>
                    <a:cubicBezTo>
                      <a:pt x="90" y="53"/>
                      <a:pt x="91" y="53"/>
                      <a:pt x="91" y="53"/>
                    </a:cubicBezTo>
                    <a:cubicBezTo>
                      <a:pt x="91" y="53"/>
                      <a:pt x="91" y="53"/>
                      <a:pt x="91" y="53"/>
                    </a:cubicBezTo>
                    <a:cubicBezTo>
                      <a:pt x="90" y="53"/>
                      <a:pt x="90" y="53"/>
                      <a:pt x="90" y="53"/>
                    </a:cubicBezTo>
                    <a:cubicBezTo>
                      <a:pt x="91" y="53"/>
                      <a:pt x="91" y="53"/>
                      <a:pt x="91" y="53"/>
                    </a:cubicBezTo>
                    <a:cubicBezTo>
                      <a:pt x="91" y="53"/>
                      <a:pt x="91" y="53"/>
                      <a:pt x="91" y="53"/>
                    </a:cubicBezTo>
                    <a:cubicBezTo>
                      <a:pt x="91" y="53"/>
                      <a:pt x="91" y="53"/>
                      <a:pt x="92" y="53"/>
                    </a:cubicBezTo>
                    <a:cubicBezTo>
                      <a:pt x="92" y="53"/>
                      <a:pt x="92" y="54"/>
                      <a:pt x="92" y="54"/>
                    </a:cubicBezTo>
                    <a:cubicBezTo>
                      <a:pt x="92" y="54"/>
                      <a:pt x="92" y="54"/>
                      <a:pt x="92" y="54"/>
                    </a:cubicBezTo>
                    <a:cubicBezTo>
                      <a:pt x="92" y="54"/>
                      <a:pt x="92" y="54"/>
                      <a:pt x="92" y="54"/>
                    </a:cubicBezTo>
                    <a:cubicBezTo>
                      <a:pt x="92" y="54"/>
                      <a:pt x="92" y="54"/>
                      <a:pt x="92" y="54"/>
                    </a:cubicBezTo>
                    <a:cubicBezTo>
                      <a:pt x="93" y="54"/>
                      <a:pt x="93" y="54"/>
                      <a:pt x="93" y="54"/>
                    </a:cubicBezTo>
                    <a:cubicBezTo>
                      <a:pt x="93" y="54"/>
                      <a:pt x="93" y="54"/>
                      <a:pt x="94" y="55"/>
                    </a:cubicBezTo>
                    <a:cubicBezTo>
                      <a:pt x="94" y="55"/>
                      <a:pt x="94" y="55"/>
                      <a:pt x="94" y="56"/>
                    </a:cubicBezTo>
                    <a:cubicBezTo>
                      <a:pt x="94" y="56"/>
                      <a:pt x="94" y="56"/>
                      <a:pt x="94" y="57"/>
                    </a:cubicBezTo>
                    <a:cubicBezTo>
                      <a:pt x="94" y="57"/>
                      <a:pt x="94" y="57"/>
                      <a:pt x="94" y="57"/>
                    </a:cubicBezTo>
                    <a:cubicBezTo>
                      <a:pt x="94" y="57"/>
                      <a:pt x="94" y="57"/>
                      <a:pt x="94" y="57"/>
                    </a:cubicBezTo>
                    <a:cubicBezTo>
                      <a:pt x="94" y="57"/>
                      <a:pt x="94" y="57"/>
                      <a:pt x="94" y="57"/>
                    </a:cubicBezTo>
                    <a:cubicBezTo>
                      <a:pt x="94" y="57"/>
                      <a:pt x="94" y="57"/>
                      <a:pt x="93" y="57"/>
                    </a:cubicBezTo>
                    <a:cubicBezTo>
                      <a:pt x="93" y="57"/>
                      <a:pt x="93" y="57"/>
                      <a:pt x="93" y="57"/>
                    </a:cubicBezTo>
                    <a:cubicBezTo>
                      <a:pt x="93" y="58"/>
                      <a:pt x="93" y="58"/>
                      <a:pt x="93" y="58"/>
                    </a:cubicBezTo>
                    <a:cubicBezTo>
                      <a:pt x="93" y="59"/>
                      <a:pt x="93" y="59"/>
                      <a:pt x="93" y="59"/>
                    </a:cubicBezTo>
                    <a:cubicBezTo>
                      <a:pt x="93" y="59"/>
                      <a:pt x="93" y="59"/>
                      <a:pt x="93" y="59"/>
                    </a:cubicBezTo>
                    <a:cubicBezTo>
                      <a:pt x="93" y="59"/>
                      <a:pt x="94" y="59"/>
                      <a:pt x="94" y="59"/>
                    </a:cubicBezTo>
                    <a:cubicBezTo>
                      <a:pt x="94" y="59"/>
                      <a:pt x="94" y="59"/>
                      <a:pt x="94" y="59"/>
                    </a:cubicBezTo>
                    <a:cubicBezTo>
                      <a:pt x="94" y="59"/>
                      <a:pt x="94" y="59"/>
                      <a:pt x="94" y="59"/>
                    </a:cubicBezTo>
                    <a:cubicBezTo>
                      <a:pt x="94" y="59"/>
                      <a:pt x="94" y="59"/>
                      <a:pt x="94" y="59"/>
                    </a:cubicBezTo>
                    <a:cubicBezTo>
                      <a:pt x="94" y="59"/>
                      <a:pt x="94" y="60"/>
                      <a:pt x="94" y="60"/>
                    </a:cubicBezTo>
                    <a:cubicBezTo>
                      <a:pt x="94" y="60"/>
                      <a:pt x="94" y="60"/>
                      <a:pt x="94" y="60"/>
                    </a:cubicBezTo>
                    <a:cubicBezTo>
                      <a:pt x="94" y="60"/>
                      <a:pt x="94" y="60"/>
                      <a:pt x="95" y="60"/>
                    </a:cubicBezTo>
                    <a:cubicBezTo>
                      <a:pt x="95" y="60"/>
                      <a:pt x="95" y="61"/>
                      <a:pt x="95" y="61"/>
                    </a:cubicBezTo>
                    <a:cubicBezTo>
                      <a:pt x="95" y="61"/>
                      <a:pt x="95" y="61"/>
                      <a:pt x="95" y="62"/>
                    </a:cubicBezTo>
                    <a:cubicBezTo>
                      <a:pt x="95" y="62"/>
                      <a:pt x="95" y="62"/>
                      <a:pt x="95" y="62"/>
                    </a:cubicBezTo>
                    <a:cubicBezTo>
                      <a:pt x="95" y="62"/>
                      <a:pt x="95" y="62"/>
                      <a:pt x="95" y="62"/>
                    </a:cubicBezTo>
                    <a:cubicBezTo>
                      <a:pt x="95" y="62"/>
                      <a:pt x="95" y="63"/>
                      <a:pt x="96" y="63"/>
                    </a:cubicBezTo>
                    <a:cubicBezTo>
                      <a:pt x="96" y="63"/>
                      <a:pt x="96" y="63"/>
                      <a:pt x="96" y="63"/>
                    </a:cubicBezTo>
                    <a:cubicBezTo>
                      <a:pt x="96" y="63"/>
                      <a:pt x="96" y="63"/>
                      <a:pt x="96" y="63"/>
                    </a:cubicBezTo>
                    <a:cubicBezTo>
                      <a:pt x="96" y="63"/>
                      <a:pt x="96" y="64"/>
                      <a:pt x="96" y="64"/>
                    </a:cubicBezTo>
                    <a:cubicBezTo>
                      <a:pt x="96" y="64"/>
                      <a:pt x="96" y="64"/>
                      <a:pt x="96" y="64"/>
                    </a:cubicBezTo>
                    <a:cubicBezTo>
                      <a:pt x="96" y="64"/>
                      <a:pt x="96" y="64"/>
                      <a:pt x="96" y="64"/>
                    </a:cubicBezTo>
                    <a:cubicBezTo>
                      <a:pt x="96" y="65"/>
                      <a:pt x="96" y="65"/>
                      <a:pt x="96" y="65"/>
                    </a:cubicBezTo>
                    <a:cubicBezTo>
                      <a:pt x="96" y="65"/>
                      <a:pt x="96" y="65"/>
                      <a:pt x="96" y="65"/>
                    </a:cubicBezTo>
                    <a:cubicBezTo>
                      <a:pt x="97" y="65"/>
                      <a:pt x="97" y="65"/>
                      <a:pt x="97" y="65"/>
                    </a:cubicBezTo>
                    <a:cubicBezTo>
                      <a:pt x="97" y="65"/>
                      <a:pt x="97" y="65"/>
                      <a:pt x="97" y="65"/>
                    </a:cubicBezTo>
                    <a:cubicBezTo>
                      <a:pt x="97" y="65"/>
                      <a:pt x="97" y="65"/>
                      <a:pt x="97" y="65"/>
                    </a:cubicBezTo>
                    <a:cubicBezTo>
                      <a:pt x="97" y="65"/>
                      <a:pt x="97" y="65"/>
                      <a:pt x="97" y="65"/>
                    </a:cubicBezTo>
                    <a:cubicBezTo>
                      <a:pt x="97" y="66"/>
                      <a:pt x="97" y="66"/>
                      <a:pt x="97" y="66"/>
                    </a:cubicBezTo>
                    <a:cubicBezTo>
                      <a:pt x="97" y="66"/>
                      <a:pt x="97" y="66"/>
                      <a:pt x="97" y="66"/>
                    </a:cubicBezTo>
                    <a:cubicBezTo>
                      <a:pt x="97" y="67"/>
                      <a:pt x="97" y="67"/>
                      <a:pt x="97" y="67"/>
                    </a:cubicBezTo>
                    <a:cubicBezTo>
                      <a:pt x="97" y="67"/>
                      <a:pt x="97" y="67"/>
                      <a:pt x="97" y="67"/>
                    </a:cubicBezTo>
                    <a:cubicBezTo>
                      <a:pt x="96" y="67"/>
                      <a:pt x="96" y="67"/>
                      <a:pt x="96" y="67"/>
                    </a:cubicBezTo>
                    <a:cubicBezTo>
                      <a:pt x="96" y="69"/>
                      <a:pt x="96" y="69"/>
                      <a:pt x="96" y="69"/>
                    </a:cubicBezTo>
                    <a:cubicBezTo>
                      <a:pt x="96" y="69"/>
                      <a:pt x="96" y="69"/>
                      <a:pt x="96" y="69"/>
                    </a:cubicBezTo>
                    <a:cubicBezTo>
                      <a:pt x="97" y="69"/>
                      <a:pt x="97" y="69"/>
                      <a:pt x="97" y="69"/>
                    </a:cubicBezTo>
                    <a:cubicBezTo>
                      <a:pt x="97" y="69"/>
                      <a:pt x="97" y="69"/>
                      <a:pt x="97" y="69"/>
                    </a:cubicBezTo>
                    <a:cubicBezTo>
                      <a:pt x="97" y="69"/>
                      <a:pt x="97" y="70"/>
                      <a:pt x="97" y="70"/>
                    </a:cubicBezTo>
                    <a:cubicBezTo>
                      <a:pt x="97" y="70"/>
                      <a:pt x="97" y="70"/>
                      <a:pt x="97" y="70"/>
                    </a:cubicBezTo>
                    <a:cubicBezTo>
                      <a:pt x="97" y="70"/>
                      <a:pt x="96" y="70"/>
                      <a:pt x="96" y="70"/>
                    </a:cubicBezTo>
                    <a:cubicBezTo>
                      <a:pt x="96" y="70"/>
                      <a:pt x="96" y="70"/>
                      <a:pt x="96" y="71"/>
                    </a:cubicBezTo>
                    <a:cubicBezTo>
                      <a:pt x="96" y="71"/>
                      <a:pt x="96" y="71"/>
                      <a:pt x="96" y="71"/>
                    </a:cubicBezTo>
                    <a:cubicBezTo>
                      <a:pt x="96" y="71"/>
                      <a:pt x="96" y="71"/>
                      <a:pt x="96" y="71"/>
                    </a:cubicBezTo>
                    <a:cubicBezTo>
                      <a:pt x="96" y="71"/>
                      <a:pt x="96" y="71"/>
                      <a:pt x="96" y="71"/>
                    </a:cubicBezTo>
                    <a:cubicBezTo>
                      <a:pt x="95" y="71"/>
                      <a:pt x="95" y="71"/>
                      <a:pt x="95" y="71"/>
                    </a:cubicBezTo>
                    <a:cubicBezTo>
                      <a:pt x="95" y="73"/>
                      <a:pt x="95" y="73"/>
                      <a:pt x="95" y="73"/>
                    </a:cubicBezTo>
                    <a:cubicBezTo>
                      <a:pt x="95" y="73"/>
                      <a:pt x="95" y="73"/>
                      <a:pt x="95" y="73"/>
                    </a:cubicBezTo>
                    <a:cubicBezTo>
                      <a:pt x="95" y="73"/>
                      <a:pt x="95" y="73"/>
                      <a:pt x="95" y="73"/>
                    </a:cubicBezTo>
                    <a:cubicBezTo>
                      <a:pt x="95" y="73"/>
                      <a:pt x="95" y="73"/>
                      <a:pt x="95" y="73"/>
                    </a:cubicBezTo>
                    <a:cubicBezTo>
                      <a:pt x="95" y="74"/>
                      <a:pt x="95" y="74"/>
                      <a:pt x="95" y="74"/>
                    </a:cubicBezTo>
                    <a:cubicBezTo>
                      <a:pt x="95" y="74"/>
                      <a:pt x="95" y="74"/>
                      <a:pt x="94" y="74"/>
                    </a:cubicBezTo>
                    <a:cubicBezTo>
                      <a:pt x="94" y="74"/>
                      <a:pt x="94" y="74"/>
                      <a:pt x="94" y="75"/>
                    </a:cubicBezTo>
                    <a:cubicBezTo>
                      <a:pt x="94" y="75"/>
                      <a:pt x="94" y="75"/>
                      <a:pt x="94" y="75"/>
                    </a:cubicBezTo>
                    <a:cubicBezTo>
                      <a:pt x="94" y="75"/>
                      <a:pt x="94" y="75"/>
                      <a:pt x="94" y="75"/>
                    </a:cubicBezTo>
                    <a:cubicBezTo>
                      <a:pt x="94" y="75"/>
                      <a:pt x="94" y="75"/>
                      <a:pt x="94" y="75"/>
                    </a:cubicBezTo>
                    <a:cubicBezTo>
                      <a:pt x="94" y="75"/>
                      <a:pt x="94" y="75"/>
                      <a:pt x="94" y="75"/>
                    </a:cubicBezTo>
                    <a:cubicBezTo>
                      <a:pt x="94" y="80"/>
                      <a:pt x="94" y="80"/>
                      <a:pt x="94" y="80"/>
                    </a:cubicBezTo>
                    <a:cubicBezTo>
                      <a:pt x="94" y="80"/>
                      <a:pt x="94" y="80"/>
                      <a:pt x="94" y="80"/>
                    </a:cubicBezTo>
                    <a:cubicBezTo>
                      <a:pt x="94" y="80"/>
                      <a:pt x="94" y="80"/>
                      <a:pt x="94" y="80"/>
                    </a:cubicBezTo>
                    <a:cubicBezTo>
                      <a:pt x="94" y="80"/>
                      <a:pt x="94" y="80"/>
                      <a:pt x="94" y="80"/>
                    </a:cubicBezTo>
                    <a:cubicBezTo>
                      <a:pt x="94" y="80"/>
                      <a:pt x="94" y="80"/>
                      <a:pt x="94" y="80"/>
                    </a:cubicBezTo>
                    <a:cubicBezTo>
                      <a:pt x="94" y="80"/>
                      <a:pt x="94" y="80"/>
                      <a:pt x="94" y="80"/>
                    </a:cubicBezTo>
                    <a:cubicBezTo>
                      <a:pt x="94" y="80"/>
                      <a:pt x="94" y="80"/>
                      <a:pt x="94" y="80"/>
                    </a:cubicBezTo>
                    <a:cubicBezTo>
                      <a:pt x="94" y="81"/>
                      <a:pt x="94" y="81"/>
                      <a:pt x="95" y="81"/>
                    </a:cubicBezTo>
                    <a:cubicBezTo>
                      <a:pt x="95" y="81"/>
                      <a:pt x="95" y="81"/>
                      <a:pt x="95" y="81"/>
                    </a:cubicBezTo>
                    <a:cubicBezTo>
                      <a:pt x="95" y="81"/>
                      <a:pt x="95" y="81"/>
                      <a:pt x="95" y="81"/>
                    </a:cubicBezTo>
                    <a:cubicBezTo>
                      <a:pt x="95" y="81"/>
                      <a:pt x="95" y="81"/>
                      <a:pt x="95" y="81"/>
                    </a:cubicBezTo>
                    <a:cubicBezTo>
                      <a:pt x="95" y="81"/>
                      <a:pt x="95" y="81"/>
                      <a:pt x="95" y="81"/>
                    </a:cubicBezTo>
                    <a:cubicBezTo>
                      <a:pt x="95" y="81"/>
                      <a:pt x="95" y="81"/>
                      <a:pt x="95" y="81"/>
                    </a:cubicBezTo>
                    <a:cubicBezTo>
                      <a:pt x="95" y="81"/>
                      <a:pt x="95" y="81"/>
                      <a:pt x="95" y="81"/>
                    </a:cubicBezTo>
                    <a:cubicBezTo>
                      <a:pt x="95" y="82"/>
                      <a:pt x="95" y="82"/>
                      <a:pt x="95" y="82"/>
                    </a:cubicBezTo>
                    <a:cubicBezTo>
                      <a:pt x="95" y="82"/>
                      <a:pt x="95" y="82"/>
                      <a:pt x="95" y="82"/>
                    </a:cubicBezTo>
                    <a:cubicBezTo>
                      <a:pt x="94" y="82"/>
                      <a:pt x="94" y="82"/>
                      <a:pt x="94" y="82"/>
                    </a:cubicBezTo>
                    <a:cubicBezTo>
                      <a:pt x="94" y="87"/>
                      <a:pt x="94" y="87"/>
                      <a:pt x="94" y="87"/>
                    </a:cubicBezTo>
                    <a:cubicBezTo>
                      <a:pt x="94" y="87"/>
                      <a:pt x="94" y="87"/>
                      <a:pt x="94" y="87"/>
                    </a:cubicBezTo>
                    <a:cubicBezTo>
                      <a:pt x="94" y="87"/>
                      <a:pt x="95" y="87"/>
                      <a:pt x="95" y="87"/>
                    </a:cubicBezTo>
                    <a:cubicBezTo>
                      <a:pt x="95" y="87"/>
                      <a:pt x="95" y="88"/>
                      <a:pt x="95" y="88"/>
                    </a:cubicBezTo>
                    <a:cubicBezTo>
                      <a:pt x="95" y="88"/>
                      <a:pt x="95" y="89"/>
                      <a:pt x="95" y="89"/>
                    </a:cubicBezTo>
                    <a:cubicBezTo>
                      <a:pt x="95" y="89"/>
                      <a:pt x="95" y="89"/>
                      <a:pt x="95" y="89"/>
                    </a:cubicBezTo>
                    <a:cubicBezTo>
                      <a:pt x="94" y="90"/>
                      <a:pt x="94" y="90"/>
                      <a:pt x="94" y="90"/>
                    </a:cubicBezTo>
                    <a:cubicBezTo>
                      <a:pt x="94" y="90"/>
                      <a:pt x="94" y="90"/>
                      <a:pt x="94" y="90"/>
                    </a:cubicBezTo>
                    <a:cubicBezTo>
                      <a:pt x="94" y="90"/>
                      <a:pt x="93" y="90"/>
                      <a:pt x="93" y="90"/>
                    </a:cubicBezTo>
                    <a:cubicBezTo>
                      <a:pt x="93" y="90"/>
                      <a:pt x="93" y="91"/>
                      <a:pt x="93" y="91"/>
                    </a:cubicBezTo>
                    <a:cubicBezTo>
                      <a:pt x="93" y="91"/>
                      <a:pt x="93" y="91"/>
                      <a:pt x="93" y="91"/>
                    </a:cubicBezTo>
                    <a:cubicBezTo>
                      <a:pt x="93" y="91"/>
                      <a:pt x="93" y="92"/>
                      <a:pt x="93" y="92"/>
                    </a:cubicBezTo>
                    <a:cubicBezTo>
                      <a:pt x="94" y="92"/>
                      <a:pt x="94" y="92"/>
                      <a:pt x="94" y="92"/>
                    </a:cubicBezTo>
                    <a:cubicBezTo>
                      <a:pt x="94" y="92"/>
                      <a:pt x="94" y="92"/>
                      <a:pt x="94" y="92"/>
                    </a:cubicBezTo>
                    <a:cubicBezTo>
                      <a:pt x="94" y="92"/>
                      <a:pt x="94" y="92"/>
                      <a:pt x="95" y="92"/>
                    </a:cubicBezTo>
                    <a:cubicBezTo>
                      <a:pt x="95" y="92"/>
                      <a:pt x="95" y="92"/>
                      <a:pt x="96" y="92"/>
                    </a:cubicBezTo>
                    <a:cubicBezTo>
                      <a:pt x="96" y="92"/>
                      <a:pt x="96" y="92"/>
                      <a:pt x="96" y="92"/>
                    </a:cubicBezTo>
                    <a:cubicBezTo>
                      <a:pt x="97" y="92"/>
                      <a:pt x="98" y="92"/>
                      <a:pt x="98" y="91"/>
                    </a:cubicBezTo>
                    <a:cubicBezTo>
                      <a:pt x="99" y="91"/>
                      <a:pt x="99" y="91"/>
                      <a:pt x="99" y="91"/>
                    </a:cubicBezTo>
                    <a:cubicBezTo>
                      <a:pt x="99" y="91"/>
                      <a:pt x="99" y="91"/>
                      <a:pt x="99" y="91"/>
                    </a:cubicBezTo>
                    <a:cubicBezTo>
                      <a:pt x="99" y="91"/>
                      <a:pt x="99" y="91"/>
                      <a:pt x="99" y="91"/>
                    </a:cubicBezTo>
                    <a:cubicBezTo>
                      <a:pt x="99" y="91"/>
                      <a:pt x="99" y="91"/>
                      <a:pt x="99" y="91"/>
                    </a:cubicBezTo>
                    <a:cubicBezTo>
                      <a:pt x="99" y="91"/>
                      <a:pt x="100" y="91"/>
                      <a:pt x="100" y="91"/>
                    </a:cubicBezTo>
                    <a:cubicBezTo>
                      <a:pt x="100" y="90"/>
                      <a:pt x="100" y="90"/>
                      <a:pt x="100" y="90"/>
                    </a:cubicBezTo>
                    <a:cubicBezTo>
                      <a:pt x="100" y="90"/>
                      <a:pt x="100" y="90"/>
                      <a:pt x="100" y="90"/>
                    </a:cubicBezTo>
                    <a:cubicBezTo>
                      <a:pt x="100" y="90"/>
                      <a:pt x="100" y="90"/>
                      <a:pt x="100" y="90"/>
                    </a:cubicBezTo>
                    <a:cubicBezTo>
                      <a:pt x="100" y="89"/>
                      <a:pt x="101" y="88"/>
                      <a:pt x="101" y="88"/>
                    </a:cubicBezTo>
                    <a:cubicBezTo>
                      <a:pt x="102" y="88"/>
                      <a:pt x="102" y="88"/>
                      <a:pt x="102" y="88"/>
                    </a:cubicBezTo>
                    <a:cubicBezTo>
                      <a:pt x="102" y="88"/>
                      <a:pt x="103" y="88"/>
                      <a:pt x="103" y="88"/>
                    </a:cubicBezTo>
                    <a:cubicBezTo>
                      <a:pt x="103" y="88"/>
                      <a:pt x="103" y="88"/>
                      <a:pt x="103" y="88"/>
                    </a:cubicBezTo>
                    <a:cubicBezTo>
                      <a:pt x="103" y="88"/>
                      <a:pt x="103" y="88"/>
                      <a:pt x="104" y="88"/>
                    </a:cubicBezTo>
                    <a:cubicBezTo>
                      <a:pt x="104" y="88"/>
                      <a:pt x="104" y="88"/>
                      <a:pt x="104" y="88"/>
                    </a:cubicBezTo>
                    <a:cubicBezTo>
                      <a:pt x="105" y="87"/>
                      <a:pt x="105" y="87"/>
                      <a:pt x="105" y="87"/>
                    </a:cubicBezTo>
                    <a:cubicBezTo>
                      <a:pt x="105" y="87"/>
                      <a:pt x="105" y="86"/>
                      <a:pt x="105" y="86"/>
                    </a:cubicBezTo>
                    <a:cubicBezTo>
                      <a:pt x="105" y="86"/>
                      <a:pt x="105" y="86"/>
                      <a:pt x="105" y="86"/>
                    </a:cubicBezTo>
                    <a:cubicBezTo>
                      <a:pt x="105" y="85"/>
                      <a:pt x="105" y="85"/>
                      <a:pt x="105" y="85"/>
                    </a:cubicBezTo>
                    <a:cubicBezTo>
                      <a:pt x="105" y="85"/>
                      <a:pt x="104" y="85"/>
                      <a:pt x="104" y="85"/>
                    </a:cubicBezTo>
                    <a:cubicBezTo>
                      <a:pt x="104" y="85"/>
                      <a:pt x="104" y="85"/>
                      <a:pt x="104" y="85"/>
                    </a:cubicBezTo>
                    <a:cubicBezTo>
                      <a:pt x="104" y="84"/>
                      <a:pt x="104" y="84"/>
                      <a:pt x="104" y="84"/>
                    </a:cubicBezTo>
                    <a:cubicBezTo>
                      <a:pt x="104" y="84"/>
                      <a:pt x="104" y="84"/>
                      <a:pt x="104" y="84"/>
                    </a:cubicBezTo>
                    <a:cubicBezTo>
                      <a:pt x="105" y="84"/>
                      <a:pt x="105" y="84"/>
                      <a:pt x="105" y="84"/>
                    </a:cubicBezTo>
                    <a:cubicBezTo>
                      <a:pt x="105" y="84"/>
                      <a:pt x="105" y="84"/>
                      <a:pt x="105" y="83"/>
                    </a:cubicBezTo>
                    <a:cubicBezTo>
                      <a:pt x="105" y="83"/>
                      <a:pt x="105" y="83"/>
                      <a:pt x="105" y="83"/>
                    </a:cubicBezTo>
                    <a:cubicBezTo>
                      <a:pt x="105" y="83"/>
                      <a:pt x="105" y="83"/>
                      <a:pt x="105" y="83"/>
                    </a:cubicBezTo>
                    <a:cubicBezTo>
                      <a:pt x="105" y="83"/>
                      <a:pt x="105" y="83"/>
                      <a:pt x="105" y="83"/>
                    </a:cubicBezTo>
                    <a:cubicBezTo>
                      <a:pt x="105" y="84"/>
                      <a:pt x="105" y="84"/>
                      <a:pt x="105" y="84"/>
                    </a:cubicBezTo>
                    <a:cubicBezTo>
                      <a:pt x="105" y="83"/>
                      <a:pt x="105" y="83"/>
                      <a:pt x="105" y="83"/>
                    </a:cubicBezTo>
                    <a:cubicBezTo>
                      <a:pt x="105" y="83"/>
                      <a:pt x="105" y="83"/>
                      <a:pt x="105" y="83"/>
                    </a:cubicBezTo>
                    <a:cubicBezTo>
                      <a:pt x="105" y="83"/>
                      <a:pt x="105" y="83"/>
                      <a:pt x="105" y="83"/>
                    </a:cubicBezTo>
                    <a:cubicBezTo>
                      <a:pt x="105" y="83"/>
                      <a:pt x="105" y="83"/>
                      <a:pt x="105" y="83"/>
                    </a:cubicBezTo>
                    <a:cubicBezTo>
                      <a:pt x="106" y="83"/>
                      <a:pt x="106" y="83"/>
                      <a:pt x="106" y="83"/>
                    </a:cubicBezTo>
                    <a:cubicBezTo>
                      <a:pt x="106" y="83"/>
                      <a:pt x="107" y="82"/>
                      <a:pt x="107" y="82"/>
                    </a:cubicBezTo>
                    <a:cubicBezTo>
                      <a:pt x="107" y="81"/>
                      <a:pt x="107" y="81"/>
                      <a:pt x="107" y="80"/>
                    </a:cubicBezTo>
                    <a:cubicBezTo>
                      <a:pt x="107" y="80"/>
                      <a:pt x="107" y="80"/>
                      <a:pt x="107" y="80"/>
                    </a:cubicBezTo>
                    <a:cubicBezTo>
                      <a:pt x="107" y="80"/>
                      <a:pt x="107" y="79"/>
                      <a:pt x="107" y="79"/>
                    </a:cubicBezTo>
                    <a:cubicBezTo>
                      <a:pt x="107" y="79"/>
                      <a:pt x="107" y="79"/>
                      <a:pt x="107" y="79"/>
                    </a:cubicBezTo>
                    <a:cubicBezTo>
                      <a:pt x="107" y="79"/>
                      <a:pt x="107" y="79"/>
                      <a:pt x="107" y="79"/>
                    </a:cubicBezTo>
                    <a:cubicBezTo>
                      <a:pt x="107" y="79"/>
                      <a:pt x="107" y="79"/>
                      <a:pt x="107" y="79"/>
                    </a:cubicBezTo>
                    <a:cubicBezTo>
                      <a:pt x="107" y="79"/>
                      <a:pt x="107" y="78"/>
                      <a:pt x="107" y="78"/>
                    </a:cubicBezTo>
                    <a:cubicBezTo>
                      <a:pt x="107" y="78"/>
                      <a:pt x="108" y="78"/>
                      <a:pt x="108" y="78"/>
                    </a:cubicBezTo>
                    <a:cubicBezTo>
                      <a:pt x="108" y="78"/>
                      <a:pt x="108" y="78"/>
                      <a:pt x="108" y="78"/>
                    </a:cubicBezTo>
                    <a:cubicBezTo>
                      <a:pt x="108" y="78"/>
                      <a:pt x="108" y="78"/>
                      <a:pt x="108" y="78"/>
                    </a:cubicBezTo>
                    <a:cubicBezTo>
                      <a:pt x="109" y="77"/>
                      <a:pt x="109" y="77"/>
                      <a:pt x="109" y="77"/>
                    </a:cubicBezTo>
                    <a:cubicBezTo>
                      <a:pt x="109" y="77"/>
                      <a:pt x="109" y="76"/>
                      <a:pt x="109" y="76"/>
                    </a:cubicBezTo>
                    <a:cubicBezTo>
                      <a:pt x="109" y="76"/>
                      <a:pt x="109" y="76"/>
                      <a:pt x="109" y="76"/>
                    </a:cubicBezTo>
                    <a:cubicBezTo>
                      <a:pt x="109" y="76"/>
                      <a:pt x="109" y="75"/>
                      <a:pt x="109" y="75"/>
                    </a:cubicBezTo>
                    <a:cubicBezTo>
                      <a:pt x="110" y="75"/>
                      <a:pt x="110" y="74"/>
                      <a:pt x="111" y="74"/>
                    </a:cubicBezTo>
                    <a:cubicBezTo>
                      <a:pt x="111" y="74"/>
                      <a:pt x="111" y="74"/>
                      <a:pt x="111" y="74"/>
                    </a:cubicBezTo>
                    <a:cubicBezTo>
                      <a:pt x="111" y="74"/>
                      <a:pt x="111" y="73"/>
                      <a:pt x="111" y="73"/>
                    </a:cubicBezTo>
                    <a:cubicBezTo>
                      <a:pt x="111" y="73"/>
                      <a:pt x="111" y="72"/>
                      <a:pt x="111" y="72"/>
                    </a:cubicBezTo>
                    <a:cubicBezTo>
                      <a:pt x="111" y="72"/>
                      <a:pt x="111" y="72"/>
                      <a:pt x="111" y="72"/>
                    </a:cubicBezTo>
                    <a:cubicBezTo>
                      <a:pt x="111" y="71"/>
                      <a:pt x="111" y="71"/>
                      <a:pt x="111" y="70"/>
                    </a:cubicBezTo>
                    <a:cubicBezTo>
                      <a:pt x="111" y="70"/>
                      <a:pt x="111" y="70"/>
                      <a:pt x="112" y="69"/>
                    </a:cubicBezTo>
                    <a:cubicBezTo>
                      <a:pt x="112" y="69"/>
                      <a:pt x="112" y="69"/>
                      <a:pt x="112" y="69"/>
                    </a:cubicBezTo>
                    <a:cubicBezTo>
                      <a:pt x="112" y="69"/>
                      <a:pt x="112" y="69"/>
                      <a:pt x="112" y="69"/>
                    </a:cubicBezTo>
                    <a:cubicBezTo>
                      <a:pt x="112" y="68"/>
                      <a:pt x="112" y="68"/>
                      <a:pt x="112" y="68"/>
                    </a:cubicBezTo>
                    <a:cubicBezTo>
                      <a:pt x="112" y="68"/>
                      <a:pt x="112" y="68"/>
                      <a:pt x="112" y="68"/>
                    </a:cubicBezTo>
                    <a:cubicBezTo>
                      <a:pt x="112" y="68"/>
                      <a:pt x="112" y="68"/>
                      <a:pt x="112" y="68"/>
                    </a:cubicBezTo>
                    <a:cubicBezTo>
                      <a:pt x="112" y="68"/>
                      <a:pt x="112" y="68"/>
                      <a:pt x="112" y="68"/>
                    </a:cubicBezTo>
                    <a:cubicBezTo>
                      <a:pt x="112" y="69"/>
                      <a:pt x="112" y="69"/>
                      <a:pt x="112" y="69"/>
                    </a:cubicBezTo>
                    <a:cubicBezTo>
                      <a:pt x="112" y="68"/>
                      <a:pt x="112" y="68"/>
                      <a:pt x="112" y="68"/>
                    </a:cubicBezTo>
                    <a:cubicBezTo>
                      <a:pt x="112" y="67"/>
                      <a:pt x="112" y="66"/>
                      <a:pt x="112" y="65"/>
                    </a:cubicBezTo>
                    <a:cubicBezTo>
                      <a:pt x="112" y="65"/>
                      <a:pt x="112" y="64"/>
                      <a:pt x="112" y="64"/>
                    </a:cubicBezTo>
                    <a:cubicBezTo>
                      <a:pt x="112" y="63"/>
                      <a:pt x="112" y="62"/>
                      <a:pt x="113" y="62"/>
                    </a:cubicBezTo>
                    <a:cubicBezTo>
                      <a:pt x="113" y="61"/>
                      <a:pt x="113" y="61"/>
                      <a:pt x="113" y="61"/>
                    </a:cubicBezTo>
                    <a:cubicBezTo>
                      <a:pt x="113" y="61"/>
                      <a:pt x="113" y="61"/>
                      <a:pt x="113" y="61"/>
                    </a:cubicBezTo>
                    <a:cubicBezTo>
                      <a:pt x="113" y="61"/>
                      <a:pt x="113" y="61"/>
                      <a:pt x="113" y="61"/>
                    </a:cubicBezTo>
                    <a:cubicBezTo>
                      <a:pt x="113" y="61"/>
                      <a:pt x="113" y="61"/>
                      <a:pt x="113" y="61"/>
                    </a:cubicBezTo>
                    <a:cubicBezTo>
                      <a:pt x="113" y="61"/>
                      <a:pt x="113" y="61"/>
                      <a:pt x="113" y="61"/>
                    </a:cubicBezTo>
                    <a:cubicBezTo>
                      <a:pt x="113" y="61"/>
                      <a:pt x="113" y="61"/>
                      <a:pt x="113" y="61"/>
                    </a:cubicBezTo>
                    <a:cubicBezTo>
                      <a:pt x="113" y="60"/>
                      <a:pt x="113" y="60"/>
                      <a:pt x="113" y="60"/>
                    </a:cubicBezTo>
                    <a:cubicBezTo>
                      <a:pt x="113" y="60"/>
                      <a:pt x="113" y="60"/>
                      <a:pt x="113" y="60"/>
                    </a:cubicBezTo>
                    <a:cubicBezTo>
                      <a:pt x="113" y="60"/>
                      <a:pt x="113" y="60"/>
                      <a:pt x="113" y="60"/>
                    </a:cubicBezTo>
                    <a:cubicBezTo>
                      <a:pt x="113" y="60"/>
                      <a:pt x="113" y="60"/>
                      <a:pt x="114" y="60"/>
                    </a:cubicBezTo>
                    <a:cubicBezTo>
                      <a:pt x="114" y="60"/>
                      <a:pt x="114" y="60"/>
                      <a:pt x="114" y="60"/>
                    </a:cubicBezTo>
                    <a:cubicBezTo>
                      <a:pt x="114" y="58"/>
                      <a:pt x="114" y="58"/>
                      <a:pt x="114" y="58"/>
                    </a:cubicBezTo>
                    <a:cubicBezTo>
                      <a:pt x="114" y="58"/>
                      <a:pt x="114" y="58"/>
                      <a:pt x="114" y="57"/>
                    </a:cubicBezTo>
                    <a:cubicBezTo>
                      <a:pt x="114" y="57"/>
                      <a:pt x="114" y="57"/>
                      <a:pt x="114" y="57"/>
                    </a:cubicBezTo>
                    <a:cubicBezTo>
                      <a:pt x="113" y="57"/>
                      <a:pt x="113" y="57"/>
                      <a:pt x="113" y="57"/>
                    </a:cubicBezTo>
                    <a:cubicBezTo>
                      <a:pt x="113" y="57"/>
                      <a:pt x="113" y="56"/>
                      <a:pt x="113" y="56"/>
                    </a:cubicBezTo>
                    <a:cubicBezTo>
                      <a:pt x="113" y="56"/>
                      <a:pt x="113" y="56"/>
                      <a:pt x="113" y="56"/>
                    </a:cubicBezTo>
                    <a:cubicBezTo>
                      <a:pt x="113" y="56"/>
                      <a:pt x="113" y="55"/>
                      <a:pt x="114" y="55"/>
                    </a:cubicBezTo>
                    <a:cubicBezTo>
                      <a:pt x="114" y="55"/>
                      <a:pt x="114" y="55"/>
                      <a:pt x="114" y="55"/>
                    </a:cubicBezTo>
                    <a:cubicBezTo>
                      <a:pt x="114" y="55"/>
                      <a:pt x="114" y="55"/>
                      <a:pt x="114" y="55"/>
                    </a:cubicBezTo>
                    <a:cubicBezTo>
                      <a:pt x="114" y="54"/>
                      <a:pt x="114" y="54"/>
                      <a:pt x="114" y="54"/>
                    </a:cubicBezTo>
                    <a:cubicBezTo>
                      <a:pt x="114" y="54"/>
                      <a:pt x="114" y="54"/>
                      <a:pt x="114" y="54"/>
                    </a:cubicBezTo>
                    <a:cubicBezTo>
                      <a:pt x="114" y="53"/>
                      <a:pt x="114" y="53"/>
                      <a:pt x="114" y="53"/>
                    </a:cubicBezTo>
                    <a:cubicBezTo>
                      <a:pt x="114" y="53"/>
                      <a:pt x="114" y="53"/>
                      <a:pt x="114" y="53"/>
                    </a:cubicBezTo>
                    <a:cubicBezTo>
                      <a:pt x="114" y="52"/>
                      <a:pt x="114" y="52"/>
                      <a:pt x="114" y="52"/>
                    </a:cubicBezTo>
                    <a:cubicBezTo>
                      <a:pt x="114" y="52"/>
                      <a:pt x="114" y="52"/>
                      <a:pt x="114" y="52"/>
                    </a:cubicBezTo>
                    <a:cubicBezTo>
                      <a:pt x="114" y="50"/>
                      <a:pt x="114" y="50"/>
                      <a:pt x="114" y="50"/>
                    </a:cubicBezTo>
                    <a:cubicBezTo>
                      <a:pt x="114" y="50"/>
                      <a:pt x="114" y="50"/>
                      <a:pt x="114" y="50"/>
                    </a:cubicBezTo>
                    <a:cubicBezTo>
                      <a:pt x="114" y="49"/>
                      <a:pt x="115" y="49"/>
                      <a:pt x="114" y="49"/>
                    </a:cubicBezTo>
                    <a:cubicBezTo>
                      <a:pt x="114" y="48"/>
                      <a:pt x="113" y="48"/>
                      <a:pt x="113" y="48"/>
                    </a:cubicBezTo>
                    <a:cubicBezTo>
                      <a:pt x="113" y="47"/>
                      <a:pt x="113" y="47"/>
                      <a:pt x="113" y="47"/>
                    </a:cubicBezTo>
                    <a:cubicBezTo>
                      <a:pt x="113" y="46"/>
                      <a:pt x="113" y="46"/>
                      <a:pt x="113" y="46"/>
                    </a:cubicBezTo>
                    <a:cubicBezTo>
                      <a:pt x="113" y="46"/>
                      <a:pt x="112" y="46"/>
                      <a:pt x="112" y="46"/>
                    </a:cubicBezTo>
                    <a:cubicBezTo>
                      <a:pt x="112" y="46"/>
                      <a:pt x="112" y="46"/>
                      <a:pt x="112" y="45"/>
                    </a:cubicBezTo>
                    <a:cubicBezTo>
                      <a:pt x="112" y="45"/>
                      <a:pt x="112" y="45"/>
                      <a:pt x="112" y="45"/>
                    </a:cubicBezTo>
                    <a:cubicBezTo>
                      <a:pt x="112" y="45"/>
                      <a:pt x="112" y="45"/>
                      <a:pt x="112" y="45"/>
                    </a:cubicBezTo>
                    <a:cubicBezTo>
                      <a:pt x="112" y="45"/>
                      <a:pt x="112" y="45"/>
                      <a:pt x="112" y="45"/>
                    </a:cubicBezTo>
                    <a:cubicBezTo>
                      <a:pt x="112" y="45"/>
                      <a:pt x="112" y="45"/>
                      <a:pt x="112" y="44"/>
                    </a:cubicBezTo>
                    <a:cubicBezTo>
                      <a:pt x="112" y="44"/>
                      <a:pt x="112" y="44"/>
                      <a:pt x="111" y="44"/>
                    </a:cubicBezTo>
                    <a:cubicBezTo>
                      <a:pt x="111" y="44"/>
                      <a:pt x="111" y="44"/>
                      <a:pt x="111" y="44"/>
                    </a:cubicBezTo>
                    <a:cubicBezTo>
                      <a:pt x="111" y="44"/>
                      <a:pt x="111" y="44"/>
                      <a:pt x="111" y="44"/>
                    </a:cubicBezTo>
                    <a:cubicBezTo>
                      <a:pt x="111" y="44"/>
                      <a:pt x="111" y="43"/>
                      <a:pt x="111" y="43"/>
                    </a:cubicBezTo>
                    <a:cubicBezTo>
                      <a:pt x="111" y="43"/>
                      <a:pt x="111" y="43"/>
                      <a:pt x="111" y="43"/>
                    </a:cubicBezTo>
                    <a:cubicBezTo>
                      <a:pt x="111" y="43"/>
                      <a:pt x="111" y="43"/>
                      <a:pt x="111" y="43"/>
                    </a:cubicBezTo>
                    <a:cubicBezTo>
                      <a:pt x="111" y="43"/>
                      <a:pt x="111" y="42"/>
                      <a:pt x="111" y="42"/>
                    </a:cubicBezTo>
                    <a:cubicBezTo>
                      <a:pt x="111" y="42"/>
                      <a:pt x="110" y="42"/>
                      <a:pt x="110" y="42"/>
                    </a:cubicBezTo>
                    <a:cubicBezTo>
                      <a:pt x="110" y="42"/>
                      <a:pt x="110" y="42"/>
                      <a:pt x="110" y="42"/>
                    </a:cubicBezTo>
                    <a:cubicBezTo>
                      <a:pt x="110" y="41"/>
                      <a:pt x="110" y="41"/>
                      <a:pt x="110" y="41"/>
                    </a:cubicBezTo>
                    <a:cubicBezTo>
                      <a:pt x="109" y="41"/>
                      <a:pt x="109" y="40"/>
                      <a:pt x="109" y="39"/>
                    </a:cubicBezTo>
                    <a:cubicBezTo>
                      <a:pt x="109" y="39"/>
                      <a:pt x="109" y="39"/>
                      <a:pt x="109" y="39"/>
                    </a:cubicBezTo>
                    <a:cubicBezTo>
                      <a:pt x="109" y="39"/>
                      <a:pt x="109" y="39"/>
                      <a:pt x="109" y="39"/>
                    </a:cubicBezTo>
                    <a:cubicBezTo>
                      <a:pt x="109" y="39"/>
                      <a:pt x="109" y="39"/>
                      <a:pt x="109" y="39"/>
                    </a:cubicBezTo>
                    <a:cubicBezTo>
                      <a:pt x="109" y="38"/>
                      <a:pt x="108" y="38"/>
                      <a:pt x="108" y="38"/>
                    </a:cubicBezTo>
                    <a:cubicBezTo>
                      <a:pt x="108" y="38"/>
                      <a:pt x="108" y="38"/>
                      <a:pt x="108" y="38"/>
                    </a:cubicBezTo>
                    <a:cubicBezTo>
                      <a:pt x="108" y="37"/>
                      <a:pt x="108" y="37"/>
                      <a:pt x="108" y="37"/>
                    </a:cubicBezTo>
                    <a:cubicBezTo>
                      <a:pt x="108" y="37"/>
                      <a:pt x="107" y="37"/>
                      <a:pt x="107" y="37"/>
                    </a:cubicBezTo>
                    <a:cubicBezTo>
                      <a:pt x="107" y="37"/>
                      <a:pt x="107" y="37"/>
                      <a:pt x="107" y="37"/>
                    </a:cubicBezTo>
                    <a:cubicBezTo>
                      <a:pt x="107" y="37"/>
                      <a:pt x="107" y="36"/>
                      <a:pt x="107" y="36"/>
                    </a:cubicBezTo>
                    <a:cubicBezTo>
                      <a:pt x="107" y="36"/>
                      <a:pt x="107" y="36"/>
                      <a:pt x="107" y="36"/>
                    </a:cubicBezTo>
                    <a:cubicBezTo>
                      <a:pt x="107" y="36"/>
                      <a:pt x="107" y="36"/>
                      <a:pt x="107" y="36"/>
                    </a:cubicBezTo>
                    <a:cubicBezTo>
                      <a:pt x="107" y="36"/>
                      <a:pt x="107" y="36"/>
                      <a:pt x="107" y="36"/>
                    </a:cubicBezTo>
                    <a:cubicBezTo>
                      <a:pt x="107" y="36"/>
                      <a:pt x="107" y="36"/>
                      <a:pt x="107" y="36"/>
                    </a:cubicBezTo>
                    <a:cubicBezTo>
                      <a:pt x="107" y="36"/>
                      <a:pt x="107" y="36"/>
                      <a:pt x="107" y="36"/>
                    </a:cubicBezTo>
                    <a:cubicBezTo>
                      <a:pt x="107" y="35"/>
                      <a:pt x="107" y="35"/>
                      <a:pt x="107" y="35"/>
                    </a:cubicBezTo>
                    <a:cubicBezTo>
                      <a:pt x="107" y="35"/>
                      <a:pt x="107" y="35"/>
                      <a:pt x="107" y="35"/>
                    </a:cubicBezTo>
                    <a:cubicBezTo>
                      <a:pt x="106" y="35"/>
                      <a:pt x="106" y="35"/>
                      <a:pt x="106" y="35"/>
                    </a:cubicBezTo>
                    <a:cubicBezTo>
                      <a:pt x="106" y="34"/>
                      <a:pt x="105" y="34"/>
                      <a:pt x="105" y="33"/>
                    </a:cubicBezTo>
                    <a:cubicBezTo>
                      <a:pt x="105" y="32"/>
                      <a:pt x="105" y="32"/>
                      <a:pt x="105" y="32"/>
                    </a:cubicBezTo>
                    <a:cubicBezTo>
                      <a:pt x="104" y="32"/>
                      <a:pt x="104" y="31"/>
                      <a:pt x="103" y="31"/>
                    </a:cubicBezTo>
                    <a:cubicBezTo>
                      <a:pt x="104" y="31"/>
                      <a:pt x="104" y="31"/>
                      <a:pt x="104" y="31"/>
                    </a:cubicBezTo>
                    <a:cubicBezTo>
                      <a:pt x="104" y="30"/>
                      <a:pt x="104" y="30"/>
                      <a:pt x="104" y="30"/>
                    </a:cubicBezTo>
                    <a:cubicBezTo>
                      <a:pt x="104" y="31"/>
                      <a:pt x="104" y="31"/>
                      <a:pt x="104" y="31"/>
                    </a:cubicBezTo>
                    <a:cubicBezTo>
                      <a:pt x="105" y="31"/>
                      <a:pt x="105" y="31"/>
                      <a:pt x="105" y="31"/>
                    </a:cubicBezTo>
                    <a:cubicBezTo>
                      <a:pt x="105" y="31"/>
                      <a:pt x="105" y="31"/>
                      <a:pt x="105" y="31"/>
                    </a:cubicBezTo>
                    <a:cubicBezTo>
                      <a:pt x="105" y="31"/>
                      <a:pt x="105" y="31"/>
                      <a:pt x="105" y="31"/>
                    </a:cubicBezTo>
                    <a:cubicBezTo>
                      <a:pt x="105" y="31"/>
                      <a:pt x="105" y="31"/>
                      <a:pt x="105" y="31"/>
                    </a:cubicBezTo>
                    <a:cubicBezTo>
                      <a:pt x="105" y="32"/>
                      <a:pt x="105" y="32"/>
                      <a:pt x="105" y="32"/>
                    </a:cubicBezTo>
                    <a:cubicBezTo>
                      <a:pt x="105" y="32"/>
                      <a:pt x="105" y="32"/>
                      <a:pt x="105" y="32"/>
                    </a:cubicBezTo>
                    <a:cubicBezTo>
                      <a:pt x="105" y="32"/>
                      <a:pt x="105" y="32"/>
                      <a:pt x="105" y="32"/>
                    </a:cubicBezTo>
                    <a:cubicBezTo>
                      <a:pt x="105" y="32"/>
                      <a:pt x="105" y="32"/>
                      <a:pt x="105" y="32"/>
                    </a:cubicBezTo>
                    <a:cubicBezTo>
                      <a:pt x="105" y="33"/>
                      <a:pt x="105" y="33"/>
                      <a:pt x="105" y="33"/>
                    </a:cubicBezTo>
                    <a:cubicBezTo>
                      <a:pt x="106" y="33"/>
                      <a:pt x="106" y="33"/>
                      <a:pt x="106" y="33"/>
                    </a:cubicBezTo>
                    <a:cubicBezTo>
                      <a:pt x="106" y="33"/>
                      <a:pt x="106" y="33"/>
                      <a:pt x="106" y="33"/>
                    </a:cubicBezTo>
                    <a:cubicBezTo>
                      <a:pt x="106" y="33"/>
                      <a:pt x="106" y="33"/>
                      <a:pt x="106" y="33"/>
                    </a:cubicBezTo>
                    <a:cubicBezTo>
                      <a:pt x="106" y="33"/>
                      <a:pt x="106" y="33"/>
                      <a:pt x="106" y="33"/>
                    </a:cubicBezTo>
                    <a:cubicBezTo>
                      <a:pt x="106" y="34"/>
                      <a:pt x="106" y="34"/>
                      <a:pt x="106" y="34"/>
                    </a:cubicBezTo>
                    <a:cubicBezTo>
                      <a:pt x="106" y="34"/>
                      <a:pt x="107" y="34"/>
                      <a:pt x="107" y="34"/>
                    </a:cubicBezTo>
                    <a:cubicBezTo>
                      <a:pt x="107" y="34"/>
                      <a:pt x="107" y="34"/>
                      <a:pt x="107" y="34"/>
                    </a:cubicBezTo>
                    <a:cubicBezTo>
                      <a:pt x="107" y="34"/>
                      <a:pt x="107" y="35"/>
                      <a:pt x="107" y="35"/>
                    </a:cubicBezTo>
                    <a:cubicBezTo>
                      <a:pt x="108" y="35"/>
                      <a:pt x="108" y="35"/>
                      <a:pt x="108" y="35"/>
                    </a:cubicBezTo>
                    <a:cubicBezTo>
                      <a:pt x="108" y="36"/>
                      <a:pt x="108" y="36"/>
                      <a:pt x="108" y="36"/>
                    </a:cubicBezTo>
                    <a:cubicBezTo>
                      <a:pt x="108" y="36"/>
                      <a:pt x="108" y="36"/>
                      <a:pt x="108" y="36"/>
                    </a:cubicBezTo>
                    <a:cubicBezTo>
                      <a:pt x="108" y="36"/>
                      <a:pt x="108" y="36"/>
                      <a:pt x="108" y="36"/>
                    </a:cubicBezTo>
                    <a:cubicBezTo>
                      <a:pt x="108" y="36"/>
                      <a:pt x="108" y="37"/>
                      <a:pt x="108" y="37"/>
                    </a:cubicBezTo>
                    <a:cubicBezTo>
                      <a:pt x="109" y="37"/>
                      <a:pt x="109" y="37"/>
                      <a:pt x="109" y="37"/>
                    </a:cubicBezTo>
                    <a:cubicBezTo>
                      <a:pt x="109" y="37"/>
                      <a:pt x="109" y="37"/>
                      <a:pt x="109" y="37"/>
                    </a:cubicBezTo>
                    <a:cubicBezTo>
                      <a:pt x="109" y="38"/>
                      <a:pt x="109" y="38"/>
                      <a:pt x="109" y="38"/>
                    </a:cubicBezTo>
                    <a:cubicBezTo>
                      <a:pt x="109" y="38"/>
                      <a:pt x="109" y="38"/>
                      <a:pt x="109" y="38"/>
                    </a:cubicBezTo>
                    <a:cubicBezTo>
                      <a:pt x="109" y="38"/>
                      <a:pt x="109" y="38"/>
                      <a:pt x="109" y="38"/>
                    </a:cubicBezTo>
                    <a:cubicBezTo>
                      <a:pt x="109" y="38"/>
                      <a:pt x="109" y="38"/>
                      <a:pt x="109" y="38"/>
                    </a:cubicBezTo>
                    <a:cubicBezTo>
                      <a:pt x="109" y="38"/>
                      <a:pt x="109" y="38"/>
                      <a:pt x="109" y="38"/>
                    </a:cubicBezTo>
                    <a:cubicBezTo>
                      <a:pt x="109" y="38"/>
                      <a:pt x="109" y="38"/>
                      <a:pt x="109" y="38"/>
                    </a:cubicBezTo>
                    <a:cubicBezTo>
                      <a:pt x="109" y="39"/>
                      <a:pt x="109" y="39"/>
                      <a:pt x="109" y="39"/>
                    </a:cubicBezTo>
                    <a:cubicBezTo>
                      <a:pt x="110" y="39"/>
                      <a:pt x="110" y="39"/>
                      <a:pt x="110" y="39"/>
                    </a:cubicBezTo>
                    <a:cubicBezTo>
                      <a:pt x="110" y="39"/>
                      <a:pt x="110" y="40"/>
                      <a:pt x="110" y="40"/>
                    </a:cubicBezTo>
                    <a:cubicBezTo>
                      <a:pt x="110" y="40"/>
                      <a:pt x="110" y="40"/>
                      <a:pt x="110" y="40"/>
                    </a:cubicBezTo>
                    <a:cubicBezTo>
                      <a:pt x="110" y="40"/>
                      <a:pt x="110" y="40"/>
                      <a:pt x="110" y="40"/>
                    </a:cubicBezTo>
                    <a:cubicBezTo>
                      <a:pt x="110" y="40"/>
                      <a:pt x="110" y="41"/>
                      <a:pt x="111" y="41"/>
                    </a:cubicBezTo>
                    <a:cubicBezTo>
                      <a:pt x="111" y="41"/>
                      <a:pt x="111" y="41"/>
                      <a:pt x="111" y="41"/>
                    </a:cubicBezTo>
                    <a:cubicBezTo>
                      <a:pt x="111" y="41"/>
                      <a:pt x="111" y="41"/>
                      <a:pt x="111" y="41"/>
                    </a:cubicBezTo>
                    <a:cubicBezTo>
                      <a:pt x="111" y="42"/>
                      <a:pt x="111" y="42"/>
                      <a:pt x="111" y="42"/>
                    </a:cubicBezTo>
                    <a:cubicBezTo>
                      <a:pt x="111" y="42"/>
                      <a:pt x="111" y="42"/>
                      <a:pt x="111" y="42"/>
                    </a:cubicBezTo>
                    <a:cubicBezTo>
                      <a:pt x="111" y="42"/>
                      <a:pt x="111" y="42"/>
                      <a:pt x="111" y="42"/>
                    </a:cubicBezTo>
                    <a:cubicBezTo>
                      <a:pt x="111" y="42"/>
                      <a:pt x="111" y="43"/>
                      <a:pt x="111" y="43"/>
                    </a:cubicBezTo>
                    <a:cubicBezTo>
                      <a:pt x="112" y="43"/>
                      <a:pt x="112" y="43"/>
                      <a:pt x="112" y="44"/>
                    </a:cubicBezTo>
                    <a:cubicBezTo>
                      <a:pt x="113" y="44"/>
                      <a:pt x="113" y="44"/>
                      <a:pt x="113" y="44"/>
                    </a:cubicBezTo>
                    <a:cubicBezTo>
                      <a:pt x="113" y="43"/>
                      <a:pt x="113" y="43"/>
                      <a:pt x="113" y="43"/>
                    </a:cubicBezTo>
                    <a:cubicBezTo>
                      <a:pt x="113" y="42"/>
                      <a:pt x="112" y="41"/>
                      <a:pt x="112" y="39"/>
                    </a:cubicBezTo>
                    <a:cubicBezTo>
                      <a:pt x="112" y="38"/>
                      <a:pt x="112" y="38"/>
                      <a:pt x="112" y="37"/>
                    </a:cubicBezTo>
                    <a:close/>
                    <a:moveTo>
                      <a:pt x="79" y="5"/>
                    </a:moveTo>
                    <a:cubicBezTo>
                      <a:pt x="79" y="5"/>
                      <a:pt x="78" y="5"/>
                      <a:pt x="78" y="6"/>
                    </a:cubicBezTo>
                    <a:cubicBezTo>
                      <a:pt x="78" y="6"/>
                      <a:pt x="78" y="6"/>
                      <a:pt x="78" y="6"/>
                    </a:cubicBezTo>
                    <a:cubicBezTo>
                      <a:pt x="78" y="6"/>
                      <a:pt x="78" y="6"/>
                      <a:pt x="78" y="6"/>
                    </a:cubicBezTo>
                    <a:cubicBezTo>
                      <a:pt x="78" y="7"/>
                      <a:pt x="78" y="7"/>
                      <a:pt x="78" y="7"/>
                    </a:cubicBezTo>
                    <a:cubicBezTo>
                      <a:pt x="78" y="7"/>
                      <a:pt x="79" y="7"/>
                      <a:pt x="79" y="7"/>
                    </a:cubicBezTo>
                    <a:cubicBezTo>
                      <a:pt x="79" y="8"/>
                      <a:pt x="79" y="8"/>
                      <a:pt x="79" y="8"/>
                    </a:cubicBezTo>
                    <a:cubicBezTo>
                      <a:pt x="79" y="7"/>
                      <a:pt x="79" y="7"/>
                      <a:pt x="79" y="7"/>
                    </a:cubicBezTo>
                    <a:cubicBezTo>
                      <a:pt x="79" y="7"/>
                      <a:pt x="79" y="7"/>
                      <a:pt x="79" y="7"/>
                    </a:cubicBezTo>
                    <a:cubicBezTo>
                      <a:pt x="79" y="7"/>
                      <a:pt x="79" y="8"/>
                      <a:pt x="79" y="8"/>
                    </a:cubicBezTo>
                    <a:cubicBezTo>
                      <a:pt x="79" y="8"/>
                      <a:pt x="79" y="8"/>
                      <a:pt x="79" y="8"/>
                    </a:cubicBezTo>
                    <a:cubicBezTo>
                      <a:pt x="78" y="8"/>
                      <a:pt x="78" y="8"/>
                      <a:pt x="78" y="8"/>
                    </a:cubicBezTo>
                    <a:cubicBezTo>
                      <a:pt x="78" y="8"/>
                      <a:pt x="78" y="8"/>
                      <a:pt x="78" y="8"/>
                    </a:cubicBezTo>
                    <a:cubicBezTo>
                      <a:pt x="78" y="8"/>
                      <a:pt x="78" y="8"/>
                      <a:pt x="78" y="8"/>
                    </a:cubicBezTo>
                    <a:cubicBezTo>
                      <a:pt x="78" y="8"/>
                      <a:pt x="78" y="8"/>
                      <a:pt x="78" y="8"/>
                    </a:cubicBezTo>
                    <a:cubicBezTo>
                      <a:pt x="78" y="10"/>
                      <a:pt x="78" y="10"/>
                      <a:pt x="78" y="10"/>
                    </a:cubicBezTo>
                    <a:cubicBezTo>
                      <a:pt x="79" y="10"/>
                      <a:pt x="79" y="10"/>
                      <a:pt x="79" y="10"/>
                    </a:cubicBezTo>
                    <a:cubicBezTo>
                      <a:pt x="79" y="10"/>
                      <a:pt x="79" y="10"/>
                      <a:pt x="79" y="10"/>
                    </a:cubicBezTo>
                    <a:cubicBezTo>
                      <a:pt x="80" y="10"/>
                      <a:pt x="80" y="10"/>
                      <a:pt x="80" y="10"/>
                    </a:cubicBezTo>
                    <a:cubicBezTo>
                      <a:pt x="80" y="10"/>
                      <a:pt x="80" y="10"/>
                      <a:pt x="80" y="10"/>
                    </a:cubicBezTo>
                    <a:cubicBezTo>
                      <a:pt x="81" y="10"/>
                      <a:pt x="81" y="10"/>
                      <a:pt x="81" y="10"/>
                    </a:cubicBezTo>
                    <a:cubicBezTo>
                      <a:pt x="81" y="10"/>
                      <a:pt x="81" y="10"/>
                      <a:pt x="81" y="10"/>
                    </a:cubicBezTo>
                    <a:cubicBezTo>
                      <a:pt x="81" y="9"/>
                      <a:pt x="81" y="9"/>
                      <a:pt x="81" y="9"/>
                    </a:cubicBezTo>
                    <a:cubicBezTo>
                      <a:pt x="81" y="9"/>
                      <a:pt x="81" y="9"/>
                      <a:pt x="81" y="9"/>
                    </a:cubicBezTo>
                    <a:cubicBezTo>
                      <a:pt x="81" y="9"/>
                      <a:pt x="81" y="8"/>
                      <a:pt x="80" y="8"/>
                    </a:cubicBezTo>
                    <a:cubicBezTo>
                      <a:pt x="80" y="8"/>
                      <a:pt x="80" y="8"/>
                      <a:pt x="80" y="8"/>
                    </a:cubicBezTo>
                    <a:cubicBezTo>
                      <a:pt x="80" y="8"/>
                      <a:pt x="80" y="8"/>
                      <a:pt x="80" y="8"/>
                    </a:cubicBezTo>
                    <a:cubicBezTo>
                      <a:pt x="80" y="8"/>
                      <a:pt x="80" y="8"/>
                      <a:pt x="80" y="8"/>
                    </a:cubicBezTo>
                    <a:cubicBezTo>
                      <a:pt x="80" y="8"/>
                      <a:pt x="80" y="8"/>
                      <a:pt x="80" y="8"/>
                    </a:cubicBezTo>
                    <a:cubicBezTo>
                      <a:pt x="80" y="8"/>
                      <a:pt x="80" y="8"/>
                      <a:pt x="80" y="8"/>
                    </a:cubicBezTo>
                    <a:cubicBezTo>
                      <a:pt x="80" y="8"/>
                      <a:pt x="80" y="8"/>
                      <a:pt x="81" y="7"/>
                    </a:cubicBezTo>
                    <a:cubicBezTo>
                      <a:pt x="81" y="7"/>
                      <a:pt x="81" y="7"/>
                      <a:pt x="81" y="6"/>
                    </a:cubicBezTo>
                    <a:cubicBezTo>
                      <a:pt x="81" y="6"/>
                      <a:pt x="81" y="6"/>
                      <a:pt x="81" y="6"/>
                    </a:cubicBezTo>
                    <a:cubicBezTo>
                      <a:pt x="81" y="6"/>
                      <a:pt x="81" y="6"/>
                      <a:pt x="81" y="6"/>
                    </a:cubicBezTo>
                    <a:cubicBezTo>
                      <a:pt x="81" y="6"/>
                      <a:pt x="81" y="6"/>
                      <a:pt x="81" y="6"/>
                    </a:cubicBezTo>
                    <a:cubicBezTo>
                      <a:pt x="80" y="6"/>
                      <a:pt x="80" y="6"/>
                      <a:pt x="80" y="6"/>
                    </a:cubicBezTo>
                    <a:cubicBezTo>
                      <a:pt x="80" y="6"/>
                      <a:pt x="80" y="6"/>
                      <a:pt x="80" y="6"/>
                    </a:cubicBezTo>
                    <a:cubicBezTo>
                      <a:pt x="80" y="5"/>
                      <a:pt x="80" y="5"/>
                      <a:pt x="80" y="5"/>
                    </a:cubicBezTo>
                    <a:cubicBezTo>
                      <a:pt x="80" y="5"/>
                      <a:pt x="80" y="5"/>
                      <a:pt x="80" y="5"/>
                    </a:cubicBezTo>
                    <a:cubicBezTo>
                      <a:pt x="80" y="5"/>
                      <a:pt x="80" y="5"/>
                      <a:pt x="80" y="5"/>
                    </a:cubicBezTo>
                    <a:cubicBezTo>
                      <a:pt x="79" y="5"/>
                      <a:pt x="79" y="5"/>
                      <a:pt x="79" y="5"/>
                    </a:cubicBezTo>
                    <a:cubicBezTo>
                      <a:pt x="79" y="5"/>
                      <a:pt x="79" y="5"/>
                      <a:pt x="79" y="5"/>
                    </a:cubicBezTo>
                    <a:close/>
                    <a:moveTo>
                      <a:pt x="75" y="5"/>
                    </a:moveTo>
                    <a:cubicBezTo>
                      <a:pt x="75" y="5"/>
                      <a:pt x="75" y="5"/>
                      <a:pt x="75" y="5"/>
                    </a:cubicBezTo>
                    <a:cubicBezTo>
                      <a:pt x="75" y="5"/>
                      <a:pt x="75" y="5"/>
                      <a:pt x="75" y="5"/>
                    </a:cubicBezTo>
                    <a:cubicBezTo>
                      <a:pt x="75" y="5"/>
                      <a:pt x="75" y="5"/>
                      <a:pt x="75" y="5"/>
                    </a:cubicBezTo>
                    <a:cubicBezTo>
                      <a:pt x="75" y="5"/>
                      <a:pt x="75" y="5"/>
                      <a:pt x="74" y="5"/>
                    </a:cubicBezTo>
                    <a:cubicBezTo>
                      <a:pt x="74" y="5"/>
                      <a:pt x="74" y="5"/>
                      <a:pt x="74" y="5"/>
                    </a:cubicBezTo>
                    <a:cubicBezTo>
                      <a:pt x="74" y="5"/>
                      <a:pt x="74" y="5"/>
                      <a:pt x="74" y="5"/>
                    </a:cubicBezTo>
                    <a:cubicBezTo>
                      <a:pt x="74" y="6"/>
                      <a:pt x="74" y="6"/>
                      <a:pt x="74" y="6"/>
                    </a:cubicBezTo>
                    <a:cubicBezTo>
                      <a:pt x="74" y="6"/>
                      <a:pt x="74" y="6"/>
                      <a:pt x="74" y="6"/>
                    </a:cubicBezTo>
                    <a:cubicBezTo>
                      <a:pt x="74" y="6"/>
                      <a:pt x="74" y="6"/>
                      <a:pt x="74" y="6"/>
                    </a:cubicBezTo>
                    <a:cubicBezTo>
                      <a:pt x="74" y="6"/>
                      <a:pt x="74" y="6"/>
                      <a:pt x="74" y="6"/>
                    </a:cubicBezTo>
                    <a:cubicBezTo>
                      <a:pt x="73" y="6"/>
                      <a:pt x="73" y="6"/>
                      <a:pt x="73" y="6"/>
                    </a:cubicBezTo>
                    <a:cubicBezTo>
                      <a:pt x="73" y="6"/>
                      <a:pt x="73" y="6"/>
                      <a:pt x="73" y="6"/>
                    </a:cubicBezTo>
                    <a:cubicBezTo>
                      <a:pt x="73" y="6"/>
                      <a:pt x="73" y="6"/>
                      <a:pt x="73" y="6"/>
                    </a:cubicBezTo>
                    <a:cubicBezTo>
                      <a:pt x="73" y="6"/>
                      <a:pt x="73" y="6"/>
                      <a:pt x="73" y="6"/>
                    </a:cubicBezTo>
                    <a:cubicBezTo>
                      <a:pt x="73" y="7"/>
                      <a:pt x="73" y="7"/>
                      <a:pt x="73" y="7"/>
                    </a:cubicBezTo>
                    <a:cubicBezTo>
                      <a:pt x="73" y="7"/>
                      <a:pt x="73" y="7"/>
                      <a:pt x="73" y="7"/>
                    </a:cubicBezTo>
                    <a:cubicBezTo>
                      <a:pt x="73" y="8"/>
                      <a:pt x="73" y="8"/>
                      <a:pt x="73" y="8"/>
                    </a:cubicBezTo>
                    <a:cubicBezTo>
                      <a:pt x="73" y="8"/>
                      <a:pt x="73" y="8"/>
                      <a:pt x="73" y="8"/>
                    </a:cubicBezTo>
                    <a:cubicBezTo>
                      <a:pt x="73" y="8"/>
                      <a:pt x="73" y="8"/>
                      <a:pt x="73" y="8"/>
                    </a:cubicBezTo>
                    <a:cubicBezTo>
                      <a:pt x="73" y="8"/>
                      <a:pt x="73" y="8"/>
                      <a:pt x="73" y="8"/>
                    </a:cubicBezTo>
                    <a:cubicBezTo>
                      <a:pt x="74" y="8"/>
                      <a:pt x="74" y="8"/>
                      <a:pt x="74" y="8"/>
                    </a:cubicBezTo>
                    <a:cubicBezTo>
                      <a:pt x="74" y="8"/>
                      <a:pt x="74" y="8"/>
                      <a:pt x="74" y="8"/>
                    </a:cubicBezTo>
                    <a:cubicBezTo>
                      <a:pt x="74" y="8"/>
                      <a:pt x="74" y="8"/>
                      <a:pt x="74" y="8"/>
                    </a:cubicBezTo>
                    <a:cubicBezTo>
                      <a:pt x="74" y="8"/>
                      <a:pt x="74" y="8"/>
                      <a:pt x="74" y="8"/>
                    </a:cubicBezTo>
                    <a:cubicBezTo>
                      <a:pt x="74" y="8"/>
                      <a:pt x="74" y="9"/>
                      <a:pt x="74" y="9"/>
                    </a:cubicBezTo>
                    <a:cubicBezTo>
                      <a:pt x="74" y="9"/>
                      <a:pt x="75" y="9"/>
                      <a:pt x="75" y="9"/>
                    </a:cubicBezTo>
                    <a:cubicBezTo>
                      <a:pt x="75" y="9"/>
                      <a:pt x="75" y="9"/>
                      <a:pt x="75" y="9"/>
                    </a:cubicBezTo>
                    <a:cubicBezTo>
                      <a:pt x="75" y="9"/>
                      <a:pt x="75" y="9"/>
                      <a:pt x="75" y="9"/>
                    </a:cubicBezTo>
                    <a:cubicBezTo>
                      <a:pt x="76" y="9"/>
                      <a:pt x="76" y="9"/>
                      <a:pt x="76" y="9"/>
                    </a:cubicBezTo>
                    <a:cubicBezTo>
                      <a:pt x="76" y="9"/>
                      <a:pt x="76" y="9"/>
                      <a:pt x="76" y="9"/>
                    </a:cubicBezTo>
                    <a:cubicBezTo>
                      <a:pt x="77" y="9"/>
                      <a:pt x="77" y="9"/>
                      <a:pt x="77" y="9"/>
                    </a:cubicBezTo>
                    <a:cubicBezTo>
                      <a:pt x="77" y="9"/>
                      <a:pt x="77" y="9"/>
                      <a:pt x="77" y="9"/>
                    </a:cubicBezTo>
                    <a:cubicBezTo>
                      <a:pt x="77" y="9"/>
                      <a:pt x="77" y="9"/>
                      <a:pt x="77" y="8"/>
                    </a:cubicBezTo>
                    <a:cubicBezTo>
                      <a:pt x="78" y="8"/>
                      <a:pt x="78" y="8"/>
                      <a:pt x="78" y="7"/>
                    </a:cubicBezTo>
                    <a:cubicBezTo>
                      <a:pt x="78" y="7"/>
                      <a:pt x="78" y="7"/>
                      <a:pt x="77" y="7"/>
                    </a:cubicBezTo>
                    <a:cubicBezTo>
                      <a:pt x="77" y="6"/>
                      <a:pt x="77" y="6"/>
                      <a:pt x="77" y="6"/>
                    </a:cubicBezTo>
                    <a:cubicBezTo>
                      <a:pt x="77" y="6"/>
                      <a:pt x="77" y="6"/>
                      <a:pt x="77" y="6"/>
                    </a:cubicBezTo>
                    <a:cubicBezTo>
                      <a:pt x="77" y="6"/>
                      <a:pt x="77" y="6"/>
                      <a:pt x="77" y="6"/>
                    </a:cubicBezTo>
                    <a:cubicBezTo>
                      <a:pt x="77" y="6"/>
                      <a:pt x="78" y="6"/>
                      <a:pt x="78" y="5"/>
                    </a:cubicBezTo>
                    <a:cubicBezTo>
                      <a:pt x="78" y="5"/>
                      <a:pt x="78" y="5"/>
                      <a:pt x="78" y="5"/>
                    </a:cubicBezTo>
                    <a:cubicBezTo>
                      <a:pt x="78" y="5"/>
                      <a:pt x="78" y="5"/>
                      <a:pt x="78" y="5"/>
                    </a:cubicBezTo>
                    <a:cubicBezTo>
                      <a:pt x="77" y="5"/>
                      <a:pt x="77" y="5"/>
                      <a:pt x="77" y="5"/>
                    </a:cubicBezTo>
                    <a:cubicBezTo>
                      <a:pt x="77" y="5"/>
                      <a:pt x="77" y="5"/>
                      <a:pt x="77" y="5"/>
                    </a:cubicBezTo>
                    <a:cubicBezTo>
                      <a:pt x="77" y="5"/>
                      <a:pt x="77" y="5"/>
                      <a:pt x="77" y="5"/>
                    </a:cubicBezTo>
                    <a:cubicBezTo>
                      <a:pt x="77" y="4"/>
                      <a:pt x="76" y="4"/>
                      <a:pt x="76" y="4"/>
                    </a:cubicBezTo>
                    <a:cubicBezTo>
                      <a:pt x="76" y="4"/>
                      <a:pt x="76" y="4"/>
                      <a:pt x="76" y="4"/>
                    </a:cubicBezTo>
                    <a:cubicBezTo>
                      <a:pt x="76" y="4"/>
                      <a:pt x="76" y="4"/>
                      <a:pt x="76" y="4"/>
                    </a:cubicBezTo>
                    <a:cubicBezTo>
                      <a:pt x="76" y="4"/>
                      <a:pt x="76" y="4"/>
                      <a:pt x="76" y="4"/>
                    </a:cubicBezTo>
                    <a:cubicBezTo>
                      <a:pt x="76" y="4"/>
                      <a:pt x="75" y="4"/>
                      <a:pt x="75" y="4"/>
                    </a:cubicBezTo>
                    <a:cubicBezTo>
                      <a:pt x="75" y="4"/>
                      <a:pt x="75" y="4"/>
                      <a:pt x="75" y="4"/>
                    </a:cubicBezTo>
                    <a:cubicBezTo>
                      <a:pt x="75" y="4"/>
                      <a:pt x="75" y="4"/>
                      <a:pt x="75" y="4"/>
                    </a:cubicBezTo>
                    <a:cubicBezTo>
                      <a:pt x="75" y="4"/>
                      <a:pt x="75" y="4"/>
                      <a:pt x="75" y="4"/>
                    </a:cubicBezTo>
                    <a:cubicBezTo>
                      <a:pt x="75" y="4"/>
                      <a:pt x="75" y="4"/>
                      <a:pt x="75" y="4"/>
                    </a:cubicBezTo>
                    <a:cubicBezTo>
                      <a:pt x="75" y="4"/>
                      <a:pt x="75" y="4"/>
                      <a:pt x="75" y="4"/>
                    </a:cubicBezTo>
                    <a:cubicBezTo>
                      <a:pt x="75" y="3"/>
                      <a:pt x="75" y="3"/>
                      <a:pt x="75" y="3"/>
                    </a:cubicBezTo>
                    <a:cubicBezTo>
                      <a:pt x="73" y="3"/>
                      <a:pt x="73" y="3"/>
                      <a:pt x="73" y="3"/>
                    </a:cubicBezTo>
                    <a:cubicBezTo>
                      <a:pt x="73" y="4"/>
                      <a:pt x="73" y="4"/>
                      <a:pt x="73" y="4"/>
                    </a:cubicBezTo>
                    <a:cubicBezTo>
                      <a:pt x="73" y="4"/>
                      <a:pt x="73" y="4"/>
                      <a:pt x="73" y="4"/>
                    </a:cubicBezTo>
                    <a:cubicBezTo>
                      <a:pt x="73" y="4"/>
                      <a:pt x="73" y="5"/>
                      <a:pt x="73" y="5"/>
                    </a:cubicBezTo>
                    <a:cubicBezTo>
                      <a:pt x="73" y="5"/>
                      <a:pt x="73" y="5"/>
                      <a:pt x="73" y="5"/>
                    </a:cubicBezTo>
                    <a:cubicBezTo>
                      <a:pt x="75" y="5"/>
                      <a:pt x="75" y="5"/>
                      <a:pt x="75" y="5"/>
                    </a:cubicBezTo>
                    <a:cubicBezTo>
                      <a:pt x="75" y="5"/>
                      <a:pt x="75" y="5"/>
                      <a:pt x="75" y="5"/>
                    </a:cubicBezTo>
                    <a:close/>
                    <a:moveTo>
                      <a:pt x="112" y="77"/>
                    </a:moveTo>
                    <a:cubicBezTo>
                      <a:pt x="113" y="76"/>
                      <a:pt x="113" y="75"/>
                      <a:pt x="113" y="74"/>
                    </a:cubicBezTo>
                    <a:cubicBezTo>
                      <a:pt x="113" y="74"/>
                      <a:pt x="113" y="74"/>
                      <a:pt x="113" y="74"/>
                    </a:cubicBezTo>
                    <a:cubicBezTo>
                      <a:pt x="113" y="74"/>
                      <a:pt x="113" y="74"/>
                      <a:pt x="113" y="74"/>
                    </a:cubicBezTo>
                    <a:cubicBezTo>
                      <a:pt x="113" y="74"/>
                      <a:pt x="113" y="74"/>
                      <a:pt x="113" y="74"/>
                    </a:cubicBezTo>
                    <a:cubicBezTo>
                      <a:pt x="113" y="74"/>
                      <a:pt x="113" y="74"/>
                      <a:pt x="113" y="74"/>
                    </a:cubicBezTo>
                    <a:cubicBezTo>
                      <a:pt x="113" y="74"/>
                      <a:pt x="113" y="74"/>
                      <a:pt x="112" y="73"/>
                    </a:cubicBezTo>
                    <a:cubicBezTo>
                      <a:pt x="112" y="74"/>
                      <a:pt x="112" y="74"/>
                      <a:pt x="112" y="74"/>
                    </a:cubicBezTo>
                    <a:cubicBezTo>
                      <a:pt x="112" y="74"/>
                      <a:pt x="112" y="74"/>
                      <a:pt x="112" y="74"/>
                    </a:cubicBezTo>
                    <a:cubicBezTo>
                      <a:pt x="112" y="74"/>
                      <a:pt x="112" y="74"/>
                      <a:pt x="111" y="74"/>
                    </a:cubicBezTo>
                    <a:cubicBezTo>
                      <a:pt x="111" y="75"/>
                      <a:pt x="111" y="75"/>
                      <a:pt x="111" y="75"/>
                    </a:cubicBezTo>
                    <a:cubicBezTo>
                      <a:pt x="111" y="75"/>
                      <a:pt x="110" y="76"/>
                      <a:pt x="110" y="76"/>
                    </a:cubicBezTo>
                    <a:cubicBezTo>
                      <a:pt x="110" y="76"/>
                      <a:pt x="110" y="76"/>
                      <a:pt x="110" y="76"/>
                    </a:cubicBezTo>
                    <a:cubicBezTo>
                      <a:pt x="110" y="76"/>
                      <a:pt x="110" y="76"/>
                      <a:pt x="110" y="76"/>
                    </a:cubicBezTo>
                    <a:cubicBezTo>
                      <a:pt x="110" y="76"/>
                      <a:pt x="110" y="77"/>
                      <a:pt x="110" y="77"/>
                    </a:cubicBezTo>
                    <a:cubicBezTo>
                      <a:pt x="110" y="77"/>
                      <a:pt x="110" y="77"/>
                      <a:pt x="110" y="77"/>
                    </a:cubicBezTo>
                    <a:cubicBezTo>
                      <a:pt x="110" y="77"/>
                      <a:pt x="110" y="77"/>
                      <a:pt x="110" y="77"/>
                    </a:cubicBezTo>
                    <a:cubicBezTo>
                      <a:pt x="109" y="78"/>
                      <a:pt x="109" y="78"/>
                      <a:pt x="109" y="79"/>
                    </a:cubicBezTo>
                    <a:cubicBezTo>
                      <a:pt x="109" y="79"/>
                      <a:pt x="109" y="79"/>
                      <a:pt x="109" y="79"/>
                    </a:cubicBezTo>
                    <a:cubicBezTo>
                      <a:pt x="109" y="79"/>
                      <a:pt x="109" y="79"/>
                      <a:pt x="109" y="79"/>
                    </a:cubicBezTo>
                    <a:cubicBezTo>
                      <a:pt x="109" y="79"/>
                      <a:pt x="109" y="80"/>
                      <a:pt x="109" y="81"/>
                    </a:cubicBezTo>
                    <a:cubicBezTo>
                      <a:pt x="109" y="81"/>
                      <a:pt x="109" y="81"/>
                      <a:pt x="109" y="81"/>
                    </a:cubicBezTo>
                    <a:cubicBezTo>
                      <a:pt x="109" y="82"/>
                      <a:pt x="109" y="82"/>
                      <a:pt x="109" y="82"/>
                    </a:cubicBezTo>
                    <a:cubicBezTo>
                      <a:pt x="109" y="82"/>
                      <a:pt x="109" y="82"/>
                      <a:pt x="109" y="82"/>
                    </a:cubicBezTo>
                    <a:cubicBezTo>
                      <a:pt x="109" y="82"/>
                      <a:pt x="109" y="82"/>
                      <a:pt x="109" y="82"/>
                    </a:cubicBezTo>
                    <a:cubicBezTo>
                      <a:pt x="110" y="82"/>
                      <a:pt x="111" y="81"/>
                      <a:pt x="111" y="81"/>
                    </a:cubicBezTo>
                    <a:cubicBezTo>
                      <a:pt x="111" y="81"/>
                      <a:pt x="111" y="80"/>
                      <a:pt x="111" y="80"/>
                    </a:cubicBezTo>
                    <a:cubicBezTo>
                      <a:pt x="111" y="80"/>
                      <a:pt x="111" y="80"/>
                      <a:pt x="111" y="80"/>
                    </a:cubicBezTo>
                    <a:cubicBezTo>
                      <a:pt x="111" y="80"/>
                      <a:pt x="111" y="80"/>
                      <a:pt x="111" y="79"/>
                    </a:cubicBezTo>
                    <a:cubicBezTo>
                      <a:pt x="111" y="79"/>
                      <a:pt x="111" y="79"/>
                      <a:pt x="111" y="79"/>
                    </a:cubicBezTo>
                    <a:cubicBezTo>
                      <a:pt x="111" y="79"/>
                      <a:pt x="111" y="79"/>
                      <a:pt x="111" y="79"/>
                    </a:cubicBezTo>
                    <a:cubicBezTo>
                      <a:pt x="111" y="79"/>
                      <a:pt x="111" y="79"/>
                      <a:pt x="111" y="78"/>
                    </a:cubicBezTo>
                    <a:cubicBezTo>
                      <a:pt x="111" y="78"/>
                      <a:pt x="111" y="78"/>
                      <a:pt x="111" y="78"/>
                    </a:cubicBezTo>
                    <a:cubicBezTo>
                      <a:pt x="111" y="78"/>
                      <a:pt x="111" y="78"/>
                      <a:pt x="111" y="78"/>
                    </a:cubicBezTo>
                    <a:cubicBezTo>
                      <a:pt x="111" y="78"/>
                      <a:pt x="112" y="78"/>
                      <a:pt x="112" y="78"/>
                    </a:cubicBezTo>
                    <a:cubicBezTo>
                      <a:pt x="112" y="77"/>
                      <a:pt x="112" y="77"/>
                      <a:pt x="112" y="77"/>
                    </a:cubicBezTo>
                    <a:cubicBezTo>
                      <a:pt x="112" y="77"/>
                      <a:pt x="112" y="77"/>
                      <a:pt x="112" y="77"/>
                    </a:cubicBezTo>
                    <a:cubicBezTo>
                      <a:pt x="112" y="77"/>
                      <a:pt x="112" y="77"/>
                      <a:pt x="112" y="77"/>
                    </a:cubicBezTo>
                    <a:cubicBezTo>
                      <a:pt x="112" y="77"/>
                      <a:pt x="112" y="77"/>
                      <a:pt x="112" y="77"/>
                    </a:cubicBezTo>
                    <a:close/>
                  </a:path>
                </a:pathLst>
              </a:custGeom>
              <a:solidFill>
                <a:srgbClr val="FFC00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88" name="矩形 87"/>
            <p:cNvSpPr/>
            <p:nvPr/>
          </p:nvSpPr>
          <p:spPr>
            <a:xfrm>
              <a:off x="10956875" y="916528"/>
              <a:ext cx="996247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PART 05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 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1" name="TextBox 90"/>
          <p:cNvSpPr txBox="1"/>
          <p:nvPr userDrawn="1"/>
        </p:nvSpPr>
        <p:spPr>
          <a:xfrm>
            <a:off x="398570" y="476888"/>
            <a:ext cx="23394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方正兰亭粗黑_GBK" pitchFamily="2" charset="-122"/>
                <a:ea typeface="方正兰亭粗黑_GBK" pitchFamily="2" charset="-122"/>
                <a:cs typeface="+mn-cs"/>
              </a:rPr>
              <a:t>项目成果展示</a:t>
            </a: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第四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/>
          <p:cNvSpPr/>
          <p:nvPr userDrawn="1"/>
        </p:nvSpPr>
        <p:spPr>
          <a:xfrm>
            <a:off x="0" y="1198956"/>
            <a:ext cx="12191187" cy="1546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34" name="组合 33"/>
          <p:cNvGrpSpPr/>
          <p:nvPr userDrawn="1"/>
        </p:nvGrpSpPr>
        <p:grpSpPr>
          <a:xfrm>
            <a:off x="6957253" y="285728"/>
            <a:ext cx="996377" cy="1000132"/>
            <a:chOff x="6170529" y="285728"/>
            <a:chExt cx="996247" cy="1000132"/>
          </a:xfrm>
        </p:grpSpPr>
        <p:grpSp>
          <p:nvGrpSpPr>
            <p:cNvPr id="35" name="组合 31"/>
            <p:cNvGrpSpPr/>
            <p:nvPr/>
          </p:nvGrpSpPr>
          <p:grpSpPr>
            <a:xfrm>
              <a:off x="6369792" y="285728"/>
              <a:ext cx="597720" cy="597720"/>
              <a:chOff x="6501056" y="1873013"/>
              <a:chExt cx="696763" cy="696763"/>
            </a:xfrm>
          </p:grpSpPr>
          <p:sp>
            <p:nvSpPr>
              <p:cNvPr id="37" name="椭圆 36"/>
              <p:cNvSpPr/>
              <p:nvPr/>
            </p:nvSpPr>
            <p:spPr>
              <a:xfrm>
                <a:off x="6501056" y="1873013"/>
                <a:ext cx="696763" cy="696763"/>
              </a:xfrm>
              <a:prstGeom prst="ellipse">
                <a:avLst/>
              </a:prstGeom>
              <a:solidFill>
                <a:srgbClr val="EEEEEE"/>
              </a:solidFill>
              <a:ln>
                <a:solidFill>
                  <a:schemeClr val="bg1"/>
                </a:solidFill>
              </a:ln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25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grpSp>
            <p:nvGrpSpPr>
              <p:cNvPr id="38" name="组合 113"/>
              <p:cNvGrpSpPr>
                <a:grpSpLocks noChangeAspect="1"/>
              </p:cNvGrpSpPr>
              <p:nvPr/>
            </p:nvGrpSpPr>
            <p:grpSpPr>
              <a:xfrm>
                <a:off x="6616022" y="1996255"/>
                <a:ext cx="466830" cy="450242"/>
                <a:chOff x="7019925" y="5499100"/>
                <a:chExt cx="312738" cy="301626"/>
              </a:xfrm>
              <a:solidFill>
                <a:srgbClr val="BBBE2C"/>
              </a:solidFill>
            </p:grpSpPr>
            <p:sp>
              <p:nvSpPr>
                <p:cNvPr id="39" name="Freeform 252"/>
                <p:cNvSpPr/>
                <p:nvPr/>
              </p:nvSpPr>
              <p:spPr bwMode="auto">
                <a:xfrm>
                  <a:off x="7069138" y="5567363"/>
                  <a:ext cx="214313" cy="233363"/>
                </a:xfrm>
                <a:custGeom>
                  <a:avLst/>
                  <a:gdLst>
                    <a:gd name="T0" fmla="*/ 0 w 57"/>
                    <a:gd name="T1" fmla="*/ 26 h 62"/>
                    <a:gd name="T2" fmla="*/ 0 w 57"/>
                    <a:gd name="T3" fmla="*/ 59 h 62"/>
                    <a:gd name="T4" fmla="*/ 2 w 57"/>
                    <a:gd name="T5" fmla="*/ 62 h 62"/>
                    <a:gd name="T6" fmla="*/ 4 w 57"/>
                    <a:gd name="T7" fmla="*/ 62 h 62"/>
                    <a:gd name="T8" fmla="*/ 19 w 57"/>
                    <a:gd name="T9" fmla="*/ 62 h 62"/>
                    <a:gd name="T10" fmla="*/ 21 w 57"/>
                    <a:gd name="T11" fmla="*/ 62 h 62"/>
                    <a:gd name="T12" fmla="*/ 21 w 57"/>
                    <a:gd name="T13" fmla="*/ 61 h 62"/>
                    <a:gd name="T14" fmla="*/ 21 w 57"/>
                    <a:gd name="T15" fmla="*/ 45 h 62"/>
                    <a:gd name="T16" fmla="*/ 36 w 57"/>
                    <a:gd name="T17" fmla="*/ 45 h 62"/>
                    <a:gd name="T18" fmla="*/ 36 w 57"/>
                    <a:gd name="T19" fmla="*/ 61 h 62"/>
                    <a:gd name="T20" fmla="*/ 37 w 57"/>
                    <a:gd name="T21" fmla="*/ 62 h 62"/>
                    <a:gd name="T22" fmla="*/ 38 w 57"/>
                    <a:gd name="T23" fmla="*/ 62 h 62"/>
                    <a:gd name="T24" fmla="*/ 53 w 57"/>
                    <a:gd name="T25" fmla="*/ 62 h 62"/>
                    <a:gd name="T26" fmla="*/ 56 w 57"/>
                    <a:gd name="T27" fmla="*/ 62 h 62"/>
                    <a:gd name="T28" fmla="*/ 57 w 57"/>
                    <a:gd name="T29" fmla="*/ 59 h 62"/>
                    <a:gd name="T30" fmla="*/ 57 w 57"/>
                    <a:gd name="T31" fmla="*/ 26 h 62"/>
                    <a:gd name="T32" fmla="*/ 29 w 57"/>
                    <a:gd name="T33" fmla="*/ 0 h 62"/>
                    <a:gd name="T34" fmla="*/ 0 w 57"/>
                    <a:gd name="T35" fmla="*/ 26 h 6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57" h="62">
                      <a:moveTo>
                        <a:pt x="0" y="26"/>
                      </a:moveTo>
                      <a:cubicBezTo>
                        <a:pt x="0" y="59"/>
                        <a:pt x="0" y="59"/>
                        <a:pt x="0" y="59"/>
                      </a:cubicBezTo>
                      <a:cubicBezTo>
                        <a:pt x="0" y="61"/>
                        <a:pt x="1" y="62"/>
                        <a:pt x="2" y="62"/>
                      </a:cubicBezTo>
                      <a:cubicBezTo>
                        <a:pt x="3" y="62"/>
                        <a:pt x="3" y="62"/>
                        <a:pt x="4" y="62"/>
                      </a:cubicBezTo>
                      <a:cubicBezTo>
                        <a:pt x="19" y="62"/>
                        <a:pt x="19" y="62"/>
                        <a:pt x="19" y="62"/>
                      </a:cubicBezTo>
                      <a:cubicBezTo>
                        <a:pt x="20" y="62"/>
                        <a:pt x="20" y="62"/>
                        <a:pt x="21" y="62"/>
                      </a:cubicBezTo>
                      <a:cubicBezTo>
                        <a:pt x="21" y="62"/>
                        <a:pt x="21" y="61"/>
                        <a:pt x="21" y="61"/>
                      </a:cubicBezTo>
                      <a:cubicBezTo>
                        <a:pt x="21" y="45"/>
                        <a:pt x="21" y="45"/>
                        <a:pt x="21" y="45"/>
                      </a:cubicBezTo>
                      <a:cubicBezTo>
                        <a:pt x="36" y="45"/>
                        <a:pt x="36" y="45"/>
                        <a:pt x="36" y="45"/>
                      </a:cubicBezTo>
                      <a:cubicBezTo>
                        <a:pt x="36" y="61"/>
                        <a:pt x="36" y="61"/>
                        <a:pt x="36" y="61"/>
                      </a:cubicBezTo>
                      <a:cubicBezTo>
                        <a:pt x="36" y="61"/>
                        <a:pt x="37" y="62"/>
                        <a:pt x="37" y="62"/>
                      </a:cubicBezTo>
                      <a:cubicBezTo>
                        <a:pt x="37" y="62"/>
                        <a:pt x="38" y="62"/>
                        <a:pt x="38" y="62"/>
                      </a:cubicBezTo>
                      <a:cubicBezTo>
                        <a:pt x="53" y="62"/>
                        <a:pt x="53" y="62"/>
                        <a:pt x="53" y="62"/>
                      </a:cubicBezTo>
                      <a:cubicBezTo>
                        <a:pt x="54" y="62"/>
                        <a:pt x="55" y="62"/>
                        <a:pt x="56" y="62"/>
                      </a:cubicBezTo>
                      <a:cubicBezTo>
                        <a:pt x="56" y="62"/>
                        <a:pt x="57" y="61"/>
                        <a:pt x="57" y="59"/>
                      </a:cubicBezTo>
                      <a:cubicBezTo>
                        <a:pt x="57" y="26"/>
                        <a:pt x="57" y="26"/>
                        <a:pt x="57" y="26"/>
                      </a:cubicBezTo>
                      <a:cubicBezTo>
                        <a:pt x="29" y="0"/>
                        <a:pt x="29" y="0"/>
                        <a:pt x="29" y="0"/>
                      </a:cubicBezTo>
                      <a:lnTo>
                        <a:pt x="0" y="26"/>
                      </a:lnTo>
                      <a:close/>
                    </a:path>
                  </a:pathLst>
                </a:custGeom>
                <a:solidFill>
                  <a:srgbClr val="008BB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425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0" name="Freeform 253"/>
                <p:cNvSpPr/>
                <p:nvPr/>
              </p:nvSpPr>
              <p:spPr bwMode="auto">
                <a:xfrm>
                  <a:off x="7019925" y="5499100"/>
                  <a:ext cx="312738" cy="169863"/>
                </a:xfrm>
                <a:custGeom>
                  <a:avLst/>
                  <a:gdLst>
                    <a:gd name="T0" fmla="*/ 81 w 83"/>
                    <a:gd name="T1" fmla="*/ 35 h 45"/>
                    <a:gd name="T2" fmla="*/ 68 w 83"/>
                    <a:gd name="T3" fmla="*/ 23 h 45"/>
                    <a:gd name="T4" fmla="*/ 68 w 83"/>
                    <a:gd name="T5" fmla="*/ 4 h 45"/>
                    <a:gd name="T6" fmla="*/ 66 w 83"/>
                    <a:gd name="T7" fmla="*/ 2 h 45"/>
                    <a:gd name="T8" fmla="*/ 61 w 83"/>
                    <a:gd name="T9" fmla="*/ 2 h 45"/>
                    <a:gd name="T10" fmla="*/ 59 w 83"/>
                    <a:gd name="T11" fmla="*/ 4 h 45"/>
                    <a:gd name="T12" fmla="*/ 59 w 83"/>
                    <a:gd name="T13" fmla="*/ 15 h 45"/>
                    <a:gd name="T14" fmla="*/ 45 w 83"/>
                    <a:gd name="T15" fmla="*/ 2 h 45"/>
                    <a:gd name="T16" fmla="*/ 38 w 83"/>
                    <a:gd name="T17" fmla="*/ 2 h 45"/>
                    <a:gd name="T18" fmla="*/ 2 w 83"/>
                    <a:gd name="T19" fmla="*/ 35 h 45"/>
                    <a:gd name="T20" fmla="*/ 2 w 83"/>
                    <a:gd name="T21" fmla="*/ 43 h 45"/>
                    <a:gd name="T22" fmla="*/ 6 w 83"/>
                    <a:gd name="T23" fmla="*/ 44 h 45"/>
                    <a:gd name="T24" fmla="*/ 10 w 83"/>
                    <a:gd name="T25" fmla="*/ 43 h 45"/>
                    <a:gd name="T26" fmla="*/ 42 w 83"/>
                    <a:gd name="T27" fmla="*/ 13 h 45"/>
                    <a:gd name="T28" fmla="*/ 74 w 83"/>
                    <a:gd name="T29" fmla="*/ 43 h 45"/>
                    <a:gd name="T30" fmla="*/ 81 w 83"/>
                    <a:gd name="T31" fmla="*/ 43 h 45"/>
                    <a:gd name="T32" fmla="*/ 81 w 83"/>
                    <a:gd name="T33" fmla="*/ 35 h 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83" h="45">
                      <a:moveTo>
                        <a:pt x="81" y="35"/>
                      </a:moveTo>
                      <a:cubicBezTo>
                        <a:pt x="68" y="23"/>
                        <a:pt x="68" y="23"/>
                        <a:pt x="68" y="23"/>
                      </a:cubicBezTo>
                      <a:cubicBezTo>
                        <a:pt x="68" y="4"/>
                        <a:pt x="68" y="4"/>
                        <a:pt x="68" y="4"/>
                      </a:cubicBezTo>
                      <a:cubicBezTo>
                        <a:pt x="68" y="3"/>
                        <a:pt x="67" y="2"/>
                        <a:pt x="66" y="2"/>
                      </a:cubicBezTo>
                      <a:cubicBezTo>
                        <a:pt x="61" y="2"/>
                        <a:pt x="61" y="2"/>
                        <a:pt x="61" y="2"/>
                      </a:cubicBezTo>
                      <a:cubicBezTo>
                        <a:pt x="60" y="2"/>
                        <a:pt x="59" y="3"/>
                        <a:pt x="59" y="4"/>
                      </a:cubicBezTo>
                      <a:cubicBezTo>
                        <a:pt x="59" y="15"/>
                        <a:pt x="59" y="15"/>
                        <a:pt x="59" y="15"/>
                      </a:cubicBezTo>
                      <a:cubicBezTo>
                        <a:pt x="45" y="2"/>
                        <a:pt x="45" y="2"/>
                        <a:pt x="45" y="2"/>
                      </a:cubicBezTo>
                      <a:cubicBezTo>
                        <a:pt x="43" y="0"/>
                        <a:pt x="40" y="0"/>
                        <a:pt x="38" y="2"/>
                      </a:cubicBezTo>
                      <a:cubicBezTo>
                        <a:pt x="2" y="35"/>
                        <a:pt x="2" y="35"/>
                        <a:pt x="2" y="35"/>
                      </a:cubicBezTo>
                      <a:cubicBezTo>
                        <a:pt x="0" y="37"/>
                        <a:pt x="0" y="40"/>
                        <a:pt x="2" y="43"/>
                      </a:cubicBezTo>
                      <a:cubicBezTo>
                        <a:pt x="3" y="44"/>
                        <a:pt x="5" y="44"/>
                        <a:pt x="6" y="44"/>
                      </a:cubicBezTo>
                      <a:cubicBezTo>
                        <a:pt x="7" y="44"/>
                        <a:pt x="9" y="44"/>
                        <a:pt x="10" y="43"/>
                      </a:cubicBezTo>
                      <a:cubicBezTo>
                        <a:pt x="42" y="13"/>
                        <a:pt x="42" y="13"/>
                        <a:pt x="42" y="13"/>
                      </a:cubicBezTo>
                      <a:cubicBezTo>
                        <a:pt x="74" y="43"/>
                        <a:pt x="74" y="43"/>
                        <a:pt x="74" y="43"/>
                      </a:cubicBezTo>
                      <a:cubicBezTo>
                        <a:pt x="76" y="45"/>
                        <a:pt x="80" y="45"/>
                        <a:pt x="81" y="43"/>
                      </a:cubicBezTo>
                      <a:cubicBezTo>
                        <a:pt x="83" y="40"/>
                        <a:pt x="83" y="37"/>
                        <a:pt x="81" y="35"/>
                      </a:cubicBezTo>
                      <a:close/>
                    </a:path>
                  </a:pathLst>
                </a:custGeom>
                <a:solidFill>
                  <a:srgbClr val="008BB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425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</p:grpSp>
        <p:sp>
          <p:nvSpPr>
            <p:cNvPr id="36" name="矩形 35"/>
            <p:cNvSpPr/>
            <p:nvPr/>
          </p:nvSpPr>
          <p:spPr>
            <a:xfrm>
              <a:off x="6170529" y="916528"/>
              <a:ext cx="996247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PART 01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 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1" name="组合 40"/>
          <p:cNvGrpSpPr/>
          <p:nvPr userDrawn="1"/>
        </p:nvGrpSpPr>
        <p:grpSpPr>
          <a:xfrm>
            <a:off x="7957515" y="285728"/>
            <a:ext cx="996377" cy="1000132"/>
            <a:chOff x="7367116" y="285728"/>
            <a:chExt cx="996247" cy="1000132"/>
          </a:xfrm>
        </p:grpSpPr>
        <p:grpSp>
          <p:nvGrpSpPr>
            <p:cNvPr id="42" name="组合 36"/>
            <p:cNvGrpSpPr/>
            <p:nvPr/>
          </p:nvGrpSpPr>
          <p:grpSpPr>
            <a:xfrm>
              <a:off x="7566379" y="285728"/>
              <a:ext cx="597720" cy="597720"/>
              <a:chOff x="6501056" y="2921024"/>
              <a:chExt cx="696763" cy="696763"/>
            </a:xfrm>
          </p:grpSpPr>
          <p:sp>
            <p:nvSpPr>
              <p:cNvPr id="44" name="椭圆 43"/>
              <p:cNvSpPr/>
              <p:nvPr/>
            </p:nvSpPr>
            <p:spPr>
              <a:xfrm>
                <a:off x="6501056" y="2921024"/>
                <a:ext cx="696763" cy="696763"/>
              </a:xfrm>
              <a:prstGeom prst="ellipse">
                <a:avLst/>
              </a:prstGeom>
              <a:solidFill>
                <a:srgbClr val="EEEEEE"/>
              </a:solidFill>
              <a:ln>
                <a:solidFill>
                  <a:schemeClr val="bg1"/>
                </a:solidFill>
              </a:ln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25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grpSp>
            <p:nvGrpSpPr>
              <p:cNvPr id="45" name="组合 118"/>
              <p:cNvGrpSpPr>
                <a:grpSpLocks noChangeAspect="1"/>
              </p:cNvGrpSpPr>
              <p:nvPr/>
            </p:nvGrpSpPr>
            <p:grpSpPr>
              <a:xfrm>
                <a:off x="6636672" y="3066937"/>
                <a:ext cx="455384" cy="390650"/>
                <a:chOff x="5084763" y="971550"/>
                <a:chExt cx="323850" cy="277813"/>
              </a:xfrm>
              <a:solidFill>
                <a:srgbClr val="4ABAB5"/>
              </a:solidFill>
            </p:grpSpPr>
            <p:sp>
              <p:nvSpPr>
                <p:cNvPr id="46" name="Freeform 301"/>
                <p:cNvSpPr>
                  <a:spLocks noEditPoints="1"/>
                </p:cNvSpPr>
                <p:nvPr/>
              </p:nvSpPr>
              <p:spPr bwMode="auto">
                <a:xfrm>
                  <a:off x="5191125" y="1031875"/>
                  <a:ext cx="217488" cy="217488"/>
                </a:xfrm>
                <a:custGeom>
                  <a:avLst/>
                  <a:gdLst>
                    <a:gd name="T0" fmla="*/ 6 w 58"/>
                    <a:gd name="T1" fmla="*/ 14 h 58"/>
                    <a:gd name="T2" fmla="*/ 7 w 58"/>
                    <a:gd name="T3" fmla="*/ 19 h 58"/>
                    <a:gd name="T4" fmla="*/ 4 w 58"/>
                    <a:gd name="T5" fmla="*/ 20 h 58"/>
                    <a:gd name="T6" fmla="*/ 0 w 58"/>
                    <a:gd name="T7" fmla="*/ 23 h 58"/>
                    <a:gd name="T8" fmla="*/ 2 w 58"/>
                    <a:gd name="T9" fmla="*/ 27 h 58"/>
                    <a:gd name="T10" fmla="*/ 5 w 58"/>
                    <a:gd name="T11" fmla="*/ 31 h 58"/>
                    <a:gd name="T12" fmla="*/ 2 w 58"/>
                    <a:gd name="T13" fmla="*/ 34 h 58"/>
                    <a:gd name="T14" fmla="*/ 1 w 58"/>
                    <a:gd name="T15" fmla="*/ 38 h 58"/>
                    <a:gd name="T16" fmla="*/ 5 w 58"/>
                    <a:gd name="T17" fmla="*/ 41 h 58"/>
                    <a:gd name="T18" fmla="*/ 8 w 58"/>
                    <a:gd name="T19" fmla="*/ 42 h 58"/>
                    <a:gd name="T20" fmla="*/ 8 w 58"/>
                    <a:gd name="T21" fmla="*/ 46 h 58"/>
                    <a:gd name="T22" fmla="*/ 9 w 58"/>
                    <a:gd name="T23" fmla="*/ 51 h 58"/>
                    <a:gd name="T24" fmla="*/ 14 w 58"/>
                    <a:gd name="T25" fmla="*/ 51 h 58"/>
                    <a:gd name="T26" fmla="*/ 18 w 58"/>
                    <a:gd name="T27" fmla="*/ 51 h 58"/>
                    <a:gd name="T28" fmla="*/ 19 w 58"/>
                    <a:gd name="T29" fmla="*/ 54 h 58"/>
                    <a:gd name="T30" fmla="*/ 22 w 58"/>
                    <a:gd name="T31" fmla="*/ 58 h 58"/>
                    <a:gd name="T32" fmla="*/ 27 w 58"/>
                    <a:gd name="T33" fmla="*/ 56 h 58"/>
                    <a:gd name="T34" fmla="*/ 31 w 58"/>
                    <a:gd name="T35" fmla="*/ 53 h 58"/>
                    <a:gd name="T36" fmla="*/ 33 w 58"/>
                    <a:gd name="T37" fmla="*/ 56 h 58"/>
                    <a:gd name="T38" fmla="*/ 38 w 58"/>
                    <a:gd name="T39" fmla="*/ 57 h 58"/>
                    <a:gd name="T40" fmla="*/ 40 w 58"/>
                    <a:gd name="T41" fmla="*/ 53 h 58"/>
                    <a:gd name="T42" fmla="*/ 42 w 58"/>
                    <a:gd name="T43" fmla="*/ 49 h 58"/>
                    <a:gd name="T44" fmla="*/ 46 w 58"/>
                    <a:gd name="T45" fmla="*/ 50 h 58"/>
                    <a:gd name="T46" fmla="*/ 50 w 58"/>
                    <a:gd name="T47" fmla="*/ 49 h 58"/>
                    <a:gd name="T48" fmla="*/ 51 w 58"/>
                    <a:gd name="T49" fmla="*/ 44 h 58"/>
                    <a:gd name="T50" fmla="*/ 50 w 58"/>
                    <a:gd name="T51" fmla="*/ 40 h 58"/>
                    <a:gd name="T52" fmla="*/ 54 w 58"/>
                    <a:gd name="T53" fmla="*/ 39 h 58"/>
                    <a:gd name="T54" fmla="*/ 57 w 58"/>
                    <a:gd name="T55" fmla="*/ 35 h 58"/>
                    <a:gd name="T56" fmla="*/ 55 w 58"/>
                    <a:gd name="T57" fmla="*/ 31 h 58"/>
                    <a:gd name="T58" fmla="*/ 52 w 58"/>
                    <a:gd name="T59" fmla="*/ 27 h 58"/>
                    <a:gd name="T60" fmla="*/ 55 w 58"/>
                    <a:gd name="T61" fmla="*/ 25 h 58"/>
                    <a:gd name="T62" fmla="*/ 56 w 58"/>
                    <a:gd name="T63" fmla="*/ 20 h 58"/>
                    <a:gd name="T64" fmla="*/ 53 w 58"/>
                    <a:gd name="T65" fmla="*/ 18 h 58"/>
                    <a:gd name="T66" fmla="*/ 48 w 58"/>
                    <a:gd name="T67" fmla="*/ 16 h 58"/>
                    <a:gd name="T68" fmla="*/ 49 w 58"/>
                    <a:gd name="T69" fmla="*/ 12 h 58"/>
                    <a:gd name="T70" fmla="*/ 48 w 58"/>
                    <a:gd name="T71" fmla="*/ 8 h 58"/>
                    <a:gd name="T72" fmla="*/ 44 w 58"/>
                    <a:gd name="T73" fmla="*/ 7 h 58"/>
                    <a:gd name="T74" fmla="*/ 39 w 58"/>
                    <a:gd name="T75" fmla="*/ 8 h 58"/>
                    <a:gd name="T76" fmla="*/ 38 w 58"/>
                    <a:gd name="T77" fmla="*/ 4 h 58"/>
                    <a:gd name="T78" fmla="*/ 35 w 58"/>
                    <a:gd name="T79" fmla="*/ 1 h 58"/>
                    <a:gd name="T80" fmla="*/ 30 w 58"/>
                    <a:gd name="T81" fmla="*/ 3 h 58"/>
                    <a:gd name="T82" fmla="*/ 27 w 58"/>
                    <a:gd name="T83" fmla="*/ 5 h 58"/>
                    <a:gd name="T84" fmla="*/ 24 w 58"/>
                    <a:gd name="T85" fmla="*/ 3 h 58"/>
                    <a:gd name="T86" fmla="*/ 20 w 58"/>
                    <a:gd name="T87" fmla="*/ 1 h 58"/>
                    <a:gd name="T88" fmla="*/ 17 w 58"/>
                    <a:gd name="T89" fmla="*/ 5 h 58"/>
                    <a:gd name="T90" fmla="*/ 15 w 58"/>
                    <a:gd name="T91" fmla="*/ 10 h 58"/>
                    <a:gd name="T92" fmla="*/ 12 w 58"/>
                    <a:gd name="T93" fmla="*/ 9 h 58"/>
                    <a:gd name="T94" fmla="*/ 7 w 58"/>
                    <a:gd name="T95" fmla="*/ 10 h 58"/>
                    <a:gd name="T96" fmla="*/ 6 w 58"/>
                    <a:gd name="T97" fmla="*/ 14 h 58"/>
                    <a:gd name="T98" fmla="*/ 23 w 58"/>
                    <a:gd name="T99" fmla="*/ 13 h 58"/>
                    <a:gd name="T100" fmla="*/ 45 w 58"/>
                    <a:gd name="T101" fmla="*/ 24 h 58"/>
                    <a:gd name="T102" fmla="*/ 34 w 58"/>
                    <a:gd name="T103" fmla="*/ 45 h 58"/>
                    <a:gd name="T104" fmla="*/ 13 w 58"/>
                    <a:gd name="T105" fmla="*/ 34 h 58"/>
                    <a:gd name="T106" fmla="*/ 23 w 58"/>
                    <a:gd name="T107" fmla="*/ 13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</a:cxnLst>
                  <a:rect l="0" t="0" r="r" b="b"/>
                  <a:pathLst>
                    <a:path w="58" h="58">
                      <a:moveTo>
                        <a:pt x="6" y="14"/>
                      </a:moveTo>
                      <a:cubicBezTo>
                        <a:pt x="8" y="15"/>
                        <a:pt x="7" y="18"/>
                        <a:pt x="7" y="19"/>
                      </a:cubicBezTo>
                      <a:cubicBezTo>
                        <a:pt x="7" y="20"/>
                        <a:pt x="5" y="20"/>
                        <a:pt x="4" y="20"/>
                      </a:cubicBezTo>
                      <a:cubicBezTo>
                        <a:pt x="2" y="20"/>
                        <a:pt x="0" y="21"/>
                        <a:pt x="0" y="23"/>
                      </a:cubicBezTo>
                      <a:cubicBezTo>
                        <a:pt x="0" y="25"/>
                        <a:pt x="0" y="27"/>
                        <a:pt x="2" y="27"/>
                      </a:cubicBezTo>
                      <a:cubicBezTo>
                        <a:pt x="3" y="28"/>
                        <a:pt x="5" y="30"/>
                        <a:pt x="5" y="31"/>
                      </a:cubicBezTo>
                      <a:cubicBezTo>
                        <a:pt x="5" y="32"/>
                        <a:pt x="4" y="33"/>
                        <a:pt x="2" y="34"/>
                      </a:cubicBezTo>
                      <a:cubicBezTo>
                        <a:pt x="1" y="34"/>
                        <a:pt x="0" y="36"/>
                        <a:pt x="1" y="38"/>
                      </a:cubicBezTo>
                      <a:cubicBezTo>
                        <a:pt x="1" y="40"/>
                        <a:pt x="3" y="42"/>
                        <a:pt x="5" y="41"/>
                      </a:cubicBezTo>
                      <a:cubicBezTo>
                        <a:pt x="6" y="41"/>
                        <a:pt x="8" y="41"/>
                        <a:pt x="8" y="42"/>
                      </a:cubicBezTo>
                      <a:cubicBezTo>
                        <a:pt x="9" y="42"/>
                        <a:pt x="9" y="45"/>
                        <a:pt x="8" y="46"/>
                      </a:cubicBezTo>
                      <a:cubicBezTo>
                        <a:pt x="7" y="47"/>
                        <a:pt x="7" y="50"/>
                        <a:pt x="9" y="51"/>
                      </a:cubicBezTo>
                      <a:cubicBezTo>
                        <a:pt x="11" y="52"/>
                        <a:pt x="13" y="53"/>
                        <a:pt x="14" y="51"/>
                      </a:cubicBezTo>
                      <a:cubicBezTo>
                        <a:pt x="15" y="50"/>
                        <a:pt x="18" y="51"/>
                        <a:pt x="18" y="51"/>
                      </a:cubicBezTo>
                      <a:cubicBezTo>
                        <a:pt x="19" y="51"/>
                        <a:pt x="20" y="53"/>
                        <a:pt x="19" y="54"/>
                      </a:cubicBezTo>
                      <a:cubicBezTo>
                        <a:pt x="19" y="56"/>
                        <a:pt x="20" y="57"/>
                        <a:pt x="22" y="58"/>
                      </a:cubicBezTo>
                      <a:cubicBezTo>
                        <a:pt x="25" y="58"/>
                        <a:pt x="26" y="57"/>
                        <a:pt x="27" y="56"/>
                      </a:cubicBezTo>
                      <a:cubicBezTo>
                        <a:pt x="27" y="54"/>
                        <a:pt x="30" y="53"/>
                        <a:pt x="31" y="53"/>
                      </a:cubicBezTo>
                      <a:cubicBezTo>
                        <a:pt x="31" y="53"/>
                        <a:pt x="33" y="54"/>
                        <a:pt x="33" y="56"/>
                      </a:cubicBezTo>
                      <a:cubicBezTo>
                        <a:pt x="34" y="57"/>
                        <a:pt x="36" y="58"/>
                        <a:pt x="38" y="57"/>
                      </a:cubicBezTo>
                      <a:cubicBezTo>
                        <a:pt x="40" y="57"/>
                        <a:pt x="41" y="55"/>
                        <a:pt x="40" y="53"/>
                      </a:cubicBezTo>
                      <a:cubicBezTo>
                        <a:pt x="40" y="52"/>
                        <a:pt x="42" y="49"/>
                        <a:pt x="42" y="49"/>
                      </a:cubicBezTo>
                      <a:cubicBezTo>
                        <a:pt x="43" y="48"/>
                        <a:pt x="44" y="49"/>
                        <a:pt x="46" y="50"/>
                      </a:cubicBezTo>
                      <a:cubicBezTo>
                        <a:pt x="47" y="51"/>
                        <a:pt x="49" y="51"/>
                        <a:pt x="50" y="49"/>
                      </a:cubicBezTo>
                      <a:cubicBezTo>
                        <a:pt x="52" y="47"/>
                        <a:pt x="52" y="45"/>
                        <a:pt x="51" y="44"/>
                      </a:cubicBezTo>
                      <a:cubicBezTo>
                        <a:pt x="50" y="43"/>
                        <a:pt x="50" y="40"/>
                        <a:pt x="50" y="40"/>
                      </a:cubicBezTo>
                      <a:cubicBezTo>
                        <a:pt x="51" y="39"/>
                        <a:pt x="52" y="38"/>
                        <a:pt x="54" y="39"/>
                      </a:cubicBezTo>
                      <a:cubicBezTo>
                        <a:pt x="55" y="39"/>
                        <a:pt x="57" y="38"/>
                        <a:pt x="57" y="35"/>
                      </a:cubicBezTo>
                      <a:cubicBezTo>
                        <a:pt x="58" y="33"/>
                        <a:pt x="57" y="31"/>
                        <a:pt x="55" y="31"/>
                      </a:cubicBezTo>
                      <a:cubicBezTo>
                        <a:pt x="54" y="31"/>
                        <a:pt x="53" y="28"/>
                        <a:pt x="52" y="27"/>
                      </a:cubicBezTo>
                      <a:cubicBezTo>
                        <a:pt x="52" y="26"/>
                        <a:pt x="54" y="25"/>
                        <a:pt x="55" y="25"/>
                      </a:cubicBezTo>
                      <a:cubicBezTo>
                        <a:pt x="56" y="24"/>
                        <a:pt x="57" y="22"/>
                        <a:pt x="56" y="20"/>
                      </a:cubicBezTo>
                      <a:cubicBezTo>
                        <a:pt x="56" y="18"/>
                        <a:pt x="54" y="17"/>
                        <a:pt x="53" y="18"/>
                      </a:cubicBezTo>
                      <a:cubicBezTo>
                        <a:pt x="51" y="18"/>
                        <a:pt x="49" y="16"/>
                        <a:pt x="48" y="16"/>
                      </a:cubicBezTo>
                      <a:cubicBezTo>
                        <a:pt x="48" y="15"/>
                        <a:pt x="48" y="13"/>
                        <a:pt x="49" y="12"/>
                      </a:cubicBezTo>
                      <a:cubicBezTo>
                        <a:pt x="50" y="11"/>
                        <a:pt x="50" y="9"/>
                        <a:pt x="48" y="8"/>
                      </a:cubicBezTo>
                      <a:cubicBezTo>
                        <a:pt x="47" y="6"/>
                        <a:pt x="45" y="6"/>
                        <a:pt x="44" y="7"/>
                      </a:cubicBezTo>
                      <a:cubicBezTo>
                        <a:pt x="42" y="8"/>
                        <a:pt x="40" y="8"/>
                        <a:pt x="39" y="8"/>
                      </a:cubicBezTo>
                      <a:cubicBezTo>
                        <a:pt x="38" y="7"/>
                        <a:pt x="38" y="6"/>
                        <a:pt x="38" y="4"/>
                      </a:cubicBezTo>
                      <a:cubicBezTo>
                        <a:pt x="38" y="3"/>
                        <a:pt x="37" y="1"/>
                        <a:pt x="35" y="1"/>
                      </a:cubicBezTo>
                      <a:cubicBezTo>
                        <a:pt x="33" y="0"/>
                        <a:pt x="31" y="1"/>
                        <a:pt x="30" y="3"/>
                      </a:cubicBezTo>
                      <a:cubicBezTo>
                        <a:pt x="30" y="4"/>
                        <a:pt x="28" y="5"/>
                        <a:pt x="27" y="5"/>
                      </a:cubicBezTo>
                      <a:cubicBezTo>
                        <a:pt x="26" y="6"/>
                        <a:pt x="25" y="4"/>
                        <a:pt x="24" y="3"/>
                      </a:cubicBezTo>
                      <a:cubicBezTo>
                        <a:pt x="24" y="1"/>
                        <a:pt x="22" y="1"/>
                        <a:pt x="20" y="1"/>
                      </a:cubicBezTo>
                      <a:cubicBezTo>
                        <a:pt x="18" y="2"/>
                        <a:pt x="16" y="4"/>
                        <a:pt x="17" y="5"/>
                      </a:cubicBezTo>
                      <a:cubicBezTo>
                        <a:pt x="17" y="7"/>
                        <a:pt x="16" y="9"/>
                        <a:pt x="15" y="10"/>
                      </a:cubicBezTo>
                      <a:cubicBezTo>
                        <a:pt x="14" y="10"/>
                        <a:pt x="13" y="10"/>
                        <a:pt x="12" y="9"/>
                      </a:cubicBezTo>
                      <a:cubicBezTo>
                        <a:pt x="10" y="8"/>
                        <a:pt x="8" y="8"/>
                        <a:pt x="7" y="10"/>
                      </a:cubicBezTo>
                      <a:cubicBezTo>
                        <a:pt x="6" y="11"/>
                        <a:pt x="5" y="13"/>
                        <a:pt x="6" y="14"/>
                      </a:cubicBezTo>
                      <a:close/>
                      <a:moveTo>
                        <a:pt x="23" y="13"/>
                      </a:moveTo>
                      <a:cubicBezTo>
                        <a:pt x="32" y="10"/>
                        <a:pt x="42" y="15"/>
                        <a:pt x="45" y="24"/>
                      </a:cubicBezTo>
                      <a:cubicBezTo>
                        <a:pt x="47" y="33"/>
                        <a:pt x="43" y="42"/>
                        <a:pt x="34" y="45"/>
                      </a:cubicBezTo>
                      <a:cubicBezTo>
                        <a:pt x="25" y="48"/>
                        <a:pt x="15" y="43"/>
                        <a:pt x="13" y="34"/>
                      </a:cubicBezTo>
                      <a:cubicBezTo>
                        <a:pt x="10" y="26"/>
                        <a:pt x="15" y="16"/>
                        <a:pt x="23" y="13"/>
                      </a:cubicBezTo>
                      <a:close/>
                    </a:path>
                  </a:pathLst>
                </a:custGeom>
                <a:solidFill>
                  <a:srgbClr val="43C5A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425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7" name="Freeform 302"/>
                <p:cNvSpPr>
                  <a:spLocks noEditPoints="1"/>
                </p:cNvSpPr>
                <p:nvPr/>
              </p:nvSpPr>
              <p:spPr bwMode="auto">
                <a:xfrm>
                  <a:off x="5084763" y="971550"/>
                  <a:ext cx="139700" cy="139700"/>
                </a:xfrm>
                <a:custGeom>
                  <a:avLst/>
                  <a:gdLst>
                    <a:gd name="T0" fmla="*/ 4 w 37"/>
                    <a:gd name="T1" fmla="*/ 9 h 37"/>
                    <a:gd name="T2" fmla="*/ 5 w 37"/>
                    <a:gd name="T3" fmla="*/ 12 h 37"/>
                    <a:gd name="T4" fmla="*/ 2 w 37"/>
                    <a:gd name="T5" fmla="*/ 12 h 37"/>
                    <a:gd name="T6" fmla="*/ 0 w 37"/>
                    <a:gd name="T7" fmla="*/ 14 h 37"/>
                    <a:gd name="T8" fmla="*/ 1 w 37"/>
                    <a:gd name="T9" fmla="*/ 17 h 37"/>
                    <a:gd name="T10" fmla="*/ 3 w 37"/>
                    <a:gd name="T11" fmla="*/ 20 h 37"/>
                    <a:gd name="T12" fmla="*/ 2 w 37"/>
                    <a:gd name="T13" fmla="*/ 21 h 37"/>
                    <a:gd name="T14" fmla="*/ 1 w 37"/>
                    <a:gd name="T15" fmla="*/ 24 h 37"/>
                    <a:gd name="T16" fmla="*/ 3 w 37"/>
                    <a:gd name="T17" fmla="*/ 26 h 37"/>
                    <a:gd name="T18" fmla="*/ 5 w 37"/>
                    <a:gd name="T19" fmla="*/ 26 h 37"/>
                    <a:gd name="T20" fmla="*/ 5 w 37"/>
                    <a:gd name="T21" fmla="*/ 29 h 37"/>
                    <a:gd name="T22" fmla="*/ 6 w 37"/>
                    <a:gd name="T23" fmla="*/ 32 h 37"/>
                    <a:gd name="T24" fmla="*/ 9 w 37"/>
                    <a:gd name="T25" fmla="*/ 33 h 37"/>
                    <a:gd name="T26" fmla="*/ 12 w 37"/>
                    <a:gd name="T27" fmla="*/ 32 h 37"/>
                    <a:gd name="T28" fmla="*/ 12 w 37"/>
                    <a:gd name="T29" fmla="*/ 34 h 37"/>
                    <a:gd name="T30" fmla="*/ 15 w 37"/>
                    <a:gd name="T31" fmla="*/ 37 h 37"/>
                    <a:gd name="T32" fmla="*/ 17 w 37"/>
                    <a:gd name="T33" fmla="*/ 35 h 37"/>
                    <a:gd name="T34" fmla="*/ 20 w 37"/>
                    <a:gd name="T35" fmla="*/ 34 h 37"/>
                    <a:gd name="T36" fmla="*/ 21 w 37"/>
                    <a:gd name="T37" fmla="*/ 35 h 37"/>
                    <a:gd name="T38" fmla="*/ 24 w 37"/>
                    <a:gd name="T39" fmla="*/ 36 h 37"/>
                    <a:gd name="T40" fmla="*/ 26 w 37"/>
                    <a:gd name="T41" fmla="*/ 34 h 37"/>
                    <a:gd name="T42" fmla="*/ 27 w 37"/>
                    <a:gd name="T43" fmla="*/ 31 h 37"/>
                    <a:gd name="T44" fmla="*/ 29 w 37"/>
                    <a:gd name="T45" fmla="*/ 32 h 37"/>
                    <a:gd name="T46" fmla="*/ 32 w 37"/>
                    <a:gd name="T47" fmla="*/ 31 h 37"/>
                    <a:gd name="T48" fmla="*/ 33 w 37"/>
                    <a:gd name="T49" fmla="*/ 28 h 37"/>
                    <a:gd name="T50" fmla="*/ 32 w 37"/>
                    <a:gd name="T51" fmla="*/ 25 h 37"/>
                    <a:gd name="T52" fmla="*/ 35 w 37"/>
                    <a:gd name="T53" fmla="*/ 24 h 37"/>
                    <a:gd name="T54" fmla="*/ 37 w 37"/>
                    <a:gd name="T55" fmla="*/ 22 h 37"/>
                    <a:gd name="T56" fmla="*/ 36 w 37"/>
                    <a:gd name="T57" fmla="*/ 19 h 37"/>
                    <a:gd name="T58" fmla="*/ 34 w 37"/>
                    <a:gd name="T59" fmla="*/ 17 h 37"/>
                    <a:gd name="T60" fmla="*/ 35 w 37"/>
                    <a:gd name="T61" fmla="*/ 15 h 37"/>
                    <a:gd name="T62" fmla="*/ 36 w 37"/>
                    <a:gd name="T63" fmla="*/ 12 h 37"/>
                    <a:gd name="T64" fmla="*/ 34 w 37"/>
                    <a:gd name="T65" fmla="*/ 11 h 37"/>
                    <a:gd name="T66" fmla="*/ 31 w 37"/>
                    <a:gd name="T67" fmla="*/ 9 h 37"/>
                    <a:gd name="T68" fmla="*/ 32 w 37"/>
                    <a:gd name="T69" fmla="*/ 7 h 37"/>
                    <a:gd name="T70" fmla="*/ 31 w 37"/>
                    <a:gd name="T71" fmla="*/ 4 h 37"/>
                    <a:gd name="T72" fmla="*/ 28 w 37"/>
                    <a:gd name="T73" fmla="*/ 4 h 37"/>
                    <a:gd name="T74" fmla="*/ 25 w 37"/>
                    <a:gd name="T75" fmla="*/ 4 h 37"/>
                    <a:gd name="T76" fmla="*/ 25 w 37"/>
                    <a:gd name="T77" fmla="*/ 2 h 37"/>
                    <a:gd name="T78" fmla="*/ 22 w 37"/>
                    <a:gd name="T79" fmla="*/ 0 h 37"/>
                    <a:gd name="T80" fmla="*/ 20 w 37"/>
                    <a:gd name="T81" fmla="*/ 1 h 37"/>
                    <a:gd name="T82" fmla="*/ 17 w 37"/>
                    <a:gd name="T83" fmla="*/ 3 h 37"/>
                    <a:gd name="T84" fmla="*/ 16 w 37"/>
                    <a:gd name="T85" fmla="*/ 1 h 37"/>
                    <a:gd name="T86" fmla="*/ 13 w 37"/>
                    <a:gd name="T87" fmla="*/ 0 h 37"/>
                    <a:gd name="T88" fmla="*/ 11 w 37"/>
                    <a:gd name="T89" fmla="*/ 3 h 37"/>
                    <a:gd name="T90" fmla="*/ 10 w 37"/>
                    <a:gd name="T91" fmla="*/ 6 h 37"/>
                    <a:gd name="T92" fmla="*/ 8 w 37"/>
                    <a:gd name="T93" fmla="*/ 5 h 37"/>
                    <a:gd name="T94" fmla="*/ 5 w 37"/>
                    <a:gd name="T95" fmla="*/ 6 h 37"/>
                    <a:gd name="T96" fmla="*/ 4 w 37"/>
                    <a:gd name="T97" fmla="*/ 9 h 37"/>
                    <a:gd name="T98" fmla="*/ 15 w 37"/>
                    <a:gd name="T99" fmla="*/ 8 h 37"/>
                    <a:gd name="T100" fmla="*/ 29 w 37"/>
                    <a:gd name="T101" fmla="*/ 15 h 37"/>
                    <a:gd name="T102" fmla="*/ 22 w 37"/>
                    <a:gd name="T103" fmla="*/ 29 h 37"/>
                    <a:gd name="T104" fmla="*/ 8 w 37"/>
                    <a:gd name="T105" fmla="*/ 22 h 37"/>
                    <a:gd name="T106" fmla="*/ 15 w 37"/>
                    <a:gd name="T107" fmla="*/ 8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</a:cxnLst>
                  <a:rect l="0" t="0" r="r" b="b"/>
                  <a:pathLst>
                    <a:path w="37" h="37">
                      <a:moveTo>
                        <a:pt x="4" y="9"/>
                      </a:moveTo>
                      <a:cubicBezTo>
                        <a:pt x="5" y="9"/>
                        <a:pt x="5" y="11"/>
                        <a:pt x="5" y="12"/>
                      </a:cubicBezTo>
                      <a:cubicBezTo>
                        <a:pt x="4" y="12"/>
                        <a:pt x="3" y="12"/>
                        <a:pt x="2" y="12"/>
                      </a:cubicBezTo>
                      <a:cubicBezTo>
                        <a:pt x="1" y="12"/>
                        <a:pt x="0" y="13"/>
                        <a:pt x="0" y="14"/>
                      </a:cubicBezTo>
                      <a:cubicBezTo>
                        <a:pt x="0" y="16"/>
                        <a:pt x="0" y="17"/>
                        <a:pt x="1" y="17"/>
                      </a:cubicBezTo>
                      <a:cubicBezTo>
                        <a:pt x="2" y="17"/>
                        <a:pt x="3" y="19"/>
                        <a:pt x="3" y="20"/>
                      </a:cubicBezTo>
                      <a:cubicBezTo>
                        <a:pt x="3" y="20"/>
                        <a:pt x="2" y="21"/>
                        <a:pt x="2" y="21"/>
                      </a:cubicBezTo>
                      <a:cubicBezTo>
                        <a:pt x="1" y="21"/>
                        <a:pt x="0" y="23"/>
                        <a:pt x="1" y="24"/>
                      </a:cubicBezTo>
                      <a:cubicBezTo>
                        <a:pt x="1" y="25"/>
                        <a:pt x="2" y="26"/>
                        <a:pt x="3" y="26"/>
                      </a:cubicBezTo>
                      <a:cubicBezTo>
                        <a:pt x="4" y="26"/>
                        <a:pt x="5" y="26"/>
                        <a:pt x="5" y="26"/>
                      </a:cubicBezTo>
                      <a:cubicBezTo>
                        <a:pt x="6" y="27"/>
                        <a:pt x="6" y="28"/>
                        <a:pt x="5" y="29"/>
                      </a:cubicBezTo>
                      <a:cubicBezTo>
                        <a:pt x="5" y="30"/>
                        <a:pt x="5" y="31"/>
                        <a:pt x="6" y="32"/>
                      </a:cubicBezTo>
                      <a:cubicBezTo>
                        <a:pt x="7" y="33"/>
                        <a:pt x="8" y="33"/>
                        <a:pt x="9" y="33"/>
                      </a:cubicBezTo>
                      <a:cubicBezTo>
                        <a:pt x="10" y="32"/>
                        <a:pt x="11" y="32"/>
                        <a:pt x="12" y="32"/>
                      </a:cubicBezTo>
                      <a:cubicBezTo>
                        <a:pt x="12" y="32"/>
                        <a:pt x="13" y="33"/>
                        <a:pt x="12" y="34"/>
                      </a:cubicBezTo>
                      <a:cubicBezTo>
                        <a:pt x="12" y="35"/>
                        <a:pt x="13" y="36"/>
                        <a:pt x="15" y="37"/>
                      </a:cubicBezTo>
                      <a:cubicBezTo>
                        <a:pt x="16" y="37"/>
                        <a:pt x="17" y="36"/>
                        <a:pt x="17" y="35"/>
                      </a:cubicBezTo>
                      <a:cubicBezTo>
                        <a:pt x="18" y="34"/>
                        <a:pt x="19" y="34"/>
                        <a:pt x="20" y="34"/>
                      </a:cubicBezTo>
                      <a:cubicBezTo>
                        <a:pt x="20" y="34"/>
                        <a:pt x="21" y="34"/>
                        <a:pt x="21" y="35"/>
                      </a:cubicBezTo>
                      <a:cubicBezTo>
                        <a:pt x="22" y="36"/>
                        <a:pt x="23" y="37"/>
                        <a:pt x="24" y="36"/>
                      </a:cubicBezTo>
                      <a:cubicBezTo>
                        <a:pt x="26" y="36"/>
                        <a:pt x="26" y="35"/>
                        <a:pt x="26" y="34"/>
                      </a:cubicBezTo>
                      <a:cubicBezTo>
                        <a:pt x="26" y="33"/>
                        <a:pt x="27" y="31"/>
                        <a:pt x="27" y="31"/>
                      </a:cubicBezTo>
                      <a:cubicBezTo>
                        <a:pt x="28" y="31"/>
                        <a:pt x="29" y="31"/>
                        <a:pt x="29" y="32"/>
                      </a:cubicBezTo>
                      <a:cubicBezTo>
                        <a:pt x="30" y="32"/>
                        <a:pt x="32" y="32"/>
                        <a:pt x="32" y="31"/>
                      </a:cubicBezTo>
                      <a:cubicBezTo>
                        <a:pt x="33" y="30"/>
                        <a:pt x="34" y="28"/>
                        <a:pt x="33" y="28"/>
                      </a:cubicBezTo>
                      <a:cubicBezTo>
                        <a:pt x="32" y="27"/>
                        <a:pt x="32" y="25"/>
                        <a:pt x="32" y="25"/>
                      </a:cubicBezTo>
                      <a:cubicBezTo>
                        <a:pt x="33" y="24"/>
                        <a:pt x="34" y="24"/>
                        <a:pt x="35" y="24"/>
                      </a:cubicBezTo>
                      <a:cubicBezTo>
                        <a:pt x="36" y="24"/>
                        <a:pt x="37" y="24"/>
                        <a:pt x="37" y="22"/>
                      </a:cubicBezTo>
                      <a:cubicBezTo>
                        <a:pt x="37" y="21"/>
                        <a:pt x="37" y="20"/>
                        <a:pt x="36" y="19"/>
                      </a:cubicBezTo>
                      <a:cubicBezTo>
                        <a:pt x="35" y="19"/>
                        <a:pt x="34" y="18"/>
                        <a:pt x="34" y="17"/>
                      </a:cubicBezTo>
                      <a:cubicBezTo>
                        <a:pt x="34" y="16"/>
                        <a:pt x="35" y="16"/>
                        <a:pt x="35" y="15"/>
                      </a:cubicBezTo>
                      <a:cubicBezTo>
                        <a:pt x="36" y="15"/>
                        <a:pt x="37" y="14"/>
                        <a:pt x="36" y="12"/>
                      </a:cubicBezTo>
                      <a:cubicBezTo>
                        <a:pt x="36" y="11"/>
                        <a:pt x="35" y="10"/>
                        <a:pt x="34" y="11"/>
                      </a:cubicBezTo>
                      <a:cubicBezTo>
                        <a:pt x="33" y="11"/>
                        <a:pt x="31" y="10"/>
                        <a:pt x="31" y="9"/>
                      </a:cubicBezTo>
                      <a:cubicBezTo>
                        <a:pt x="31" y="9"/>
                        <a:pt x="31" y="8"/>
                        <a:pt x="32" y="7"/>
                      </a:cubicBezTo>
                      <a:cubicBezTo>
                        <a:pt x="32" y="7"/>
                        <a:pt x="32" y="5"/>
                        <a:pt x="31" y="4"/>
                      </a:cubicBezTo>
                      <a:cubicBezTo>
                        <a:pt x="30" y="3"/>
                        <a:pt x="29" y="3"/>
                        <a:pt x="28" y="4"/>
                      </a:cubicBezTo>
                      <a:cubicBezTo>
                        <a:pt x="27" y="5"/>
                        <a:pt x="26" y="5"/>
                        <a:pt x="25" y="4"/>
                      </a:cubicBezTo>
                      <a:cubicBezTo>
                        <a:pt x="25" y="4"/>
                        <a:pt x="24" y="3"/>
                        <a:pt x="25" y="2"/>
                      </a:cubicBezTo>
                      <a:cubicBezTo>
                        <a:pt x="25" y="1"/>
                        <a:pt x="24" y="0"/>
                        <a:pt x="22" y="0"/>
                      </a:cubicBezTo>
                      <a:cubicBezTo>
                        <a:pt x="21" y="0"/>
                        <a:pt x="20" y="0"/>
                        <a:pt x="20" y="1"/>
                      </a:cubicBezTo>
                      <a:cubicBezTo>
                        <a:pt x="19" y="2"/>
                        <a:pt x="18" y="3"/>
                        <a:pt x="17" y="3"/>
                      </a:cubicBezTo>
                      <a:cubicBezTo>
                        <a:pt x="17" y="3"/>
                        <a:pt x="16" y="2"/>
                        <a:pt x="16" y="1"/>
                      </a:cubicBezTo>
                      <a:cubicBezTo>
                        <a:pt x="15" y="0"/>
                        <a:pt x="14" y="0"/>
                        <a:pt x="13" y="0"/>
                      </a:cubicBezTo>
                      <a:cubicBezTo>
                        <a:pt x="11" y="1"/>
                        <a:pt x="11" y="2"/>
                        <a:pt x="11" y="3"/>
                      </a:cubicBezTo>
                      <a:cubicBezTo>
                        <a:pt x="11" y="4"/>
                        <a:pt x="10" y="5"/>
                        <a:pt x="10" y="6"/>
                      </a:cubicBezTo>
                      <a:cubicBezTo>
                        <a:pt x="9" y="6"/>
                        <a:pt x="8" y="6"/>
                        <a:pt x="8" y="5"/>
                      </a:cubicBezTo>
                      <a:cubicBezTo>
                        <a:pt x="7" y="4"/>
                        <a:pt x="5" y="5"/>
                        <a:pt x="5" y="6"/>
                      </a:cubicBezTo>
                      <a:cubicBezTo>
                        <a:pt x="4" y="7"/>
                        <a:pt x="3" y="8"/>
                        <a:pt x="4" y="9"/>
                      </a:cubicBezTo>
                      <a:close/>
                      <a:moveTo>
                        <a:pt x="15" y="8"/>
                      </a:moveTo>
                      <a:cubicBezTo>
                        <a:pt x="21" y="6"/>
                        <a:pt x="27" y="9"/>
                        <a:pt x="29" y="15"/>
                      </a:cubicBezTo>
                      <a:cubicBezTo>
                        <a:pt x="31" y="21"/>
                        <a:pt x="27" y="27"/>
                        <a:pt x="22" y="29"/>
                      </a:cubicBezTo>
                      <a:cubicBezTo>
                        <a:pt x="16" y="30"/>
                        <a:pt x="10" y="27"/>
                        <a:pt x="8" y="22"/>
                      </a:cubicBezTo>
                      <a:cubicBezTo>
                        <a:pt x="6" y="16"/>
                        <a:pt x="10" y="10"/>
                        <a:pt x="15" y="8"/>
                      </a:cubicBezTo>
                      <a:close/>
                    </a:path>
                  </a:pathLst>
                </a:custGeom>
                <a:solidFill>
                  <a:srgbClr val="43C5A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425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8" name="Freeform 303"/>
                <p:cNvSpPr>
                  <a:spLocks noEditPoints="1"/>
                </p:cNvSpPr>
                <p:nvPr/>
              </p:nvSpPr>
              <p:spPr bwMode="auto">
                <a:xfrm>
                  <a:off x="5084763" y="1111250"/>
                  <a:ext cx="109538" cy="104775"/>
                </a:xfrm>
                <a:custGeom>
                  <a:avLst/>
                  <a:gdLst>
                    <a:gd name="T0" fmla="*/ 3 w 29"/>
                    <a:gd name="T1" fmla="*/ 7 h 28"/>
                    <a:gd name="T2" fmla="*/ 4 w 29"/>
                    <a:gd name="T3" fmla="*/ 9 h 28"/>
                    <a:gd name="T4" fmla="*/ 2 w 29"/>
                    <a:gd name="T5" fmla="*/ 9 h 28"/>
                    <a:gd name="T6" fmla="*/ 0 w 29"/>
                    <a:gd name="T7" fmla="*/ 11 h 28"/>
                    <a:gd name="T8" fmla="*/ 1 w 29"/>
                    <a:gd name="T9" fmla="*/ 13 h 28"/>
                    <a:gd name="T10" fmla="*/ 3 w 29"/>
                    <a:gd name="T11" fmla="*/ 15 h 28"/>
                    <a:gd name="T12" fmla="*/ 1 w 29"/>
                    <a:gd name="T13" fmla="*/ 16 h 28"/>
                    <a:gd name="T14" fmla="*/ 1 w 29"/>
                    <a:gd name="T15" fmla="*/ 19 h 28"/>
                    <a:gd name="T16" fmla="*/ 3 w 29"/>
                    <a:gd name="T17" fmla="*/ 20 h 28"/>
                    <a:gd name="T18" fmla="*/ 4 w 29"/>
                    <a:gd name="T19" fmla="*/ 20 h 28"/>
                    <a:gd name="T20" fmla="*/ 4 w 29"/>
                    <a:gd name="T21" fmla="*/ 23 h 28"/>
                    <a:gd name="T22" fmla="*/ 5 w 29"/>
                    <a:gd name="T23" fmla="*/ 25 h 28"/>
                    <a:gd name="T24" fmla="*/ 7 w 29"/>
                    <a:gd name="T25" fmla="*/ 25 h 28"/>
                    <a:gd name="T26" fmla="*/ 9 w 29"/>
                    <a:gd name="T27" fmla="*/ 25 h 28"/>
                    <a:gd name="T28" fmla="*/ 10 w 29"/>
                    <a:gd name="T29" fmla="*/ 27 h 28"/>
                    <a:gd name="T30" fmla="*/ 11 w 29"/>
                    <a:gd name="T31" fmla="*/ 28 h 28"/>
                    <a:gd name="T32" fmla="*/ 13 w 29"/>
                    <a:gd name="T33" fmla="*/ 27 h 28"/>
                    <a:gd name="T34" fmla="*/ 15 w 29"/>
                    <a:gd name="T35" fmla="*/ 26 h 28"/>
                    <a:gd name="T36" fmla="*/ 17 w 29"/>
                    <a:gd name="T37" fmla="*/ 27 h 28"/>
                    <a:gd name="T38" fmla="*/ 19 w 29"/>
                    <a:gd name="T39" fmla="*/ 28 h 28"/>
                    <a:gd name="T40" fmla="*/ 20 w 29"/>
                    <a:gd name="T41" fmla="*/ 26 h 28"/>
                    <a:gd name="T42" fmla="*/ 21 w 29"/>
                    <a:gd name="T43" fmla="*/ 24 h 28"/>
                    <a:gd name="T44" fmla="*/ 23 w 29"/>
                    <a:gd name="T45" fmla="*/ 24 h 28"/>
                    <a:gd name="T46" fmla="*/ 25 w 29"/>
                    <a:gd name="T47" fmla="*/ 24 h 28"/>
                    <a:gd name="T48" fmla="*/ 25 w 29"/>
                    <a:gd name="T49" fmla="*/ 21 h 28"/>
                    <a:gd name="T50" fmla="*/ 25 w 29"/>
                    <a:gd name="T51" fmla="*/ 19 h 28"/>
                    <a:gd name="T52" fmla="*/ 27 w 29"/>
                    <a:gd name="T53" fmla="*/ 19 h 28"/>
                    <a:gd name="T54" fmla="*/ 29 w 29"/>
                    <a:gd name="T55" fmla="*/ 17 h 28"/>
                    <a:gd name="T56" fmla="*/ 28 w 29"/>
                    <a:gd name="T57" fmla="*/ 15 h 28"/>
                    <a:gd name="T58" fmla="*/ 26 w 29"/>
                    <a:gd name="T59" fmla="*/ 13 h 28"/>
                    <a:gd name="T60" fmla="*/ 27 w 29"/>
                    <a:gd name="T61" fmla="*/ 12 h 28"/>
                    <a:gd name="T62" fmla="*/ 28 w 29"/>
                    <a:gd name="T63" fmla="*/ 10 h 28"/>
                    <a:gd name="T64" fmla="*/ 26 w 29"/>
                    <a:gd name="T65" fmla="*/ 8 h 28"/>
                    <a:gd name="T66" fmla="*/ 24 w 29"/>
                    <a:gd name="T67" fmla="*/ 7 h 28"/>
                    <a:gd name="T68" fmla="*/ 25 w 29"/>
                    <a:gd name="T69" fmla="*/ 6 h 28"/>
                    <a:gd name="T70" fmla="*/ 24 w 29"/>
                    <a:gd name="T71" fmla="*/ 3 h 28"/>
                    <a:gd name="T72" fmla="*/ 22 w 29"/>
                    <a:gd name="T73" fmla="*/ 3 h 28"/>
                    <a:gd name="T74" fmla="*/ 19 w 29"/>
                    <a:gd name="T75" fmla="*/ 3 h 28"/>
                    <a:gd name="T76" fmla="*/ 19 w 29"/>
                    <a:gd name="T77" fmla="*/ 2 h 28"/>
                    <a:gd name="T78" fmla="*/ 17 w 29"/>
                    <a:gd name="T79" fmla="*/ 0 h 28"/>
                    <a:gd name="T80" fmla="*/ 15 w 29"/>
                    <a:gd name="T81" fmla="*/ 1 h 28"/>
                    <a:gd name="T82" fmla="*/ 13 w 29"/>
                    <a:gd name="T83" fmla="*/ 2 h 28"/>
                    <a:gd name="T84" fmla="*/ 12 w 29"/>
                    <a:gd name="T85" fmla="*/ 1 h 28"/>
                    <a:gd name="T86" fmla="*/ 10 w 29"/>
                    <a:gd name="T87" fmla="*/ 0 h 28"/>
                    <a:gd name="T88" fmla="*/ 9 w 29"/>
                    <a:gd name="T89" fmla="*/ 2 h 28"/>
                    <a:gd name="T90" fmla="*/ 8 w 29"/>
                    <a:gd name="T91" fmla="*/ 4 h 28"/>
                    <a:gd name="T92" fmla="*/ 6 w 29"/>
                    <a:gd name="T93" fmla="*/ 4 h 28"/>
                    <a:gd name="T94" fmla="*/ 4 w 29"/>
                    <a:gd name="T95" fmla="*/ 4 h 28"/>
                    <a:gd name="T96" fmla="*/ 3 w 29"/>
                    <a:gd name="T97" fmla="*/ 7 h 28"/>
                    <a:gd name="T98" fmla="*/ 12 w 29"/>
                    <a:gd name="T99" fmla="*/ 6 h 28"/>
                    <a:gd name="T100" fmla="*/ 22 w 29"/>
                    <a:gd name="T101" fmla="*/ 12 h 28"/>
                    <a:gd name="T102" fmla="*/ 17 w 29"/>
                    <a:gd name="T103" fmla="*/ 22 h 28"/>
                    <a:gd name="T104" fmla="*/ 6 w 29"/>
                    <a:gd name="T105" fmla="*/ 17 h 28"/>
                    <a:gd name="T106" fmla="*/ 12 w 29"/>
                    <a:gd name="T107" fmla="*/ 6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</a:cxnLst>
                  <a:rect l="0" t="0" r="r" b="b"/>
                  <a:pathLst>
                    <a:path w="29" h="28">
                      <a:moveTo>
                        <a:pt x="3" y="7"/>
                      </a:moveTo>
                      <a:cubicBezTo>
                        <a:pt x="4" y="7"/>
                        <a:pt x="4" y="9"/>
                        <a:pt x="4" y="9"/>
                      </a:cubicBezTo>
                      <a:cubicBezTo>
                        <a:pt x="4" y="9"/>
                        <a:pt x="3" y="10"/>
                        <a:pt x="2" y="9"/>
                      </a:cubicBezTo>
                      <a:cubicBezTo>
                        <a:pt x="1" y="9"/>
                        <a:pt x="0" y="10"/>
                        <a:pt x="0" y="11"/>
                      </a:cubicBezTo>
                      <a:cubicBezTo>
                        <a:pt x="0" y="12"/>
                        <a:pt x="0" y="13"/>
                        <a:pt x="1" y="13"/>
                      </a:cubicBezTo>
                      <a:cubicBezTo>
                        <a:pt x="2" y="13"/>
                        <a:pt x="3" y="15"/>
                        <a:pt x="3" y="15"/>
                      </a:cubicBezTo>
                      <a:cubicBezTo>
                        <a:pt x="3" y="16"/>
                        <a:pt x="2" y="16"/>
                        <a:pt x="1" y="16"/>
                      </a:cubicBezTo>
                      <a:cubicBezTo>
                        <a:pt x="1" y="17"/>
                        <a:pt x="0" y="18"/>
                        <a:pt x="1" y="19"/>
                      </a:cubicBezTo>
                      <a:cubicBezTo>
                        <a:pt x="1" y="20"/>
                        <a:pt x="2" y="20"/>
                        <a:pt x="3" y="20"/>
                      </a:cubicBezTo>
                      <a:cubicBezTo>
                        <a:pt x="3" y="20"/>
                        <a:pt x="4" y="20"/>
                        <a:pt x="4" y="20"/>
                      </a:cubicBezTo>
                      <a:cubicBezTo>
                        <a:pt x="4" y="21"/>
                        <a:pt x="5" y="22"/>
                        <a:pt x="4" y="23"/>
                      </a:cubicBezTo>
                      <a:cubicBezTo>
                        <a:pt x="4" y="23"/>
                        <a:pt x="4" y="24"/>
                        <a:pt x="5" y="25"/>
                      </a:cubicBezTo>
                      <a:cubicBezTo>
                        <a:pt x="5" y="26"/>
                        <a:pt x="7" y="26"/>
                        <a:pt x="7" y="25"/>
                      </a:cubicBezTo>
                      <a:cubicBezTo>
                        <a:pt x="8" y="25"/>
                        <a:pt x="9" y="25"/>
                        <a:pt x="9" y="25"/>
                      </a:cubicBezTo>
                      <a:cubicBezTo>
                        <a:pt x="10" y="25"/>
                        <a:pt x="10" y="26"/>
                        <a:pt x="10" y="27"/>
                      </a:cubicBezTo>
                      <a:cubicBezTo>
                        <a:pt x="10" y="27"/>
                        <a:pt x="10" y="28"/>
                        <a:pt x="11" y="28"/>
                      </a:cubicBezTo>
                      <a:cubicBezTo>
                        <a:pt x="12" y="28"/>
                        <a:pt x="13" y="28"/>
                        <a:pt x="13" y="27"/>
                      </a:cubicBezTo>
                      <a:cubicBezTo>
                        <a:pt x="14" y="27"/>
                        <a:pt x="15" y="26"/>
                        <a:pt x="15" y="26"/>
                      </a:cubicBezTo>
                      <a:cubicBezTo>
                        <a:pt x="16" y="26"/>
                        <a:pt x="16" y="26"/>
                        <a:pt x="17" y="27"/>
                      </a:cubicBezTo>
                      <a:cubicBezTo>
                        <a:pt x="17" y="28"/>
                        <a:pt x="18" y="28"/>
                        <a:pt x="19" y="28"/>
                      </a:cubicBezTo>
                      <a:cubicBezTo>
                        <a:pt x="20" y="28"/>
                        <a:pt x="20" y="27"/>
                        <a:pt x="20" y="26"/>
                      </a:cubicBezTo>
                      <a:cubicBezTo>
                        <a:pt x="20" y="25"/>
                        <a:pt x="21" y="24"/>
                        <a:pt x="21" y="24"/>
                      </a:cubicBezTo>
                      <a:cubicBezTo>
                        <a:pt x="21" y="24"/>
                        <a:pt x="22" y="24"/>
                        <a:pt x="23" y="24"/>
                      </a:cubicBezTo>
                      <a:cubicBezTo>
                        <a:pt x="23" y="25"/>
                        <a:pt x="24" y="25"/>
                        <a:pt x="25" y="24"/>
                      </a:cubicBezTo>
                      <a:cubicBezTo>
                        <a:pt x="26" y="23"/>
                        <a:pt x="26" y="22"/>
                        <a:pt x="25" y="21"/>
                      </a:cubicBezTo>
                      <a:cubicBezTo>
                        <a:pt x="25" y="21"/>
                        <a:pt x="25" y="20"/>
                        <a:pt x="25" y="19"/>
                      </a:cubicBezTo>
                      <a:cubicBezTo>
                        <a:pt x="25" y="19"/>
                        <a:pt x="26" y="19"/>
                        <a:pt x="27" y="19"/>
                      </a:cubicBezTo>
                      <a:cubicBezTo>
                        <a:pt x="28" y="19"/>
                        <a:pt x="28" y="18"/>
                        <a:pt x="29" y="17"/>
                      </a:cubicBezTo>
                      <a:cubicBezTo>
                        <a:pt x="29" y="16"/>
                        <a:pt x="28" y="15"/>
                        <a:pt x="28" y="15"/>
                      </a:cubicBezTo>
                      <a:cubicBezTo>
                        <a:pt x="27" y="15"/>
                        <a:pt x="26" y="14"/>
                        <a:pt x="26" y="13"/>
                      </a:cubicBezTo>
                      <a:cubicBezTo>
                        <a:pt x="26" y="13"/>
                        <a:pt x="27" y="12"/>
                        <a:pt x="27" y="12"/>
                      </a:cubicBezTo>
                      <a:cubicBezTo>
                        <a:pt x="28" y="12"/>
                        <a:pt x="28" y="11"/>
                        <a:pt x="28" y="10"/>
                      </a:cubicBezTo>
                      <a:cubicBezTo>
                        <a:pt x="28" y="9"/>
                        <a:pt x="27" y="8"/>
                        <a:pt x="26" y="8"/>
                      </a:cubicBezTo>
                      <a:cubicBezTo>
                        <a:pt x="26" y="9"/>
                        <a:pt x="24" y="8"/>
                        <a:pt x="24" y="7"/>
                      </a:cubicBezTo>
                      <a:cubicBezTo>
                        <a:pt x="24" y="7"/>
                        <a:pt x="24" y="6"/>
                        <a:pt x="25" y="6"/>
                      </a:cubicBezTo>
                      <a:cubicBezTo>
                        <a:pt x="25" y="5"/>
                        <a:pt x="25" y="4"/>
                        <a:pt x="24" y="3"/>
                      </a:cubicBezTo>
                      <a:cubicBezTo>
                        <a:pt x="23" y="3"/>
                        <a:pt x="22" y="3"/>
                        <a:pt x="22" y="3"/>
                      </a:cubicBezTo>
                      <a:cubicBezTo>
                        <a:pt x="21" y="4"/>
                        <a:pt x="20" y="4"/>
                        <a:pt x="19" y="3"/>
                      </a:cubicBezTo>
                      <a:cubicBezTo>
                        <a:pt x="19" y="3"/>
                        <a:pt x="19" y="2"/>
                        <a:pt x="19" y="2"/>
                      </a:cubicBezTo>
                      <a:cubicBezTo>
                        <a:pt x="19" y="1"/>
                        <a:pt x="18" y="0"/>
                        <a:pt x="17" y="0"/>
                      </a:cubicBezTo>
                      <a:cubicBezTo>
                        <a:pt x="16" y="0"/>
                        <a:pt x="15" y="0"/>
                        <a:pt x="15" y="1"/>
                      </a:cubicBezTo>
                      <a:cubicBezTo>
                        <a:pt x="15" y="2"/>
                        <a:pt x="14" y="2"/>
                        <a:pt x="13" y="2"/>
                      </a:cubicBezTo>
                      <a:cubicBezTo>
                        <a:pt x="13" y="2"/>
                        <a:pt x="12" y="2"/>
                        <a:pt x="12" y="1"/>
                      </a:cubicBezTo>
                      <a:cubicBezTo>
                        <a:pt x="12" y="0"/>
                        <a:pt x="11" y="0"/>
                        <a:pt x="10" y="0"/>
                      </a:cubicBezTo>
                      <a:cubicBezTo>
                        <a:pt x="9" y="1"/>
                        <a:pt x="8" y="2"/>
                        <a:pt x="9" y="2"/>
                      </a:cubicBezTo>
                      <a:cubicBezTo>
                        <a:pt x="9" y="3"/>
                        <a:pt x="8" y="4"/>
                        <a:pt x="8" y="4"/>
                      </a:cubicBezTo>
                      <a:cubicBezTo>
                        <a:pt x="7" y="5"/>
                        <a:pt x="7" y="4"/>
                        <a:pt x="6" y="4"/>
                      </a:cubicBezTo>
                      <a:cubicBezTo>
                        <a:pt x="5" y="3"/>
                        <a:pt x="4" y="4"/>
                        <a:pt x="4" y="4"/>
                      </a:cubicBezTo>
                      <a:cubicBezTo>
                        <a:pt x="3" y="5"/>
                        <a:pt x="3" y="6"/>
                        <a:pt x="3" y="7"/>
                      </a:cubicBezTo>
                      <a:close/>
                      <a:moveTo>
                        <a:pt x="12" y="6"/>
                      </a:moveTo>
                      <a:cubicBezTo>
                        <a:pt x="16" y="5"/>
                        <a:pt x="21" y="7"/>
                        <a:pt x="22" y="12"/>
                      </a:cubicBezTo>
                      <a:cubicBezTo>
                        <a:pt x="24" y="16"/>
                        <a:pt x="21" y="21"/>
                        <a:pt x="17" y="22"/>
                      </a:cubicBezTo>
                      <a:cubicBezTo>
                        <a:pt x="13" y="23"/>
                        <a:pt x="8" y="21"/>
                        <a:pt x="6" y="17"/>
                      </a:cubicBezTo>
                      <a:cubicBezTo>
                        <a:pt x="5" y="12"/>
                        <a:pt x="7" y="8"/>
                        <a:pt x="12" y="6"/>
                      </a:cubicBezTo>
                      <a:close/>
                    </a:path>
                  </a:pathLst>
                </a:custGeom>
                <a:solidFill>
                  <a:srgbClr val="43C5A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425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</p:grpSp>
        <p:sp>
          <p:nvSpPr>
            <p:cNvPr id="43" name="矩形 42"/>
            <p:cNvSpPr/>
            <p:nvPr/>
          </p:nvSpPr>
          <p:spPr>
            <a:xfrm>
              <a:off x="7367116" y="916528"/>
              <a:ext cx="996247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PART 02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 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9" name="组合 48"/>
          <p:cNvGrpSpPr/>
          <p:nvPr userDrawn="1"/>
        </p:nvGrpSpPr>
        <p:grpSpPr>
          <a:xfrm>
            <a:off x="8957777" y="285728"/>
            <a:ext cx="996377" cy="1000132"/>
            <a:chOff x="8563703" y="285728"/>
            <a:chExt cx="996247" cy="1000132"/>
          </a:xfrm>
        </p:grpSpPr>
        <p:grpSp>
          <p:nvGrpSpPr>
            <p:cNvPr id="50" name="组合 55"/>
            <p:cNvGrpSpPr/>
            <p:nvPr/>
          </p:nvGrpSpPr>
          <p:grpSpPr>
            <a:xfrm>
              <a:off x="8762966" y="285728"/>
              <a:ext cx="597720" cy="597720"/>
              <a:chOff x="6494501" y="4230044"/>
              <a:chExt cx="696763" cy="696763"/>
            </a:xfrm>
          </p:grpSpPr>
          <p:sp>
            <p:nvSpPr>
              <p:cNvPr id="52" name="椭圆 51"/>
              <p:cNvSpPr/>
              <p:nvPr/>
            </p:nvSpPr>
            <p:spPr>
              <a:xfrm>
                <a:off x="6494501" y="4230044"/>
                <a:ext cx="696763" cy="696763"/>
              </a:xfrm>
              <a:prstGeom prst="ellipse">
                <a:avLst/>
              </a:prstGeom>
              <a:solidFill>
                <a:srgbClr val="EEEEEE"/>
              </a:solidFill>
              <a:ln>
                <a:solidFill>
                  <a:schemeClr val="bg1"/>
                </a:solidFill>
              </a:ln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25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3" name="任意多边形 52"/>
              <p:cNvSpPr/>
              <p:nvPr/>
            </p:nvSpPr>
            <p:spPr bwMode="auto">
              <a:xfrm>
                <a:off x="6609467" y="4389660"/>
                <a:ext cx="488930" cy="374848"/>
              </a:xfrm>
              <a:custGeom>
                <a:avLst/>
                <a:gdLst>
                  <a:gd name="connsiteX0" fmla="*/ 14829 w 563476"/>
                  <a:gd name="connsiteY0" fmla="*/ 416347 h 432000"/>
                  <a:gd name="connsiteX1" fmla="*/ 556062 w 563476"/>
                  <a:gd name="connsiteY1" fmla="*/ 416347 h 432000"/>
                  <a:gd name="connsiteX2" fmla="*/ 563476 w 563476"/>
                  <a:gd name="connsiteY2" fmla="*/ 424174 h 432000"/>
                  <a:gd name="connsiteX3" fmla="*/ 556062 w 563476"/>
                  <a:gd name="connsiteY3" fmla="*/ 432000 h 432000"/>
                  <a:gd name="connsiteX4" fmla="*/ 14829 w 563476"/>
                  <a:gd name="connsiteY4" fmla="*/ 432000 h 432000"/>
                  <a:gd name="connsiteX5" fmla="*/ 0 w 563476"/>
                  <a:gd name="connsiteY5" fmla="*/ 424174 h 432000"/>
                  <a:gd name="connsiteX6" fmla="*/ 14829 w 563476"/>
                  <a:gd name="connsiteY6" fmla="*/ 416347 h 432000"/>
                  <a:gd name="connsiteX7" fmla="*/ 428869 w 563476"/>
                  <a:gd name="connsiteY7" fmla="*/ 200347 h 432000"/>
                  <a:gd name="connsiteX8" fmla="*/ 510260 w 563476"/>
                  <a:gd name="connsiteY8" fmla="*/ 200347 h 432000"/>
                  <a:gd name="connsiteX9" fmla="*/ 510260 w 563476"/>
                  <a:gd name="connsiteY9" fmla="*/ 372521 h 432000"/>
                  <a:gd name="connsiteX10" fmla="*/ 428869 w 563476"/>
                  <a:gd name="connsiteY10" fmla="*/ 372521 h 432000"/>
                  <a:gd name="connsiteX11" fmla="*/ 303652 w 563476"/>
                  <a:gd name="connsiteY11" fmla="*/ 118956 h 432000"/>
                  <a:gd name="connsiteX12" fmla="*/ 385043 w 563476"/>
                  <a:gd name="connsiteY12" fmla="*/ 118956 h 432000"/>
                  <a:gd name="connsiteX13" fmla="*/ 385043 w 563476"/>
                  <a:gd name="connsiteY13" fmla="*/ 372521 h 432000"/>
                  <a:gd name="connsiteX14" fmla="*/ 303652 w 563476"/>
                  <a:gd name="connsiteY14" fmla="*/ 372521 h 432000"/>
                  <a:gd name="connsiteX15" fmla="*/ 72001 w 563476"/>
                  <a:gd name="connsiteY15" fmla="*/ 97044 h 432000"/>
                  <a:gd name="connsiteX16" fmla="*/ 153392 w 563476"/>
                  <a:gd name="connsiteY16" fmla="*/ 97044 h 432000"/>
                  <a:gd name="connsiteX17" fmla="*/ 153392 w 563476"/>
                  <a:gd name="connsiteY17" fmla="*/ 372521 h 432000"/>
                  <a:gd name="connsiteX18" fmla="*/ 72001 w 563476"/>
                  <a:gd name="connsiteY18" fmla="*/ 372521 h 432000"/>
                  <a:gd name="connsiteX19" fmla="*/ 190957 w 563476"/>
                  <a:gd name="connsiteY19" fmla="*/ 0 h 432000"/>
                  <a:gd name="connsiteX20" fmla="*/ 272348 w 563476"/>
                  <a:gd name="connsiteY20" fmla="*/ 0 h 432000"/>
                  <a:gd name="connsiteX21" fmla="*/ 272348 w 563476"/>
                  <a:gd name="connsiteY21" fmla="*/ 372521 h 432000"/>
                  <a:gd name="connsiteX22" fmla="*/ 190957 w 563476"/>
                  <a:gd name="connsiteY22" fmla="*/ 372521 h 432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63476" h="432000">
                    <a:moveTo>
                      <a:pt x="14829" y="416347"/>
                    </a:moveTo>
                    <a:cubicBezTo>
                      <a:pt x="556062" y="416347"/>
                      <a:pt x="556062" y="416347"/>
                      <a:pt x="556062" y="416347"/>
                    </a:cubicBezTo>
                    <a:cubicBezTo>
                      <a:pt x="556062" y="416347"/>
                      <a:pt x="563476" y="416347"/>
                      <a:pt x="563476" y="424174"/>
                    </a:cubicBezTo>
                    <a:cubicBezTo>
                      <a:pt x="563476" y="432000"/>
                      <a:pt x="556062" y="432000"/>
                      <a:pt x="556062" y="432000"/>
                    </a:cubicBezTo>
                    <a:lnTo>
                      <a:pt x="14829" y="432000"/>
                    </a:lnTo>
                    <a:cubicBezTo>
                      <a:pt x="7414" y="432000"/>
                      <a:pt x="0" y="432000"/>
                      <a:pt x="0" y="424174"/>
                    </a:cubicBezTo>
                    <a:cubicBezTo>
                      <a:pt x="0" y="416347"/>
                      <a:pt x="7414" y="416347"/>
                      <a:pt x="14829" y="416347"/>
                    </a:cubicBezTo>
                    <a:close/>
                    <a:moveTo>
                      <a:pt x="428869" y="200347"/>
                    </a:moveTo>
                    <a:lnTo>
                      <a:pt x="510260" y="200347"/>
                    </a:lnTo>
                    <a:lnTo>
                      <a:pt x="510260" y="372521"/>
                    </a:lnTo>
                    <a:lnTo>
                      <a:pt x="428869" y="372521"/>
                    </a:lnTo>
                    <a:close/>
                    <a:moveTo>
                      <a:pt x="303652" y="118956"/>
                    </a:moveTo>
                    <a:lnTo>
                      <a:pt x="385043" y="118956"/>
                    </a:lnTo>
                    <a:lnTo>
                      <a:pt x="385043" y="372521"/>
                    </a:lnTo>
                    <a:lnTo>
                      <a:pt x="303652" y="372521"/>
                    </a:lnTo>
                    <a:close/>
                    <a:moveTo>
                      <a:pt x="72001" y="97044"/>
                    </a:moveTo>
                    <a:lnTo>
                      <a:pt x="153392" y="97044"/>
                    </a:lnTo>
                    <a:lnTo>
                      <a:pt x="153392" y="372521"/>
                    </a:lnTo>
                    <a:lnTo>
                      <a:pt x="72001" y="372521"/>
                    </a:lnTo>
                    <a:close/>
                    <a:moveTo>
                      <a:pt x="190957" y="0"/>
                    </a:moveTo>
                    <a:lnTo>
                      <a:pt x="272348" y="0"/>
                    </a:lnTo>
                    <a:lnTo>
                      <a:pt x="272348" y="372521"/>
                    </a:lnTo>
                    <a:lnTo>
                      <a:pt x="190957" y="372521"/>
                    </a:lnTo>
                    <a:close/>
                  </a:path>
                </a:pathLst>
              </a:custGeom>
              <a:solidFill>
                <a:srgbClr val="C1D84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51" name="矩形 50"/>
            <p:cNvSpPr/>
            <p:nvPr/>
          </p:nvSpPr>
          <p:spPr>
            <a:xfrm>
              <a:off x="8563703" y="916528"/>
              <a:ext cx="996247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PART 03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 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4" name="组合 53"/>
          <p:cNvGrpSpPr/>
          <p:nvPr userDrawn="1"/>
        </p:nvGrpSpPr>
        <p:grpSpPr>
          <a:xfrm>
            <a:off x="9958040" y="285728"/>
            <a:ext cx="996377" cy="1000132"/>
            <a:chOff x="9760290" y="285728"/>
            <a:chExt cx="996247" cy="1000132"/>
          </a:xfrm>
        </p:grpSpPr>
        <p:grpSp>
          <p:nvGrpSpPr>
            <p:cNvPr id="55" name="组合 43"/>
            <p:cNvGrpSpPr/>
            <p:nvPr userDrawn="1"/>
          </p:nvGrpSpPr>
          <p:grpSpPr>
            <a:xfrm>
              <a:off x="9959552" y="285728"/>
              <a:ext cx="597720" cy="597720"/>
              <a:chOff x="4840168" y="3971584"/>
              <a:chExt cx="522572" cy="522572"/>
            </a:xfrm>
          </p:grpSpPr>
          <p:sp>
            <p:nvSpPr>
              <p:cNvPr id="57" name="椭圆 56"/>
              <p:cNvSpPr/>
              <p:nvPr userDrawn="1"/>
            </p:nvSpPr>
            <p:spPr>
              <a:xfrm>
                <a:off x="4840168" y="3971584"/>
                <a:ext cx="522572" cy="522572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bg1"/>
                </a:solidFill>
              </a:ln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25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grpSp>
            <p:nvGrpSpPr>
              <p:cNvPr id="58" name="组合 137"/>
              <p:cNvGrpSpPr/>
              <p:nvPr/>
            </p:nvGrpSpPr>
            <p:grpSpPr>
              <a:xfrm>
                <a:off x="4981491" y="4078658"/>
                <a:ext cx="239931" cy="308418"/>
                <a:chOff x="731016" y="1671338"/>
                <a:chExt cx="366231" cy="470769"/>
              </a:xfrm>
              <a:solidFill>
                <a:srgbClr val="B91F38"/>
              </a:solidFill>
            </p:grpSpPr>
            <p:sp>
              <p:nvSpPr>
                <p:cNvPr id="59" name="Freeform 108"/>
                <p:cNvSpPr/>
                <p:nvPr/>
              </p:nvSpPr>
              <p:spPr bwMode="auto">
                <a:xfrm flipH="1">
                  <a:off x="731016" y="2089492"/>
                  <a:ext cx="51922" cy="52615"/>
                </a:xfrm>
                <a:custGeom>
                  <a:avLst/>
                  <a:gdLst>
                    <a:gd name="T0" fmla="*/ 0 w 32"/>
                    <a:gd name="T1" fmla="*/ 32 h 32"/>
                    <a:gd name="T2" fmla="*/ 16 w 32"/>
                    <a:gd name="T3" fmla="*/ 32 h 32"/>
                    <a:gd name="T4" fmla="*/ 32 w 32"/>
                    <a:gd name="T5" fmla="*/ 16 h 32"/>
                    <a:gd name="T6" fmla="*/ 32 w 32"/>
                    <a:gd name="T7" fmla="*/ 0 h 32"/>
                    <a:gd name="T8" fmla="*/ 0 w 32"/>
                    <a:gd name="T9" fmla="*/ 0 h 32"/>
                    <a:gd name="T10" fmla="*/ 0 w 32"/>
                    <a:gd name="T11" fmla="*/ 32 h 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2" h="32">
                      <a:moveTo>
                        <a:pt x="0" y="32"/>
                      </a:moveTo>
                      <a:cubicBezTo>
                        <a:pt x="16" y="32"/>
                        <a:pt x="16" y="32"/>
                        <a:pt x="16" y="32"/>
                      </a:cubicBezTo>
                      <a:cubicBezTo>
                        <a:pt x="25" y="32"/>
                        <a:pt x="32" y="25"/>
                        <a:pt x="32" y="16"/>
                      </a:cubicBezTo>
                      <a:cubicBezTo>
                        <a:pt x="32" y="0"/>
                        <a:pt x="32" y="0"/>
                        <a:pt x="32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lnTo>
                        <a:pt x="0" y="32"/>
                      </a:lnTo>
                      <a:close/>
                    </a:path>
                  </a:pathLst>
                </a:custGeom>
                <a:solidFill>
                  <a:srgbClr val="FA817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121920" tIns="60960" rIns="121920" bIns="6096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l" defTabSz="1219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83" name="Freeform 109"/>
                <p:cNvSpPr>
                  <a:spLocks noEditPoints="1"/>
                </p:cNvSpPr>
                <p:nvPr/>
              </p:nvSpPr>
              <p:spPr bwMode="auto">
                <a:xfrm flipH="1">
                  <a:off x="731016" y="1671338"/>
                  <a:ext cx="366231" cy="470769"/>
                </a:xfrm>
                <a:custGeom>
                  <a:avLst/>
                  <a:gdLst>
                    <a:gd name="T0" fmla="*/ 208 w 224"/>
                    <a:gd name="T1" fmla="*/ 0 h 288"/>
                    <a:gd name="T2" fmla="*/ 16 w 224"/>
                    <a:gd name="T3" fmla="*/ 0 h 288"/>
                    <a:gd name="T4" fmla="*/ 0 w 224"/>
                    <a:gd name="T5" fmla="*/ 16 h 288"/>
                    <a:gd name="T6" fmla="*/ 0 w 224"/>
                    <a:gd name="T7" fmla="*/ 272 h 288"/>
                    <a:gd name="T8" fmla="*/ 16 w 224"/>
                    <a:gd name="T9" fmla="*/ 288 h 288"/>
                    <a:gd name="T10" fmla="*/ 176 w 224"/>
                    <a:gd name="T11" fmla="*/ 288 h 288"/>
                    <a:gd name="T12" fmla="*/ 176 w 224"/>
                    <a:gd name="T13" fmla="*/ 144 h 288"/>
                    <a:gd name="T14" fmla="*/ 224 w 224"/>
                    <a:gd name="T15" fmla="*/ 144 h 288"/>
                    <a:gd name="T16" fmla="*/ 224 w 224"/>
                    <a:gd name="T17" fmla="*/ 16 h 288"/>
                    <a:gd name="T18" fmla="*/ 208 w 224"/>
                    <a:gd name="T19" fmla="*/ 0 h 288"/>
                    <a:gd name="T20" fmla="*/ 168 w 224"/>
                    <a:gd name="T21" fmla="*/ 104 h 288"/>
                    <a:gd name="T22" fmla="*/ 56 w 224"/>
                    <a:gd name="T23" fmla="*/ 104 h 288"/>
                    <a:gd name="T24" fmla="*/ 56 w 224"/>
                    <a:gd name="T25" fmla="*/ 88 h 288"/>
                    <a:gd name="T26" fmla="*/ 168 w 224"/>
                    <a:gd name="T27" fmla="*/ 88 h 288"/>
                    <a:gd name="T28" fmla="*/ 168 w 224"/>
                    <a:gd name="T29" fmla="*/ 104 h 288"/>
                    <a:gd name="T30" fmla="*/ 168 w 224"/>
                    <a:gd name="T31" fmla="*/ 72 h 288"/>
                    <a:gd name="T32" fmla="*/ 56 w 224"/>
                    <a:gd name="T33" fmla="*/ 72 h 288"/>
                    <a:gd name="T34" fmla="*/ 56 w 224"/>
                    <a:gd name="T35" fmla="*/ 56 h 288"/>
                    <a:gd name="T36" fmla="*/ 168 w 224"/>
                    <a:gd name="T37" fmla="*/ 56 h 288"/>
                    <a:gd name="T38" fmla="*/ 168 w 224"/>
                    <a:gd name="T39" fmla="*/ 72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224" h="288">
                      <a:moveTo>
                        <a:pt x="208" y="0"/>
                      </a:moveTo>
                      <a:cubicBezTo>
                        <a:pt x="16" y="0"/>
                        <a:pt x="16" y="0"/>
                        <a:pt x="16" y="0"/>
                      </a:cubicBezTo>
                      <a:cubicBezTo>
                        <a:pt x="7" y="0"/>
                        <a:pt x="0" y="7"/>
                        <a:pt x="0" y="16"/>
                      </a:cubicBezTo>
                      <a:cubicBezTo>
                        <a:pt x="0" y="272"/>
                        <a:pt x="0" y="272"/>
                        <a:pt x="0" y="272"/>
                      </a:cubicBezTo>
                      <a:cubicBezTo>
                        <a:pt x="0" y="281"/>
                        <a:pt x="7" y="288"/>
                        <a:pt x="16" y="288"/>
                      </a:cubicBezTo>
                      <a:cubicBezTo>
                        <a:pt x="176" y="288"/>
                        <a:pt x="176" y="288"/>
                        <a:pt x="176" y="288"/>
                      </a:cubicBezTo>
                      <a:cubicBezTo>
                        <a:pt x="176" y="144"/>
                        <a:pt x="176" y="144"/>
                        <a:pt x="176" y="144"/>
                      </a:cubicBezTo>
                      <a:cubicBezTo>
                        <a:pt x="224" y="144"/>
                        <a:pt x="224" y="144"/>
                        <a:pt x="224" y="144"/>
                      </a:cubicBezTo>
                      <a:cubicBezTo>
                        <a:pt x="224" y="16"/>
                        <a:pt x="224" y="16"/>
                        <a:pt x="224" y="16"/>
                      </a:cubicBezTo>
                      <a:cubicBezTo>
                        <a:pt x="224" y="7"/>
                        <a:pt x="217" y="0"/>
                        <a:pt x="208" y="0"/>
                      </a:cubicBezTo>
                      <a:close/>
                      <a:moveTo>
                        <a:pt x="168" y="104"/>
                      </a:moveTo>
                      <a:cubicBezTo>
                        <a:pt x="56" y="104"/>
                        <a:pt x="56" y="104"/>
                        <a:pt x="56" y="104"/>
                      </a:cubicBezTo>
                      <a:cubicBezTo>
                        <a:pt x="56" y="88"/>
                        <a:pt x="56" y="88"/>
                        <a:pt x="56" y="88"/>
                      </a:cubicBezTo>
                      <a:cubicBezTo>
                        <a:pt x="168" y="88"/>
                        <a:pt x="168" y="88"/>
                        <a:pt x="168" y="88"/>
                      </a:cubicBezTo>
                      <a:lnTo>
                        <a:pt x="168" y="104"/>
                      </a:lnTo>
                      <a:close/>
                      <a:moveTo>
                        <a:pt x="168" y="72"/>
                      </a:moveTo>
                      <a:cubicBezTo>
                        <a:pt x="56" y="72"/>
                        <a:pt x="56" y="72"/>
                        <a:pt x="56" y="72"/>
                      </a:cubicBezTo>
                      <a:cubicBezTo>
                        <a:pt x="56" y="56"/>
                        <a:pt x="56" y="56"/>
                        <a:pt x="56" y="56"/>
                      </a:cubicBezTo>
                      <a:cubicBezTo>
                        <a:pt x="168" y="56"/>
                        <a:pt x="168" y="56"/>
                        <a:pt x="168" y="56"/>
                      </a:cubicBezTo>
                      <a:lnTo>
                        <a:pt x="168" y="72"/>
                      </a:lnTo>
                      <a:close/>
                    </a:path>
                  </a:pathLst>
                </a:custGeom>
                <a:solidFill>
                  <a:srgbClr val="FA817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121920" tIns="60960" rIns="121920" bIns="6096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l" defTabSz="1219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84" name="Rectangle 110"/>
                <p:cNvSpPr>
                  <a:spLocks noChangeArrowheads="1"/>
                </p:cNvSpPr>
                <p:nvPr/>
              </p:nvSpPr>
              <p:spPr bwMode="auto">
                <a:xfrm flipH="1">
                  <a:off x="731016" y="1937200"/>
                  <a:ext cx="51922" cy="51924"/>
                </a:xfrm>
                <a:prstGeom prst="rect">
                  <a:avLst/>
                </a:prstGeom>
                <a:solidFill>
                  <a:srgbClr val="FA817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121920" tIns="60960" rIns="121920" bIns="6096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l" defTabSz="1219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85" name="Rectangle 111"/>
                <p:cNvSpPr>
                  <a:spLocks noChangeArrowheads="1"/>
                </p:cNvSpPr>
                <p:nvPr/>
              </p:nvSpPr>
              <p:spPr bwMode="auto">
                <a:xfrm flipH="1">
                  <a:off x="731016" y="2013001"/>
                  <a:ext cx="51922" cy="52615"/>
                </a:xfrm>
                <a:prstGeom prst="rect">
                  <a:avLst/>
                </a:prstGeom>
                <a:solidFill>
                  <a:srgbClr val="FA817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121920" tIns="60960" rIns="121920" bIns="6096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l" defTabSz="1219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</p:grpSp>
        <p:sp>
          <p:nvSpPr>
            <p:cNvPr id="56" name="矩形 55"/>
            <p:cNvSpPr/>
            <p:nvPr/>
          </p:nvSpPr>
          <p:spPr>
            <a:xfrm>
              <a:off x="9760290" y="916528"/>
              <a:ext cx="996247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PART 04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 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86" name="组合 85"/>
          <p:cNvGrpSpPr/>
          <p:nvPr userDrawn="1"/>
        </p:nvGrpSpPr>
        <p:grpSpPr>
          <a:xfrm>
            <a:off x="10958302" y="285728"/>
            <a:ext cx="996377" cy="1000132"/>
            <a:chOff x="10956875" y="285728"/>
            <a:chExt cx="996247" cy="1000132"/>
          </a:xfrm>
        </p:grpSpPr>
        <p:grpSp>
          <p:nvGrpSpPr>
            <p:cNvPr id="87" name="组合 66"/>
            <p:cNvGrpSpPr/>
            <p:nvPr/>
          </p:nvGrpSpPr>
          <p:grpSpPr>
            <a:xfrm>
              <a:off x="11156138" y="285728"/>
              <a:ext cx="597720" cy="597720"/>
              <a:chOff x="9881420" y="2714620"/>
              <a:chExt cx="784512" cy="784512"/>
            </a:xfrm>
          </p:grpSpPr>
          <p:sp>
            <p:nvSpPr>
              <p:cNvPr id="89" name="椭圆 88"/>
              <p:cNvSpPr/>
              <p:nvPr/>
            </p:nvSpPr>
            <p:spPr>
              <a:xfrm>
                <a:off x="9881420" y="2714620"/>
                <a:ext cx="784512" cy="784512"/>
              </a:xfrm>
              <a:prstGeom prst="ellipse">
                <a:avLst/>
              </a:prstGeom>
              <a:solidFill>
                <a:srgbClr val="EEEEEE"/>
              </a:solidFill>
              <a:ln>
                <a:solidFill>
                  <a:schemeClr val="bg1"/>
                </a:solidFill>
              </a:ln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25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0" name="Freeform 9"/>
              <p:cNvSpPr>
                <a:spLocks noEditPoints="1"/>
              </p:cNvSpPr>
              <p:nvPr/>
            </p:nvSpPr>
            <p:spPr bwMode="auto">
              <a:xfrm>
                <a:off x="10009309" y="2843474"/>
                <a:ext cx="528735" cy="526804"/>
              </a:xfrm>
              <a:custGeom>
                <a:avLst/>
                <a:gdLst>
                  <a:gd name="T0" fmla="*/ 86 w 116"/>
                  <a:gd name="T1" fmla="*/ 17 h 116"/>
                  <a:gd name="T2" fmla="*/ 8 w 116"/>
                  <a:gd name="T3" fmla="*/ 45 h 116"/>
                  <a:gd name="T4" fmla="*/ 11 w 116"/>
                  <a:gd name="T5" fmla="*/ 50 h 116"/>
                  <a:gd name="T6" fmla="*/ 12 w 116"/>
                  <a:gd name="T7" fmla="*/ 59 h 116"/>
                  <a:gd name="T8" fmla="*/ 16 w 116"/>
                  <a:gd name="T9" fmla="*/ 69 h 116"/>
                  <a:gd name="T10" fmla="*/ 20 w 116"/>
                  <a:gd name="T11" fmla="*/ 77 h 116"/>
                  <a:gd name="T12" fmla="*/ 24 w 116"/>
                  <a:gd name="T13" fmla="*/ 83 h 116"/>
                  <a:gd name="T14" fmla="*/ 27 w 116"/>
                  <a:gd name="T15" fmla="*/ 98 h 116"/>
                  <a:gd name="T16" fmla="*/ 33 w 116"/>
                  <a:gd name="T17" fmla="*/ 105 h 116"/>
                  <a:gd name="T18" fmla="*/ 34 w 116"/>
                  <a:gd name="T19" fmla="*/ 101 h 116"/>
                  <a:gd name="T20" fmla="*/ 37 w 116"/>
                  <a:gd name="T21" fmla="*/ 93 h 116"/>
                  <a:gd name="T22" fmla="*/ 41 w 116"/>
                  <a:gd name="T23" fmla="*/ 83 h 116"/>
                  <a:gd name="T24" fmla="*/ 49 w 116"/>
                  <a:gd name="T25" fmla="*/ 73 h 116"/>
                  <a:gd name="T26" fmla="*/ 53 w 116"/>
                  <a:gd name="T27" fmla="*/ 66 h 116"/>
                  <a:gd name="T28" fmla="*/ 45 w 116"/>
                  <a:gd name="T29" fmla="*/ 61 h 116"/>
                  <a:gd name="T30" fmla="*/ 38 w 116"/>
                  <a:gd name="T31" fmla="*/ 58 h 116"/>
                  <a:gd name="T32" fmla="*/ 33 w 116"/>
                  <a:gd name="T33" fmla="*/ 51 h 116"/>
                  <a:gd name="T34" fmla="*/ 25 w 116"/>
                  <a:gd name="T35" fmla="*/ 47 h 116"/>
                  <a:gd name="T36" fmla="*/ 17 w 116"/>
                  <a:gd name="T37" fmla="*/ 49 h 116"/>
                  <a:gd name="T38" fmla="*/ 13 w 116"/>
                  <a:gd name="T39" fmla="*/ 44 h 116"/>
                  <a:gd name="T40" fmla="*/ 12 w 116"/>
                  <a:gd name="T41" fmla="*/ 37 h 116"/>
                  <a:gd name="T42" fmla="*/ 8 w 116"/>
                  <a:gd name="T43" fmla="*/ 37 h 116"/>
                  <a:gd name="T44" fmla="*/ 12 w 116"/>
                  <a:gd name="T45" fmla="*/ 30 h 116"/>
                  <a:gd name="T46" fmla="*/ 18 w 116"/>
                  <a:gd name="T47" fmla="*/ 30 h 116"/>
                  <a:gd name="T48" fmla="*/ 24 w 116"/>
                  <a:gd name="T49" fmla="*/ 25 h 116"/>
                  <a:gd name="T50" fmla="*/ 30 w 116"/>
                  <a:gd name="T51" fmla="*/ 18 h 116"/>
                  <a:gd name="T52" fmla="*/ 32 w 116"/>
                  <a:gd name="T53" fmla="*/ 15 h 116"/>
                  <a:gd name="T54" fmla="*/ 42 w 116"/>
                  <a:gd name="T55" fmla="*/ 12 h 116"/>
                  <a:gd name="T56" fmla="*/ 34 w 116"/>
                  <a:gd name="T57" fmla="*/ 8 h 116"/>
                  <a:gd name="T58" fmla="*/ 32 w 116"/>
                  <a:gd name="T59" fmla="*/ 8 h 116"/>
                  <a:gd name="T60" fmla="*/ 49 w 116"/>
                  <a:gd name="T61" fmla="*/ 2 h 116"/>
                  <a:gd name="T62" fmla="*/ 56 w 116"/>
                  <a:gd name="T63" fmla="*/ 5 h 116"/>
                  <a:gd name="T64" fmla="*/ 82 w 116"/>
                  <a:gd name="T65" fmla="*/ 6 h 116"/>
                  <a:gd name="T66" fmla="*/ 79 w 116"/>
                  <a:gd name="T67" fmla="*/ 11 h 116"/>
                  <a:gd name="T68" fmla="*/ 85 w 116"/>
                  <a:gd name="T69" fmla="*/ 19 h 116"/>
                  <a:gd name="T70" fmla="*/ 89 w 116"/>
                  <a:gd name="T71" fmla="*/ 19 h 116"/>
                  <a:gd name="T72" fmla="*/ 93 w 116"/>
                  <a:gd name="T73" fmla="*/ 17 h 116"/>
                  <a:gd name="T74" fmla="*/ 97 w 116"/>
                  <a:gd name="T75" fmla="*/ 23 h 116"/>
                  <a:gd name="T76" fmla="*/ 101 w 116"/>
                  <a:gd name="T77" fmla="*/ 27 h 116"/>
                  <a:gd name="T78" fmla="*/ 95 w 116"/>
                  <a:gd name="T79" fmla="*/ 27 h 116"/>
                  <a:gd name="T80" fmla="*/ 89 w 116"/>
                  <a:gd name="T81" fmla="*/ 25 h 116"/>
                  <a:gd name="T82" fmla="*/ 81 w 116"/>
                  <a:gd name="T83" fmla="*/ 24 h 116"/>
                  <a:gd name="T84" fmla="*/ 74 w 116"/>
                  <a:gd name="T85" fmla="*/ 30 h 116"/>
                  <a:gd name="T86" fmla="*/ 70 w 116"/>
                  <a:gd name="T87" fmla="*/ 39 h 116"/>
                  <a:gd name="T88" fmla="*/ 73 w 116"/>
                  <a:gd name="T89" fmla="*/ 50 h 116"/>
                  <a:gd name="T90" fmla="*/ 82 w 116"/>
                  <a:gd name="T91" fmla="*/ 53 h 116"/>
                  <a:gd name="T92" fmla="*/ 91 w 116"/>
                  <a:gd name="T93" fmla="*/ 53 h 116"/>
                  <a:gd name="T94" fmla="*/ 95 w 116"/>
                  <a:gd name="T95" fmla="*/ 61 h 116"/>
                  <a:gd name="T96" fmla="*/ 96 w 116"/>
                  <a:gd name="T97" fmla="*/ 71 h 116"/>
                  <a:gd name="T98" fmla="*/ 95 w 116"/>
                  <a:gd name="T99" fmla="*/ 81 h 116"/>
                  <a:gd name="T100" fmla="*/ 100 w 116"/>
                  <a:gd name="T101" fmla="*/ 90 h 116"/>
                  <a:gd name="T102" fmla="*/ 107 w 116"/>
                  <a:gd name="T103" fmla="*/ 82 h 116"/>
                  <a:gd name="T104" fmla="*/ 112 w 116"/>
                  <a:gd name="T105" fmla="*/ 69 h 116"/>
                  <a:gd name="T106" fmla="*/ 114 w 116"/>
                  <a:gd name="T107" fmla="*/ 53 h 116"/>
                  <a:gd name="T108" fmla="*/ 109 w 116"/>
                  <a:gd name="T109" fmla="*/ 39 h 116"/>
                  <a:gd name="T110" fmla="*/ 105 w 116"/>
                  <a:gd name="T111" fmla="*/ 32 h 116"/>
                  <a:gd name="T112" fmla="*/ 111 w 116"/>
                  <a:gd name="T113" fmla="*/ 41 h 116"/>
                  <a:gd name="T114" fmla="*/ 79 w 116"/>
                  <a:gd name="T115" fmla="*/ 10 h 116"/>
                  <a:gd name="T116" fmla="*/ 75 w 116"/>
                  <a:gd name="T117" fmla="*/ 5 h 116"/>
                  <a:gd name="T118" fmla="*/ 76 w 116"/>
                  <a:gd name="T119" fmla="*/ 9 h 116"/>
                  <a:gd name="T120" fmla="*/ 73 w 116"/>
                  <a:gd name="T121" fmla="*/ 4 h 116"/>
                  <a:gd name="T122" fmla="*/ 109 w 116"/>
                  <a:gd name="T123" fmla="*/ 82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16" h="116">
                    <a:moveTo>
                      <a:pt x="6" y="33"/>
                    </a:moveTo>
                    <a:cubicBezTo>
                      <a:pt x="6" y="33"/>
                      <a:pt x="6" y="33"/>
                      <a:pt x="6" y="33"/>
                    </a:cubicBezTo>
                    <a:cubicBezTo>
                      <a:pt x="6" y="33"/>
                      <a:pt x="6" y="33"/>
                      <a:pt x="5" y="34"/>
                    </a:cubicBezTo>
                    <a:cubicBezTo>
                      <a:pt x="6" y="34"/>
                      <a:pt x="6" y="34"/>
                      <a:pt x="6" y="34"/>
                    </a:cubicBezTo>
                    <a:cubicBezTo>
                      <a:pt x="6" y="34"/>
                      <a:pt x="6" y="34"/>
                      <a:pt x="6" y="34"/>
                    </a:cubicBezTo>
                    <a:cubicBezTo>
                      <a:pt x="6" y="34"/>
                      <a:pt x="6" y="34"/>
                      <a:pt x="6" y="33"/>
                    </a:cubicBezTo>
                    <a:close/>
                    <a:moveTo>
                      <a:pt x="5" y="35"/>
                    </a:moveTo>
                    <a:cubicBezTo>
                      <a:pt x="5" y="35"/>
                      <a:pt x="5" y="35"/>
                      <a:pt x="5" y="35"/>
                    </a:cubicBezTo>
                    <a:cubicBezTo>
                      <a:pt x="5" y="35"/>
                      <a:pt x="5" y="34"/>
                      <a:pt x="5" y="34"/>
                    </a:cubicBezTo>
                    <a:cubicBezTo>
                      <a:pt x="5" y="34"/>
                      <a:pt x="5" y="34"/>
                      <a:pt x="5" y="34"/>
                    </a:cubicBezTo>
                    <a:cubicBezTo>
                      <a:pt x="5" y="34"/>
                      <a:pt x="5" y="34"/>
                      <a:pt x="5" y="35"/>
                    </a:cubicBezTo>
                    <a:cubicBezTo>
                      <a:pt x="5" y="35"/>
                      <a:pt x="5" y="35"/>
                      <a:pt x="5" y="35"/>
                    </a:cubicBezTo>
                    <a:close/>
                    <a:moveTo>
                      <a:pt x="88" y="18"/>
                    </a:moveTo>
                    <a:cubicBezTo>
                      <a:pt x="88" y="18"/>
                      <a:pt x="88" y="18"/>
                      <a:pt x="88" y="18"/>
                    </a:cubicBezTo>
                    <a:cubicBezTo>
                      <a:pt x="88" y="18"/>
                      <a:pt x="88" y="18"/>
                      <a:pt x="88" y="18"/>
                    </a:cubicBezTo>
                    <a:cubicBezTo>
                      <a:pt x="88" y="18"/>
                      <a:pt x="88" y="18"/>
                      <a:pt x="88" y="18"/>
                    </a:cubicBezTo>
                    <a:cubicBezTo>
                      <a:pt x="88" y="18"/>
                      <a:pt x="88" y="18"/>
                      <a:pt x="88" y="18"/>
                    </a:cubicBezTo>
                    <a:cubicBezTo>
                      <a:pt x="88" y="17"/>
                      <a:pt x="87" y="17"/>
                      <a:pt x="87" y="17"/>
                    </a:cubicBezTo>
                    <a:cubicBezTo>
                      <a:pt x="87" y="17"/>
                      <a:pt x="87" y="17"/>
                      <a:pt x="87" y="17"/>
                    </a:cubicBezTo>
                    <a:cubicBezTo>
                      <a:pt x="87" y="17"/>
                      <a:pt x="87" y="17"/>
                      <a:pt x="87" y="17"/>
                    </a:cubicBezTo>
                    <a:cubicBezTo>
                      <a:pt x="86" y="17"/>
                      <a:pt x="86" y="17"/>
                      <a:pt x="86" y="17"/>
                    </a:cubicBezTo>
                    <a:cubicBezTo>
                      <a:pt x="86" y="17"/>
                      <a:pt x="86" y="17"/>
                      <a:pt x="86" y="17"/>
                    </a:cubicBezTo>
                    <a:cubicBezTo>
                      <a:pt x="86" y="16"/>
                      <a:pt x="86" y="16"/>
                      <a:pt x="86" y="16"/>
                    </a:cubicBezTo>
                    <a:cubicBezTo>
                      <a:pt x="86" y="16"/>
                      <a:pt x="86" y="16"/>
                      <a:pt x="86" y="16"/>
                    </a:cubicBezTo>
                    <a:cubicBezTo>
                      <a:pt x="86" y="16"/>
                      <a:pt x="86" y="16"/>
                      <a:pt x="85" y="16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86" y="17"/>
                      <a:pt x="86" y="17"/>
                      <a:pt x="86" y="17"/>
                    </a:cubicBezTo>
                    <a:cubicBezTo>
                      <a:pt x="87" y="17"/>
                      <a:pt x="87" y="17"/>
                      <a:pt x="87" y="17"/>
                    </a:cubicBezTo>
                    <a:cubicBezTo>
                      <a:pt x="87" y="18"/>
                      <a:pt x="87" y="18"/>
                      <a:pt x="87" y="18"/>
                    </a:cubicBezTo>
                    <a:cubicBezTo>
                      <a:pt x="86" y="18"/>
                      <a:pt x="87" y="18"/>
                      <a:pt x="87" y="18"/>
                    </a:cubicBezTo>
                    <a:cubicBezTo>
                      <a:pt x="87" y="18"/>
                      <a:pt x="87" y="18"/>
                      <a:pt x="87" y="18"/>
                    </a:cubicBezTo>
                    <a:cubicBezTo>
                      <a:pt x="87" y="18"/>
                      <a:pt x="87" y="18"/>
                      <a:pt x="87" y="18"/>
                    </a:cubicBezTo>
                    <a:cubicBezTo>
                      <a:pt x="87" y="18"/>
                      <a:pt x="87" y="18"/>
                      <a:pt x="87" y="18"/>
                    </a:cubicBezTo>
                    <a:cubicBezTo>
                      <a:pt x="88" y="18"/>
                      <a:pt x="88" y="18"/>
                      <a:pt x="88" y="18"/>
                    </a:cubicBezTo>
                    <a:cubicBezTo>
                      <a:pt x="88" y="18"/>
                      <a:pt x="88" y="18"/>
                      <a:pt x="88" y="18"/>
                    </a:cubicBezTo>
                    <a:cubicBezTo>
                      <a:pt x="88" y="18"/>
                      <a:pt x="88" y="18"/>
                      <a:pt x="88" y="18"/>
                    </a:cubicBezTo>
                    <a:close/>
                    <a:moveTo>
                      <a:pt x="112" y="37"/>
                    </a:moveTo>
                    <a:cubicBezTo>
                      <a:pt x="114" y="44"/>
                      <a:pt x="116" y="51"/>
                      <a:pt x="116" y="58"/>
                    </a:cubicBezTo>
                    <a:cubicBezTo>
                      <a:pt x="116" y="90"/>
                      <a:pt x="90" y="116"/>
                      <a:pt x="58" y="116"/>
                    </a:cubicBezTo>
                    <a:cubicBezTo>
                      <a:pt x="26" y="116"/>
                      <a:pt x="0" y="90"/>
                      <a:pt x="0" y="58"/>
                    </a:cubicBezTo>
                    <a:cubicBezTo>
                      <a:pt x="0" y="50"/>
                      <a:pt x="2" y="42"/>
                      <a:pt x="5" y="35"/>
                    </a:cubicBezTo>
                    <a:cubicBezTo>
                      <a:pt x="5" y="42"/>
                      <a:pt x="5" y="42"/>
                      <a:pt x="5" y="42"/>
                    </a:cubicBezTo>
                    <a:cubicBezTo>
                      <a:pt x="5" y="42"/>
                      <a:pt x="5" y="42"/>
                      <a:pt x="5" y="42"/>
                    </a:cubicBezTo>
                    <a:cubicBezTo>
                      <a:pt x="5" y="42"/>
                      <a:pt x="5" y="42"/>
                      <a:pt x="5" y="42"/>
                    </a:cubicBezTo>
                    <a:cubicBezTo>
                      <a:pt x="5" y="42"/>
                      <a:pt x="5" y="42"/>
                      <a:pt x="5" y="42"/>
                    </a:cubicBezTo>
                    <a:cubicBezTo>
                      <a:pt x="6" y="42"/>
                      <a:pt x="6" y="42"/>
                      <a:pt x="6" y="42"/>
                    </a:cubicBezTo>
                    <a:cubicBezTo>
                      <a:pt x="6" y="43"/>
                      <a:pt x="6" y="43"/>
                      <a:pt x="6" y="43"/>
                    </a:cubicBezTo>
                    <a:cubicBezTo>
                      <a:pt x="6" y="43"/>
                      <a:pt x="7" y="43"/>
                      <a:pt x="7" y="43"/>
                    </a:cubicBezTo>
                    <a:cubicBezTo>
                      <a:pt x="7" y="43"/>
                      <a:pt x="7" y="43"/>
                      <a:pt x="7" y="43"/>
                    </a:cubicBezTo>
                    <a:cubicBezTo>
                      <a:pt x="7" y="43"/>
                      <a:pt x="7" y="43"/>
                      <a:pt x="7" y="43"/>
                    </a:cubicBezTo>
                    <a:cubicBezTo>
                      <a:pt x="7" y="43"/>
                      <a:pt x="7" y="43"/>
                      <a:pt x="7" y="43"/>
                    </a:cubicBezTo>
                    <a:cubicBezTo>
                      <a:pt x="7" y="43"/>
                      <a:pt x="7" y="44"/>
                      <a:pt x="7" y="44"/>
                    </a:cubicBezTo>
                    <a:cubicBezTo>
                      <a:pt x="7" y="44"/>
                      <a:pt x="7" y="44"/>
                      <a:pt x="7" y="44"/>
                    </a:cubicBezTo>
                    <a:cubicBezTo>
                      <a:pt x="8" y="44"/>
                      <a:pt x="8" y="44"/>
                      <a:pt x="8" y="45"/>
                    </a:cubicBezTo>
                    <a:cubicBezTo>
                      <a:pt x="8" y="45"/>
                      <a:pt x="8" y="45"/>
                      <a:pt x="8" y="45"/>
                    </a:cubicBezTo>
                    <a:cubicBezTo>
                      <a:pt x="8" y="45"/>
                      <a:pt x="8" y="45"/>
                      <a:pt x="8" y="45"/>
                    </a:cubicBezTo>
                    <a:cubicBezTo>
                      <a:pt x="8" y="45"/>
                      <a:pt x="8" y="45"/>
                      <a:pt x="8" y="45"/>
                    </a:cubicBezTo>
                    <a:cubicBezTo>
                      <a:pt x="8" y="45"/>
                      <a:pt x="8" y="45"/>
                      <a:pt x="9" y="45"/>
                    </a:cubicBezTo>
                    <a:cubicBezTo>
                      <a:pt x="9" y="45"/>
                      <a:pt x="9" y="45"/>
                      <a:pt x="9" y="45"/>
                    </a:cubicBezTo>
                    <a:cubicBezTo>
                      <a:pt x="9" y="45"/>
                      <a:pt x="9" y="45"/>
                      <a:pt x="9" y="45"/>
                    </a:cubicBezTo>
                    <a:cubicBezTo>
                      <a:pt x="9" y="45"/>
                      <a:pt x="9" y="45"/>
                      <a:pt x="9" y="45"/>
                    </a:cubicBezTo>
                    <a:cubicBezTo>
                      <a:pt x="9" y="45"/>
                      <a:pt x="9" y="45"/>
                      <a:pt x="9" y="45"/>
                    </a:cubicBezTo>
                    <a:cubicBezTo>
                      <a:pt x="9" y="45"/>
                      <a:pt x="9" y="45"/>
                      <a:pt x="9" y="45"/>
                    </a:cubicBezTo>
                    <a:cubicBezTo>
                      <a:pt x="9" y="45"/>
                      <a:pt x="9" y="45"/>
                      <a:pt x="9" y="45"/>
                    </a:cubicBezTo>
                    <a:cubicBezTo>
                      <a:pt x="9" y="46"/>
                      <a:pt x="9" y="46"/>
                      <a:pt x="9" y="46"/>
                    </a:cubicBezTo>
                    <a:cubicBezTo>
                      <a:pt x="10" y="46"/>
                      <a:pt x="10" y="46"/>
                      <a:pt x="10" y="46"/>
                    </a:cubicBezTo>
                    <a:cubicBezTo>
                      <a:pt x="10" y="46"/>
                      <a:pt x="10" y="46"/>
                      <a:pt x="10" y="46"/>
                    </a:cubicBezTo>
                    <a:cubicBezTo>
                      <a:pt x="10" y="46"/>
                      <a:pt x="10" y="46"/>
                      <a:pt x="10" y="46"/>
                    </a:cubicBezTo>
                    <a:cubicBezTo>
                      <a:pt x="10" y="46"/>
                      <a:pt x="10" y="46"/>
                      <a:pt x="10" y="47"/>
                    </a:cubicBezTo>
                    <a:cubicBezTo>
                      <a:pt x="10" y="47"/>
                      <a:pt x="10" y="47"/>
                      <a:pt x="10" y="47"/>
                    </a:cubicBezTo>
                    <a:cubicBezTo>
                      <a:pt x="10" y="47"/>
                      <a:pt x="10" y="47"/>
                      <a:pt x="10" y="47"/>
                    </a:cubicBezTo>
                    <a:cubicBezTo>
                      <a:pt x="10" y="47"/>
                      <a:pt x="10" y="47"/>
                      <a:pt x="10" y="47"/>
                    </a:cubicBezTo>
                    <a:cubicBezTo>
                      <a:pt x="11" y="47"/>
                      <a:pt x="11" y="47"/>
                      <a:pt x="11" y="47"/>
                    </a:cubicBezTo>
                    <a:cubicBezTo>
                      <a:pt x="11" y="47"/>
                      <a:pt x="11" y="47"/>
                      <a:pt x="11" y="47"/>
                    </a:cubicBezTo>
                    <a:cubicBezTo>
                      <a:pt x="11" y="48"/>
                      <a:pt x="11" y="48"/>
                      <a:pt x="11" y="48"/>
                    </a:cubicBezTo>
                    <a:cubicBezTo>
                      <a:pt x="11" y="48"/>
                      <a:pt x="11" y="49"/>
                      <a:pt x="11" y="49"/>
                    </a:cubicBezTo>
                    <a:cubicBezTo>
                      <a:pt x="11" y="49"/>
                      <a:pt x="11" y="49"/>
                      <a:pt x="11" y="49"/>
                    </a:cubicBezTo>
                    <a:cubicBezTo>
                      <a:pt x="11" y="49"/>
                      <a:pt x="11" y="49"/>
                      <a:pt x="11" y="49"/>
                    </a:cubicBezTo>
                    <a:cubicBezTo>
                      <a:pt x="11" y="49"/>
                      <a:pt x="11" y="49"/>
                      <a:pt x="11" y="49"/>
                    </a:cubicBezTo>
                    <a:cubicBezTo>
                      <a:pt x="11" y="50"/>
                      <a:pt x="11" y="50"/>
                      <a:pt x="11" y="50"/>
                    </a:cubicBezTo>
                    <a:cubicBezTo>
                      <a:pt x="11" y="50"/>
                      <a:pt x="11" y="50"/>
                      <a:pt x="11" y="50"/>
                    </a:cubicBezTo>
                    <a:cubicBezTo>
                      <a:pt x="11" y="50"/>
                      <a:pt x="11" y="50"/>
                      <a:pt x="11" y="50"/>
                    </a:cubicBezTo>
                    <a:cubicBezTo>
                      <a:pt x="11" y="50"/>
                      <a:pt x="11" y="50"/>
                      <a:pt x="11" y="50"/>
                    </a:cubicBezTo>
                    <a:cubicBezTo>
                      <a:pt x="11" y="50"/>
                      <a:pt x="11" y="50"/>
                      <a:pt x="11" y="50"/>
                    </a:cubicBezTo>
                    <a:cubicBezTo>
                      <a:pt x="13" y="50"/>
                      <a:pt x="13" y="50"/>
                      <a:pt x="13" y="50"/>
                    </a:cubicBezTo>
                    <a:cubicBezTo>
                      <a:pt x="13" y="50"/>
                      <a:pt x="13" y="50"/>
                      <a:pt x="13" y="50"/>
                    </a:cubicBezTo>
                    <a:cubicBezTo>
                      <a:pt x="13" y="50"/>
                      <a:pt x="13" y="50"/>
                      <a:pt x="13" y="50"/>
                    </a:cubicBezTo>
                    <a:cubicBezTo>
                      <a:pt x="13" y="50"/>
                      <a:pt x="13" y="50"/>
                      <a:pt x="13" y="50"/>
                    </a:cubicBezTo>
                    <a:cubicBezTo>
                      <a:pt x="13" y="51"/>
                      <a:pt x="13" y="51"/>
                      <a:pt x="13" y="51"/>
                    </a:cubicBezTo>
                    <a:cubicBezTo>
                      <a:pt x="13" y="51"/>
                      <a:pt x="14" y="51"/>
                      <a:pt x="14" y="51"/>
                    </a:cubicBezTo>
                    <a:cubicBezTo>
                      <a:pt x="14" y="51"/>
                      <a:pt x="14" y="52"/>
                      <a:pt x="14" y="52"/>
                    </a:cubicBezTo>
                    <a:cubicBezTo>
                      <a:pt x="14" y="52"/>
                      <a:pt x="14" y="52"/>
                      <a:pt x="14" y="52"/>
                    </a:cubicBezTo>
                    <a:cubicBezTo>
                      <a:pt x="14" y="52"/>
                      <a:pt x="14" y="53"/>
                      <a:pt x="14" y="53"/>
                    </a:cubicBezTo>
                    <a:cubicBezTo>
                      <a:pt x="14" y="53"/>
                      <a:pt x="14" y="53"/>
                      <a:pt x="14" y="53"/>
                    </a:cubicBezTo>
                    <a:cubicBezTo>
                      <a:pt x="14" y="53"/>
                      <a:pt x="14" y="53"/>
                      <a:pt x="14" y="53"/>
                    </a:cubicBezTo>
                    <a:cubicBezTo>
                      <a:pt x="15" y="53"/>
                      <a:pt x="15" y="53"/>
                      <a:pt x="15" y="54"/>
                    </a:cubicBezTo>
                    <a:cubicBezTo>
                      <a:pt x="15" y="54"/>
                      <a:pt x="15" y="54"/>
                      <a:pt x="14" y="54"/>
                    </a:cubicBezTo>
                    <a:cubicBezTo>
                      <a:pt x="14" y="54"/>
                      <a:pt x="14" y="54"/>
                      <a:pt x="14" y="54"/>
                    </a:cubicBezTo>
                    <a:cubicBezTo>
                      <a:pt x="14" y="56"/>
                      <a:pt x="14" y="56"/>
                      <a:pt x="14" y="56"/>
                    </a:cubicBezTo>
                    <a:cubicBezTo>
                      <a:pt x="14" y="56"/>
                      <a:pt x="14" y="56"/>
                      <a:pt x="14" y="56"/>
                    </a:cubicBezTo>
                    <a:cubicBezTo>
                      <a:pt x="14" y="56"/>
                      <a:pt x="14" y="56"/>
                      <a:pt x="14" y="56"/>
                    </a:cubicBezTo>
                    <a:cubicBezTo>
                      <a:pt x="13" y="56"/>
                      <a:pt x="13" y="56"/>
                      <a:pt x="13" y="56"/>
                    </a:cubicBezTo>
                    <a:cubicBezTo>
                      <a:pt x="13" y="57"/>
                      <a:pt x="13" y="57"/>
                      <a:pt x="13" y="57"/>
                    </a:cubicBezTo>
                    <a:cubicBezTo>
                      <a:pt x="13" y="57"/>
                      <a:pt x="13" y="57"/>
                      <a:pt x="13" y="57"/>
                    </a:cubicBezTo>
                    <a:cubicBezTo>
                      <a:pt x="13" y="57"/>
                      <a:pt x="13" y="57"/>
                      <a:pt x="13" y="57"/>
                    </a:cubicBezTo>
                    <a:cubicBezTo>
                      <a:pt x="13" y="58"/>
                      <a:pt x="13" y="58"/>
                      <a:pt x="13" y="58"/>
                    </a:cubicBezTo>
                    <a:cubicBezTo>
                      <a:pt x="13" y="58"/>
                      <a:pt x="13" y="58"/>
                      <a:pt x="13" y="58"/>
                    </a:cubicBezTo>
                    <a:cubicBezTo>
                      <a:pt x="13" y="58"/>
                      <a:pt x="13" y="58"/>
                      <a:pt x="13" y="58"/>
                    </a:cubicBezTo>
                    <a:cubicBezTo>
                      <a:pt x="12" y="58"/>
                      <a:pt x="12" y="58"/>
                      <a:pt x="12" y="58"/>
                    </a:cubicBezTo>
                    <a:cubicBezTo>
                      <a:pt x="12" y="59"/>
                      <a:pt x="12" y="59"/>
                      <a:pt x="12" y="59"/>
                    </a:cubicBezTo>
                    <a:cubicBezTo>
                      <a:pt x="12" y="59"/>
                      <a:pt x="12" y="59"/>
                      <a:pt x="12" y="59"/>
                    </a:cubicBezTo>
                    <a:cubicBezTo>
                      <a:pt x="12" y="60"/>
                      <a:pt x="12" y="60"/>
                      <a:pt x="13" y="60"/>
                    </a:cubicBezTo>
                    <a:cubicBezTo>
                      <a:pt x="13" y="60"/>
                      <a:pt x="13" y="60"/>
                      <a:pt x="13" y="60"/>
                    </a:cubicBezTo>
                    <a:cubicBezTo>
                      <a:pt x="13" y="60"/>
                      <a:pt x="13" y="60"/>
                      <a:pt x="13" y="60"/>
                    </a:cubicBezTo>
                    <a:cubicBezTo>
                      <a:pt x="13" y="61"/>
                      <a:pt x="13" y="61"/>
                      <a:pt x="13" y="61"/>
                    </a:cubicBezTo>
                    <a:cubicBezTo>
                      <a:pt x="12" y="61"/>
                      <a:pt x="12" y="61"/>
                      <a:pt x="12" y="61"/>
                    </a:cubicBezTo>
                    <a:cubicBezTo>
                      <a:pt x="12" y="61"/>
                      <a:pt x="12" y="61"/>
                      <a:pt x="12" y="61"/>
                    </a:cubicBezTo>
                    <a:cubicBezTo>
                      <a:pt x="12" y="61"/>
                      <a:pt x="12" y="62"/>
                      <a:pt x="12" y="62"/>
                    </a:cubicBezTo>
                    <a:cubicBezTo>
                      <a:pt x="12" y="62"/>
                      <a:pt x="12" y="62"/>
                      <a:pt x="12" y="62"/>
                    </a:cubicBezTo>
                    <a:cubicBezTo>
                      <a:pt x="12" y="62"/>
                      <a:pt x="12" y="62"/>
                      <a:pt x="12" y="62"/>
                    </a:cubicBezTo>
                    <a:cubicBezTo>
                      <a:pt x="12" y="63"/>
                      <a:pt x="12" y="63"/>
                      <a:pt x="12" y="63"/>
                    </a:cubicBezTo>
                    <a:cubicBezTo>
                      <a:pt x="12" y="63"/>
                      <a:pt x="12" y="63"/>
                      <a:pt x="12" y="63"/>
                    </a:cubicBezTo>
                    <a:cubicBezTo>
                      <a:pt x="12" y="64"/>
                      <a:pt x="12" y="64"/>
                      <a:pt x="12" y="64"/>
                    </a:cubicBezTo>
                    <a:cubicBezTo>
                      <a:pt x="12" y="64"/>
                      <a:pt x="13" y="64"/>
                      <a:pt x="13" y="65"/>
                    </a:cubicBezTo>
                    <a:cubicBezTo>
                      <a:pt x="13" y="65"/>
                      <a:pt x="13" y="65"/>
                      <a:pt x="14" y="66"/>
                    </a:cubicBezTo>
                    <a:cubicBezTo>
                      <a:pt x="14" y="66"/>
                      <a:pt x="14" y="66"/>
                      <a:pt x="14" y="66"/>
                    </a:cubicBezTo>
                    <a:cubicBezTo>
                      <a:pt x="14" y="66"/>
                      <a:pt x="14" y="67"/>
                      <a:pt x="14" y="67"/>
                    </a:cubicBezTo>
                    <a:cubicBezTo>
                      <a:pt x="14" y="67"/>
                      <a:pt x="14" y="67"/>
                      <a:pt x="14" y="67"/>
                    </a:cubicBezTo>
                    <a:cubicBezTo>
                      <a:pt x="14" y="67"/>
                      <a:pt x="14" y="68"/>
                      <a:pt x="15" y="68"/>
                    </a:cubicBezTo>
                    <a:cubicBezTo>
                      <a:pt x="15" y="68"/>
                      <a:pt x="15" y="68"/>
                      <a:pt x="15" y="68"/>
                    </a:cubicBezTo>
                    <a:cubicBezTo>
                      <a:pt x="15" y="68"/>
                      <a:pt x="15" y="68"/>
                      <a:pt x="15" y="68"/>
                    </a:cubicBezTo>
                    <a:cubicBezTo>
                      <a:pt x="15" y="68"/>
                      <a:pt x="15" y="68"/>
                      <a:pt x="15" y="68"/>
                    </a:cubicBezTo>
                    <a:cubicBezTo>
                      <a:pt x="15" y="68"/>
                      <a:pt x="15" y="68"/>
                      <a:pt x="15" y="68"/>
                    </a:cubicBezTo>
                    <a:cubicBezTo>
                      <a:pt x="15" y="68"/>
                      <a:pt x="15" y="68"/>
                      <a:pt x="15" y="68"/>
                    </a:cubicBezTo>
                    <a:cubicBezTo>
                      <a:pt x="15" y="68"/>
                      <a:pt x="15" y="68"/>
                      <a:pt x="15" y="68"/>
                    </a:cubicBezTo>
                    <a:cubicBezTo>
                      <a:pt x="15" y="69"/>
                      <a:pt x="15" y="69"/>
                      <a:pt x="15" y="69"/>
                    </a:cubicBezTo>
                    <a:cubicBezTo>
                      <a:pt x="15" y="69"/>
                      <a:pt x="15" y="69"/>
                      <a:pt x="15" y="69"/>
                    </a:cubicBezTo>
                    <a:cubicBezTo>
                      <a:pt x="15" y="69"/>
                      <a:pt x="16" y="69"/>
                      <a:pt x="16" y="69"/>
                    </a:cubicBezTo>
                    <a:cubicBezTo>
                      <a:pt x="16" y="69"/>
                      <a:pt x="16" y="69"/>
                      <a:pt x="16" y="69"/>
                    </a:cubicBezTo>
                    <a:cubicBezTo>
                      <a:pt x="16" y="70"/>
                      <a:pt x="16" y="70"/>
                      <a:pt x="16" y="70"/>
                    </a:cubicBezTo>
                    <a:cubicBezTo>
                      <a:pt x="16" y="70"/>
                      <a:pt x="16" y="70"/>
                      <a:pt x="16" y="70"/>
                    </a:cubicBezTo>
                    <a:cubicBezTo>
                      <a:pt x="16" y="70"/>
                      <a:pt x="16" y="70"/>
                      <a:pt x="16" y="70"/>
                    </a:cubicBezTo>
                    <a:cubicBezTo>
                      <a:pt x="16" y="70"/>
                      <a:pt x="16" y="70"/>
                      <a:pt x="16" y="70"/>
                    </a:cubicBezTo>
                    <a:cubicBezTo>
                      <a:pt x="16" y="70"/>
                      <a:pt x="16" y="70"/>
                      <a:pt x="16" y="70"/>
                    </a:cubicBezTo>
                    <a:cubicBezTo>
                      <a:pt x="16" y="70"/>
                      <a:pt x="16" y="71"/>
                      <a:pt x="16" y="71"/>
                    </a:cubicBezTo>
                    <a:cubicBezTo>
                      <a:pt x="16" y="72"/>
                      <a:pt x="16" y="72"/>
                      <a:pt x="16" y="72"/>
                    </a:cubicBezTo>
                    <a:cubicBezTo>
                      <a:pt x="16" y="72"/>
                      <a:pt x="16" y="72"/>
                      <a:pt x="16" y="72"/>
                    </a:cubicBezTo>
                    <a:cubicBezTo>
                      <a:pt x="16" y="72"/>
                      <a:pt x="16" y="72"/>
                      <a:pt x="16" y="72"/>
                    </a:cubicBezTo>
                    <a:cubicBezTo>
                      <a:pt x="16" y="73"/>
                      <a:pt x="16" y="73"/>
                      <a:pt x="16" y="73"/>
                    </a:cubicBezTo>
                    <a:cubicBezTo>
                      <a:pt x="16" y="73"/>
                      <a:pt x="16" y="73"/>
                      <a:pt x="16" y="73"/>
                    </a:cubicBezTo>
                    <a:cubicBezTo>
                      <a:pt x="16" y="73"/>
                      <a:pt x="16" y="73"/>
                      <a:pt x="17" y="73"/>
                    </a:cubicBezTo>
                    <a:cubicBezTo>
                      <a:pt x="17" y="73"/>
                      <a:pt x="17" y="73"/>
                      <a:pt x="17" y="74"/>
                    </a:cubicBezTo>
                    <a:cubicBezTo>
                      <a:pt x="17" y="74"/>
                      <a:pt x="17" y="74"/>
                      <a:pt x="17" y="74"/>
                    </a:cubicBezTo>
                    <a:cubicBezTo>
                      <a:pt x="17" y="74"/>
                      <a:pt x="17" y="74"/>
                      <a:pt x="17" y="74"/>
                    </a:cubicBezTo>
                    <a:cubicBezTo>
                      <a:pt x="17" y="74"/>
                      <a:pt x="17" y="75"/>
                      <a:pt x="17" y="75"/>
                    </a:cubicBezTo>
                    <a:cubicBezTo>
                      <a:pt x="17" y="75"/>
                      <a:pt x="17" y="75"/>
                      <a:pt x="18" y="75"/>
                    </a:cubicBezTo>
                    <a:cubicBezTo>
                      <a:pt x="18" y="75"/>
                      <a:pt x="18" y="75"/>
                      <a:pt x="18" y="75"/>
                    </a:cubicBezTo>
                    <a:cubicBezTo>
                      <a:pt x="18" y="76"/>
                      <a:pt x="18" y="76"/>
                      <a:pt x="18" y="76"/>
                    </a:cubicBezTo>
                    <a:cubicBezTo>
                      <a:pt x="19" y="76"/>
                      <a:pt x="19" y="76"/>
                      <a:pt x="19" y="76"/>
                    </a:cubicBezTo>
                    <a:cubicBezTo>
                      <a:pt x="20" y="76"/>
                      <a:pt x="20" y="76"/>
                      <a:pt x="20" y="76"/>
                    </a:cubicBezTo>
                    <a:cubicBezTo>
                      <a:pt x="20" y="76"/>
                      <a:pt x="20" y="76"/>
                      <a:pt x="20" y="76"/>
                    </a:cubicBezTo>
                    <a:cubicBezTo>
                      <a:pt x="20" y="76"/>
                      <a:pt x="20" y="76"/>
                      <a:pt x="20" y="76"/>
                    </a:cubicBezTo>
                    <a:cubicBezTo>
                      <a:pt x="20" y="77"/>
                      <a:pt x="20" y="77"/>
                      <a:pt x="20" y="77"/>
                    </a:cubicBezTo>
                    <a:cubicBezTo>
                      <a:pt x="20" y="77"/>
                      <a:pt x="20" y="77"/>
                      <a:pt x="20" y="77"/>
                    </a:cubicBezTo>
                    <a:cubicBezTo>
                      <a:pt x="20" y="77"/>
                      <a:pt x="20" y="77"/>
                      <a:pt x="20" y="77"/>
                    </a:cubicBezTo>
                    <a:cubicBezTo>
                      <a:pt x="20" y="77"/>
                      <a:pt x="20" y="77"/>
                      <a:pt x="20" y="77"/>
                    </a:cubicBezTo>
                    <a:cubicBezTo>
                      <a:pt x="20" y="77"/>
                      <a:pt x="20" y="77"/>
                      <a:pt x="20" y="77"/>
                    </a:cubicBezTo>
                    <a:cubicBezTo>
                      <a:pt x="20" y="77"/>
                      <a:pt x="21" y="77"/>
                      <a:pt x="21" y="77"/>
                    </a:cubicBezTo>
                    <a:cubicBezTo>
                      <a:pt x="21" y="77"/>
                      <a:pt x="21" y="77"/>
                      <a:pt x="21" y="77"/>
                    </a:cubicBezTo>
                    <a:cubicBezTo>
                      <a:pt x="21" y="77"/>
                      <a:pt x="21" y="77"/>
                      <a:pt x="21" y="77"/>
                    </a:cubicBezTo>
                    <a:cubicBezTo>
                      <a:pt x="21" y="78"/>
                      <a:pt x="21" y="78"/>
                      <a:pt x="22" y="78"/>
                    </a:cubicBezTo>
                    <a:cubicBezTo>
                      <a:pt x="22" y="78"/>
                      <a:pt x="22" y="78"/>
                      <a:pt x="22" y="78"/>
                    </a:cubicBezTo>
                    <a:cubicBezTo>
                      <a:pt x="22" y="78"/>
                      <a:pt x="22" y="78"/>
                      <a:pt x="22" y="78"/>
                    </a:cubicBezTo>
                    <a:cubicBezTo>
                      <a:pt x="22" y="78"/>
                      <a:pt x="22" y="78"/>
                      <a:pt x="22" y="78"/>
                    </a:cubicBezTo>
                    <a:cubicBezTo>
                      <a:pt x="22" y="78"/>
                      <a:pt x="22" y="78"/>
                      <a:pt x="22" y="78"/>
                    </a:cubicBezTo>
                    <a:cubicBezTo>
                      <a:pt x="22" y="78"/>
                      <a:pt x="22" y="78"/>
                      <a:pt x="22" y="78"/>
                    </a:cubicBezTo>
                    <a:cubicBezTo>
                      <a:pt x="22" y="78"/>
                      <a:pt x="22" y="78"/>
                      <a:pt x="22" y="78"/>
                    </a:cubicBezTo>
                    <a:cubicBezTo>
                      <a:pt x="22" y="78"/>
                      <a:pt x="22" y="79"/>
                      <a:pt x="22" y="79"/>
                    </a:cubicBezTo>
                    <a:cubicBezTo>
                      <a:pt x="22" y="79"/>
                      <a:pt x="22" y="79"/>
                      <a:pt x="22" y="80"/>
                    </a:cubicBezTo>
                    <a:cubicBezTo>
                      <a:pt x="22" y="80"/>
                      <a:pt x="22" y="80"/>
                      <a:pt x="22" y="80"/>
                    </a:cubicBezTo>
                    <a:cubicBezTo>
                      <a:pt x="22" y="80"/>
                      <a:pt x="22" y="80"/>
                      <a:pt x="22" y="80"/>
                    </a:cubicBezTo>
                    <a:cubicBezTo>
                      <a:pt x="22" y="80"/>
                      <a:pt x="22" y="81"/>
                      <a:pt x="23" y="81"/>
                    </a:cubicBezTo>
                    <a:cubicBezTo>
                      <a:pt x="23" y="81"/>
                      <a:pt x="23" y="81"/>
                      <a:pt x="23" y="81"/>
                    </a:cubicBezTo>
                    <a:cubicBezTo>
                      <a:pt x="23" y="81"/>
                      <a:pt x="23" y="81"/>
                      <a:pt x="23" y="81"/>
                    </a:cubicBezTo>
                    <a:cubicBezTo>
                      <a:pt x="23" y="81"/>
                      <a:pt x="23" y="81"/>
                      <a:pt x="23" y="81"/>
                    </a:cubicBezTo>
                    <a:cubicBezTo>
                      <a:pt x="23" y="81"/>
                      <a:pt x="23" y="81"/>
                      <a:pt x="23" y="81"/>
                    </a:cubicBezTo>
                    <a:cubicBezTo>
                      <a:pt x="23" y="81"/>
                      <a:pt x="23" y="82"/>
                      <a:pt x="23" y="82"/>
                    </a:cubicBezTo>
                    <a:cubicBezTo>
                      <a:pt x="23" y="82"/>
                      <a:pt x="23" y="82"/>
                      <a:pt x="23" y="82"/>
                    </a:cubicBezTo>
                    <a:cubicBezTo>
                      <a:pt x="23" y="82"/>
                      <a:pt x="23" y="82"/>
                      <a:pt x="23" y="82"/>
                    </a:cubicBezTo>
                    <a:cubicBezTo>
                      <a:pt x="23" y="82"/>
                      <a:pt x="23" y="82"/>
                      <a:pt x="23" y="82"/>
                    </a:cubicBezTo>
                    <a:cubicBezTo>
                      <a:pt x="23" y="82"/>
                      <a:pt x="23" y="82"/>
                      <a:pt x="23" y="82"/>
                    </a:cubicBezTo>
                    <a:cubicBezTo>
                      <a:pt x="23" y="82"/>
                      <a:pt x="23" y="83"/>
                      <a:pt x="23" y="83"/>
                    </a:cubicBezTo>
                    <a:cubicBezTo>
                      <a:pt x="23" y="83"/>
                      <a:pt x="23" y="83"/>
                      <a:pt x="23" y="83"/>
                    </a:cubicBezTo>
                    <a:cubicBezTo>
                      <a:pt x="24" y="83"/>
                      <a:pt x="24" y="83"/>
                      <a:pt x="24" y="83"/>
                    </a:cubicBezTo>
                    <a:cubicBezTo>
                      <a:pt x="24" y="83"/>
                      <a:pt x="24" y="83"/>
                      <a:pt x="24" y="83"/>
                    </a:cubicBezTo>
                    <a:cubicBezTo>
                      <a:pt x="24" y="83"/>
                      <a:pt x="24" y="83"/>
                      <a:pt x="24" y="84"/>
                    </a:cubicBezTo>
                    <a:cubicBezTo>
                      <a:pt x="24" y="84"/>
                      <a:pt x="24" y="84"/>
                      <a:pt x="24" y="84"/>
                    </a:cubicBezTo>
                    <a:cubicBezTo>
                      <a:pt x="24" y="84"/>
                      <a:pt x="24" y="85"/>
                      <a:pt x="24" y="85"/>
                    </a:cubicBezTo>
                    <a:cubicBezTo>
                      <a:pt x="24" y="89"/>
                      <a:pt x="24" y="89"/>
                      <a:pt x="24" y="89"/>
                    </a:cubicBezTo>
                    <a:cubicBezTo>
                      <a:pt x="24" y="89"/>
                      <a:pt x="24" y="89"/>
                      <a:pt x="24" y="89"/>
                    </a:cubicBezTo>
                    <a:cubicBezTo>
                      <a:pt x="24" y="89"/>
                      <a:pt x="24" y="89"/>
                      <a:pt x="24" y="89"/>
                    </a:cubicBezTo>
                    <a:cubicBezTo>
                      <a:pt x="24" y="89"/>
                      <a:pt x="24" y="89"/>
                      <a:pt x="24" y="89"/>
                    </a:cubicBezTo>
                    <a:cubicBezTo>
                      <a:pt x="24" y="89"/>
                      <a:pt x="24" y="89"/>
                      <a:pt x="24" y="89"/>
                    </a:cubicBezTo>
                    <a:cubicBezTo>
                      <a:pt x="24" y="89"/>
                      <a:pt x="24" y="89"/>
                      <a:pt x="24" y="89"/>
                    </a:cubicBezTo>
                    <a:cubicBezTo>
                      <a:pt x="24" y="90"/>
                      <a:pt x="24" y="90"/>
                      <a:pt x="24" y="90"/>
                    </a:cubicBezTo>
                    <a:cubicBezTo>
                      <a:pt x="24" y="90"/>
                      <a:pt x="24" y="90"/>
                      <a:pt x="25" y="90"/>
                    </a:cubicBezTo>
                    <a:cubicBezTo>
                      <a:pt x="25" y="90"/>
                      <a:pt x="25" y="90"/>
                      <a:pt x="25" y="90"/>
                    </a:cubicBezTo>
                    <a:cubicBezTo>
                      <a:pt x="25" y="90"/>
                      <a:pt x="25" y="91"/>
                      <a:pt x="25" y="91"/>
                    </a:cubicBezTo>
                    <a:cubicBezTo>
                      <a:pt x="25" y="91"/>
                      <a:pt x="25" y="92"/>
                      <a:pt x="25" y="92"/>
                    </a:cubicBezTo>
                    <a:cubicBezTo>
                      <a:pt x="25" y="92"/>
                      <a:pt x="25" y="92"/>
                      <a:pt x="25" y="92"/>
                    </a:cubicBezTo>
                    <a:cubicBezTo>
                      <a:pt x="25" y="93"/>
                      <a:pt x="25" y="93"/>
                      <a:pt x="25" y="93"/>
                    </a:cubicBezTo>
                    <a:cubicBezTo>
                      <a:pt x="25" y="93"/>
                      <a:pt x="25" y="93"/>
                      <a:pt x="25" y="93"/>
                    </a:cubicBezTo>
                    <a:cubicBezTo>
                      <a:pt x="25" y="93"/>
                      <a:pt x="25" y="93"/>
                      <a:pt x="25" y="93"/>
                    </a:cubicBezTo>
                    <a:cubicBezTo>
                      <a:pt x="25" y="93"/>
                      <a:pt x="25" y="93"/>
                      <a:pt x="25" y="93"/>
                    </a:cubicBezTo>
                    <a:cubicBezTo>
                      <a:pt x="25" y="93"/>
                      <a:pt x="25" y="93"/>
                      <a:pt x="25" y="93"/>
                    </a:cubicBezTo>
                    <a:cubicBezTo>
                      <a:pt x="25" y="94"/>
                      <a:pt x="25" y="94"/>
                      <a:pt x="25" y="94"/>
                    </a:cubicBezTo>
                    <a:cubicBezTo>
                      <a:pt x="25" y="94"/>
                      <a:pt x="25" y="94"/>
                      <a:pt x="25" y="94"/>
                    </a:cubicBezTo>
                    <a:cubicBezTo>
                      <a:pt x="25" y="94"/>
                      <a:pt x="25" y="95"/>
                      <a:pt x="25" y="95"/>
                    </a:cubicBezTo>
                    <a:cubicBezTo>
                      <a:pt x="25" y="95"/>
                      <a:pt x="25" y="95"/>
                      <a:pt x="25" y="95"/>
                    </a:cubicBezTo>
                    <a:cubicBezTo>
                      <a:pt x="25" y="96"/>
                      <a:pt x="26" y="96"/>
                      <a:pt x="26" y="97"/>
                    </a:cubicBezTo>
                    <a:cubicBezTo>
                      <a:pt x="26" y="97"/>
                      <a:pt x="26" y="97"/>
                      <a:pt x="26" y="97"/>
                    </a:cubicBezTo>
                    <a:cubicBezTo>
                      <a:pt x="27" y="97"/>
                      <a:pt x="27" y="97"/>
                      <a:pt x="27" y="98"/>
                    </a:cubicBezTo>
                    <a:cubicBezTo>
                      <a:pt x="27" y="98"/>
                      <a:pt x="27" y="98"/>
                      <a:pt x="27" y="98"/>
                    </a:cubicBezTo>
                    <a:cubicBezTo>
                      <a:pt x="27" y="98"/>
                      <a:pt x="27" y="98"/>
                      <a:pt x="27" y="98"/>
                    </a:cubicBezTo>
                    <a:cubicBezTo>
                      <a:pt x="27" y="98"/>
                      <a:pt x="27" y="98"/>
                      <a:pt x="27" y="98"/>
                    </a:cubicBezTo>
                    <a:cubicBezTo>
                      <a:pt x="27" y="98"/>
                      <a:pt x="27" y="98"/>
                      <a:pt x="27" y="98"/>
                    </a:cubicBezTo>
                    <a:cubicBezTo>
                      <a:pt x="27" y="98"/>
                      <a:pt x="27" y="98"/>
                      <a:pt x="27" y="98"/>
                    </a:cubicBezTo>
                    <a:cubicBezTo>
                      <a:pt x="27" y="98"/>
                      <a:pt x="27" y="98"/>
                      <a:pt x="27" y="98"/>
                    </a:cubicBezTo>
                    <a:cubicBezTo>
                      <a:pt x="27" y="98"/>
                      <a:pt x="27" y="98"/>
                      <a:pt x="27" y="98"/>
                    </a:cubicBezTo>
                    <a:cubicBezTo>
                      <a:pt x="28" y="98"/>
                      <a:pt x="28" y="99"/>
                      <a:pt x="28" y="99"/>
                    </a:cubicBezTo>
                    <a:cubicBezTo>
                      <a:pt x="28" y="99"/>
                      <a:pt x="28" y="99"/>
                      <a:pt x="28" y="99"/>
                    </a:cubicBezTo>
                    <a:cubicBezTo>
                      <a:pt x="28" y="99"/>
                      <a:pt x="28" y="99"/>
                      <a:pt x="28" y="99"/>
                    </a:cubicBezTo>
                    <a:cubicBezTo>
                      <a:pt x="28" y="99"/>
                      <a:pt x="28" y="99"/>
                      <a:pt x="28" y="99"/>
                    </a:cubicBezTo>
                    <a:cubicBezTo>
                      <a:pt x="28" y="99"/>
                      <a:pt x="28" y="99"/>
                      <a:pt x="29" y="99"/>
                    </a:cubicBezTo>
                    <a:cubicBezTo>
                      <a:pt x="29" y="100"/>
                      <a:pt x="29" y="100"/>
                      <a:pt x="29" y="101"/>
                    </a:cubicBezTo>
                    <a:cubicBezTo>
                      <a:pt x="29" y="101"/>
                      <a:pt x="29" y="101"/>
                      <a:pt x="29" y="101"/>
                    </a:cubicBezTo>
                    <a:cubicBezTo>
                      <a:pt x="30" y="101"/>
                      <a:pt x="30" y="101"/>
                      <a:pt x="30" y="102"/>
                    </a:cubicBezTo>
                    <a:cubicBezTo>
                      <a:pt x="30" y="102"/>
                      <a:pt x="30" y="102"/>
                      <a:pt x="30" y="102"/>
                    </a:cubicBezTo>
                    <a:cubicBezTo>
                      <a:pt x="30" y="102"/>
                      <a:pt x="30" y="102"/>
                      <a:pt x="30" y="102"/>
                    </a:cubicBezTo>
                    <a:cubicBezTo>
                      <a:pt x="30" y="102"/>
                      <a:pt x="30" y="102"/>
                      <a:pt x="30" y="102"/>
                    </a:cubicBezTo>
                    <a:cubicBezTo>
                      <a:pt x="30" y="102"/>
                      <a:pt x="30" y="102"/>
                      <a:pt x="30" y="102"/>
                    </a:cubicBezTo>
                    <a:cubicBezTo>
                      <a:pt x="30" y="103"/>
                      <a:pt x="30" y="103"/>
                      <a:pt x="30" y="103"/>
                    </a:cubicBezTo>
                    <a:cubicBezTo>
                      <a:pt x="30" y="103"/>
                      <a:pt x="30" y="103"/>
                      <a:pt x="30" y="103"/>
                    </a:cubicBezTo>
                    <a:cubicBezTo>
                      <a:pt x="30" y="103"/>
                      <a:pt x="30" y="103"/>
                      <a:pt x="31" y="103"/>
                    </a:cubicBezTo>
                    <a:cubicBezTo>
                      <a:pt x="31" y="103"/>
                      <a:pt x="31" y="104"/>
                      <a:pt x="31" y="104"/>
                    </a:cubicBezTo>
                    <a:cubicBezTo>
                      <a:pt x="31" y="104"/>
                      <a:pt x="31" y="104"/>
                      <a:pt x="31" y="104"/>
                    </a:cubicBezTo>
                    <a:cubicBezTo>
                      <a:pt x="31" y="104"/>
                      <a:pt x="31" y="104"/>
                      <a:pt x="31" y="104"/>
                    </a:cubicBezTo>
                    <a:cubicBezTo>
                      <a:pt x="31" y="104"/>
                      <a:pt x="32" y="104"/>
                      <a:pt x="32" y="104"/>
                    </a:cubicBezTo>
                    <a:cubicBezTo>
                      <a:pt x="32" y="105"/>
                      <a:pt x="32" y="105"/>
                      <a:pt x="32" y="105"/>
                    </a:cubicBezTo>
                    <a:cubicBezTo>
                      <a:pt x="33" y="105"/>
                      <a:pt x="33" y="105"/>
                      <a:pt x="33" y="105"/>
                    </a:cubicBezTo>
                    <a:cubicBezTo>
                      <a:pt x="33" y="105"/>
                      <a:pt x="33" y="105"/>
                      <a:pt x="33" y="105"/>
                    </a:cubicBezTo>
                    <a:cubicBezTo>
                      <a:pt x="33" y="105"/>
                      <a:pt x="33" y="105"/>
                      <a:pt x="33" y="105"/>
                    </a:cubicBezTo>
                    <a:cubicBezTo>
                      <a:pt x="33" y="105"/>
                      <a:pt x="33" y="105"/>
                      <a:pt x="33" y="105"/>
                    </a:cubicBezTo>
                    <a:cubicBezTo>
                      <a:pt x="33" y="105"/>
                      <a:pt x="33" y="105"/>
                      <a:pt x="33" y="105"/>
                    </a:cubicBezTo>
                    <a:cubicBezTo>
                      <a:pt x="33" y="105"/>
                      <a:pt x="33" y="105"/>
                      <a:pt x="33" y="105"/>
                    </a:cubicBezTo>
                    <a:cubicBezTo>
                      <a:pt x="33" y="105"/>
                      <a:pt x="33" y="105"/>
                      <a:pt x="33" y="105"/>
                    </a:cubicBezTo>
                    <a:cubicBezTo>
                      <a:pt x="34" y="105"/>
                      <a:pt x="34" y="105"/>
                      <a:pt x="34" y="105"/>
                    </a:cubicBezTo>
                    <a:cubicBezTo>
                      <a:pt x="34" y="105"/>
                      <a:pt x="34" y="105"/>
                      <a:pt x="34" y="105"/>
                    </a:cubicBezTo>
                    <a:cubicBezTo>
                      <a:pt x="34" y="106"/>
                      <a:pt x="34" y="106"/>
                      <a:pt x="34" y="106"/>
                    </a:cubicBezTo>
                    <a:cubicBezTo>
                      <a:pt x="34" y="106"/>
                      <a:pt x="34" y="106"/>
                      <a:pt x="34" y="106"/>
                    </a:cubicBezTo>
                    <a:cubicBezTo>
                      <a:pt x="34" y="106"/>
                      <a:pt x="34" y="106"/>
                      <a:pt x="34" y="106"/>
                    </a:cubicBezTo>
                    <a:cubicBezTo>
                      <a:pt x="34" y="106"/>
                      <a:pt x="34" y="106"/>
                      <a:pt x="35" y="106"/>
                    </a:cubicBezTo>
                    <a:cubicBezTo>
                      <a:pt x="35" y="106"/>
                      <a:pt x="35" y="106"/>
                      <a:pt x="35" y="105"/>
                    </a:cubicBezTo>
                    <a:cubicBezTo>
                      <a:pt x="35" y="105"/>
                      <a:pt x="35" y="105"/>
                      <a:pt x="35" y="105"/>
                    </a:cubicBezTo>
                    <a:cubicBezTo>
                      <a:pt x="35" y="105"/>
                      <a:pt x="35" y="105"/>
                      <a:pt x="35" y="104"/>
                    </a:cubicBezTo>
                    <a:cubicBezTo>
                      <a:pt x="35" y="104"/>
                      <a:pt x="35" y="104"/>
                      <a:pt x="35" y="104"/>
                    </a:cubicBezTo>
                    <a:cubicBezTo>
                      <a:pt x="35" y="104"/>
                      <a:pt x="35" y="104"/>
                      <a:pt x="35" y="104"/>
                    </a:cubicBezTo>
                    <a:cubicBezTo>
                      <a:pt x="35" y="104"/>
                      <a:pt x="35" y="104"/>
                      <a:pt x="35" y="104"/>
                    </a:cubicBezTo>
                    <a:cubicBezTo>
                      <a:pt x="35" y="104"/>
                      <a:pt x="35" y="104"/>
                      <a:pt x="35" y="104"/>
                    </a:cubicBezTo>
                    <a:cubicBezTo>
                      <a:pt x="35" y="104"/>
                      <a:pt x="35" y="104"/>
                      <a:pt x="35" y="104"/>
                    </a:cubicBezTo>
                    <a:cubicBezTo>
                      <a:pt x="35" y="104"/>
                      <a:pt x="35" y="104"/>
                      <a:pt x="35" y="104"/>
                    </a:cubicBezTo>
                    <a:cubicBezTo>
                      <a:pt x="35" y="104"/>
                      <a:pt x="35" y="104"/>
                      <a:pt x="35" y="103"/>
                    </a:cubicBezTo>
                    <a:cubicBezTo>
                      <a:pt x="35" y="103"/>
                      <a:pt x="35" y="103"/>
                      <a:pt x="35" y="103"/>
                    </a:cubicBezTo>
                    <a:cubicBezTo>
                      <a:pt x="35" y="103"/>
                      <a:pt x="35" y="102"/>
                      <a:pt x="35" y="102"/>
                    </a:cubicBezTo>
                    <a:cubicBezTo>
                      <a:pt x="34" y="102"/>
                      <a:pt x="34" y="102"/>
                      <a:pt x="34" y="102"/>
                    </a:cubicBezTo>
                    <a:cubicBezTo>
                      <a:pt x="34" y="102"/>
                      <a:pt x="34" y="102"/>
                      <a:pt x="34" y="102"/>
                    </a:cubicBezTo>
                    <a:cubicBezTo>
                      <a:pt x="34" y="102"/>
                      <a:pt x="34" y="102"/>
                      <a:pt x="34" y="102"/>
                    </a:cubicBezTo>
                    <a:cubicBezTo>
                      <a:pt x="34" y="101"/>
                      <a:pt x="34" y="101"/>
                      <a:pt x="34" y="101"/>
                    </a:cubicBezTo>
                    <a:cubicBezTo>
                      <a:pt x="34" y="101"/>
                      <a:pt x="34" y="101"/>
                      <a:pt x="34" y="101"/>
                    </a:cubicBezTo>
                    <a:cubicBezTo>
                      <a:pt x="34" y="101"/>
                      <a:pt x="34" y="101"/>
                      <a:pt x="34" y="101"/>
                    </a:cubicBezTo>
                    <a:cubicBezTo>
                      <a:pt x="34" y="101"/>
                      <a:pt x="34" y="101"/>
                      <a:pt x="34" y="101"/>
                    </a:cubicBezTo>
                    <a:cubicBezTo>
                      <a:pt x="34" y="101"/>
                      <a:pt x="34" y="101"/>
                      <a:pt x="34" y="101"/>
                    </a:cubicBezTo>
                    <a:cubicBezTo>
                      <a:pt x="34" y="100"/>
                      <a:pt x="34" y="100"/>
                      <a:pt x="34" y="100"/>
                    </a:cubicBezTo>
                    <a:cubicBezTo>
                      <a:pt x="34" y="100"/>
                      <a:pt x="34" y="99"/>
                      <a:pt x="34" y="99"/>
                    </a:cubicBezTo>
                    <a:cubicBezTo>
                      <a:pt x="34" y="99"/>
                      <a:pt x="34" y="99"/>
                      <a:pt x="33" y="99"/>
                    </a:cubicBezTo>
                    <a:cubicBezTo>
                      <a:pt x="33" y="98"/>
                      <a:pt x="33" y="98"/>
                      <a:pt x="33" y="98"/>
                    </a:cubicBezTo>
                    <a:cubicBezTo>
                      <a:pt x="33" y="98"/>
                      <a:pt x="33" y="98"/>
                      <a:pt x="33" y="98"/>
                    </a:cubicBezTo>
                    <a:cubicBezTo>
                      <a:pt x="33" y="98"/>
                      <a:pt x="33" y="98"/>
                      <a:pt x="33" y="98"/>
                    </a:cubicBezTo>
                    <a:cubicBezTo>
                      <a:pt x="33" y="98"/>
                      <a:pt x="33" y="98"/>
                      <a:pt x="33" y="98"/>
                    </a:cubicBezTo>
                    <a:cubicBezTo>
                      <a:pt x="33" y="98"/>
                      <a:pt x="33" y="98"/>
                      <a:pt x="33" y="98"/>
                    </a:cubicBezTo>
                    <a:cubicBezTo>
                      <a:pt x="33" y="98"/>
                      <a:pt x="33" y="98"/>
                      <a:pt x="33" y="98"/>
                    </a:cubicBezTo>
                    <a:cubicBezTo>
                      <a:pt x="33" y="98"/>
                      <a:pt x="33" y="97"/>
                      <a:pt x="33" y="97"/>
                    </a:cubicBezTo>
                    <a:cubicBezTo>
                      <a:pt x="33" y="97"/>
                      <a:pt x="33" y="97"/>
                      <a:pt x="33" y="97"/>
                    </a:cubicBezTo>
                    <a:cubicBezTo>
                      <a:pt x="33" y="97"/>
                      <a:pt x="33" y="97"/>
                      <a:pt x="33" y="97"/>
                    </a:cubicBezTo>
                    <a:cubicBezTo>
                      <a:pt x="34" y="97"/>
                      <a:pt x="34" y="97"/>
                      <a:pt x="34" y="96"/>
                    </a:cubicBezTo>
                    <a:cubicBezTo>
                      <a:pt x="34" y="96"/>
                      <a:pt x="34" y="96"/>
                      <a:pt x="34" y="96"/>
                    </a:cubicBezTo>
                    <a:cubicBezTo>
                      <a:pt x="34" y="96"/>
                      <a:pt x="34" y="96"/>
                      <a:pt x="34" y="96"/>
                    </a:cubicBezTo>
                    <a:cubicBezTo>
                      <a:pt x="34" y="96"/>
                      <a:pt x="34" y="96"/>
                      <a:pt x="34" y="96"/>
                    </a:cubicBezTo>
                    <a:cubicBezTo>
                      <a:pt x="34" y="96"/>
                      <a:pt x="35" y="96"/>
                      <a:pt x="35" y="96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5" y="95"/>
                      <a:pt x="35" y="95"/>
                      <a:pt x="35" y="95"/>
                    </a:cubicBezTo>
                    <a:cubicBezTo>
                      <a:pt x="35" y="95"/>
                      <a:pt x="35" y="95"/>
                      <a:pt x="35" y="95"/>
                    </a:cubicBezTo>
                    <a:cubicBezTo>
                      <a:pt x="36" y="95"/>
                      <a:pt x="36" y="95"/>
                      <a:pt x="36" y="95"/>
                    </a:cubicBezTo>
                    <a:cubicBezTo>
                      <a:pt x="36" y="95"/>
                      <a:pt x="36" y="95"/>
                      <a:pt x="36" y="95"/>
                    </a:cubicBezTo>
                    <a:cubicBezTo>
                      <a:pt x="36" y="95"/>
                      <a:pt x="37" y="95"/>
                      <a:pt x="37" y="95"/>
                    </a:cubicBezTo>
                    <a:cubicBezTo>
                      <a:pt x="37" y="94"/>
                      <a:pt x="37" y="94"/>
                      <a:pt x="37" y="93"/>
                    </a:cubicBezTo>
                    <a:cubicBezTo>
                      <a:pt x="37" y="93"/>
                      <a:pt x="36" y="93"/>
                      <a:pt x="36" y="93"/>
                    </a:cubicBezTo>
                    <a:cubicBezTo>
                      <a:pt x="36" y="93"/>
                      <a:pt x="36" y="93"/>
                      <a:pt x="36" y="93"/>
                    </a:cubicBezTo>
                    <a:cubicBezTo>
                      <a:pt x="36" y="93"/>
                      <a:pt x="36" y="93"/>
                      <a:pt x="36" y="93"/>
                    </a:cubicBezTo>
                    <a:cubicBezTo>
                      <a:pt x="36" y="93"/>
                      <a:pt x="36" y="93"/>
                      <a:pt x="36" y="93"/>
                    </a:cubicBezTo>
                    <a:cubicBezTo>
                      <a:pt x="36" y="93"/>
                      <a:pt x="35" y="93"/>
                      <a:pt x="35" y="92"/>
                    </a:cubicBezTo>
                    <a:cubicBezTo>
                      <a:pt x="35" y="92"/>
                      <a:pt x="35" y="92"/>
                      <a:pt x="35" y="92"/>
                    </a:cubicBezTo>
                    <a:cubicBezTo>
                      <a:pt x="37" y="92"/>
                      <a:pt x="37" y="92"/>
                      <a:pt x="37" y="92"/>
                    </a:cubicBezTo>
                    <a:cubicBezTo>
                      <a:pt x="37" y="92"/>
                      <a:pt x="37" y="92"/>
                      <a:pt x="37" y="92"/>
                    </a:cubicBezTo>
                    <a:cubicBezTo>
                      <a:pt x="37" y="92"/>
                      <a:pt x="37" y="92"/>
                      <a:pt x="37" y="92"/>
                    </a:cubicBezTo>
                    <a:cubicBezTo>
                      <a:pt x="37" y="92"/>
                      <a:pt x="37" y="92"/>
                      <a:pt x="38" y="92"/>
                    </a:cubicBezTo>
                    <a:cubicBezTo>
                      <a:pt x="38" y="92"/>
                      <a:pt x="38" y="92"/>
                      <a:pt x="38" y="92"/>
                    </a:cubicBezTo>
                    <a:cubicBezTo>
                      <a:pt x="38" y="91"/>
                      <a:pt x="38" y="91"/>
                      <a:pt x="38" y="91"/>
                    </a:cubicBezTo>
                    <a:cubicBezTo>
                      <a:pt x="38" y="91"/>
                      <a:pt x="38" y="91"/>
                      <a:pt x="38" y="91"/>
                    </a:cubicBezTo>
                    <a:cubicBezTo>
                      <a:pt x="38" y="91"/>
                      <a:pt x="38" y="90"/>
                      <a:pt x="38" y="90"/>
                    </a:cubicBezTo>
                    <a:cubicBezTo>
                      <a:pt x="38" y="90"/>
                      <a:pt x="38" y="90"/>
                      <a:pt x="38" y="90"/>
                    </a:cubicBezTo>
                    <a:cubicBezTo>
                      <a:pt x="38" y="90"/>
                      <a:pt x="38" y="90"/>
                      <a:pt x="38" y="90"/>
                    </a:cubicBezTo>
                    <a:cubicBezTo>
                      <a:pt x="38" y="90"/>
                      <a:pt x="38" y="90"/>
                      <a:pt x="38" y="90"/>
                    </a:cubicBezTo>
                    <a:cubicBezTo>
                      <a:pt x="39" y="90"/>
                      <a:pt x="39" y="90"/>
                      <a:pt x="39" y="90"/>
                    </a:cubicBezTo>
                    <a:cubicBezTo>
                      <a:pt x="39" y="90"/>
                      <a:pt x="40" y="89"/>
                      <a:pt x="40" y="89"/>
                    </a:cubicBezTo>
                    <a:cubicBezTo>
                      <a:pt x="40" y="88"/>
                      <a:pt x="40" y="88"/>
                      <a:pt x="40" y="88"/>
                    </a:cubicBezTo>
                    <a:cubicBezTo>
                      <a:pt x="40" y="85"/>
                      <a:pt x="40" y="85"/>
                      <a:pt x="40" y="85"/>
                    </a:cubicBezTo>
                    <a:cubicBezTo>
                      <a:pt x="40" y="85"/>
                      <a:pt x="40" y="84"/>
                      <a:pt x="40" y="84"/>
                    </a:cubicBezTo>
                    <a:cubicBezTo>
                      <a:pt x="40" y="84"/>
                      <a:pt x="40" y="84"/>
                      <a:pt x="40" y="84"/>
                    </a:cubicBezTo>
                    <a:cubicBezTo>
                      <a:pt x="41" y="85"/>
                      <a:pt x="41" y="85"/>
                      <a:pt x="41" y="85"/>
                    </a:cubicBezTo>
                    <a:cubicBezTo>
                      <a:pt x="41" y="84"/>
                      <a:pt x="41" y="84"/>
                      <a:pt x="41" y="84"/>
                    </a:cubicBezTo>
                    <a:cubicBezTo>
                      <a:pt x="41" y="84"/>
                      <a:pt x="41" y="84"/>
                      <a:pt x="41" y="84"/>
                    </a:cubicBezTo>
                    <a:cubicBezTo>
                      <a:pt x="41" y="84"/>
                      <a:pt x="41" y="83"/>
                      <a:pt x="41" y="83"/>
                    </a:cubicBezTo>
                    <a:cubicBezTo>
                      <a:pt x="41" y="83"/>
                      <a:pt x="41" y="83"/>
                      <a:pt x="41" y="83"/>
                    </a:cubicBezTo>
                    <a:cubicBezTo>
                      <a:pt x="41" y="83"/>
                      <a:pt x="41" y="83"/>
                      <a:pt x="42" y="82"/>
                    </a:cubicBezTo>
                    <a:cubicBezTo>
                      <a:pt x="42" y="82"/>
                      <a:pt x="42" y="82"/>
                      <a:pt x="43" y="82"/>
                    </a:cubicBezTo>
                    <a:cubicBezTo>
                      <a:pt x="43" y="82"/>
                      <a:pt x="43" y="82"/>
                      <a:pt x="43" y="82"/>
                    </a:cubicBezTo>
                    <a:cubicBezTo>
                      <a:pt x="43" y="82"/>
                      <a:pt x="44" y="82"/>
                      <a:pt x="44" y="82"/>
                    </a:cubicBezTo>
                    <a:cubicBezTo>
                      <a:pt x="44" y="82"/>
                      <a:pt x="44" y="82"/>
                      <a:pt x="44" y="82"/>
                    </a:cubicBezTo>
                    <a:cubicBezTo>
                      <a:pt x="44" y="82"/>
                      <a:pt x="45" y="82"/>
                      <a:pt x="45" y="82"/>
                    </a:cubicBezTo>
                    <a:cubicBezTo>
                      <a:pt x="45" y="82"/>
                      <a:pt x="45" y="82"/>
                      <a:pt x="45" y="82"/>
                    </a:cubicBezTo>
                    <a:cubicBezTo>
                      <a:pt x="45" y="82"/>
                      <a:pt x="45" y="82"/>
                      <a:pt x="45" y="82"/>
                    </a:cubicBezTo>
                    <a:cubicBezTo>
                      <a:pt x="45" y="82"/>
                      <a:pt x="45" y="82"/>
                      <a:pt x="45" y="82"/>
                    </a:cubicBezTo>
                    <a:cubicBezTo>
                      <a:pt x="45" y="82"/>
                      <a:pt x="45" y="82"/>
                      <a:pt x="45" y="82"/>
                    </a:cubicBezTo>
                    <a:cubicBezTo>
                      <a:pt x="45" y="82"/>
                      <a:pt x="45" y="82"/>
                      <a:pt x="45" y="82"/>
                    </a:cubicBezTo>
                    <a:cubicBezTo>
                      <a:pt x="45" y="82"/>
                      <a:pt x="45" y="82"/>
                      <a:pt x="45" y="82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6" y="81"/>
                      <a:pt x="46" y="81"/>
                      <a:pt x="46" y="81"/>
                    </a:cubicBezTo>
                    <a:cubicBezTo>
                      <a:pt x="46" y="81"/>
                      <a:pt x="46" y="81"/>
                      <a:pt x="46" y="81"/>
                    </a:cubicBezTo>
                    <a:cubicBezTo>
                      <a:pt x="46" y="80"/>
                      <a:pt x="46" y="80"/>
                      <a:pt x="46" y="80"/>
                    </a:cubicBezTo>
                    <a:cubicBezTo>
                      <a:pt x="46" y="80"/>
                      <a:pt x="47" y="80"/>
                      <a:pt x="47" y="80"/>
                    </a:cubicBezTo>
                    <a:cubicBezTo>
                      <a:pt x="47" y="80"/>
                      <a:pt x="47" y="80"/>
                      <a:pt x="47" y="80"/>
                    </a:cubicBezTo>
                    <a:cubicBezTo>
                      <a:pt x="47" y="80"/>
                      <a:pt x="47" y="80"/>
                      <a:pt x="47" y="80"/>
                    </a:cubicBezTo>
                    <a:cubicBezTo>
                      <a:pt x="47" y="80"/>
                      <a:pt x="48" y="80"/>
                      <a:pt x="48" y="79"/>
                    </a:cubicBezTo>
                    <a:cubicBezTo>
                      <a:pt x="48" y="79"/>
                      <a:pt x="48" y="79"/>
                      <a:pt x="48" y="79"/>
                    </a:cubicBezTo>
                    <a:cubicBezTo>
                      <a:pt x="48" y="78"/>
                      <a:pt x="48" y="78"/>
                      <a:pt x="48" y="78"/>
                    </a:cubicBezTo>
                    <a:cubicBezTo>
                      <a:pt x="49" y="78"/>
                      <a:pt x="49" y="78"/>
                      <a:pt x="49" y="78"/>
                    </a:cubicBezTo>
                    <a:cubicBezTo>
                      <a:pt x="49" y="77"/>
                      <a:pt x="49" y="76"/>
                      <a:pt x="49" y="76"/>
                    </a:cubicBezTo>
                    <a:cubicBezTo>
                      <a:pt x="49" y="75"/>
                      <a:pt x="49" y="75"/>
                      <a:pt x="49" y="75"/>
                    </a:cubicBezTo>
                    <a:cubicBezTo>
                      <a:pt x="49" y="73"/>
                      <a:pt x="49" y="73"/>
                      <a:pt x="49" y="73"/>
                    </a:cubicBezTo>
                    <a:cubicBezTo>
                      <a:pt x="49" y="72"/>
                      <a:pt x="49" y="72"/>
                      <a:pt x="49" y="72"/>
                    </a:cubicBezTo>
                    <a:cubicBezTo>
                      <a:pt x="49" y="72"/>
                      <a:pt x="49" y="72"/>
                      <a:pt x="49" y="72"/>
                    </a:cubicBezTo>
                    <a:cubicBezTo>
                      <a:pt x="49" y="72"/>
                      <a:pt x="49" y="72"/>
                      <a:pt x="49" y="72"/>
                    </a:cubicBezTo>
                    <a:cubicBezTo>
                      <a:pt x="49" y="72"/>
                      <a:pt x="49" y="72"/>
                      <a:pt x="49" y="72"/>
                    </a:cubicBezTo>
                    <a:cubicBezTo>
                      <a:pt x="49" y="72"/>
                      <a:pt x="49" y="72"/>
                      <a:pt x="49" y="72"/>
                    </a:cubicBezTo>
                    <a:cubicBezTo>
                      <a:pt x="49" y="72"/>
                      <a:pt x="49" y="72"/>
                      <a:pt x="49" y="72"/>
                    </a:cubicBezTo>
                    <a:cubicBezTo>
                      <a:pt x="49" y="72"/>
                      <a:pt x="49" y="72"/>
                      <a:pt x="49" y="72"/>
                    </a:cubicBezTo>
                    <a:cubicBezTo>
                      <a:pt x="50" y="72"/>
                      <a:pt x="50" y="72"/>
                      <a:pt x="50" y="72"/>
                    </a:cubicBezTo>
                    <a:cubicBezTo>
                      <a:pt x="50" y="72"/>
                      <a:pt x="50" y="72"/>
                      <a:pt x="50" y="72"/>
                    </a:cubicBezTo>
                    <a:cubicBezTo>
                      <a:pt x="50" y="72"/>
                      <a:pt x="50" y="71"/>
                      <a:pt x="50" y="71"/>
                    </a:cubicBezTo>
                    <a:cubicBezTo>
                      <a:pt x="50" y="71"/>
                      <a:pt x="50" y="71"/>
                      <a:pt x="50" y="71"/>
                    </a:cubicBezTo>
                    <a:cubicBezTo>
                      <a:pt x="50" y="71"/>
                      <a:pt x="50" y="71"/>
                      <a:pt x="50" y="71"/>
                    </a:cubicBezTo>
                    <a:cubicBezTo>
                      <a:pt x="50" y="71"/>
                      <a:pt x="51" y="71"/>
                      <a:pt x="51" y="71"/>
                    </a:cubicBezTo>
                    <a:cubicBezTo>
                      <a:pt x="51" y="71"/>
                      <a:pt x="51" y="71"/>
                      <a:pt x="51" y="71"/>
                    </a:cubicBezTo>
                    <a:cubicBezTo>
                      <a:pt x="51" y="70"/>
                      <a:pt x="51" y="70"/>
                      <a:pt x="51" y="70"/>
                    </a:cubicBezTo>
                    <a:cubicBezTo>
                      <a:pt x="51" y="70"/>
                      <a:pt x="51" y="70"/>
                      <a:pt x="51" y="70"/>
                    </a:cubicBezTo>
                    <a:cubicBezTo>
                      <a:pt x="51" y="70"/>
                      <a:pt x="51" y="70"/>
                      <a:pt x="51" y="70"/>
                    </a:cubicBezTo>
                    <a:cubicBezTo>
                      <a:pt x="51" y="70"/>
                      <a:pt x="51" y="70"/>
                      <a:pt x="51" y="70"/>
                    </a:cubicBezTo>
                    <a:cubicBezTo>
                      <a:pt x="51" y="70"/>
                      <a:pt x="51" y="70"/>
                      <a:pt x="51" y="70"/>
                    </a:cubicBezTo>
                    <a:cubicBezTo>
                      <a:pt x="51" y="70"/>
                      <a:pt x="52" y="69"/>
                      <a:pt x="52" y="69"/>
                    </a:cubicBezTo>
                    <a:cubicBezTo>
                      <a:pt x="52" y="69"/>
                      <a:pt x="52" y="68"/>
                      <a:pt x="53" y="68"/>
                    </a:cubicBezTo>
                    <a:cubicBezTo>
                      <a:pt x="53" y="68"/>
                      <a:pt x="53" y="68"/>
                      <a:pt x="53" y="68"/>
                    </a:cubicBezTo>
                    <a:cubicBezTo>
                      <a:pt x="54" y="68"/>
                      <a:pt x="53" y="67"/>
                      <a:pt x="53" y="67"/>
                    </a:cubicBezTo>
                    <a:cubicBezTo>
                      <a:pt x="53" y="67"/>
                      <a:pt x="53" y="67"/>
                      <a:pt x="53" y="67"/>
                    </a:cubicBezTo>
                    <a:cubicBezTo>
                      <a:pt x="53" y="67"/>
                      <a:pt x="53" y="67"/>
                      <a:pt x="53" y="67"/>
                    </a:cubicBezTo>
                    <a:cubicBezTo>
                      <a:pt x="53" y="67"/>
                      <a:pt x="53" y="67"/>
                      <a:pt x="53" y="67"/>
                    </a:cubicBezTo>
                    <a:cubicBezTo>
                      <a:pt x="53" y="67"/>
                      <a:pt x="53" y="67"/>
                      <a:pt x="53" y="67"/>
                    </a:cubicBezTo>
                    <a:cubicBezTo>
                      <a:pt x="53" y="67"/>
                      <a:pt x="53" y="66"/>
                      <a:pt x="53" y="66"/>
                    </a:cubicBezTo>
                    <a:cubicBezTo>
                      <a:pt x="53" y="66"/>
                      <a:pt x="53" y="66"/>
                      <a:pt x="53" y="66"/>
                    </a:cubicBezTo>
                    <a:cubicBezTo>
                      <a:pt x="53" y="66"/>
                      <a:pt x="53" y="66"/>
                      <a:pt x="53" y="66"/>
                    </a:cubicBezTo>
                    <a:cubicBezTo>
                      <a:pt x="53" y="66"/>
                      <a:pt x="53" y="66"/>
                      <a:pt x="53" y="66"/>
                    </a:cubicBezTo>
                    <a:cubicBezTo>
                      <a:pt x="53" y="64"/>
                      <a:pt x="53" y="64"/>
                      <a:pt x="53" y="64"/>
                    </a:cubicBezTo>
                    <a:cubicBezTo>
                      <a:pt x="53" y="64"/>
                      <a:pt x="53" y="64"/>
                      <a:pt x="53" y="64"/>
                    </a:cubicBezTo>
                    <a:cubicBezTo>
                      <a:pt x="53" y="64"/>
                      <a:pt x="53" y="64"/>
                      <a:pt x="53" y="64"/>
                    </a:cubicBezTo>
                    <a:cubicBezTo>
                      <a:pt x="53" y="64"/>
                      <a:pt x="53" y="64"/>
                      <a:pt x="53" y="64"/>
                    </a:cubicBezTo>
                    <a:cubicBezTo>
                      <a:pt x="53" y="63"/>
                      <a:pt x="53" y="63"/>
                      <a:pt x="53" y="63"/>
                    </a:cubicBezTo>
                    <a:cubicBezTo>
                      <a:pt x="53" y="63"/>
                      <a:pt x="53" y="63"/>
                      <a:pt x="53" y="63"/>
                    </a:cubicBezTo>
                    <a:cubicBezTo>
                      <a:pt x="52" y="63"/>
                      <a:pt x="52" y="63"/>
                      <a:pt x="52" y="63"/>
                    </a:cubicBezTo>
                    <a:cubicBezTo>
                      <a:pt x="52" y="63"/>
                      <a:pt x="52" y="63"/>
                      <a:pt x="52" y="63"/>
                    </a:cubicBezTo>
                    <a:cubicBezTo>
                      <a:pt x="51" y="63"/>
                      <a:pt x="51" y="63"/>
                      <a:pt x="51" y="63"/>
                    </a:cubicBezTo>
                    <a:cubicBezTo>
                      <a:pt x="50" y="63"/>
                      <a:pt x="50" y="63"/>
                      <a:pt x="50" y="62"/>
                    </a:cubicBezTo>
                    <a:cubicBezTo>
                      <a:pt x="50" y="62"/>
                      <a:pt x="50" y="62"/>
                      <a:pt x="50" y="62"/>
                    </a:cubicBezTo>
                    <a:cubicBezTo>
                      <a:pt x="50" y="62"/>
                      <a:pt x="50" y="62"/>
                      <a:pt x="50" y="62"/>
                    </a:cubicBezTo>
                    <a:cubicBezTo>
                      <a:pt x="50" y="62"/>
                      <a:pt x="50" y="62"/>
                      <a:pt x="50" y="62"/>
                    </a:cubicBezTo>
                    <a:cubicBezTo>
                      <a:pt x="49" y="62"/>
                      <a:pt x="49" y="62"/>
                      <a:pt x="49" y="62"/>
                    </a:cubicBezTo>
                    <a:cubicBezTo>
                      <a:pt x="49" y="62"/>
                      <a:pt x="49" y="61"/>
                      <a:pt x="49" y="61"/>
                    </a:cubicBezTo>
                    <a:cubicBezTo>
                      <a:pt x="49" y="61"/>
                      <a:pt x="49" y="61"/>
                      <a:pt x="48" y="61"/>
                    </a:cubicBezTo>
                    <a:cubicBezTo>
                      <a:pt x="48" y="61"/>
                      <a:pt x="48" y="61"/>
                      <a:pt x="48" y="61"/>
                    </a:cubicBezTo>
                    <a:cubicBezTo>
                      <a:pt x="48" y="61"/>
                      <a:pt x="48" y="61"/>
                      <a:pt x="48" y="61"/>
                    </a:cubicBezTo>
                    <a:cubicBezTo>
                      <a:pt x="48" y="61"/>
                      <a:pt x="48" y="61"/>
                      <a:pt x="48" y="61"/>
                    </a:cubicBezTo>
                    <a:cubicBezTo>
                      <a:pt x="48" y="61"/>
                      <a:pt x="48" y="61"/>
                      <a:pt x="48" y="61"/>
                    </a:cubicBezTo>
                    <a:cubicBezTo>
                      <a:pt x="48" y="61"/>
                      <a:pt x="48" y="61"/>
                      <a:pt x="48" y="61"/>
                    </a:cubicBezTo>
                    <a:cubicBezTo>
                      <a:pt x="47" y="61"/>
                      <a:pt x="47" y="61"/>
                      <a:pt x="47" y="61"/>
                    </a:cubicBezTo>
                    <a:cubicBezTo>
                      <a:pt x="47" y="61"/>
                      <a:pt x="47" y="61"/>
                      <a:pt x="47" y="61"/>
                    </a:cubicBezTo>
                    <a:cubicBezTo>
                      <a:pt x="46" y="61"/>
                      <a:pt x="46" y="61"/>
                      <a:pt x="46" y="61"/>
                    </a:cubicBezTo>
                    <a:cubicBezTo>
                      <a:pt x="46" y="61"/>
                      <a:pt x="46" y="61"/>
                      <a:pt x="45" y="61"/>
                    </a:cubicBezTo>
                    <a:cubicBezTo>
                      <a:pt x="45" y="61"/>
                      <a:pt x="45" y="61"/>
                      <a:pt x="45" y="61"/>
                    </a:cubicBezTo>
                    <a:cubicBezTo>
                      <a:pt x="44" y="61"/>
                      <a:pt x="44" y="61"/>
                      <a:pt x="44" y="61"/>
                    </a:cubicBezTo>
                    <a:cubicBezTo>
                      <a:pt x="44" y="61"/>
                      <a:pt x="44" y="61"/>
                      <a:pt x="44" y="61"/>
                    </a:cubicBezTo>
                    <a:cubicBezTo>
                      <a:pt x="44" y="61"/>
                      <a:pt x="44" y="61"/>
                      <a:pt x="44" y="61"/>
                    </a:cubicBezTo>
                    <a:cubicBezTo>
                      <a:pt x="44" y="60"/>
                      <a:pt x="44" y="60"/>
                      <a:pt x="43" y="60"/>
                    </a:cubicBezTo>
                    <a:cubicBezTo>
                      <a:pt x="43" y="60"/>
                      <a:pt x="43" y="60"/>
                      <a:pt x="43" y="60"/>
                    </a:cubicBezTo>
                    <a:cubicBezTo>
                      <a:pt x="43" y="60"/>
                      <a:pt x="42" y="60"/>
                      <a:pt x="42" y="60"/>
                    </a:cubicBezTo>
                    <a:cubicBezTo>
                      <a:pt x="42" y="60"/>
                      <a:pt x="42" y="60"/>
                      <a:pt x="42" y="60"/>
                    </a:cubicBezTo>
                    <a:cubicBezTo>
                      <a:pt x="42" y="60"/>
                      <a:pt x="42" y="60"/>
                      <a:pt x="42" y="60"/>
                    </a:cubicBezTo>
                    <a:cubicBezTo>
                      <a:pt x="42" y="60"/>
                      <a:pt x="42" y="60"/>
                      <a:pt x="42" y="60"/>
                    </a:cubicBezTo>
                    <a:cubicBezTo>
                      <a:pt x="42" y="60"/>
                      <a:pt x="42" y="60"/>
                      <a:pt x="42" y="60"/>
                    </a:cubicBezTo>
                    <a:cubicBezTo>
                      <a:pt x="42" y="60"/>
                      <a:pt x="42" y="60"/>
                      <a:pt x="42" y="60"/>
                    </a:cubicBezTo>
                    <a:cubicBezTo>
                      <a:pt x="42" y="59"/>
                      <a:pt x="42" y="59"/>
                      <a:pt x="42" y="59"/>
                    </a:cubicBezTo>
                    <a:cubicBezTo>
                      <a:pt x="42" y="59"/>
                      <a:pt x="41" y="59"/>
                      <a:pt x="41" y="59"/>
                    </a:cubicBezTo>
                    <a:cubicBezTo>
                      <a:pt x="41" y="59"/>
                      <a:pt x="41" y="59"/>
                      <a:pt x="41" y="59"/>
                    </a:cubicBezTo>
                    <a:cubicBezTo>
                      <a:pt x="41" y="59"/>
                      <a:pt x="41" y="59"/>
                      <a:pt x="41" y="59"/>
                    </a:cubicBezTo>
                    <a:cubicBezTo>
                      <a:pt x="39" y="59"/>
                      <a:pt x="39" y="59"/>
                      <a:pt x="39" y="59"/>
                    </a:cubicBezTo>
                    <a:cubicBezTo>
                      <a:pt x="39" y="59"/>
                      <a:pt x="39" y="59"/>
                      <a:pt x="39" y="59"/>
                    </a:cubicBezTo>
                    <a:cubicBezTo>
                      <a:pt x="38" y="59"/>
                      <a:pt x="38" y="59"/>
                      <a:pt x="38" y="59"/>
                    </a:cubicBezTo>
                    <a:cubicBezTo>
                      <a:pt x="38" y="59"/>
                      <a:pt x="38" y="59"/>
                      <a:pt x="38" y="59"/>
                    </a:cubicBezTo>
                    <a:cubicBezTo>
                      <a:pt x="38" y="59"/>
                      <a:pt x="38" y="59"/>
                      <a:pt x="38" y="59"/>
                    </a:cubicBezTo>
                    <a:cubicBezTo>
                      <a:pt x="37" y="59"/>
                      <a:pt x="37" y="59"/>
                      <a:pt x="37" y="59"/>
                    </a:cubicBezTo>
                    <a:cubicBezTo>
                      <a:pt x="37" y="59"/>
                      <a:pt x="37" y="59"/>
                      <a:pt x="37" y="59"/>
                    </a:cubicBezTo>
                    <a:cubicBezTo>
                      <a:pt x="37" y="59"/>
                      <a:pt x="37" y="59"/>
                      <a:pt x="37" y="59"/>
                    </a:cubicBezTo>
                    <a:cubicBezTo>
                      <a:pt x="37" y="59"/>
                      <a:pt x="37" y="59"/>
                      <a:pt x="37" y="59"/>
                    </a:cubicBezTo>
                    <a:cubicBezTo>
                      <a:pt x="37" y="59"/>
                      <a:pt x="37" y="59"/>
                      <a:pt x="37" y="59"/>
                    </a:cubicBezTo>
                    <a:cubicBezTo>
                      <a:pt x="37" y="59"/>
                      <a:pt x="37" y="59"/>
                      <a:pt x="37" y="59"/>
                    </a:cubicBezTo>
                    <a:cubicBezTo>
                      <a:pt x="37" y="59"/>
                      <a:pt x="38" y="59"/>
                      <a:pt x="38" y="58"/>
                    </a:cubicBezTo>
                    <a:cubicBezTo>
                      <a:pt x="38" y="58"/>
                      <a:pt x="38" y="58"/>
                      <a:pt x="38" y="58"/>
                    </a:cubicBezTo>
                    <a:cubicBezTo>
                      <a:pt x="39" y="58"/>
                      <a:pt x="39" y="58"/>
                      <a:pt x="39" y="58"/>
                    </a:cubicBezTo>
                    <a:cubicBezTo>
                      <a:pt x="39" y="58"/>
                      <a:pt x="39" y="58"/>
                      <a:pt x="39" y="58"/>
                    </a:cubicBezTo>
                    <a:cubicBezTo>
                      <a:pt x="39" y="58"/>
                      <a:pt x="39" y="58"/>
                      <a:pt x="39" y="58"/>
                    </a:cubicBezTo>
                    <a:cubicBezTo>
                      <a:pt x="39" y="58"/>
                      <a:pt x="40" y="58"/>
                      <a:pt x="40" y="58"/>
                    </a:cubicBezTo>
                    <a:cubicBezTo>
                      <a:pt x="40" y="58"/>
                      <a:pt x="39" y="57"/>
                      <a:pt x="39" y="57"/>
                    </a:cubicBezTo>
                    <a:cubicBezTo>
                      <a:pt x="39" y="57"/>
                      <a:pt x="39" y="57"/>
                      <a:pt x="39" y="56"/>
                    </a:cubicBezTo>
                    <a:cubicBezTo>
                      <a:pt x="39" y="56"/>
                      <a:pt x="38" y="56"/>
                      <a:pt x="38" y="56"/>
                    </a:cubicBezTo>
                    <a:cubicBezTo>
                      <a:pt x="38" y="56"/>
                      <a:pt x="38" y="55"/>
                      <a:pt x="38" y="55"/>
                    </a:cubicBezTo>
                    <a:cubicBezTo>
                      <a:pt x="38" y="55"/>
                      <a:pt x="38" y="55"/>
                      <a:pt x="38" y="55"/>
                    </a:cubicBezTo>
                    <a:cubicBezTo>
                      <a:pt x="38" y="55"/>
                      <a:pt x="38" y="55"/>
                      <a:pt x="38" y="55"/>
                    </a:cubicBezTo>
                    <a:cubicBezTo>
                      <a:pt x="38" y="55"/>
                      <a:pt x="37" y="55"/>
                      <a:pt x="37" y="55"/>
                    </a:cubicBezTo>
                    <a:cubicBezTo>
                      <a:pt x="37" y="55"/>
                      <a:pt x="37" y="55"/>
                      <a:pt x="37" y="55"/>
                    </a:cubicBezTo>
                    <a:cubicBezTo>
                      <a:pt x="37" y="55"/>
                      <a:pt x="37" y="55"/>
                      <a:pt x="37" y="55"/>
                    </a:cubicBezTo>
                    <a:cubicBezTo>
                      <a:pt x="37" y="55"/>
                      <a:pt x="37" y="55"/>
                      <a:pt x="36" y="54"/>
                    </a:cubicBezTo>
                    <a:cubicBezTo>
                      <a:pt x="36" y="54"/>
                      <a:pt x="36" y="54"/>
                      <a:pt x="36" y="54"/>
                    </a:cubicBezTo>
                    <a:cubicBezTo>
                      <a:pt x="36" y="54"/>
                      <a:pt x="36" y="54"/>
                      <a:pt x="36" y="54"/>
                    </a:cubicBezTo>
                    <a:cubicBezTo>
                      <a:pt x="36" y="54"/>
                      <a:pt x="36" y="54"/>
                      <a:pt x="36" y="54"/>
                    </a:cubicBezTo>
                    <a:cubicBezTo>
                      <a:pt x="36" y="54"/>
                      <a:pt x="36" y="54"/>
                      <a:pt x="36" y="54"/>
                    </a:cubicBezTo>
                    <a:cubicBezTo>
                      <a:pt x="36" y="54"/>
                      <a:pt x="36" y="54"/>
                      <a:pt x="36" y="54"/>
                    </a:cubicBezTo>
                    <a:cubicBezTo>
                      <a:pt x="36" y="53"/>
                      <a:pt x="36" y="53"/>
                      <a:pt x="35" y="53"/>
                    </a:cubicBezTo>
                    <a:cubicBezTo>
                      <a:pt x="35" y="53"/>
                      <a:pt x="35" y="53"/>
                      <a:pt x="35" y="53"/>
                    </a:cubicBezTo>
                    <a:cubicBezTo>
                      <a:pt x="35" y="53"/>
                      <a:pt x="35" y="53"/>
                      <a:pt x="35" y="52"/>
                    </a:cubicBezTo>
                    <a:cubicBezTo>
                      <a:pt x="35" y="52"/>
                      <a:pt x="35" y="52"/>
                      <a:pt x="35" y="52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1"/>
                      <a:pt x="33" y="51"/>
                      <a:pt x="33" y="51"/>
                    </a:cubicBezTo>
                    <a:cubicBezTo>
                      <a:pt x="32" y="51"/>
                      <a:pt x="32" y="51"/>
                      <a:pt x="32" y="51"/>
                    </a:cubicBezTo>
                    <a:cubicBezTo>
                      <a:pt x="32" y="51"/>
                      <a:pt x="32" y="51"/>
                      <a:pt x="32" y="51"/>
                    </a:cubicBezTo>
                    <a:cubicBezTo>
                      <a:pt x="32" y="51"/>
                      <a:pt x="31" y="51"/>
                      <a:pt x="31" y="51"/>
                    </a:cubicBezTo>
                    <a:cubicBezTo>
                      <a:pt x="31" y="51"/>
                      <a:pt x="31" y="51"/>
                      <a:pt x="31" y="51"/>
                    </a:cubicBezTo>
                    <a:cubicBezTo>
                      <a:pt x="31" y="51"/>
                      <a:pt x="31" y="51"/>
                      <a:pt x="31" y="51"/>
                    </a:cubicBezTo>
                    <a:cubicBezTo>
                      <a:pt x="31" y="51"/>
                      <a:pt x="31" y="50"/>
                      <a:pt x="30" y="50"/>
                    </a:cubicBezTo>
                    <a:cubicBezTo>
                      <a:pt x="30" y="50"/>
                      <a:pt x="30" y="50"/>
                      <a:pt x="30" y="50"/>
                    </a:cubicBezTo>
                    <a:cubicBezTo>
                      <a:pt x="30" y="50"/>
                      <a:pt x="30" y="50"/>
                      <a:pt x="30" y="50"/>
                    </a:cubicBezTo>
                    <a:cubicBezTo>
                      <a:pt x="30" y="50"/>
                      <a:pt x="30" y="50"/>
                      <a:pt x="30" y="50"/>
                    </a:cubicBezTo>
                    <a:cubicBezTo>
                      <a:pt x="30" y="49"/>
                      <a:pt x="29" y="49"/>
                      <a:pt x="29" y="49"/>
                    </a:cubicBezTo>
                    <a:cubicBezTo>
                      <a:pt x="29" y="49"/>
                      <a:pt x="29" y="49"/>
                      <a:pt x="29" y="49"/>
                    </a:cubicBezTo>
                    <a:cubicBezTo>
                      <a:pt x="28" y="49"/>
                      <a:pt x="28" y="49"/>
                      <a:pt x="28" y="49"/>
                    </a:cubicBezTo>
                    <a:cubicBezTo>
                      <a:pt x="28" y="49"/>
                      <a:pt x="28" y="49"/>
                      <a:pt x="28" y="49"/>
                    </a:cubicBezTo>
                    <a:cubicBezTo>
                      <a:pt x="28" y="49"/>
                      <a:pt x="28" y="49"/>
                      <a:pt x="28" y="49"/>
                    </a:cubicBezTo>
                    <a:cubicBezTo>
                      <a:pt x="29" y="48"/>
                      <a:pt x="29" y="48"/>
                      <a:pt x="29" y="48"/>
                    </a:cubicBezTo>
                    <a:cubicBezTo>
                      <a:pt x="28" y="48"/>
                      <a:pt x="28" y="48"/>
                      <a:pt x="28" y="48"/>
                    </a:cubicBezTo>
                    <a:cubicBezTo>
                      <a:pt x="28" y="48"/>
                      <a:pt x="28" y="48"/>
                      <a:pt x="28" y="48"/>
                    </a:cubicBezTo>
                    <a:cubicBezTo>
                      <a:pt x="28" y="48"/>
                      <a:pt x="28" y="48"/>
                      <a:pt x="28" y="48"/>
                    </a:cubicBezTo>
                    <a:cubicBezTo>
                      <a:pt x="28" y="48"/>
                      <a:pt x="28" y="48"/>
                      <a:pt x="28" y="48"/>
                    </a:cubicBezTo>
                    <a:cubicBezTo>
                      <a:pt x="27" y="48"/>
                      <a:pt x="27" y="48"/>
                      <a:pt x="27" y="48"/>
                    </a:cubicBezTo>
                    <a:cubicBezTo>
                      <a:pt x="27" y="48"/>
                      <a:pt x="26" y="48"/>
                      <a:pt x="26" y="48"/>
                    </a:cubicBezTo>
                    <a:cubicBezTo>
                      <a:pt x="26" y="48"/>
                      <a:pt x="26" y="48"/>
                      <a:pt x="26" y="48"/>
                    </a:cubicBezTo>
                    <a:cubicBezTo>
                      <a:pt x="26" y="48"/>
                      <a:pt x="26" y="48"/>
                      <a:pt x="26" y="48"/>
                    </a:cubicBezTo>
                    <a:cubicBezTo>
                      <a:pt x="26" y="48"/>
                      <a:pt x="26" y="48"/>
                      <a:pt x="26" y="48"/>
                    </a:cubicBezTo>
                    <a:cubicBezTo>
                      <a:pt x="26" y="48"/>
                      <a:pt x="26" y="48"/>
                      <a:pt x="26" y="48"/>
                    </a:cubicBezTo>
                    <a:cubicBezTo>
                      <a:pt x="26" y="48"/>
                      <a:pt x="25" y="48"/>
                      <a:pt x="26" y="48"/>
                    </a:cubicBezTo>
                    <a:cubicBezTo>
                      <a:pt x="26" y="47"/>
                      <a:pt x="26" y="47"/>
                      <a:pt x="26" y="47"/>
                    </a:cubicBezTo>
                    <a:cubicBezTo>
                      <a:pt x="25" y="47"/>
                      <a:pt x="25" y="47"/>
                      <a:pt x="25" y="47"/>
                    </a:cubicBezTo>
                    <a:cubicBezTo>
                      <a:pt x="25" y="47"/>
                      <a:pt x="24" y="47"/>
                      <a:pt x="24" y="47"/>
                    </a:cubicBezTo>
                    <a:cubicBezTo>
                      <a:pt x="24" y="47"/>
                      <a:pt x="24" y="47"/>
                      <a:pt x="23" y="47"/>
                    </a:cubicBezTo>
                    <a:cubicBezTo>
                      <a:pt x="23" y="47"/>
                      <a:pt x="23" y="47"/>
                      <a:pt x="23" y="47"/>
                    </a:cubicBezTo>
                    <a:cubicBezTo>
                      <a:pt x="23" y="47"/>
                      <a:pt x="22" y="46"/>
                      <a:pt x="22" y="46"/>
                    </a:cubicBezTo>
                    <a:cubicBezTo>
                      <a:pt x="22" y="46"/>
                      <a:pt x="22" y="46"/>
                      <a:pt x="21" y="46"/>
                    </a:cubicBezTo>
                    <a:cubicBezTo>
                      <a:pt x="21" y="46"/>
                      <a:pt x="21" y="46"/>
                      <a:pt x="21" y="46"/>
                    </a:cubicBezTo>
                    <a:cubicBezTo>
                      <a:pt x="21" y="46"/>
                      <a:pt x="21" y="46"/>
                      <a:pt x="21" y="46"/>
                    </a:cubicBezTo>
                    <a:cubicBezTo>
                      <a:pt x="21" y="46"/>
                      <a:pt x="21" y="46"/>
                      <a:pt x="21" y="46"/>
                    </a:cubicBezTo>
                    <a:cubicBezTo>
                      <a:pt x="20" y="46"/>
                      <a:pt x="20" y="46"/>
                      <a:pt x="20" y="46"/>
                    </a:cubicBezTo>
                    <a:cubicBezTo>
                      <a:pt x="20" y="47"/>
                      <a:pt x="20" y="47"/>
                      <a:pt x="20" y="47"/>
                    </a:cubicBezTo>
                    <a:cubicBezTo>
                      <a:pt x="20" y="46"/>
                      <a:pt x="19" y="46"/>
                      <a:pt x="19" y="46"/>
                    </a:cubicBezTo>
                    <a:cubicBezTo>
                      <a:pt x="19" y="46"/>
                      <a:pt x="19" y="46"/>
                      <a:pt x="19" y="46"/>
                    </a:cubicBezTo>
                    <a:cubicBezTo>
                      <a:pt x="19" y="46"/>
                      <a:pt x="19" y="46"/>
                      <a:pt x="19" y="46"/>
                    </a:cubicBezTo>
                    <a:cubicBezTo>
                      <a:pt x="19" y="47"/>
                      <a:pt x="19" y="47"/>
                      <a:pt x="19" y="47"/>
                    </a:cubicBezTo>
                    <a:cubicBezTo>
                      <a:pt x="19" y="47"/>
                      <a:pt x="19" y="47"/>
                      <a:pt x="19" y="47"/>
                    </a:cubicBezTo>
                    <a:cubicBezTo>
                      <a:pt x="19" y="47"/>
                      <a:pt x="18" y="47"/>
                      <a:pt x="18" y="47"/>
                    </a:cubicBezTo>
                    <a:cubicBezTo>
                      <a:pt x="18" y="47"/>
                      <a:pt x="18" y="47"/>
                      <a:pt x="18" y="47"/>
                    </a:cubicBezTo>
                    <a:cubicBezTo>
                      <a:pt x="18" y="47"/>
                      <a:pt x="18" y="47"/>
                      <a:pt x="18" y="47"/>
                    </a:cubicBezTo>
                    <a:cubicBezTo>
                      <a:pt x="18" y="47"/>
                      <a:pt x="17" y="47"/>
                      <a:pt x="17" y="47"/>
                    </a:cubicBezTo>
                    <a:cubicBezTo>
                      <a:pt x="17" y="47"/>
                      <a:pt x="17" y="47"/>
                      <a:pt x="17" y="47"/>
                    </a:cubicBezTo>
                    <a:cubicBezTo>
                      <a:pt x="16" y="47"/>
                      <a:pt x="16" y="47"/>
                      <a:pt x="16" y="47"/>
                    </a:cubicBezTo>
                    <a:cubicBezTo>
                      <a:pt x="16" y="47"/>
                      <a:pt x="16" y="47"/>
                      <a:pt x="16" y="47"/>
                    </a:cubicBezTo>
                    <a:cubicBezTo>
                      <a:pt x="16" y="48"/>
                      <a:pt x="16" y="48"/>
                      <a:pt x="16" y="48"/>
                    </a:cubicBezTo>
                    <a:cubicBezTo>
                      <a:pt x="16" y="48"/>
                      <a:pt x="16" y="48"/>
                      <a:pt x="16" y="48"/>
                    </a:cubicBezTo>
                    <a:cubicBezTo>
                      <a:pt x="16" y="48"/>
                      <a:pt x="17" y="48"/>
                      <a:pt x="17" y="48"/>
                    </a:cubicBezTo>
                    <a:cubicBezTo>
                      <a:pt x="17" y="48"/>
                      <a:pt x="17" y="48"/>
                      <a:pt x="17" y="48"/>
                    </a:cubicBezTo>
                    <a:cubicBezTo>
                      <a:pt x="17" y="49"/>
                      <a:pt x="17" y="49"/>
                      <a:pt x="17" y="49"/>
                    </a:cubicBezTo>
                    <a:cubicBezTo>
                      <a:pt x="17" y="49"/>
                      <a:pt x="17" y="49"/>
                      <a:pt x="17" y="49"/>
                    </a:cubicBezTo>
                    <a:cubicBezTo>
                      <a:pt x="17" y="49"/>
                      <a:pt x="17" y="49"/>
                      <a:pt x="16" y="49"/>
                    </a:cubicBezTo>
                    <a:cubicBezTo>
                      <a:pt x="16" y="49"/>
                      <a:pt x="16" y="49"/>
                      <a:pt x="16" y="49"/>
                    </a:cubicBezTo>
                    <a:cubicBezTo>
                      <a:pt x="16" y="49"/>
                      <a:pt x="16" y="49"/>
                      <a:pt x="16" y="49"/>
                    </a:cubicBezTo>
                    <a:cubicBezTo>
                      <a:pt x="16" y="49"/>
                      <a:pt x="16" y="49"/>
                      <a:pt x="16" y="49"/>
                    </a:cubicBezTo>
                    <a:cubicBezTo>
                      <a:pt x="16" y="49"/>
                      <a:pt x="16" y="49"/>
                      <a:pt x="16" y="49"/>
                    </a:cubicBezTo>
                    <a:cubicBezTo>
                      <a:pt x="16" y="49"/>
                      <a:pt x="16" y="49"/>
                      <a:pt x="16" y="49"/>
                    </a:cubicBezTo>
                    <a:cubicBezTo>
                      <a:pt x="16" y="49"/>
                      <a:pt x="15" y="49"/>
                      <a:pt x="15" y="49"/>
                    </a:cubicBezTo>
                    <a:cubicBezTo>
                      <a:pt x="15" y="49"/>
                      <a:pt x="15" y="49"/>
                      <a:pt x="15" y="49"/>
                    </a:cubicBezTo>
                    <a:cubicBezTo>
                      <a:pt x="15" y="49"/>
                      <a:pt x="15" y="48"/>
                      <a:pt x="15" y="48"/>
                    </a:cubicBezTo>
                    <a:cubicBezTo>
                      <a:pt x="15" y="48"/>
                      <a:pt x="15" y="48"/>
                      <a:pt x="15" y="48"/>
                    </a:cubicBezTo>
                    <a:cubicBezTo>
                      <a:pt x="15" y="48"/>
                      <a:pt x="15" y="48"/>
                      <a:pt x="14" y="48"/>
                    </a:cubicBezTo>
                    <a:cubicBezTo>
                      <a:pt x="14" y="48"/>
                      <a:pt x="14" y="48"/>
                      <a:pt x="14" y="48"/>
                    </a:cubicBezTo>
                    <a:cubicBezTo>
                      <a:pt x="14" y="48"/>
                      <a:pt x="14" y="48"/>
                      <a:pt x="14" y="48"/>
                    </a:cubicBezTo>
                    <a:cubicBezTo>
                      <a:pt x="13" y="48"/>
                      <a:pt x="13" y="48"/>
                      <a:pt x="13" y="48"/>
                    </a:cubicBezTo>
                    <a:cubicBezTo>
                      <a:pt x="13" y="48"/>
                      <a:pt x="13" y="48"/>
                      <a:pt x="13" y="48"/>
                    </a:cubicBezTo>
                    <a:cubicBezTo>
                      <a:pt x="13" y="48"/>
                      <a:pt x="13" y="48"/>
                      <a:pt x="13" y="48"/>
                    </a:cubicBezTo>
                    <a:cubicBezTo>
                      <a:pt x="13" y="48"/>
                      <a:pt x="13" y="48"/>
                      <a:pt x="13" y="48"/>
                    </a:cubicBezTo>
                    <a:cubicBezTo>
                      <a:pt x="13" y="48"/>
                      <a:pt x="12" y="48"/>
                      <a:pt x="12" y="48"/>
                    </a:cubicBezTo>
                    <a:cubicBezTo>
                      <a:pt x="12" y="48"/>
                      <a:pt x="12" y="48"/>
                      <a:pt x="12" y="48"/>
                    </a:cubicBezTo>
                    <a:cubicBezTo>
                      <a:pt x="12" y="47"/>
                      <a:pt x="12" y="47"/>
                      <a:pt x="12" y="47"/>
                    </a:cubicBezTo>
                    <a:cubicBezTo>
                      <a:pt x="12" y="47"/>
                      <a:pt x="12" y="47"/>
                      <a:pt x="12" y="47"/>
                    </a:cubicBezTo>
                    <a:cubicBezTo>
                      <a:pt x="12" y="47"/>
                      <a:pt x="12" y="47"/>
                      <a:pt x="12" y="46"/>
                    </a:cubicBezTo>
                    <a:cubicBezTo>
                      <a:pt x="12" y="46"/>
                      <a:pt x="12" y="46"/>
                      <a:pt x="12" y="46"/>
                    </a:cubicBezTo>
                    <a:cubicBezTo>
                      <a:pt x="12" y="46"/>
                      <a:pt x="12" y="46"/>
                      <a:pt x="12" y="46"/>
                    </a:cubicBezTo>
                    <a:cubicBezTo>
                      <a:pt x="12" y="46"/>
                      <a:pt x="12" y="46"/>
                      <a:pt x="12" y="46"/>
                    </a:cubicBezTo>
                    <a:cubicBezTo>
                      <a:pt x="12" y="46"/>
                      <a:pt x="13" y="46"/>
                      <a:pt x="13" y="45"/>
                    </a:cubicBezTo>
                    <a:cubicBezTo>
                      <a:pt x="13" y="45"/>
                      <a:pt x="13" y="44"/>
                      <a:pt x="13" y="44"/>
                    </a:cubicBezTo>
                    <a:cubicBezTo>
                      <a:pt x="13" y="44"/>
                      <a:pt x="13" y="44"/>
                      <a:pt x="13" y="44"/>
                    </a:cubicBezTo>
                    <a:cubicBezTo>
                      <a:pt x="13" y="44"/>
                      <a:pt x="13" y="44"/>
                      <a:pt x="13" y="44"/>
                    </a:cubicBezTo>
                    <a:cubicBezTo>
                      <a:pt x="13" y="44"/>
                      <a:pt x="13" y="44"/>
                      <a:pt x="13" y="44"/>
                    </a:cubicBezTo>
                    <a:cubicBezTo>
                      <a:pt x="13" y="43"/>
                      <a:pt x="13" y="43"/>
                      <a:pt x="13" y="43"/>
                    </a:cubicBezTo>
                    <a:cubicBezTo>
                      <a:pt x="13" y="43"/>
                      <a:pt x="13" y="43"/>
                      <a:pt x="13" y="42"/>
                    </a:cubicBezTo>
                    <a:cubicBezTo>
                      <a:pt x="13" y="42"/>
                      <a:pt x="13" y="42"/>
                      <a:pt x="12" y="42"/>
                    </a:cubicBezTo>
                    <a:cubicBezTo>
                      <a:pt x="12" y="42"/>
                      <a:pt x="12" y="42"/>
                      <a:pt x="12" y="42"/>
                    </a:cubicBezTo>
                    <a:cubicBezTo>
                      <a:pt x="12" y="42"/>
                      <a:pt x="12" y="42"/>
                      <a:pt x="12" y="42"/>
                    </a:cubicBezTo>
                    <a:cubicBezTo>
                      <a:pt x="12" y="42"/>
                      <a:pt x="12" y="42"/>
                      <a:pt x="12" y="42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1"/>
                      <a:pt x="11" y="41"/>
                      <a:pt x="11" y="41"/>
                    </a:cubicBezTo>
                    <a:cubicBezTo>
                      <a:pt x="11" y="41"/>
                      <a:pt x="11" y="41"/>
                      <a:pt x="11" y="41"/>
                    </a:cubicBezTo>
                    <a:cubicBezTo>
                      <a:pt x="11" y="41"/>
                      <a:pt x="11" y="41"/>
                      <a:pt x="11" y="41"/>
                    </a:cubicBezTo>
                    <a:cubicBezTo>
                      <a:pt x="11" y="41"/>
                      <a:pt x="11" y="41"/>
                      <a:pt x="11" y="41"/>
                    </a:cubicBezTo>
                    <a:cubicBezTo>
                      <a:pt x="11" y="41"/>
                      <a:pt x="11" y="41"/>
                      <a:pt x="11" y="40"/>
                    </a:cubicBezTo>
                    <a:cubicBezTo>
                      <a:pt x="11" y="40"/>
                      <a:pt x="11" y="40"/>
                      <a:pt x="11" y="40"/>
                    </a:cubicBezTo>
                    <a:cubicBezTo>
                      <a:pt x="11" y="40"/>
                      <a:pt x="11" y="40"/>
                      <a:pt x="11" y="40"/>
                    </a:cubicBezTo>
                    <a:cubicBezTo>
                      <a:pt x="11" y="40"/>
                      <a:pt x="11" y="40"/>
                      <a:pt x="11" y="40"/>
                    </a:cubicBezTo>
                    <a:cubicBezTo>
                      <a:pt x="11" y="40"/>
                      <a:pt x="11" y="40"/>
                      <a:pt x="11" y="40"/>
                    </a:cubicBezTo>
                    <a:cubicBezTo>
                      <a:pt x="11" y="40"/>
                      <a:pt x="11" y="40"/>
                      <a:pt x="12" y="40"/>
                    </a:cubicBezTo>
                    <a:cubicBezTo>
                      <a:pt x="12" y="40"/>
                      <a:pt x="12" y="39"/>
                      <a:pt x="13" y="38"/>
                    </a:cubicBezTo>
                    <a:cubicBezTo>
                      <a:pt x="13" y="38"/>
                      <a:pt x="13" y="38"/>
                      <a:pt x="13" y="37"/>
                    </a:cubicBezTo>
                    <a:cubicBezTo>
                      <a:pt x="13" y="37"/>
                      <a:pt x="13" y="37"/>
                      <a:pt x="13" y="37"/>
                    </a:cubicBezTo>
                    <a:cubicBezTo>
                      <a:pt x="13" y="37"/>
                      <a:pt x="13" y="37"/>
                      <a:pt x="13" y="37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2" y="37"/>
                      <a:pt x="11" y="37"/>
                      <a:pt x="11" y="37"/>
                    </a:cubicBezTo>
                    <a:cubicBezTo>
                      <a:pt x="11" y="37"/>
                      <a:pt x="10" y="37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9" y="38"/>
                      <a:pt x="9" y="39"/>
                      <a:pt x="9" y="39"/>
                    </a:cubicBezTo>
                    <a:cubicBezTo>
                      <a:pt x="9" y="39"/>
                      <a:pt x="9" y="39"/>
                      <a:pt x="9" y="39"/>
                    </a:cubicBezTo>
                    <a:cubicBezTo>
                      <a:pt x="9" y="39"/>
                      <a:pt x="9" y="39"/>
                      <a:pt x="9" y="39"/>
                    </a:cubicBezTo>
                    <a:cubicBezTo>
                      <a:pt x="9" y="39"/>
                      <a:pt x="8" y="40"/>
                      <a:pt x="8" y="40"/>
                    </a:cubicBezTo>
                    <a:cubicBezTo>
                      <a:pt x="8" y="40"/>
                      <a:pt x="8" y="39"/>
                      <a:pt x="8" y="39"/>
                    </a:cubicBezTo>
                    <a:cubicBezTo>
                      <a:pt x="8" y="39"/>
                      <a:pt x="8" y="39"/>
                      <a:pt x="8" y="39"/>
                    </a:cubicBezTo>
                    <a:cubicBezTo>
                      <a:pt x="8" y="39"/>
                      <a:pt x="8" y="39"/>
                      <a:pt x="8" y="39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8" y="38"/>
                      <a:pt x="8" y="38"/>
                      <a:pt x="7" y="38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7" y="38"/>
                      <a:pt x="8" y="37"/>
                      <a:pt x="8" y="37"/>
                    </a:cubicBezTo>
                    <a:cubicBezTo>
                      <a:pt x="8" y="37"/>
                      <a:pt x="8" y="37"/>
                      <a:pt x="8" y="37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8" y="37"/>
                      <a:pt x="8" y="37"/>
                      <a:pt x="8" y="37"/>
                    </a:cubicBezTo>
                    <a:cubicBezTo>
                      <a:pt x="8" y="37"/>
                      <a:pt x="8" y="37"/>
                      <a:pt x="8" y="37"/>
                    </a:cubicBezTo>
                    <a:cubicBezTo>
                      <a:pt x="8" y="37"/>
                      <a:pt x="8" y="37"/>
                      <a:pt x="8" y="37"/>
                    </a:cubicBezTo>
                    <a:cubicBezTo>
                      <a:pt x="9" y="37"/>
                      <a:pt x="9" y="37"/>
                      <a:pt x="9" y="37"/>
                    </a:cubicBezTo>
                    <a:cubicBezTo>
                      <a:pt x="9" y="37"/>
                      <a:pt x="9" y="37"/>
                      <a:pt x="9" y="37"/>
                    </a:cubicBezTo>
                    <a:cubicBezTo>
                      <a:pt x="9" y="37"/>
                      <a:pt x="9" y="37"/>
                      <a:pt x="9" y="36"/>
                    </a:cubicBezTo>
                    <a:cubicBezTo>
                      <a:pt x="9" y="36"/>
                      <a:pt x="8" y="36"/>
                      <a:pt x="9" y="36"/>
                    </a:cubicBezTo>
                    <a:cubicBezTo>
                      <a:pt x="9" y="36"/>
                      <a:pt x="9" y="36"/>
                      <a:pt x="9" y="36"/>
                    </a:cubicBezTo>
                    <a:cubicBezTo>
                      <a:pt x="9" y="36"/>
                      <a:pt x="9" y="36"/>
                      <a:pt x="9" y="36"/>
                    </a:cubicBezTo>
                    <a:cubicBezTo>
                      <a:pt x="9" y="36"/>
                      <a:pt x="9" y="36"/>
                      <a:pt x="9" y="36"/>
                    </a:cubicBezTo>
                    <a:cubicBezTo>
                      <a:pt x="9" y="36"/>
                      <a:pt x="9" y="35"/>
                      <a:pt x="9" y="35"/>
                    </a:cubicBezTo>
                    <a:cubicBezTo>
                      <a:pt x="9" y="35"/>
                      <a:pt x="9" y="34"/>
                      <a:pt x="9" y="34"/>
                    </a:cubicBezTo>
                    <a:cubicBezTo>
                      <a:pt x="9" y="34"/>
                      <a:pt x="9" y="34"/>
                      <a:pt x="9" y="34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10" y="34"/>
                      <a:pt x="9" y="33"/>
                      <a:pt x="10" y="33"/>
                    </a:cubicBezTo>
                    <a:cubicBezTo>
                      <a:pt x="10" y="33"/>
                      <a:pt x="10" y="33"/>
                      <a:pt x="10" y="33"/>
                    </a:cubicBezTo>
                    <a:cubicBezTo>
                      <a:pt x="10" y="33"/>
                      <a:pt x="10" y="33"/>
                      <a:pt x="10" y="33"/>
                    </a:cubicBezTo>
                    <a:cubicBezTo>
                      <a:pt x="10" y="33"/>
                      <a:pt x="10" y="33"/>
                      <a:pt x="10" y="33"/>
                    </a:cubicBezTo>
                    <a:cubicBezTo>
                      <a:pt x="10" y="33"/>
                      <a:pt x="10" y="33"/>
                      <a:pt x="10" y="33"/>
                    </a:cubicBezTo>
                    <a:cubicBezTo>
                      <a:pt x="10" y="33"/>
                      <a:pt x="10" y="32"/>
                      <a:pt x="10" y="32"/>
                    </a:cubicBezTo>
                    <a:cubicBezTo>
                      <a:pt x="10" y="32"/>
                      <a:pt x="10" y="32"/>
                      <a:pt x="10" y="32"/>
                    </a:cubicBezTo>
                    <a:cubicBezTo>
                      <a:pt x="10" y="32"/>
                      <a:pt x="10" y="32"/>
                      <a:pt x="10" y="32"/>
                    </a:cubicBezTo>
                    <a:cubicBezTo>
                      <a:pt x="10" y="32"/>
                      <a:pt x="11" y="32"/>
                      <a:pt x="11" y="32"/>
                    </a:cubicBezTo>
                    <a:cubicBezTo>
                      <a:pt x="11" y="32"/>
                      <a:pt x="11" y="32"/>
                      <a:pt x="11" y="32"/>
                    </a:cubicBezTo>
                    <a:cubicBezTo>
                      <a:pt x="11" y="31"/>
                      <a:pt x="11" y="31"/>
                      <a:pt x="11" y="31"/>
                    </a:cubicBezTo>
                    <a:cubicBezTo>
                      <a:pt x="12" y="31"/>
                      <a:pt x="12" y="31"/>
                      <a:pt x="12" y="30"/>
                    </a:cubicBezTo>
                    <a:cubicBezTo>
                      <a:pt x="12" y="30"/>
                      <a:pt x="12" y="30"/>
                      <a:pt x="12" y="30"/>
                    </a:cubicBezTo>
                    <a:cubicBezTo>
                      <a:pt x="12" y="30"/>
                      <a:pt x="12" y="30"/>
                      <a:pt x="12" y="30"/>
                    </a:cubicBezTo>
                    <a:cubicBezTo>
                      <a:pt x="12" y="30"/>
                      <a:pt x="12" y="30"/>
                      <a:pt x="12" y="30"/>
                    </a:cubicBezTo>
                    <a:cubicBezTo>
                      <a:pt x="12" y="30"/>
                      <a:pt x="13" y="30"/>
                      <a:pt x="13" y="30"/>
                    </a:cubicBezTo>
                    <a:cubicBezTo>
                      <a:pt x="13" y="30"/>
                      <a:pt x="13" y="30"/>
                      <a:pt x="13" y="30"/>
                    </a:cubicBezTo>
                    <a:cubicBezTo>
                      <a:pt x="13" y="30"/>
                      <a:pt x="13" y="30"/>
                      <a:pt x="13" y="30"/>
                    </a:cubicBezTo>
                    <a:cubicBezTo>
                      <a:pt x="14" y="30"/>
                      <a:pt x="14" y="30"/>
                      <a:pt x="14" y="30"/>
                    </a:cubicBezTo>
                    <a:cubicBezTo>
                      <a:pt x="15" y="30"/>
                      <a:pt x="15" y="30"/>
                      <a:pt x="15" y="30"/>
                    </a:cubicBezTo>
                    <a:cubicBezTo>
                      <a:pt x="15" y="29"/>
                      <a:pt x="15" y="29"/>
                      <a:pt x="16" y="29"/>
                    </a:cubicBezTo>
                    <a:cubicBezTo>
                      <a:pt x="16" y="29"/>
                      <a:pt x="16" y="29"/>
                      <a:pt x="16" y="29"/>
                    </a:cubicBezTo>
                    <a:cubicBezTo>
                      <a:pt x="16" y="29"/>
                      <a:pt x="16" y="29"/>
                      <a:pt x="16" y="29"/>
                    </a:cubicBezTo>
                    <a:cubicBezTo>
                      <a:pt x="16" y="29"/>
                      <a:pt x="16" y="29"/>
                      <a:pt x="16" y="29"/>
                    </a:cubicBezTo>
                    <a:cubicBezTo>
                      <a:pt x="16" y="29"/>
                      <a:pt x="17" y="30"/>
                      <a:pt x="17" y="30"/>
                    </a:cubicBezTo>
                    <a:cubicBezTo>
                      <a:pt x="17" y="31"/>
                      <a:pt x="17" y="31"/>
                      <a:pt x="17" y="31"/>
                    </a:cubicBezTo>
                    <a:cubicBezTo>
                      <a:pt x="17" y="31"/>
                      <a:pt x="16" y="32"/>
                      <a:pt x="16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6" y="33"/>
                      <a:pt x="16" y="33"/>
                      <a:pt x="16" y="33"/>
                    </a:cubicBezTo>
                    <a:cubicBezTo>
                      <a:pt x="16" y="33"/>
                      <a:pt x="17" y="33"/>
                      <a:pt x="17" y="33"/>
                    </a:cubicBezTo>
                    <a:cubicBezTo>
                      <a:pt x="17" y="33"/>
                      <a:pt x="17" y="33"/>
                      <a:pt x="17" y="33"/>
                    </a:cubicBezTo>
                    <a:cubicBezTo>
                      <a:pt x="17" y="33"/>
                      <a:pt x="17" y="33"/>
                      <a:pt x="17" y="33"/>
                    </a:cubicBezTo>
                    <a:cubicBezTo>
                      <a:pt x="17" y="33"/>
                      <a:pt x="17" y="33"/>
                      <a:pt x="17" y="33"/>
                    </a:cubicBezTo>
                    <a:cubicBezTo>
                      <a:pt x="17" y="33"/>
                      <a:pt x="17" y="33"/>
                      <a:pt x="17" y="33"/>
                    </a:cubicBezTo>
                    <a:cubicBezTo>
                      <a:pt x="18" y="33"/>
                      <a:pt x="18" y="32"/>
                      <a:pt x="18" y="32"/>
                    </a:cubicBezTo>
                    <a:cubicBezTo>
                      <a:pt x="18" y="32"/>
                      <a:pt x="18" y="31"/>
                      <a:pt x="18" y="31"/>
                    </a:cubicBezTo>
                    <a:cubicBezTo>
                      <a:pt x="18" y="31"/>
                      <a:pt x="18" y="31"/>
                      <a:pt x="18" y="31"/>
                    </a:cubicBezTo>
                    <a:cubicBezTo>
                      <a:pt x="18" y="31"/>
                      <a:pt x="18" y="31"/>
                      <a:pt x="18" y="31"/>
                    </a:cubicBezTo>
                    <a:cubicBezTo>
                      <a:pt x="18" y="31"/>
                      <a:pt x="18" y="31"/>
                      <a:pt x="18" y="31"/>
                    </a:cubicBezTo>
                    <a:cubicBezTo>
                      <a:pt x="18" y="31"/>
                      <a:pt x="18" y="31"/>
                      <a:pt x="18" y="31"/>
                    </a:cubicBezTo>
                    <a:cubicBezTo>
                      <a:pt x="18" y="31"/>
                      <a:pt x="18" y="30"/>
                      <a:pt x="18" y="30"/>
                    </a:cubicBezTo>
                    <a:cubicBezTo>
                      <a:pt x="18" y="30"/>
                      <a:pt x="18" y="30"/>
                      <a:pt x="18" y="30"/>
                    </a:cubicBezTo>
                    <a:cubicBezTo>
                      <a:pt x="19" y="30"/>
                      <a:pt x="19" y="30"/>
                      <a:pt x="19" y="30"/>
                    </a:cubicBezTo>
                    <a:cubicBezTo>
                      <a:pt x="19" y="30"/>
                      <a:pt x="19" y="30"/>
                      <a:pt x="19" y="30"/>
                    </a:cubicBezTo>
                    <a:cubicBezTo>
                      <a:pt x="19" y="30"/>
                      <a:pt x="19" y="30"/>
                      <a:pt x="19" y="30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20" y="29"/>
                      <a:pt x="20" y="29"/>
                      <a:pt x="20" y="28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1" y="28"/>
                      <a:pt x="21" y="28"/>
                      <a:pt x="21" y="28"/>
                    </a:cubicBezTo>
                    <a:cubicBezTo>
                      <a:pt x="21" y="28"/>
                      <a:pt x="21" y="28"/>
                      <a:pt x="21" y="28"/>
                    </a:cubicBezTo>
                    <a:cubicBezTo>
                      <a:pt x="21" y="28"/>
                      <a:pt x="21" y="28"/>
                      <a:pt x="21" y="28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1" y="27"/>
                      <a:pt x="20" y="27"/>
                      <a:pt x="20" y="27"/>
                    </a:cubicBezTo>
                    <a:cubicBezTo>
                      <a:pt x="20" y="27"/>
                      <a:pt x="20" y="27"/>
                      <a:pt x="20" y="27"/>
                    </a:cubicBezTo>
                    <a:cubicBezTo>
                      <a:pt x="20" y="27"/>
                      <a:pt x="20" y="27"/>
                      <a:pt x="20" y="27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2" y="27"/>
                      <a:pt x="22" y="27"/>
                      <a:pt x="22" y="26"/>
                    </a:cubicBezTo>
                    <a:cubicBezTo>
                      <a:pt x="22" y="26"/>
                      <a:pt x="22" y="26"/>
                      <a:pt x="22" y="26"/>
                    </a:cubicBezTo>
                    <a:cubicBezTo>
                      <a:pt x="23" y="25"/>
                      <a:pt x="23" y="25"/>
                      <a:pt x="23" y="25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5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3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5" y="23"/>
                      <a:pt x="25" y="22"/>
                      <a:pt x="25" y="22"/>
                    </a:cubicBezTo>
                    <a:cubicBezTo>
                      <a:pt x="26" y="22"/>
                      <a:pt x="26" y="21"/>
                      <a:pt x="27" y="21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28" y="21"/>
                      <a:pt x="28" y="21"/>
                      <a:pt x="28" y="21"/>
                    </a:cubicBezTo>
                    <a:cubicBezTo>
                      <a:pt x="28" y="21"/>
                      <a:pt x="28" y="20"/>
                      <a:pt x="28" y="20"/>
                    </a:cubicBezTo>
                    <a:cubicBezTo>
                      <a:pt x="28" y="20"/>
                      <a:pt x="28" y="20"/>
                      <a:pt x="28" y="20"/>
                    </a:cubicBezTo>
                    <a:cubicBezTo>
                      <a:pt x="28" y="20"/>
                      <a:pt x="28" y="20"/>
                      <a:pt x="28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9" y="20"/>
                      <a:pt x="29" y="20"/>
                      <a:pt x="30" y="20"/>
                    </a:cubicBezTo>
                    <a:cubicBezTo>
                      <a:pt x="30" y="19"/>
                      <a:pt x="30" y="19"/>
                      <a:pt x="30" y="19"/>
                    </a:cubicBezTo>
                    <a:cubicBezTo>
                      <a:pt x="30" y="19"/>
                      <a:pt x="30" y="19"/>
                      <a:pt x="30" y="19"/>
                    </a:cubicBezTo>
                    <a:cubicBezTo>
                      <a:pt x="30" y="18"/>
                      <a:pt x="30" y="18"/>
                      <a:pt x="30" y="18"/>
                    </a:cubicBezTo>
                    <a:cubicBezTo>
                      <a:pt x="30" y="18"/>
                      <a:pt x="30" y="18"/>
                      <a:pt x="30" y="18"/>
                    </a:cubicBezTo>
                    <a:cubicBezTo>
                      <a:pt x="30" y="18"/>
                      <a:pt x="30" y="18"/>
                      <a:pt x="30" y="18"/>
                    </a:cubicBezTo>
                    <a:cubicBezTo>
                      <a:pt x="30" y="18"/>
                      <a:pt x="30" y="18"/>
                      <a:pt x="30" y="18"/>
                    </a:cubicBezTo>
                    <a:cubicBezTo>
                      <a:pt x="30" y="18"/>
                      <a:pt x="30" y="18"/>
                      <a:pt x="30" y="18"/>
                    </a:cubicBezTo>
                    <a:cubicBezTo>
                      <a:pt x="30" y="18"/>
                      <a:pt x="30" y="18"/>
                      <a:pt x="30" y="18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1" y="18"/>
                      <a:pt x="31" y="17"/>
                      <a:pt x="31" y="17"/>
                    </a:cubicBezTo>
                    <a:cubicBezTo>
                      <a:pt x="31" y="17"/>
                      <a:pt x="31" y="17"/>
                      <a:pt x="31" y="17"/>
                    </a:cubicBezTo>
                    <a:cubicBezTo>
                      <a:pt x="31" y="17"/>
                      <a:pt x="31" y="17"/>
                      <a:pt x="31" y="17"/>
                    </a:cubicBezTo>
                    <a:cubicBezTo>
                      <a:pt x="31" y="17"/>
                      <a:pt x="31" y="17"/>
                      <a:pt x="31" y="17"/>
                    </a:cubicBezTo>
                    <a:cubicBezTo>
                      <a:pt x="32" y="17"/>
                      <a:pt x="32" y="17"/>
                      <a:pt x="32" y="17"/>
                    </a:cubicBezTo>
                    <a:cubicBezTo>
                      <a:pt x="32" y="17"/>
                      <a:pt x="32" y="17"/>
                      <a:pt x="32" y="17"/>
                    </a:cubicBezTo>
                    <a:cubicBezTo>
                      <a:pt x="32" y="17"/>
                      <a:pt x="32" y="17"/>
                      <a:pt x="32" y="17"/>
                    </a:cubicBezTo>
                    <a:cubicBezTo>
                      <a:pt x="32" y="17"/>
                      <a:pt x="32" y="17"/>
                      <a:pt x="32" y="17"/>
                    </a:cubicBezTo>
                    <a:cubicBezTo>
                      <a:pt x="32" y="17"/>
                      <a:pt x="32" y="17"/>
                      <a:pt x="32" y="17"/>
                    </a:cubicBezTo>
                    <a:cubicBezTo>
                      <a:pt x="33" y="17"/>
                      <a:pt x="33" y="17"/>
                      <a:pt x="33" y="16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4" y="16"/>
                      <a:pt x="34" y="16"/>
                      <a:pt x="34" y="16"/>
                    </a:cubicBezTo>
                    <a:cubicBezTo>
                      <a:pt x="34" y="16"/>
                      <a:pt x="34" y="16"/>
                      <a:pt x="34" y="16"/>
                    </a:cubicBezTo>
                    <a:cubicBezTo>
                      <a:pt x="34" y="16"/>
                      <a:pt x="34" y="16"/>
                      <a:pt x="34" y="16"/>
                    </a:cubicBezTo>
                    <a:cubicBezTo>
                      <a:pt x="34" y="16"/>
                      <a:pt x="34" y="16"/>
                      <a:pt x="34" y="16"/>
                    </a:cubicBezTo>
                    <a:cubicBezTo>
                      <a:pt x="35" y="16"/>
                      <a:pt x="35" y="15"/>
                      <a:pt x="35" y="15"/>
                    </a:cubicBezTo>
                    <a:cubicBezTo>
                      <a:pt x="35" y="15"/>
                      <a:pt x="35" y="15"/>
                      <a:pt x="35" y="15"/>
                    </a:cubicBezTo>
                    <a:cubicBezTo>
                      <a:pt x="34" y="15"/>
                      <a:pt x="34" y="15"/>
                      <a:pt x="34" y="15"/>
                    </a:cubicBezTo>
                    <a:cubicBezTo>
                      <a:pt x="33" y="15"/>
                      <a:pt x="33" y="15"/>
                      <a:pt x="33" y="15"/>
                    </a:cubicBezTo>
                    <a:cubicBezTo>
                      <a:pt x="33" y="15"/>
                      <a:pt x="33" y="15"/>
                      <a:pt x="33" y="15"/>
                    </a:cubicBezTo>
                    <a:cubicBezTo>
                      <a:pt x="33" y="15"/>
                      <a:pt x="33" y="15"/>
                      <a:pt x="33" y="15"/>
                    </a:cubicBezTo>
                    <a:cubicBezTo>
                      <a:pt x="33" y="15"/>
                      <a:pt x="33" y="15"/>
                      <a:pt x="32" y="15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33" y="15"/>
                      <a:pt x="33" y="15"/>
                      <a:pt x="33" y="15"/>
                    </a:cubicBezTo>
                    <a:cubicBezTo>
                      <a:pt x="33" y="15"/>
                      <a:pt x="33" y="14"/>
                      <a:pt x="33" y="14"/>
                    </a:cubicBezTo>
                    <a:cubicBezTo>
                      <a:pt x="33" y="14"/>
                      <a:pt x="33" y="14"/>
                      <a:pt x="33" y="14"/>
                    </a:cubicBezTo>
                    <a:cubicBezTo>
                      <a:pt x="33" y="14"/>
                      <a:pt x="33" y="14"/>
                      <a:pt x="33" y="14"/>
                    </a:cubicBezTo>
                    <a:cubicBezTo>
                      <a:pt x="33" y="14"/>
                      <a:pt x="33" y="14"/>
                      <a:pt x="33" y="14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8" y="14"/>
                      <a:pt x="38" y="14"/>
                      <a:pt x="38" y="14"/>
                    </a:cubicBezTo>
                    <a:cubicBezTo>
                      <a:pt x="38" y="13"/>
                      <a:pt x="38" y="13"/>
                      <a:pt x="38" y="13"/>
                    </a:cubicBezTo>
                    <a:cubicBezTo>
                      <a:pt x="38" y="13"/>
                      <a:pt x="38" y="13"/>
                      <a:pt x="39" y="13"/>
                    </a:cubicBezTo>
                    <a:cubicBezTo>
                      <a:pt x="39" y="13"/>
                      <a:pt x="39" y="13"/>
                      <a:pt x="39" y="13"/>
                    </a:cubicBezTo>
                    <a:cubicBezTo>
                      <a:pt x="39" y="13"/>
                      <a:pt x="39" y="13"/>
                      <a:pt x="39" y="13"/>
                    </a:cubicBezTo>
                    <a:cubicBezTo>
                      <a:pt x="39" y="13"/>
                      <a:pt x="39" y="13"/>
                      <a:pt x="39" y="13"/>
                    </a:cubicBezTo>
                    <a:cubicBezTo>
                      <a:pt x="39" y="13"/>
                      <a:pt x="39" y="13"/>
                      <a:pt x="39" y="13"/>
                    </a:cubicBezTo>
                    <a:cubicBezTo>
                      <a:pt x="39" y="13"/>
                      <a:pt x="39" y="13"/>
                      <a:pt x="39" y="13"/>
                    </a:cubicBezTo>
                    <a:cubicBezTo>
                      <a:pt x="39" y="13"/>
                      <a:pt x="39" y="13"/>
                      <a:pt x="39" y="12"/>
                    </a:cubicBezTo>
                    <a:cubicBezTo>
                      <a:pt x="39" y="12"/>
                      <a:pt x="40" y="12"/>
                      <a:pt x="40" y="12"/>
                    </a:cubicBezTo>
                    <a:cubicBezTo>
                      <a:pt x="40" y="12"/>
                      <a:pt x="40" y="12"/>
                      <a:pt x="40" y="12"/>
                    </a:cubicBezTo>
                    <a:cubicBezTo>
                      <a:pt x="40" y="12"/>
                      <a:pt x="40" y="12"/>
                      <a:pt x="40" y="12"/>
                    </a:cubicBezTo>
                    <a:cubicBezTo>
                      <a:pt x="40" y="12"/>
                      <a:pt x="40" y="12"/>
                      <a:pt x="41" y="12"/>
                    </a:cubicBezTo>
                    <a:cubicBezTo>
                      <a:pt x="41" y="12"/>
                      <a:pt x="41" y="12"/>
                      <a:pt x="41" y="12"/>
                    </a:cubicBezTo>
                    <a:cubicBezTo>
                      <a:pt x="41" y="12"/>
                      <a:pt x="41" y="12"/>
                      <a:pt x="41" y="12"/>
                    </a:cubicBezTo>
                    <a:cubicBezTo>
                      <a:pt x="41" y="12"/>
                      <a:pt x="41" y="12"/>
                      <a:pt x="41" y="12"/>
                    </a:cubicBezTo>
                    <a:cubicBezTo>
                      <a:pt x="41" y="12"/>
                      <a:pt x="41" y="12"/>
                      <a:pt x="42" y="12"/>
                    </a:cubicBezTo>
                    <a:cubicBezTo>
                      <a:pt x="42" y="12"/>
                      <a:pt x="42" y="12"/>
                      <a:pt x="42" y="12"/>
                    </a:cubicBezTo>
                    <a:cubicBezTo>
                      <a:pt x="42" y="12"/>
                      <a:pt x="42" y="11"/>
                      <a:pt x="42" y="11"/>
                    </a:cubicBezTo>
                    <a:cubicBezTo>
                      <a:pt x="42" y="11"/>
                      <a:pt x="42" y="10"/>
                      <a:pt x="42" y="10"/>
                    </a:cubicBezTo>
                    <a:cubicBezTo>
                      <a:pt x="42" y="10"/>
                      <a:pt x="42" y="10"/>
                      <a:pt x="42" y="10"/>
                    </a:cubicBezTo>
                    <a:cubicBezTo>
                      <a:pt x="42" y="10"/>
                      <a:pt x="42" y="10"/>
                      <a:pt x="42" y="10"/>
                    </a:cubicBezTo>
                    <a:cubicBezTo>
                      <a:pt x="42" y="8"/>
                      <a:pt x="42" y="8"/>
                      <a:pt x="42" y="8"/>
                    </a:cubicBezTo>
                    <a:cubicBezTo>
                      <a:pt x="41" y="8"/>
                      <a:pt x="41" y="8"/>
                      <a:pt x="41" y="8"/>
                    </a:cubicBezTo>
                    <a:cubicBezTo>
                      <a:pt x="41" y="8"/>
                      <a:pt x="41" y="8"/>
                      <a:pt x="41" y="8"/>
                    </a:cubicBezTo>
                    <a:cubicBezTo>
                      <a:pt x="41" y="8"/>
                      <a:pt x="40" y="8"/>
                      <a:pt x="40" y="8"/>
                    </a:cubicBezTo>
                    <a:cubicBezTo>
                      <a:pt x="40" y="8"/>
                      <a:pt x="40" y="8"/>
                      <a:pt x="40" y="8"/>
                    </a:cubicBezTo>
                    <a:cubicBezTo>
                      <a:pt x="40" y="8"/>
                      <a:pt x="40" y="8"/>
                      <a:pt x="40" y="8"/>
                    </a:cubicBezTo>
                    <a:cubicBezTo>
                      <a:pt x="40" y="8"/>
                      <a:pt x="40" y="8"/>
                      <a:pt x="40" y="8"/>
                    </a:cubicBezTo>
                    <a:cubicBezTo>
                      <a:pt x="40" y="8"/>
                      <a:pt x="40" y="8"/>
                      <a:pt x="39" y="8"/>
                    </a:cubicBezTo>
                    <a:cubicBezTo>
                      <a:pt x="40" y="8"/>
                      <a:pt x="40" y="8"/>
                      <a:pt x="40" y="8"/>
                    </a:cubicBezTo>
                    <a:cubicBezTo>
                      <a:pt x="40" y="8"/>
                      <a:pt x="40" y="8"/>
                      <a:pt x="40" y="8"/>
                    </a:cubicBezTo>
                    <a:cubicBezTo>
                      <a:pt x="40" y="8"/>
                      <a:pt x="40" y="8"/>
                      <a:pt x="40" y="8"/>
                    </a:cubicBezTo>
                    <a:cubicBezTo>
                      <a:pt x="40" y="7"/>
                      <a:pt x="40" y="7"/>
                      <a:pt x="40" y="7"/>
                    </a:cubicBezTo>
                    <a:cubicBezTo>
                      <a:pt x="40" y="7"/>
                      <a:pt x="40" y="7"/>
                      <a:pt x="40" y="7"/>
                    </a:cubicBezTo>
                    <a:cubicBezTo>
                      <a:pt x="40" y="7"/>
                      <a:pt x="40" y="7"/>
                      <a:pt x="39" y="7"/>
                    </a:cubicBezTo>
                    <a:cubicBezTo>
                      <a:pt x="39" y="7"/>
                      <a:pt x="39" y="7"/>
                      <a:pt x="39" y="7"/>
                    </a:cubicBezTo>
                    <a:cubicBezTo>
                      <a:pt x="37" y="7"/>
                      <a:pt x="37" y="7"/>
                      <a:pt x="37" y="7"/>
                    </a:cubicBezTo>
                    <a:cubicBezTo>
                      <a:pt x="37" y="7"/>
                      <a:pt x="37" y="7"/>
                      <a:pt x="37" y="7"/>
                    </a:cubicBezTo>
                    <a:cubicBezTo>
                      <a:pt x="37" y="7"/>
                      <a:pt x="36" y="8"/>
                      <a:pt x="36" y="8"/>
                    </a:cubicBezTo>
                    <a:cubicBezTo>
                      <a:pt x="36" y="8"/>
                      <a:pt x="36" y="8"/>
                      <a:pt x="36" y="8"/>
                    </a:cubicBezTo>
                    <a:cubicBezTo>
                      <a:pt x="36" y="8"/>
                      <a:pt x="36" y="8"/>
                      <a:pt x="36" y="8"/>
                    </a:cubicBezTo>
                    <a:cubicBezTo>
                      <a:pt x="36" y="8"/>
                      <a:pt x="35" y="8"/>
                      <a:pt x="35" y="8"/>
                    </a:cubicBezTo>
                    <a:cubicBezTo>
                      <a:pt x="34" y="8"/>
                      <a:pt x="34" y="8"/>
                      <a:pt x="34" y="8"/>
                    </a:cubicBezTo>
                    <a:cubicBezTo>
                      <a:pt x="34" y="8"/>
                      <a:pt x="34" y="8"/>
                      <a:pt x="34" y="8"/>
                    </a:cubicBezTo>
                    <a:cubicBezTo>
                      <a:pt x="34" y="8"/>
                      <a:pt x="34" y="8"/>
                      <a:pt x="34" y="8"/>
                    </a:cubicBezTo>
                    <a:cubicBezTo>
                      <a:pt x="34" y="9"/>
                      <a:pt x="34" y="9"/>
                      <a:pt x="34" y="9"/>
                    </a:cubicBezTo>
                    <a:cubicBezTo>
                      <a:pt x="34" y="9"/>
                      <a:pt x="34" y="9"/>
                      <a:pt x="34" y="9"/>
                    </a:cubicBezTo>
                    <a:cubicBezTo>
                      <a:pt x="34" y="9"/>
                      <a:pt x="34" y="10"/>
                      <a:pt x="34" y="10"/>
                    </a:cubicBezTo>
                    <a:cubicBezTo>
                      <a:pt x="34" y="10"/>
                      <a:pt x="34" y="10"/>
                      <a:pt x="34" y="10"/>
                    </a:cubicBezTo>
                    <a:cubicBezTo>
                      <a:pt x="34" y="10"/>
                      <a:pt x="34" y="10"/>
                      <a:pt x="34" y="10"/>
                    </a:cubicBezTo>
                    <a:cubicBezTo>
                      <a:pt x="33" y="10"/>
                      <a:pt x="33" y="10"/>
                      <a:pt x="33" y="10"/>
                    </a:cubicBezTo>
                    <a:cubicBezTo>
                      <a:pt x="33" y="10"/>
                      <a:pt x="33" y="10"/>
                      <a:pt x="33" y="10"/>
                    </a:cubicBezTo>
                    <a:cubicBezTo>
                      <a:pt x="33" y="10"/>
                      <a:pt x="33" y="11"/>
                      <a:pt x="32" y="11"/>
                    </a:cubicBezTo>
                    <a:cubicBezTo>
                      <a:pt x="32" y="11"/>
                      <a:pt x="32" y="11"/>
                      <a:pt x="32" y="11"/>
                    </a:cubicBezTo>
                    <a:cubicBezTo>
                      <a:pt x="32" y="11"/>
                      <a:pt x="32" y="11"/>
                      <a:pt x="31" y="11"/>
                    </a:cubicBezTo>
                    <a:cubicBezTo>
                      <a:pt x="31" y="11"/>
                      <a:pt x="31" y="12"/>
                      <a:pt x="31" y="12"/>
                    </a:cubicBezTo>
                    <a:cubicBezTo>
                      <a:pt x="31" y="12"/>
                      <a:pt x="31" y="12"/>
                      <a:pt x="31" y="12"/>
                    </a:cubicBezTo>
                    <a:cubicBezTo>
                      <a:pt x="31" y="12"/>
                      <a:pt x="31" y="12"/>
                      <a:pt x="31" y="12"/>
                    </a:cubicBezTo>
                    <a:cubicBezTo>
                      <a:pt x="31" y="12"/>
                      <a:pt x="31" y="12"/>
                      <a:pt x="31" y="12"/>
                    </a:cubicBezTo>
                    <a:cubicBezTo>
                      <a:pt x="31" y="12"/>
                      <a:pt x="31" y="12"/>
                      <a:pt x="31" y="12"/>
                    </a:cubicBezTo>
                    <a:cubicBezTo>
                      <a:pt x="31" y="12"/>
                      <a:pt x="31" y="12"/>
                      <a:pt x="31" y="12"/>
                    </a:cubicBezTo>
                    <a:cubicBezTo>
                      <a:pt x="31" y="12"/>
                      <a:pt x="31" y="12"/>
                      <a:pt x="31" y="11"/>
                    </a:cubicBezTo>
                    <a:cubicBezTo>
                      <a:pt x="31" y="11"/>
                      <a:pt x="31" y="11"/>
                      <a:pt x="31" y="10"/>
                    </a:cubicBezTo>
                    <a:cubicBezTo>
                      <a:pt x="31" y="10"/>
                      <a:pt x="31" y="10"/>
                      <a:pt x="31" y="10"/>
                    </a:cubicBezTo>
                    <a:cubicBezTo>
                      <a:pt x="31" y="10"/>
                      <a:pt x="31" y="10"/>
                      <a:pt x="31" y="10"/>
                    </a:cubicBezTo>
                    <a:cubicBezTo>
                      <a:pt x="31" y="10"/>
                      <a:pt x="31" y="10"/>
                      <a:pt x="31" y="10"/>
                    </a:cubicBezTo>
                    <a:cubicBezTo>
                      <a:pt x="31" y="10"/>
                      <a:pt x="31" y="10"/>
                      <a:pt x="31" y="10"/>
                    </a:cubicBezTo>
                    <a:cubicBezTo>
                      <a:pt x="31" y="10"/>
                      <a:pt x="31" y="10"/>
                      <a:pt x="31" y="10"/>
                    </a:cubicBezTo>
                    <a:cubicBezTo>
                      <a:pt x="31" y="9"/>
                      <a:pt x="31" y="9"/>
                      <a:pt x="31" y="9"/>
                    </a:cubicBezTo>
                    <a:cubicBezTo>
                      <a:pt x="31" y="9"/>
                      <a:pt x="31" y="9"/>
                      <a:pt x="31" y="9"/>
                    </a:cubicBezTo>
                    <a:cubicBezTo>
                      <a:pt x="31" y="9"/>
                      <a:pt x="32" y="9"/>
                      <a:pt x="32" y="9"/>
                    </a:cubicBezTo>
                    <a:cubicBezTo>
                      <a:pt x="32" y="9"/>
                      <a:pt x="32" y="9"/>
                      <a:pt x="32" y="9"/>
                    </a:cubicBezTo>
                    <a:cubicBezTo>
                      <a:pt x="32" y="8"/>
                      <a:pt x="32" y="8"/>
                      <a:pt x="32" y="8"/>
                    </a:cubicBezTo>
                    <a:cubicBezTo>
                      <a:pt x="32" y="8"/>
                      <a:pt x="32" y="8"/>
                      <a:pt x="32" y="8"/>
                    </a:cubicBezTo>
                    <a:cubicBezTo>
                      <a:pt x="32" y="8"/>
                      <a:pt x="32" y="8"/>
                      <a:pt x="32" y="7"/>
                    </a:cubicBezTo>
                    <a:cubicBezTo>
                      <a:pt x="32" y="7"/>
                      <a:pt x="32" y="7"/>
                      <a:pt x="32" y="7"/>
                    </a:cubicBezTo>
                    <a:cubicBezTo>
                      <a:pt x="32" y="8"/>
                      <a:pt x="32" y="8"/>
                      <a:pt x="32" y="8"/>
                    </a:cubicBezTo>
                    <a:cubicBezTo>
                      <a:pt x="32" y="7"/>
                      <a:pt x="32" y="7"/>
                      <a:pt x="32" y="7"/>
                    </a:cubicBezTo>
                    <a:cubicBezTo>
                      <a:pt x="32" y="7"/>
                      <a:pt x="32" y="7"/>
                      <a:pt x="32" y="7"/>
                    </a:cubicBezTo>
                    <a:cubicBezTo>
                      <a:pt x="32" y="7"/>
                      <a:pt x="32" y="7"/>
                      <a:pt x="32" y="7"/>
                    </a:cubicBezTo>
                    <a:cubicBezTo>
                      <a:pt x="32" y="7"/>
                      <a:pt x="32" y="7"/>
                      <a:pt x="32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4" y="7"/>
                      <a:pt x="34" y="6"/>
                      <a:pt x="34" y="6"/>
                    </a:cubicBezTo>
                    <a:cubicBezTo>
                      <a:pt x="34" y="6"/>
                      <a:pt x="35" y="6"/>
                      <a:pt x="35" y="6"/>
                    </a:cubicBezTo>
                    <a:cubicBezTo>
                      <a:pt x="35" y="6"/>
                      <a:pt x="35" y="6"/>
                      <a:pt x="35" y="6"/>
                    </a:cubicBezTo>
                    <a:cubicBezTo>
                      <a:pt x="36" y="6"/>
                      <a:pt x="36" y="6"/>
                      <a:pt x="36" y="6"/>
                    </a:cubicBezTo>
                    <a:cubicBezTo>
                      <a:pt x="36" y="6"/>
                      <a:pt x="36" y="6"/>
                      <a:pt x="36" y="6"/>
                    </a:cubicBezTo>
                    <a:cubicBezTo>
                      <a:pt x="36" y="6"/>
                      <a:pt x="36" y="6"/>
                      <a:pt x="36" y="6"/>
                    </a:cubicBezTo>
                    <a:cubicBezTo>
                      <a:pt x="36" y="6"/>
                      <a:pt x="36" y="6"/>
                      <a:pt x="36" y="6"/>
                    </a:cubicBezTo>
                    <a:cubicBezTo>
                      <a:pt x="36" y="6"/>
                      <a:pt x="36" y="6"/>
                      <a:pt x="36" y="6"/>
                    </a:cubicBezTo>
                    <a:cubicBezTo>
                      <a:pt x="36" y="6"/>
                      <a:pt x="36" y="6"/>
                      <a:pt x="36" y="6"/>
                    </a:cubicBezTo>
                    <a:cubicBezTo>
                      <a:pt x="36" y="6"/>
                      <a:pt x="36" y="6"/>
                      <a:pt x="37" y="5"/>
                    </a:cubicBezTo>
                    <a:cubicBezTo>
                      <a:pt x="37" y="5"/>
                      <a:pt x="37" y="5"/>
                      <a:pt x="37" y="4"/>
                    </a:cubicBezTo>
                    <a:cubicBezTo>
                      <a:pt x="37" y="4"/>
                      <a:pt x="37" y="4"/>
                      <a:pt x="37" y="4"/>
                    </a:cubicBezTo>
                    <a:cubicBezTo>
                      <a:pt x="41" y="3"/>
                      <a:pt x="45" y="2"/>
                      <a:pt x="49" y="1"/>
                    </a:cubicBezTo>
                    <a:cubicBezTo>
                      <a:pt x="49" y="1"/>
                      <a:pt x="49" y="1"/>
                      <a:pt x="49" y="1"/>
                    </a:cubicBezTo>
                    <a:cubicBezTo>
                      <a:pt x="49" y="1"/>
                      <a:pt x="49" y="1"/>
                      <a:pt x="49" y="1"/>
                    </a:cubicBezTo>
                    <a:cubicBezTo>
                      <a:pt x="49" y="1"/>
                      <a:pt x="49" y="1"/>
                      <a:pt x="49" y="2"/>
                    </a:cubicBezTo>
                    <a:cubicBezTo>
                      <a:pt x="50" y="2"/>
                      <a:pt x="50" y="2"/>
                      <a:pt x="50" y="2"/>
                    </a:cubicBezTo>
                    <a:cubicBezTo>
                      <a:pt x="50" y="3"/>
                      <a:pt x="50" y="3"/>
                      <a:pt x="50" y="3"/>
                    </a:cubicBezTo>
                    <a:cubicBezTo>
                      <a:pt x="50" y="3"/>
                      <a:pt x="50" y="3"/>
                      <a:pt x="50" y="4"/>
                    </a:cubicBezTo>
                    <a:cubicBezTo>
                      <a:pt x="50" y="4"/>
                      <a:pt x="50" y="4"/>
                      <a:pt x="50" y="4"/>
                    </a:cubicBezTo>
                    <a:cubicBezTo>
                      <a:pt x="49" y="4"/>
                      <a:pt x="49" y="4"/>
                      <a:pt x="49" y="4"/>
                    </a:cubicBezTo>
                    <a:cubicBezTo>
                      <a:pt x="49" y="4"/>
                      <a:pt x="49" y="4"/>
                      <a:pt x="49" y="4"/>
                    </a:cubicBezTo>
                    <a:cubicBezTo>
                      <a:pt x="49" y="5"/>
                      <a:pt x="49" y="5"/>
                      <a:pt x="48" y="5"/>
                    </a:cubicBezTo>
                    <a:cubicBezTo>
                      <a:pt x="48" y="5"/>
                      <a:pt x="48" y="5"/>
                      <a:pt x="48" y="5"/>
                    </a:cubicBezTo>
                    <a:cubicBezTo>
                      <a:pt x="48" y="6"/>
                      <a:pt x="48" y="6"/>
                      <a:pt x="48" y="6"/>
                    </a:cubicBezTo>
                    <a:cubicBezTo>
                      <a:pt x="48" y="6"/>
                      <a:pt x="48" y="6"/>
                      <a:pt x="48" y="6"/>
                    </a:cubicBezTo>
                    <a:cubicBezTo>
                      <a:pt x="48" y="6"/>
                      <a:pt x="48" y="6"/>
                      <a:pt x="48" y="6"/>
                    </a:cubicBezTo>
                    <a:cubicBezTo>
                      <a:pt x="48" y="7"/>
                      <a:pt x="49" y="7"/>
                      <a:pt x="49" y="7"/>
                    </a:cubicBezTo>
                    <a:cubicBezTo>
                      <a:pt x="49" y="7"/>
                      <a:pt x="49" y="8"/>
                      <a:pt x="50" y="8"/>
                    </a:cubicBezTo>
                    <a:cubicBezTo>
                      <a:pt x="50" y="8"/>
                      <a:pt x="50" y="8"/>
                      <a:pt x="50" y="8"/>
                    </a:cubicBezTo>
                    <a:cubicBezTo>
                      <a:pt x="52" y="8"/>
                      <a:pt x="52" y="8"/>
                      <a:pt x="52" y="8"/>
                    </a:cubicBezTo>
                    <a:cubicBezTo>
                      <a:pt x="52" y="8"/>
                      <a:pt x="52" y="8"/>
                      <a:pt x="52" y="8"/>
                    </a:cubicBezTo>
                    <a:cubicBezTo>
                      <a:pt x="52" y="8"/>
                      <a:pt x="52" y="8"/>
                      <a:pt x="52" y="8"/>
                    </a:cubicBezTo>
                    <a:cubicBezTo>
                      <a:pt x="53" y="8"/>
                      <a:pt x="53" y="8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53" y="6"/>
                      <a:pt x="53" y="6"/>
                      <a:pt x="53" y="6"/>
                    </a:cubicBezTo>
                    <a:cubicBezTo>
                      <a:pt x="53" y="6"/>
                      <a:pt x="53" y="6"/>
                      <a:pt x="53" y="6"/>
                    </a:cubicBezTo>
                    <a:cubicBezTo>
                      <a:pt x="53" y="6"/>
                      <a:pt x="53" y="6"/>
                      <a:pt x="53" y="6"/>
                    </a:cubicBezTo>
                    <a:cubicBezTo>
                      <a:pt x="53" y="6"/>
                      <a:pt x="54" y="6"/>
                      <a:pt x="54" y="6"/>
                    </a:cubicBezTo>
                    <a:cubicBezTo>
                      <a:pt x="54" y="6"/>
                      <a:pt x="54" y="6"/>
                      <a:pt x="54" y="6"/>
                    </a:cubicBezTo>
                    <a:cubicBezTo>
                      <a:pt x="54" y="6"/>
                      <a:pt x="54" y="6"/>
                      <a:pt x="54" y="6"/>
                    </a:cubicBezTo>
                    <a:cubicBezTo>
                      <a:pt x="55" y="6"/>
                      <a:pt x="55" y="6"/>
                      <a:pt x="55" y="6"/>
                    </a:cubicBezTo>
                    <a:cubicBezTo>
                      <a:pt x="55" y="6"/>
                      <a:pt x="56" y="6"/>
                      <a:pt x="56" y="5"/>
                    </a:cubicBezTo>
                    <a:cubicBezTo>
                      <a:pt x="56" y="5"/>
                      <a:pt x="56" y="5"/>
                      <a:pt x="56" y="5"/>
                    </a:cubicBezTo>
                    <a:cubicBezTo>
                      <a:pt x="56" y="5"/>
                      <a:pt x="56" y="5"/>
                      <a:pt x="56" y="5"/>
                    </a:cubicBezTo>
                    <a:cubicBezTo>
                      <a:pt x="56" y="5"/>
                      <a:pt x="56" y="5"/>
                      <a:pt x="56" y="5"/>
                    </a:cubicBezTo>
                    <a:cubicBezTo>
                      <a:pt x="56" y="5"/>
                      <a:pt x="56" y="5"/>
                      <a:pt x="57" y="5"/>
                    </a:cubicBezTo>
                    <a:cubicBezTo>
                      <a:pt x="57" y="5"/>
                      <a:pt x="57" y="5"/>
                      <a:pt x="57" y="4"/>
                    </a:cubicBezTo>
                    <a:cubicBezTo>
                      <a:pt x="57" y="4"/>
                      <a:pt x="57" y="4"/>
                      <a:pt x="57" y="4"/>
                    </a:cubicBezTo>
                    <a:cubicBezTo>
                      <a:pt x="58" y="4"/>
                      <a:pt x="58" y="4"/>
                      <a:pt x="58" y="4"/>
                    </a:cubicBezTo>
                    <a:cubicBezTo>
                      <a:pt x="58" y="4"/>
                      <a:pt x="58" y="4"/>
                      <a:pt x="58" y="4"/>
                    </a:cubicBezTo>
                    <a:cubicBezTo>
                      <a:pt x="58" y="4"/>
                      <a:pt x="59" y="4"/>
                      <a:pt x="59" y="4"/>
                    </a:cubicBezTo>
                    <a:cubicBezTo>
                      <a:pt x="59" y="4"/>
                      <a:pt x="59" y="4"/>
                      <a:pt x="59" y="4"/>
                    </a:cubicBezTo>
                    <a:cubicBezTo>
                      <a:pt x="59" y="4"/>
                      <a:pt x="59" y="4"/>
                      <a:pt x="59" y="4"/>
                    </a:cubicBezTo>
                    <a:cubicBezTo>
                      <a:pt x="59" y="4"/>
                      <a:pt x="59" y="4"/>
                      <a:pt x="59" y="4"/>
                    </a:cubicBezTo>
                    <a:cubicBezTo>
                      <a:pt x="59" y="4"/>
                      <a:pt x="59" y="4"/>
                      <a:pt x="59" y="4"/>
                    </a:cubicBezTo>
                    <a:cubicBezTo>
                      <a:pt x="59" y="3"/>
                      <a:pt x="59" y="3"/>
                      <a:pt x="59" y="3"/>
                    </a:cubicBezTo>
                    <a:cubicBezTo>
                      <a:pt x="59" y="3"/>
                      <a:pt x="59" y="3"/>
                      <a:pt x="59" y="3"/>
                    </a:cubicBezTo>
                    <a:cubicBezTo>
                      <a:pt x="59" y="3"/>
                      <a:pt x="59" y="3"/>
                      <a:pt x="59" y="3"/>
                    </a:cubicBezTo>
                    <a:cubicBezTo>
                      <a:pt x="59" y="2"/>
                      <a:pt x="59" y="2"/>
                      <a:pt x="59" y="2"/>
                    </a:cubicBezTo>
                    <a:cubicBezTo>
                      <a:pt x="59" y="2"/>
                      <a:pt x="59" y="2"/>
                      <a:pt x="60" y="1"/>
                    </a:cubicBezTo>
                    <a:cubicBezTo>
                      <a:pt x="60" y="1"/>
                      <a:pt x="60" y="1"/>
                      <a:pt x="60" y="1"/>
                    </a:cubicBezTo>
                    <a:cubicBezTo>
                      <a:pt x="60" y="1"/>
                      <a:pt x="60" y="1"/>
                      <a:pt x="60" y="1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1"/>
                      <a:pt x="75" y="3"/>
                      <a:pt x="82" y="6"/>
                    </a:cubicBezTo>
                    <a:cubicBezTo>
                      <a:pt x="82" y="6"/>
                      <a:pt x="82" y="6"/>
                      <a:pt x="82" y="6"/>
                    </a:cubicBezTo>
                    <a:cubicBezTo>
                      <a:pt x="82" y="6"/>
                      <a:pt x="82" y="6"/>
                      <a:pt x="82" y="6"/>
                    </a:cubicBezTo>
                    <a:cubicBezTo>
                      <a:pt x="82" y="6"/>
                      <a:pt x="82" y="6"/>
                      <a:pt x="82" y="6"/>
                    </a:cubicBezTo>
                    <a:cubicBezTo>
                      <a:pt x="82" y="6"/>
                      <a:pt x="82" y="6"/>
                      <a:pt x="82" y="6"/>
                    </a:cubicBezTo>
                    <a:cubicBezTo>
                      <a:pt x="82" y="6"/>
                      <a:pt x="82" y="6"/>
                      <a:pt x="82" y="6"/>
                    </a:cubicBezTo>
                    <a:cubicBezTo>
                      <a:pt x="82" y="6"/>
                      <a:pt x="82" y="6"/>
                      <a:pt x="82" y="6"/>
                    </a:cubicBezTo>
                    <a:cubicBezTo>
                      <a:pt x="82" y="7"/>
                      <a:pt x="82" y="7"/>
                      <a:pt x="82" y="7"/>
                    </a:cubicBezTo>
                    <a:cubicBezTo>
                      <a:pt x="82" y="7"/>
                      <a:pt x="82" y="7"/>
                      <a:pt x="82" y="7"/>
                    </a:cubicBezTo>
                    <a:cubicBezTo>
                      <a:pt x="82" y="7"/>
                      <a:pt x="82" y="7"/>
                      <a:pt x="82" y="7"/>
                    </a:cubicBezTo>
                    <a:cubicBezTo>
                      <a:pt x="82" y="7"/>
                      <a:pt x="82" y="7"/>
                      <a:pt x="82" y="7"/>
                    </a:cubicBezTo>
                    <a:cubicBezTo>
                      <a:pt x="82" y="7"/>
                      <a:pt x="82" y="7"/>
                      <a:pt x="82" y="7"/>
                    </a:cubicBezTo>
                    <a:cubicBezTo>
                      <a:pt x="82" y="8"/>
                      <a:pt x="82" y="8"/>
                      <a:pt x="82" y="8"/>
                    </a:cubicBezTo>
                    <a:cubicBezTo>
                      <a:pt x="82" y="8"/>
                      <a:pt x="82" y="8"/>
                      <a:pt x="82" y="8"/>
                    </a:cubicBezTo>
                    <a:cubicBezTo>
                      <a:pt x="82" y="8"/>
                      <a:pt x="82" y="9"/>
                      <a:pt x="82" y="9"/>
                    </a:cubicBezTo>
                    <a:cubicBezTo>
                      <a:pt x="82" y="9"/>
                      <a:pt x="82" y="9"/>
                      <a:pt x="82" y="9"/>
                    </a:cubicBezTo>
                    <a:cubicBezTo>
                      <a:pt x="83" y="9"/>
                      <a:pt x="83" y="10"/>
                      <a:pt x="83" y="10"/>
                    </a:cubicBezTo>
                    <a:cubicBezTo>
                      <a:pt x="83" y="10"/>
                      <a:pt x="83" y="10"/>
                      <a:pt x="83" y="10"/>
                    </a:cubicBezTo>
                    <a:cubicBezTo>
                      <a:pt x="83" y="10"/>
                      <a:pt x="83" y="10"/>
                      <a:pt x="83" y="10"/>
                    </a:cubicBezTo>
                    <a:cubicBezTo>
                      <a:pt x="83" y="10"/>
                      <a:pt x="83" y="10"/>
                      <a:pt x="83" y="10"/>
                    </a:cubicBezTo>
                    <a:cubicBezTo>
                      <a:pt x="83" y="10"/>
                      <a:pt x="83" y="10"/>
                      <a:pt x="83" y="10"/>
                    </a:cubicBezTo>
                    <a:cubicBezTo>
                      <a:pt x="83" y="11"/>
                      <a:pt x="83" y="11"/>
                      <a:pt x="83" y="11"/>
                    </a:cubicBezTo>
                    <a:cubicBezTo>
                      <a:pt x="83" y="10"/>
                      <a:pt x="83" y="10"/>
                      <a:pt x="83" y="10"/>
                    </a:cubicBezTo>
                    <a:cubicBezTo>
                      <a:pt x="81" y="10"/>
                      <a:pt x="81" y="10"/>
                      <a:pt x="81" y="10"/>
                    </a:cubicBezTo>
                    <a:cubicBezTo>
                      <a:pt x="81" y="10"/>
                      <a:pt x="81" y="10"/>
                      <a:pt x="81" y="10"/>
                    </a:cubicBezTo>
                    <a:cubicBezTo>
                      <a:pt x="81" y="10"/>
                      <a:pt x="81" y="10"/>
                      <a:pt x="81" y="10"/>
                    </a:cubicBezTo>
                    <a:cubicBezTo>
                      <a:pt x="81" y="10"/>
                      <a:pt x="81" y="11"/>
                      <a:pt x="81" y="11"/>
                    </a:cubicBezTo>
                    <a:cubicBezTo>
                      <a:pt x="81" y="11"/>
                      <a:pt x="81" y="11"/>
                      <a:pt x="81" y="11"/>
                    </a:cubicBezTo>
                    <a:cubicBezTo>
                      <a:pt x="81" y="11"/>
                      <a:pt x="81" y="11"/>
                      <a:pt x="81" y="11"/>
                    </a:cubicBezTo>
                    <a:cubicBezTo>
                      <a:pt x="80" y="11"/>
                      <a:pt x="80" y="11"/>
                      <a:pt x="80" y="11"/>
                    </a:cubicBezTo>
                    <a:cubicBezTo>
                      <a:pt x="80" y="11"/>
                      <a:pt x="80" y="11"/>
                      <a:pt x="80" y="11"/>
                    </a:cubicBezTo>
                    <a:cubicBezTo>
                      <a:pt x="80" y="11"/>
                      <a:pt x="80" y="11"/>
                      <a:pt x="80" y="11"/>
                    </a:cubicBezTo>
                    <a:cubicBezTo>
                      <a:pt x="79" y="11"/>
                      <a:pt x="79" y="11"/>
                      <a:pt x="79" y="11"/>
                    </a:cubicBezTo>
                    <a:cubicBezTo>
                      <a:pt x="79" y="11"/>
                      <a:pt x="79" y="11"/>
                      <a:pt x="79" y="11"/>
                    </a:cubicBezTo>
                    <a:cubicBezTo>
                      <a:pt x="79" y="11"/>
                      <a:pt x="79" y="11"/>
                      <a:pt x="79" y="11"/>
                    </a:cubicBezTo>
                    <a:cubicBezTo>
                      <a:pt x="79" y="11"/>
                      <a:pt x="79" y="11"/>
                      <a:pt x="79" y="11"/>
                    </a:cubicBezTo>
                    <a:cubicBezTo>
                      <a:pt x="78" y="11"/>
                      <a:pt x="78" y="11"/>
                      <a:pt x="78" y="12"/>
                    </a:cubicBezTo>
                    <a:cubicBezTo>
                      <a:pt x="77" y="12"/>
                      <a:pt x="77" y="12"/>
                      <a:pt x="77" y="13"/>
                    </a:cubicBezTo>
                    <a:cubicBezTo>
                      <a:pt x="77" y="13"/>
                      <a:pt x="77" y="13"/>
                      <a:pt x="77" y="13"/>
                    </a:cubicBezTo>
                    <a:cubicBezTo>
                      <a:pt x="77" y="13"/>
                      <a:pt x="77" y="13"/>
                      <a:pt x="77" y="13"/>
                    </a:cubicBezTo>
                    <a:cubicBezTo>
                      <a:pt x="77" y="13"/>
                      <a:pt x="76" y="13"/>
                      <a:pt x="76" y="14"/>
                    </a:cubicBezTo>
                    <a:cubicBezTo>
                      <a:pt x="76" y="14"/>
                      <a:pt x="76" y="14"/>
                      <a:pt x="76" y="14"/>
                    </a:cubicBezTo>
                    <a:cubicBezTo>
                      <a:pt x="76" y="14"/>
                      <a:pt x="76" y="14"/>
                      <a:pt x="76" y="14"/>
                    </a:cubicBezTo>
                    <a:cubicBezTo>
                      <a:pt x="77" y="15"/>
                      <a:pt x="77" y="16"/>
                      <a:pt x="78" y="16"/>
                    </a:cubicBezTo>
                    <a:cubicBezTo>
                      <a:pt x="78" y="16"/>
                      <a:pt x="78" y="17"/>
                      <a:pt x="79" y="17"/>
                    </a:cubicBezTo>
                    <a:cubicBezTo>
                      <a:pt x="79" y="18"/>
                      <a:pt x="80" y="19"/>
                      <a:pt x="80" y="20"/>
                    </a:cubicBezTo>
                    <a:cubicBezTo>
                      <a:pt x="80" y="20"/>
                      <a:pt x="80" y="20"/>
                      <a:pt x="80" y="20"/>
                    </a:cubicBezTo>
                    <a:cubicBezTo>
                      <a:pt x="81" y="20"/>
                      <a:pt x="81" y="20"/>
                      <a:pt x="81" y="20"/>
                    </a:cubicBezTo>
                    <a:cubicBezTo>
                      <a:pt x="81" y="20"/>
                      <a:pt x="81" y="20"/>
                      <a:pt x="81" y="19"/>
                    </a:cubicBezTo>
                    <a:cubicBezTo>
                      <a:pt x="81" y="19"/>
                      <a:pt x="81" y="19"/>
                      <a:pt x="81" y="19"/>
                    </a:cubicBezTo>
                    <a:cubicBezTo>
                      <a:pt x="81" y="19"/>
                      <a:pt x="81" y="19"/>
                      <a:pt x="81" y="19"/>
                    </a:cubicBezTo>
                    <a:cubicBezTo>
                      <a:pt x="81" y="19"/>
                      <a:pt x="81" y="19"/>
                      <a:pt x="81" y="19"/>
                    </a:cubicBezTo>
                    <a:cubicBezTo>
                      <a:pt x="83" y="19"/>
                      <a:pt x="83" y="19"/>
                      <a:pt x="83" y="19"/>
                    </a:cubicBezTo>
                    <a:cubicBezTo>
                      <a:pt x="83" y="19"/>
                      <a:pt x="83" y="19"/>
                      <a:pt x="83" y="19"/>
                    </a:cubicBezTo>
                    <a:cubicBezTo>
                      <a:pt x="83" y="19"/>
                      <a:pt x="83" y="19"/>
                      <a:pt x="83" y="19"/>
                    </a:cubicBezTo>
                    <a:cubicBezTo>
                      <a:pt x="83" y="19"/>
                      <a:pt x="83" y="19"/>
                      <a:pt x="83" y="18"/>
                    </a:cubicBezTo>
                    <a:cubicBezTo>
                      <a:pt x="83" y="18"/>
                      <a:pt x="84" y="18"/>
                      <a:pt x="84" y="18"/>
                    </a:cubicBezTo>
                    <a:cubicBezTo>
                      <a:pt x="84" y="18"/>
                      <a:pt x="84" y="18"/>
                      <a:pt x="84" y="18"/>
                    </a:cubicBezTo>
                    <a:cubicBezTo>
                      <a:pt x="84" y="18"/>
                      <a:pt x="84" y="18"/>
                      <a:pt x="84" y="19"/>
                    </a:cubicBezTo>
                    <a:cubicBezTo>
                      <a:pt x="84" y="19"/>
                      <a:pt x="84" y="19"/>
                      <a:pt x="84" y="19"/>
                    </a:cubicBezTo>
                    <a:cubicBezTo>
                      <a:pt x="84" y="19"/>
                      <a:pt x="85" y="19"/>
                      <a:pt x="85" y="19"/>
                    </a:cubicBezTo>
                    <a:cubicBezTo>
                      <a:pt x="85" y="19"/>
                      <a:pt x="85" y="19"/>
                      <a:pt x="85" y="19"/>
                    </a:cubicBezTo>
                    <a:cubicBezTo>
                      <a:pt x="85" y="19"/>
                      <a:pt x="85" y="19"/>
                      <a:pt x="85" y="19"/>
                    </a:cubicBezTo>
                    <a:cubicBezTo>
                      <a:pt x="85" y="19"/>
                      <a:pt x="85" y="19"/>
                      <a:pt x="85" y="19"/>
                    </a:cubicBezTo>
                    <a:cubicBezTo>
                      <a:pt x="85" y="19"/>
                      <a:pt x="86" y="19"/>
                      <a:pt x="86" y="19"/>
                    </a:cubicBezTo>
                    <a:cubicBezTo>
                      <a:pt x="86" y="19"/>
                      <a:pt x="86" y="19"/>
                      <a:pt x="86" y="20"/>
                    </a:cubicBezTo>
                    <a:cubicBezTo>
                      <a:pt x="86" y="20"/>
                      <a:pt x="86" y="20"/>
                      <a:pt x="86" y="20"/>
                    </a:cubicBezTo>
                    <a:cubicBezTo>
                      <a:pt x="86" y="20"/>
                      <a:pt x="86" y="20"/>
                      <a:pt x="86" y="20"/>
                    </a:cubicBezTo>
                    <a:cubicBezTo>
                      <a:pt x="87" y="20"/>
                      <a:pt x="87" y="20"/>
                      <a:pt x="87" y="20"/>
                    </a:cubicBezTo>
                    <a:cubicBezTo>
                      <a:pt x="87" y="20"/>
                      <a:pt x="87" y="20"/>
                      <a:pt x="87" y="20"/>
                    </a:cubicBezTo>
                    <a:cubicBezTo>
                      <a:pt x="87" y="20"/>
                      <a:pt x="87" y="20"/>
                      <a:pt x="87" y="20"/>
                    </a:cubicBezTo>
                    <a:cubicBezTo>
                      <a:pt x="87" y="20"/>
                      <a:pt x="87" y="20"/>
                      <a:pt x="87" y="20"/>
                    </a:cubicBezTo>
                    <a:cubicBezTo>
                      <a:pt x="88" y="20"/>
                      <a:pt x="88" y="20"/>
                      <a:pt x="88" y="21"/>
                    </a:cubicBezTo>
                    <a:cubicBezTo>
                      <a:pt x="88" y="21"/>
                      <a:pt x="88" y="21"/>
                      <a:pt x="88" y="21"/>
                    </a:cubicBezTo>
                    <a:cubicBezTo>
                      <a:pt x="88" y="23"/>
                      <a:pt x="88" y="23"/>
                      <a:pt x="88" y="23"/>
                    </a:cubicBezTo>
                    <a:cubicBezTo>
                      <a:pt x="89" y="23"/>
                      <a:pt x="89" y="23"/>
                      <a:pt x="89" y="23"/>
                    </a:cubicBezTo>
                    <a:cubicBezTo>
                      <a:pt x="89" y="23"/>
                      <a:pt x="89" y="23"/>
                      <a:pt x="89" y="23"/>
                    </a:cubicBezTo>
                    <a:cubicBezTo>
                      <a:pt x="89" y="23"/>
                      <a:pt x="89" y="23"/>
                      <a:pt x="89" y="23"/>
                    </a:cubicBezTo>
                    <a:cubicBezTo>
                      <a:pt x="89" y="23"/>
                      <a:pt x="89" y="23"/>
                      <a:pt x="89" y="23"/>
                    </a:cubicBezTo>
                    <a:cubicBezTo>
                      <a:pt x="89" y="24"/>
                      <a:pt x="89" y="24"/>
                      <a:pt x="89" y="24"/>
                    </a:cubicBezTo>
                    <a:cubicBezTo>
                      <a:pt x="90" y="24"/>
                      <a:pt x="90" y="24"/>
                      <a:pt x="90" y="24"/>
                    </a:cubicBezTo>
                    <a:cubicBezTo>
                      <a:pt x="90" y="23"/>
                      <a:pt x="90" y="23"/>
                      <a:pt x="90" y="23"/>
                    </a:cubicBezTo>
                    <a:cubicBezTo>
                      <a:pt x="90" y="23"/>
                      <a:pt x="90" y="23"/>
                      <a:pt x="90" y="23"/>
                    </a:cubicBezTo>
                    <a:cubicBezTo>
                      <a:pt x="90" y="23"/>
                      <a:pt x="90" y="23"/>
                      <a:pt x="90" y="23"/>
                    </a:cubicBezTo>
                    <a:cubicBezTo>
                      <a:pt x="90" y="23"/>
                      <a:pt x="91" y="22"/>
                      <a:pt x="91" y="22"/>
                    </a:cubicBezTo>
                    <a:cubicBezTo>
                      <a:pt x="91" y="22"/>
                      <a:pt x="91" y="22"/>
                      <a:pt x="91" y="22"/>
                    </a:cubicBezTo>
                    <a:cubicBezTo>
                      <a:pt x="91" y="20"/>
                      <a:pt x="91" y="20"/>
                      <a:pt x="91" y="20"/>
                    </a:cubicBezTo>
                    <a:cubicBezTo>
                      <a:pt x="91" y="20"/>
                      <a:pt x="90" y="20"/>
                      <a:pt x="90" y="20"/>
                    </a:cubicBezTo>
                    <a:cubicBezTo>
                      <a:pt x="90" y="20"/>
                      <a:pt x="90" y="20"/>
                      <a:pt x="90" y="20"/>
                    </a:cubicBezTo>
                    <a:cubicBezTo>
                      <a:pt x="90" y="19"/>
                      <a:pt x="90" y="19"/>
                      <a:pt x="89" y="19"/>
                    </a:cubicBezTo>
                    <a:cubicBezTo>
                      <a:pt x="89" y="19"/>
                      <a:pt x="89" y="19"/>
                      <a:pt x="89" y="19"/>
                    </a:cubicBezTo>
                    <a:cubicBezTo>
                      <a:pt x="89" y="19"/>
                      <a:pt x="90" y="19"/>
                      <a:pt x="90" y="19"/>
                    </a:cubicBezTo>
                    <a:cubicBezTo>
                      <a:pt x="90" y="19"/>
                      <a:pt x="90" y="19"/>
                      <a:pt x="90" y="19"/>
                    </a:cubicBezTo>
                    <a:cubicBezTo>
                      <a:pt x="90" y="19"/>
                      <a:pt x="90" y="19"/>
                      <a:pt x="90" y="19"/>
                    </a:cubicBezTo>
                    <a:cubicBezTo>
                      <a:pt x="90" y="19"/>
                      <a:pt x="90" y="19"/>
                      <a:pt x="90" y="19"/>
                    </a:cubicBezTo>
                    <a:cubicBezTo>
                      <a:pt x="90" y="19"/>
                      <a:pt x="90" y="19"/>
                      <a:pt x="90" y="19"/>
                    </a:cubicBezTo>
                    <a:cubicBezTo>
                      <a:pt x="90" y="19"/>
                      <a:pt x="90" y="19"/>
                      <a:pt x="90" y="19"/>
                    </a:cubicBezTo>
                    <a:cubicBezTo>
                      <a:pt x="90" y="19"/>
                      <a:pt x="90" y="19"/>
                      <a:pt x="91" y="19"/>
                    </a:cubicBezTo>
                    <a:cubicBezTo>
                      <a:pt x="91" y="19"/>
                      <a:pt x="91" y="19"/>
                      <a:pt x="91" y="19"/>
                    </a:cubicBezTo>
                    <a:cubicBezTo>
                      <a:pt x="91" y="19"/>
                      <a:pt x="91" y="19"/>
                      <a:pt x="91" y="19"/>
                    </a:cubicBezTo>
                    <a:cubicBezTo>
                      <a:pt x="91" y="19"/>
                      <a:pt x="91" y="19"/>
                      <a:pt x="91" y="19"/>
                    </a:cubicBezTo>
                    <a:cubicBezTo>
                      <a:pt x="91" y="20"/>
                      <a:pt x="91" y="20"/>
                      <a:pt x="91" y="20"/>
                    </a:cubicBezTo>
                    <a:cubicBezTo>
                      <a:pt x="91" y="20"/>
                      <a:pt x="91" y="20"/>
                      <a:pt x="91" y="20"/>
                    </a:cubicBezTo>
                    <a:cubicBezTo>
                      <a:pt x="91" y="21"/>
                      <a:pt x="92" y="21"/>
                      <a:pt x="92" y="21"/>
                    </a:cubicBezTo>
                    <a:cubicBezTo>
                      <a:pt x="92" y="21"/>
                      <a:pt x="92" y="21"/>
                      <a:pt x="92" y="21"/>
                    </a:cubicBezTo>
                    <a:cubicBezTo>
                      <a:pt x="92" y="21"/>
                      <a:pt x="92" y="21"/>
                      <a:pt x="92" y="21"/>
                    </a:cubicBezTo>
                    <a:cubicBezTo>
                      <a:pt x="92" y="21"/>
                      <a:pt x="92" y="21"/>
                      <a:pt x="92" y="21"/>
                    </a:cubicBezTo>
                    <a:cubicBezTo>
                      <a:pt x="92" y="21"/>
                      <a:pt x="92" y="21"/>
                      <a:pt x="92" y="21"/>
                    </a:cubicBezTo>
                    <a:cubicBezTo>
                      <a:pt x="92" y="21"/>
                      <a:pt x="92" y="22"/>
                      <a:pt x="93" y="22"/>
                    </a:cubicBezTo>
                    <a:cubicBezTo>
                      <a:pt x="93" y="22"/>
                      <a:pt x="93" y="22"/>
                      <a:pt x="93" y="22"/>
                    </a:cubicBezTo>
                    <a:cubicBezTo>
                      <a:pt x="93" y="22"/>
                      <a:pt x="93" y="22"/>
                      <a:pt x="93" y="22"/>
                    </a:cubicBezTo>
                    <a:cubicBezTo>
                      <a:pt x="93" y="22"/>
                      <a:pt x="93" y="22"/>
                      <a:pt x="93" y="22"/>
                    </a:cubicBezTo>
                    <a:cubicBezTo>
                      <a:pt x="93" y="22"/>
                      <a:pt x="94" y="22"/>
                      <a:pt x="94" y="22"/>
                    </a:cubicBezTo>
                    <a:cubicBezTo>
                      <a:pt x="94" y="21"/>
                      <a:pt x="94" y="21"/>
                      <a:pt x="94" y="21"/>
                    </a:cubicBezTo>
                    <a:cubicBezTo>
                      <a:pt x="94" y="21"/>
                      <a:pt x="94" y="21"/>
                      <a:pt x="94" y="21"/>
                    </a:cubicBezTo>
                    <a:cubicBezTo>
                      <a:pt x="94" y="21"/>
                      <a:pt x="94" y="20"/>
                      <a:pt x="94" y="20"/>
                    </a:cubicBezTo>
                    <a:cubicBezTo>
                      <a:pt x="94" y="19"/>
                      <a:pt x="94" y="18"/>
                      <a:pt x="93" y="18"/>
                    </a:cubicBezTo>
                    <a:cubicBezTo>
                      <a:pt x="93" y="17"/>
                      <a:pt x="93" y="17"/>
                      <a:pt x="93" y="17"/>
                    </a:cubicBezTo>
                    <a:cubicBezTo>
                      <a:pt x="93" y="17"/>
                      <a:pt x="93" y="17"/>
                      <a:pt x="93" y="17"/>
                    </a:cubicBezTo>
                    <a:cubicBezTo>
                      <a:pt x="93" y="17"/>
                      <a:pt x="93" y="17"/>
                      <a:pt x="93" y="17"/>
                    </a:cubicBezTo>
                    <a:cubicBezTo>
                      <a:pt x="93" y="17"/>
                      <a:pt x="93" y="17"/>
                      <a:pt x="93" y="16"/>
                    </a:cubicBezTo>
                    <a:cubicBezTo>
                      <a:pt x="93" y="16"/>
                      <a:pt x="93" y="16"/>
                      <a:pt x="93" y="16"/>
                    </a:cubicBezTo>
                    <a:cubicBezTo>
                      <a:pt x="93" y="16"/>
                      <a:pt x="93" y="16"/>
                      <a:pt x="93" y="16"/>
                    </a:cubicBezTo>
                    <a:cubicBezTo>
                      <a:pt x="94" y="16"/>
                      <a:pt x="94" y="16"/>
                      <a:pt x="94" y="17"/>
                    </a:cubicBezTo>
                    <a:cubicBezTo>
                      <a:pt x="95" y="17"/>
                      <a:pt x="95" y="17"/>
                      <a:pt x="95" y="17"/>
                    </a:cubicBezTo>
                    <a:cubicBezTo>
                      <a:pt x="95" y="17"/>
                      <a:pt x="95" y="17"/>
                      <a:pt x="95" y="17"/>
                    </a:cubicBezTo>
                    <a:cubicBezTo>
                      <a:pt x="95" y="17"/>
                      <a:pt x="95" y="17"/>
                      <a:pt x="96" y="17"/>
                    </a:cubicBezTo>
                    <a:cubicBezTo>
                      <a:pt x="96" y="17"/>
                      <a:pt x="96" y="17"/>
                      <a:pt x="96" y="17"/>
                    </a:cubicBezTo>
                    <a:cubicBezTo>
                      <a:pt x="96" y="17"/>
                      <a:pt x="96" y="18"/>
                      <a:pt x="96" y="18"/>
                    </a:cubicBezTo>
                    <a:cubicBezTo>
                      <a:pt x="96" y="18"/>
                      <a:pt x="96" y="18"/>
                      <a:pt x="96" y="18"/>
                    </a:cubicBezTo>
                    <a:cubicBezTo>
                      <a:pt x="97" y="18"/>
                      <a:pt x="97" y="18"/>
                      <a:pt x="97" y="19"/>
                    </a:cubicBezTo>
                    <a:cubicBezTo>
                      <a:pt x="97" y="19"/>
                      <a:pt x="97" y="19"/>
                      <a:pt x="97" y="19"/>
                    </a:cubicBezTo>
                    <a:cubicBezTo>
                      <a:pt x="97" y="19"/>
                      <a:pt x="97" y="19"/>
                      <a:pt x="97" y="19"/>
                    </a:cubicBezTo>
                    <a:cubicBezTo>
                      <a:pt x="96" y="19"/>
                      <a:pt x="96" y="19"/>
                      <a:pt x="96" y="19"/>
                    </a:cubicBezTo>
                    <a:cubicBezTo>
                      <a:pt x="96" y="19"/>
                      <a:pt x="96" y="19"/>
                      <a:pt x="96" y="20"/>
                    </a:cubicBezTo>
                    <a:cubicBezTo>
                      <a:pt x="96" y="20"/>
                      <a:pt x="96" y="20"/>
                      <a:pt x="96" y="20"/>
                    </a:cubicBezTo>
                    <a:cubicBezTo>
                      <a:pt x="96" y="20"/>
                      <a:pt x="96" y="20"/>
                      <a:pt x="96" y="20"/>
                    </a:cubicBezTo>
                    <a:cubicBezTo>
                      <a:pt x="96" y="20"/>
                      <a:pt x="96" y="20"/>
                      <a:pt x="96" y="20"/>
                    </a:cubicBezTo>
                    <a:cubicBezTo>
                      <a:pt x="95" y="20"/>
                      <a:pt x="95" y="20"/>
                      <a:pt x="95" y="20"/>
                    </a:cubicBezTo>
                    <a:cubicBezTo>
                      <a:pt x="95" y="20"/>
                      <a:pt x="95" y="20"/>
                      <a:pt x="95" y="20"/>
                    </a:cubicBezTo>
                    <a:cubicBezTo>
                      <a:pt x="95" y="21"/>
                      <a:pt x="95" y="21"/>
                      <a:pt x="96" y="21"/>
                    </a:cubicBezTo>
                    <a:cubicBezTo>
                      <a:pt x="96" y="22"/>
                      <a:pt x="96" y="22"/>
                      <a:pt x="96" y="22"/>
                    </a:cubicBezTo>
                    <a:cubicBezTo>
                      <a:pt x="96" y="22"/>
                      <a:pt x="96" y="22"/>
                      <a:pt x="96" y="22"/>
                    </a:cubicBezTo>
                    <a:cubicBezTo>
                      <a:pt x="96" y="22"/>
                      <a:pt x="96" y="22"/>
                      <a:pt x="96" y="22"/>
                    </a:cubicBezTo>
                    <a:cubicBezTo>
                      <a:pt x="96" y="22"/>
                      <a:pt x="96" y="22"/>
                      <a:pt x="96" y="22"/>
                    </a:cubicBezTo>
                    <a:cubicBezTo>
                      <a:pt x="96" y="22"/>
                      <a:pt x="96" y="23"/>
                      <a:pt x="97" y="23"/>
                    </a:cubicBezTo>
                    <a:cubicBezTo>
                      <a:pt x="97" y="23"/>
                      <a:pt x="97" y="23"/>
                      <a:pt x="97" y="23"/>
                    </a:cubicBezTo>
                    <a:cubicBezTo>
                      <a:pt x="97" y="23"/>
                      <a:pt x="97" y="23"/>
                      <a:pt x="97" y="23"/>
                    </a:cubicBezTo>
                    <a:cubicBezTo>
                      <a:pt x="97" y="23"/>
                      <a:pt x="97" y="23"/>
                      <a:pt x="97" y="23"/>
                    </a:cubicBezTo>
                    <a:cubicBezTo>
                      <a:pt x="97" y="23"/>
                      <a:pt x="97" y="23"/>
                      <a:pt x="97" y="23"/>
                    </a:cubicBezTo>
                    <a:cubicBezTo>
                      <a:pt x="98" y="24"/>
                      <a:pt x="98" y="24"/>
                      <a:pt x="98" y="24"/>
                    </a:cubicBezTo>
                    <a:cubicBezTo>
                      <a:pt x="98" y="24"/>
                      <a:pt x="98" y="24"/>
                      <a:pt x="98" y="24"/>
                    </a:cubicBezTo>
                    <a:cubicBezTo>
                      <a:pt x="98" y="24"/>
                      <a:pt x="99" y="24"/>
                      <a:pt x="99" y="24"/>
                    </a:cubicBezTo>
                    <a:cubicBezTo>
                      <a:pt x="99" y="24"/>
                      <a:pt x="99" y="24"/>
                      <a:pt x="99" y="24"/>
                    </a:cubicBezTo>
                    <a:cubicBezTo>
                      <a:pt x="99" y="24"/>
                      <a:pt x="99" y="24"/>
                      <a:pt x="99" y="24"/>
                    </a:cubicBezTo>
                    <a:cubicBezTo>
                      <a:pt x="99" y="24"/>
                      <a:pt x="99" y="24"/>
                      <a:pt x="99" y="24"/>
                    </a:cubicBezTo>
                    <a:cubicBezTo>
                      <a:pt x="99" y="24"/>
                      <a:pt x="99" y="23"/>
                      <a:pt x="100" y="23"/>
                    </a:cubicBezTo>
                    <a:cubicBezTo>
                      <a:pt x="100" y="23"/>
                      <a:pt x="100" y="23"/>
                      <a:pt x="100" y="23"/>
                    </a:cubicBezTo>
                    <a:cubicBezTo>
                      <a:pt x="100" y="24"/>
                      <a:pt x="100" y="24"/>
                      <a:pt x="100" y="24"/>
                    </a:cubicBezTo>
                    <a:cubicBezTo>
                      <a:pt x="100" y="24"/>
                      <a:pt x="100" y="24"/>
                      <a:pt x="100" y="24"/>
                    </a:cubicBezTo>
                    <a:cubicBezTo>
                      <a:pt x="100" y="24"/>
                      <a:pt x="100" y="24"/>
                      <a:pt x="100" y="24"/>
                    </a:cubicBezTo>
                    <a:cubicBezTo>
                      <a:pt x="100" y="24"/>
                      <a:pt x="100" y="24"/>
                      <a:pt x="100" y="24"/>
                    </a:cubicBezTo>
                    <a:cubicBezTo>
                      <a:pt x="100" y="24"/>
                      <a:pt x="100" y="24"/>
                      <a:pt x="100" y="24"/>
                    </a:cubicBezTo>
                    <a:cubicBezTo>
                      <a:pt x="100" y="24"/>
                      <a:pt x="100" y="24"/>
                      <a:pt x="100" y="24"/>
                    </a:cubicBezTo>
                    <a:cubicBezTo>
                      <a:pt x="100" y="24"/>
                      <a:pt x="100" y="24"/>
                      <a:pt x="100" y="24"/>
                    </a:cubicBezTo>
                    <a:cubicBezTo>
                      <a:pt x="100" y="24"/>
                      <a:pt x="100" y="24"/>
                      <a:pt x="100" y="24"/>
                    </a:cubicBezTo>
                    <a:cubicBezTo>
                      <a:pt x="100" y="24"/>
                      <a:pt x="100" y="24"/>
                      <a:pt x="100" y="24"/>
                    </a:cubicBezTo>
                    <a:cubicBezTo>
                      <a:pt x="100" y="25"/>
                      <a:pt x="100" y="25"/>
                      <a:pt x="100" y="25"/>
                    </a:cubicBezTo>
                    <a:cubicBezTo>
                      <a:pt x="100" y="25"/>
                      <a:pt x="100" y="25"/>
                      <a:pt x="100" y="25"/>
                    </a:cubicBezTo>
                    <a:cubicBezTo>
                      <a:pt x="100" y="25"/>
                      <a:pt x="100" y="26"/>
                      <a:pt x="101" y="26"/>
                    </a:cubicBezTo>
                    <a:cubicBezTo>
                      <a:pt x="101" y="26"/>
                      <a:pt x="101" y="26"/>
                      <a:pt x="101" y="26"/>
                    </a:cubicBezTo>
                    <a:cubicBezTo>
                      <a:pt x="101" y="26"/>
                      <a:pt x="101" y="26"/>
                      <a:pt x="101" y="26"/>
                    </a:cubicBezTo>
                    <a:cubicBezTo>
                      <a:pt x="101" y="26"/>
                      <a:pt x="101" y="26"/>
                      <a:pt x="101" y="26"/>
                    </a:cubicBezTo>
                    <a:cubicBezTo>
                      <a:pt x="101" y="27"/>
                      <a:pt x="101" y="27"/>
                      <a:pt x="101" y="27"/>
                    </a:cubicBezTo>
                    <a:cubicBezTo>
                      <a:pt x="101" y="27"/>
                      <a:pt x="101" y="27"/>
                      <a:pt x="101" y="27"/>
                    </a:cubicBezTo>
                    <a:cubicBezTo>
                      <a:pt x="101" y="27"/>
                      <a:pt x="101" y="27"/>
                      <a:pt x="101" y="27"/>
                    </a:cubicBezTo>
                    <a:cubicBezTo>
                      <a:pt x="101" y="27"/>
                      <a:pt x="101" y="27"/>
                      <a:pt x="101" y="27"/>
                    </a:cubicBezTo>
                    <a:cubicBezTo>
                      <a:pt x="101" y="27"/>
                      <a:pt x="101" y="27"/>
                      <a:pt x="101" y="27"/>
                    </a:cubicBezTo>
                    <a:cubicBezTo>
                      <a:pt x="101" y="27"/>
                      <a:pt x="101" y="28"/>
                      <a:pt x="101" y="28"/>
                    </a:cubicBezTo>
                    <a:cubicBezTo>
                      <a:pt x="101" y="28"/>
                      <a:pt x="101" y="27"/>
                      <a:pt x="101" y="27"/>
                    </a:cubicBezTo>
                    <a:cubicBezTo>
                      <a:pt x="100" y="27"/>
                      <a:pt x="100" y="27"/>
                      <a:pt x="100" y="27"/>
                    </a:cubicBezTo>
                    <a:cubicBezTo>
                      <a:pt x="100" y="28"/>
                      <a:pt x="100" y="28"/>
                      <a:pt x="100" y="28"/>
                    </a:cubicBezTo>
                    <a:cubicBezTo>
                      <a:pt x="100" y="28"/>
                      <a:pt x="100" y="28"/>
                      <a:pt x="100" y="28"/>
                    </a:cubicBezTo>
                    <a:cubicBezTo>
                      <a:pt x="100" y="28"/>
                      <a:pt x="100" y="28"/>
                      <a:pt x="100" y="28"/>
                    </a:cubicBezTo>
                    <a:cubicBezTo>
                      <a:pt x="100" y="28"/>
                      <a:pt x="99" y="28"/>
                      <a:pt x="99" y="28"/>
                    </a:cubicBezTo>
                    <a:cubicBezTo>
                      <a:pt x="99" y="27"/>
                      <a:pt x="99" y="27"/>
                      <a:pt x="99" y="27"/>
                    </a:cubicBezTo>
                    <a:cubicBezTo>
                      <a:pt x="99" y="27"/>
                      <a:pt x="99" y="27"/>
                      <a:pt x="98" y="27"/>
                    </a:cubicBezTo>
                    <a:cubicBezTo>
                      <a:pt x="98" y="27"/>
                      <a:pt x="98" y="27"/>
                      <a:pt x="98" y="27"/>
                    </a:cubicBezTo>
                    <a:cubicBezTo>
                      <a:pt x="98" y="27"/>
                      <a:pt x="98" y="27"/>
                      <a:pt x="98" y="27"/>
                    </a:cubicBezTo>
                    <a:cubicBezTo>
                      <a:pt x="98" y="27"/>
                      <a:pt x="98" y="27"/>
                      <a:pt x="98" y="27"/>
                    </a:cubicBezTo>
                    <a:cubicBezTo>
                      <a:pt x="98" y="27"/>
                      <a:pt x="98" y="27"/>
                      <a:pt x="98" y="27"/>
                    </a:cubicBezTo>
                    <a:cubicBezTo>
                      <a:pt x="98" y="27"/>
                      <a:pt x="98" y="27"/>
                      <a:pt x="98" y="27"/>
                    </a:cubicBezTo>
                    <a:cubicBezTo>
                      <a:pt x="97" y="27"/>
                      <a:pt x="97" y="27"/>
                      <a:pt x="97" y="27"/>
                    </a:cubicBezTo>
                    <a:cubicBezTo>
                      <a:pt x="97" y="27"/>
                      <a:pt x="97" y="27"/>
                      <a:pt x="97" y="26"/>
                    </a:cubicBezTo>
                    <a:cubicBezTo>
                      <a:pt x="96" y="26"/>
                      <a:pt x="96" y="26"/>
                      <a:pt x="96" y="26"/>
                    </a:cubicBezTo>
                    <a:cubicBezTo>
                      <a:pt x="96" y="27"/>
                      <a:pt x="96" y="27"/>
                      <a:pt x="96" y="27"/>
                    </a:cubicBezTo>
                    <a:cubicBezTo>
                      <a:pt x="96" y="27"/>
                      <a:pt x="96" y="28"/>
                      <a:pt x="96" y="28"/>
                    </a:cubicBezTo>
                    <a:cubicBezTo>
                      <a:pt x="96" y="28"/>
                      <a:pt x="96" y="28"/>
                      <a:pt x="96" y="28"/>
                    </a:cubicBezTo>
                    <a:cubicBezTo>
                      <a:pt x="96" y="28"/>
                      <a:pt x="96" y="28"/>
                      <a:pt x="95" y="28"/>
                    </a:cubicBezTo>
                    <a:cubicBezTo>
                      <a:pt x="95" y="28"/>
                      <a:pt x="95" y="28"/>
                      <a:pt x="95" y="28"/>
                    </a:cubicBezTo>
                    <a:cubicBezTo>
                      <a:pt x="95" y="28"/>
                      <a:pt x="95" y="28"/>
                      <a:pt x="95" y="28"/>
                    </a:cubicBezTo>
                    <a:cubicBezTo>
                      <a:pt x="95" y="28"/>
                      <a:pt x="95" y="28"/>
                      <a:pt x="95" y="28"/>
                    </a:cubicBezTo>
                    <a:cubicBezTo>
                      <a:pt x="95" y="27"/>
                      <a:pt x="95" y="27"/>
                      <a:pt x="95" y="27"/>
                    </a:cubicBezTo>
                    <a:cubicBezTo>
                      <a:pt x="94" y="27"/>
                      <a:pt x="94" y="27"/>
                      <a:pt x="94" y="27"/>
                    </a:cubicBezTo>
                    <a:cubicBezTo>
                      <a:pt x="94" y="27"/>
                      <a:pt x="94" y="27"/>
                      <a:pt x="94" y="27"/>
                    </a:cubicBezTo>
                    <a:cubicBezTo>
                      <a:pt x="94" y="27"/>
                      <a:pt x="94" y="27"/>
                      <a:pt x="94" y="27"/>
                    </a:cubicBezTo>
                    <a:cubicBezTo>
                      <a:pt x="94" y="27"/>
                      <a:pt x="94" y="27"/>
                      <a:pt x="94" y="27"/>
                    </a:cubicBezTo>
                    <a:cubicBezTo>
                      <a:pt x="94" y="27"/>
                      <a:pt x="94" y="27"/>
                      <a:pt x="94" y="27"/>
                    </a:cubicBezTo>
                    <a:cubicBezTo>
                      <a:pt x="94" y="27"/>
                      <a:pt x="94" y="27"/>
                      <a:pt x="94" y="27"/>
                    </a:cubicBezTo>
                    <a:cubicBezTo>
                      <a:pt x="93" y="27"/>
                      <a:pt x="93" y="27"/>
                      <a:pt x="93" y="27"/>
                    </a:cubicBezTo>
                    <a:cubicBezTo>
                      <a:pt x="93" y="27"/>
                      <a:pt x="93" y="27"/>
                      <a:pt x="93" y="27"/>
                    </a:cubicBezTo>
                    <a:cubicBezTo>
                      <a:pt x="93" y="27"/>
                      <a:pt x="93" y="27"/>
                      <a:pt x="93" y="27"/>
                    </a:cubicBezTo>
                    <a:cubicBezTo>
                      <a:pt x="93" y="27"/>
                      <a:pt x="93" y="27"/>
                      <a:pt x="93" y="27"/>
                    </a:cubicBezTo>
                    <a:cubicBezTo>
                      <a:pt x="93" y="26"/>
                      <a:pt x="93" y="26"/>
                      <a:pt x="93" y="26"/>
                    </a:cubicBezTo>
                    <a:cubicBezTo>
                      <a:pt x="93" y="26"/>
                      <a:pt x="93" y="26"/>
                      <a:pt x="93" y="26"/>
                    </a:cubicBezTo>
                    <a:cubicBezTo>
                      <a:pt x="93" y="26"/>
                      <a:pt x="93" y="26"/>
                      <a:pt x="93" y="26"/>
                    </a:cubicBezTo>
                    <a:cubicBezTo>
                      <a:pt x="92" y="26"/>
                      <a:pt x="92" y="26"/>
                      <a:pt x="92" y="26"/>
                    </a:cubicBezTo>
                    <a:cubicBezTo>
                      <a:pt x="92" y="26"/>
                      <a:pt x="92" y="26"/>
                      <a:pt x="92" y="26"/>
                    </a:cubicBezTo>
                    <a:cubicBezTo>
                      <a:pt x="92" y="26"/>
                      <a:pt x="92" y="26"/>
                      <a:pt x="92" y="26"/>
                    </a:cubicBezTo>
                    <a:cubicBezTo>
                      <a:pt x="92" y="26"/>
                      <a:pt x="92" y="26"/>
                      <a:pt x="92" y="26"/>
                    </a:cubicBezTo>
                    <a:cubicBezTo>
                      <a:pt x="91" y="26"/>
                      <a:pt x="91" y="26"/>
                      <a:pt x="91" y="26"/>
                    </a:cubicBezTo>
                    <a:cubicBezTo>
                      <a:pt x="91" y="26"/>
                      <a:pt x="91" y="26"/>
                      <a:pt x="91" y="26"/>
                    </a:cubicBezTo>
                    <a:cubicBezTo>
                      <a:pt x="91" y="26"/>
                      <a:pt x="91" y="26"/>
                      <a:pt x="91" y="26"/>
                    </a:cubicBezTo>
                    <a:cubicBezTo>
                      <a:pt x="90" y="26"/>
                      <a:pt x="90" y="26"/>
                      <a:pt x="90" y="26"/>
                    </a:cubicBezTo>
                    <a:cubicBezTo>
                      <a:pt x="90" y="26"/>
                      <a:pt x="90" y="26"/>
                      <a:pt x="90" y="26"/>
                    </a:cubicBezTo>
                    <a:cubicBezTo>
                      <a:pt x="90" y="26"/>
                      <a:pt x="90" y="26"/>
                      <a:pt x="90" y="26"/>
                    </a:cubicBezTo>
                    <a:cubicBezTo>
                      <a:pt x="90" y="26"/>
                      <a:pt x="90" y="26"/>
                      <a:pt x="90" y="25"/>
                    </a:cubicBezTo>
                    <a:cubicBezTo>
                      <a:pt x="90" y="25"/>
                      <a:pt x="90" y="25"/>
                      <a:pt x="90" y="25"/>
                    </a:cubicBezTo>
                    <a:cubicBezTo>
                      <a:pt x="89" y="25"/>
                      <a:pt x="89" y="25"/>
                      <a:pt x="89" y="25"/>
                    </a:cubicBezTo>
                    <a:cubicBezTo>
                      <a:pt x="89" y="25"/>
                      <a:pt x="89" y="25"/>
                      <a:pt x="89" y="25"/>
                    </a:cubicBezTo>
                    <a:cubicBezTo>
                      <a:pt x="89" y="25"/>
                      <a:pt x="89" y="25"/>
                      <a:pt x="89" y="25"/>
                    </a:cubicBezTo>
                    <a:cubicBezTo>
                      <a:pt x="89" y="25"/>
                      <a:pt x="89" y="25"/>
                      <a:pt x="89" y="25"/>
                    </a:cubicBezTo>
                    <a:cubicBezTo>
                      <a:pt x="89" y="24"/>
                      <a:pt x="89" y="24"/>
                      <a:pt x="89" y="24"/>
                    </a:cubicBezTo>
                    <a:cubicBezTo>
                      <a:pt x="89" y="24"/>
                      <a:pt x="89" y="24"/>
                      <a:pt x="89" y="24"/>
                    </a:cubicBezTo>
                    <a:cubicBezTo>
                      <a:pt x="89" y="24"/>
                      <a:pt x="89" y="24"/>
                      <a:pt x="89" y="24"/>
                    </a:cubicBezTo>
                    <a:cubicBezTo>
                      <a:pt x="89" y="24"/>
                      <a:pt x="89" y="24"/>
                      <a:pt x="89" y="24"/>
                    </a:cubicBezTo>
                    <a:cubicBezTo>
                      <a:pt x="89" y="24"/>
                      <a:pt x="89" y="24"/>
                      <a:pt x="89" y="24"/>
                    </a:cubicBezTo>
                    <a:cubicBezTo>
                      <a:pt x="89" y="24"/>
                      <a:pt x="89" y="23"/>
                      <a:pt x="89" y="23"/>
                    </a:cubicBezTo>
                    <a:cubicBezTo>
                      <a:pt x="88" y="23"/>
                      <a:pt x="88" y="23"/>
                      <a:pt x="88" y="23"/>
                    </a:cubicBezTo>
                    <a:cubicBezTo>
                      <a:pt x="88" y="23"/>
                      <a:pt x="88" y="23"/>
                      <a:pt x="88" y="23"/>
                    </a:cubicBezTo>
                    <a:cubicBezTo>
                      <a:pt x="88" y="23"/>
                      <a:pt x="88" y="23"/>
                      <a:pt x="88" y="23"/>
                    </a:cubicBezTo>
                    <a:cubicBezTo>
                      <a:pt x="88" y="22"/>
                      <a:pt x="88" y="22"/>
                      <a:pt x="88" y="22"/>
                    </a:cubicBezTo>
                    <a:cubicBezTo>
                      <a:pt x="87" y="22"/>
                      <a:pt x="87" y="22"/>
                      <a:pt x="87" y="22"/>
                    </a:cubicBezTo>
                    <a:cubicBezTo>
                      <a:pt x="87" y="22"/>
                      <a:pt x="86" y="23"/>
                      <a:pt x="86" y="23"/>
                    </a:cubicBezTo>
                    <a:cubicBezTo>
                      <a:pt x="86" y="23"/>
                      <a:pt x="86" y="23"/>
                      <a:pt x="86" y="23"/>
                    </a:cubicBezTo>
                    <a:cubicBezTo>
                      <a:pt x="86" y="23"/>
                      <a:pt x="86" y="23"/>
                      <a:pt x="86" y="23"/>
                    </a:cubicBezTo>
                    <a:cubicBezTo>
                      <a:pt x="85" y="23"/>
                      <a:pt x="85" y="23"/>
                      <a:pt x="85" y="23"/>
                    </a:cubicBezTo>
                    <a:cubicBezTo>
                      <a:pt x="85" y="23"/>
                      <a:pt x="85" y="23"/>
                      <a:pt x="84" y="23"/>
                    </a:cubicBezTo>
                    <a:cubicBezTo>
                      <a:pt x="84" y="23"/>
                      <a:pt x="83" y="23"/>
                      <a:pt x="83" y="23"/>
                    </a:cubicBezTo>
                    <a:cubicBezTo>
                      <a:pt x="83" y="23"/>
                      <a:pt x="83" y="23"/>
                      <a:pt x="83" y="23"/>
                    </a:cubicBezTo>
                    <a:cubicBezTo>
                      <a:pt x="82" y="23"/>
                      <a:pt x="82" y="23"/>
                      <a:pt x="82" y="23"/>
                    </a:cubicBezTo>
                    <a:cubicBezTo>
                      <a:pt x="82" y="23"/>
                      <a:pt x="82" y="23"/>
                      <a:pt x="82" y="23"/>
                    </a:cubicBezTo>
                    <a:cubicBezTo>
                      <a:pt x="82" y="23"/>
                      <a:pt x="82" y="23"/>
                      <a:pt x="82" y="23"/>
                    </a:cubicBezTo>
                    <a:cubicBezTo>
                      <a:pt x="82" y="23"/>
                      <a:pt x="82" y="23"/>
                      <a:pt x="82" y="23"/>
                    </a:cubicBezTo>
                    <a:cubicBezTo>
                      <a:pt x="82" y="23"/>
                      <a:pt x="82" y="23"/>
                      <a:pt x="81" y="23"/>
                    </a:cubicBezTo>
                    <a:cubicBezTo>
                      <a:pt x="81" y="23"/>
                      <a:pt x="81" y="23"/>
                      <a:pt x="81" y="23"/>
                    </a:cubicBezTo>
                    <a:cubicBezTo>
                      <a:pt x="81" y="23"/>
                      <a:pt x="81" y="23"/>
                      <a:pt x="81" y="23"/>
                    </a:cubicBezTo>
                    <a:cubicBezTo>
                      <a:pt x="81" y="23"/>
                      <a:pt x="81" y="23"/>
                      <a:pt x="81" y="23"/>
                    </a:cubicBezTo>
                    <a:cubicBezTo>
                      <a:pt x="81" y="24"/>
                      <a:pt x="81" y="24"/>
                      <a:pt x="81" y="24"/>
                    </a:cubicBezTo>
                    <a:cubicBezTo>
                      <a:pt x="81" y="24"/>
                      <a:pt x="81" y="24"/>
                      <a:pt x="81" y="24"/>
                    </a:cubicBezTo>
                    <a:cubicBezTo>
                      <a:pt x="81" y="24"/>
                      <a:pt x="81" y="24"/>
                      <a:pt x="80" y="24"/>
                    </a:cubicBezTo>
                    <a:cubicBezTo>
                      <a:pt x="80" y="24"/>
                      <a:pt x="80" y="24"/>
                      <a:pt x="80" y="24"/>
                    </a:cubicBezTo>
                    <a:cubicBezTo>
                      <a:pt x="79" y="24"/>
                      <a:pt x="79" y="24"/>
                      <a:pt x="79" y="24"/>
                    </a:cubicBezTo>
                    <a:cubicBezTo>
                      <a:pt x="79" y="24"/>
                      <a:pt x="79" y="24"/>
                      <a:pt x="79" y="24"/>
                    </a:cubicBezTo>
                    <a:cubicBezTo>
                      <a:pt x="79" y="24"/>
                      <a:pt x="79" y="24"/>
                      <a:pt x="78" y="24"/>
                    </a:cubicBezTo>
                    <a:cubicBezTo>
                      <a:pt x="78" y="24"/>
                      <a:pt x="78" y="24"/>
                      <a:pt x="78" y="24"/>
                    </a:cubicBezTo>
                    <a:cubicBezTo>
                      <a:pt x="78" y="24"/>
                      <a:pt x="78" y="24"/>
                      <a:pt x="78" y="24"/>
                    </a:cubicBezTo>
                    <a:cubicBezTo>
                      <a:pt x="78" y="24"/>
                      <a:pt x="78" y="24"/>
                      <a:pt x="78" y="24"/>
                    </a:cubicBezTo>
                    <a:cubicBezTo>
                      <a:pt x="78" y="24"/>
                      <a:pt x="78" y="24"/>
                      <a:pt x="78" y="24"/>
                    </a:cubicBezTo>
                    <a:cubicBezTo>
                      <a:pt x="78" y="24"/>
                      <a:pt x="78" y="24"/>
                      <a:pt x="78" y="25"/>
                    </a:cubicBezTo>
                    <a:cubicBezTo>
                      <a:pt x="78" y="25"/>
                      <a:pt x="78" y="25"/>
                      <a:pt x="77" y="25"/>
                    </a:cubicBezTo>
                    <a:cubicBezTo>
                      <a:pt x="77" y="25"/>
                      <a:pt x="77" y="25"/>
                      <a:pt x="77" y="25"/>
                    </a:cubicBezTo>
                    <a:cubicBezTo>
                      <a:pt x="77" y="25"/>
                      <a:pt x="77" y="25"/>
                      <a:pt x="76" y="25"/>
                    </a:cubicBezTo>
                    <a:cubicBezTo>
                      <a:pt x="76" y="25"/>
                      <a:pt x="76" y="26"/>
                      <a:pt x="76" y="26"/>
                    </a:cubicBezTo>
                    <a:cubicBezTo>
                      <a:pt x="76" y="26"/>
                      <a:pt x="76" y="26"/>
                      <a:pt x="76" y="26"/>
                    </a:cubicBezTo>
                    <a:cubicBezTo>
                      <a:pt x="76" y="26"/>
                      <a:pt x="76" y="26"/>
                      <a:pt x="76" y="26"/>
                    </a:cubicBezTo>
                    <a:cubicBezTo>
                      <a:pt x="76" y="26"/>
                      <a:pt x="76" y="26"/>
                      <a:pt x="76" y="26"/>
                    </a:cubicBezTo>
                    <a:cubicBezTo>
                      <a:pt x="76" y="26"/>
                      <a:pt x="76" y="26"/>
                      <a:pt x="76" y="26"/>
                    </a:cubicBezTo>
                    <a:cubicBezTo>
                      <a:pt x="76" y="26"/>
                      <a:pt x="76" y="26"/>
                      <a:pt x="75" y="26"/>
                    </a:cubicBezTo>
                    <a:cubicBezTo>
                      <a:pt x="75" y="26"/>
                      <a:pt x="75" y="27"/>
                      <a:pt x="75" y="27"/>
                    </a:cubicBezTo>
                    <a:cubicBezTo>
                      <a:pt x="75" y="27"/>
                      <a:pt x="75" y="27"/>
                      <a:pt x="75" y="27"/>
                    </a:cubicBezTo>
                    <a:cubicBezTo>
                      <a:pt x="75" y="28"/>
                      <a:pt x="75" y="28"/>
                      <a:pt x="75" y="28"/>
                    </a:cubicBezTo>
                    <a:cubicBezTo>
                      <a:pt x="74" y="28"/>
                      <a:pt x="74" y="28"/>
                      <a:pt x="74" y="28"/>
                    </a:cubicBezTo>
                    <a:cubicBezTo>
                      <a:pt x="74" y="28"/>
                      <a:pt x="74" y="28"/>
                      <a:pt x="74" y="28"/>
                    </a:cubicBezTo>
                    <a:cubicBezTo>
                      <a:pt x="75" y="29"/>
                      <a:pt x="75" y="29"/>
                      <a:pt x="74" y="30"/>
                    </a:cubicBezTo>
                    <a:cubicBezTo>
                      <a:pt x="74" y="30"/>
                      <a:pt x="74" y="30"/>
                      <a:pt x="74" y="30"/>
                    </a:cubicBezTo>
                    <a:cubicBezTo>
                      <a:pt x="74" y="30"/>
                      <a:pt x="74" y="30"/>
                      <a:pt x="74" y="30"/>
                    </a:cubicBezTo>
                    <a:cubicBezTo>
                      <a:pt x="74" y="30"/>
                      <a:pt x="74" y="30"/>
                      <a:pt x="74" y="30"/>
                    </a:cubicBezTo>
                    <a:cubicBezTo>
                      <a:pt x="74" y="30"/>
                      <a:pt x="73" y="30"/>
                      <a:pt x="73" y="30"/>
                    </a:cubicBezTo>
                    <a:cubicBezTo>
                      <a:pt x="73" y="30"/>
                      <a:pt x="73" y="30"/>
                      <a:pt x="73" y="30"/>
                    </a:cubicBezTo>
                    <a:cubicBezTo>
                      <a:pt x="73" y="30"/>
                      <a:pt x="73" y="30"/>
                      <a:pt x="73" y="30"/>
                    </a:cubicBezTo>
                    <a:cubicBezTo>
                      <a:pt x="73" y="30"/>
                      <a:pt x="73" y="30"/>
                      <a:pt x="72" y="30"/>
                    </a:cubicBezTo>
                    <a:cubicBezTo>
                      <a:pt x="72" y="30"/>
                      <a:pt x="72" y="30"/>
                      <a:pt x="72" y="30"/>
                    </a:cubicBezTo>
                    <a:cubicBezTo>
                      <a:pt x="72" y="30"/>
                      <a:pt x="72" y="30"/>
                      <a:pt x="72" y="30"/>
                    </a:cubicBezTo>
                    <a:cubicBezTo>
                      <a:pt x="72" y="30"/>
                      <a:pt x="72" y="30"/>
                      <a:pt x="72" y="30"/>
                    </a:cubicBezTo>
                    <a:cubicBezTo>
                      <a:pt x="72" y="30"/>
                      <a:pt x="72" y="30"/>
                      <a:pt x="72" y="31"/>
                    </a:cubicBezTo>
                    <a:cubicBezTo>
                      <a:pt x="71" y="31"/>
                      <a:pt x="71" y="31"/>
                      <a:pt x="71" y="32"/>
                    </a:cubicBezTo>
                    <a:cubicBezTo>
                      <a:pt x="71" y="32"/>
                      <a:pt x="71" y="32"/>
                      <a:pt x="71" y="32"/>
                    </a:cubicBezTo>
                    <a:cubicBezTo>
                      <a:pt x="71" y="32"/>
                      <a:pt x="71" y="33"/>
                      <a:pt x="71" y="33"/>
                    </a:cubicBezTo>
                    <a:cubicBezTo>
                      <a:pt x="71" y="33"/>
                      <a:pt x="71" y="33"/>
                      <a:pt x="71" y="33"/>
                    </a:cubicBezTo>
                    <a:cubicBezTo>
                      <a:pt x="71" y="33"/>
                      <a:pt x="71" y="33"/>
                      <a:pt x="71" y="33"/>
                    </a:cubicBezTo>
                    <a:cubicBezTo>
                      <a:pt x="71" y="34"/>
                      <a:pt x="71" y="34"/>
                      <a:pt x="71" y="34"/>
                    </a:cubicBezTo>
                    <a:cubicBezTo>
                      <a:pt x="71" y="34"/>
                      <a:pt x="71" y="34"/>
                      <a:pt x="70" y="35"/>
                    </a:cubicBezTo>
                    <a:cubicBezTo>
                      <a:pt x="70" y="35"/>
                      <a:pt x="70" y="35"/>
                      <a:pt x="70" y="35"/>
                    </a:cubicBezTo>
                    <a:cubicBezTo>
                      <a:pt x="70" y="35"/>
                      <a:pt x="70" y="35"/>
                      <a:pt x="70" y="35"/>
                    </a:cubicBezTo>
                    <a:cubicBezTo>
                      <a:pt x="70" y="35"/>
                      <a:pt x="70" y="35"/>
                      <a:pt x="70" y="35"/>
                    </a:cubicBezTo>
                    <a:cubicBezTo>
                      <a:pt x="70" y="35"/>
                      <a:pt x="70" y="35"/>
                      <a:pt x="70" y="36"/>
                    </a:cubicBezTo>
                    <a:cubicBezTo>
                      <a:pt x="70" y="36"/>
                      <a:pt x="70" y="36"/>
                      <a:pt x="69" y="36"/>
                    </a:cubicBezTo>
                    <a:cubicBezTo>
                      <a:pt x="69" y="36"/>
                      <a:pt x="69" y="36"/>
                      <a:pt x="69" y="36"/>
                    </a:cubicBezTo>
                    <a:cubicBezTo>
                      <a:pt x="69" y="36"/>
                      <a:pt x="69" y="36"/>
                      <a:pt x="69" y="36"/>
                    </a:cubicBezTo>
                    <a:cubicBezTo>
                      <a:pt x="69" y="38"/>
                      <a:pt x="69" y="38"/>
                      <a:pt x="69" y="38"/>
                    </a:cubicBezTo>
                    <a:cubicBezTo>
                      <a:pt x="69" y="38"/>
                      <a:pt x="69" y="38"/>
                      <a:pt x="69" y="38"/>
                    </a:cubicBezTo>
                    <a:cubicBezTo>
                      <a:pt x="69" y="38"/>
                      <a:pt x="69" y="38"/>
                      <a:pt x="69" y="38"/>
                    </a:cubicBezTo>
                    <a:cubicBezTo>
                      <a:pt x="69" y="39"/>
                      <a:pt x="69" y="39"/>
                      <a:pt x="69" y="39"/>
                    </a:cubicBezTo>
                    <a:cubicBezTo>
                      <a:pt x="69" y="39"/>
                      <a:pt x="69" y="39"/>
                      <a:pt x="70" y="39"/>
                    </a:cubicBezTo>
                    <a:cubicBezTo>
                      <a:pt x="70" y="39"/>
                      <a:pt x="70" y="39"/>
                      <a:pt x="70" y="39"/>
                    </a:cubicBezTo>
                    <a:cubicBezTo>
                      <a:pt x="70" y="39"/>
                      <a:pt x="70" y="39"/>
                      <a:pt x="70" y="39"/>
                    </a:cubicBezTo>
                    <a:cubicBezTo>
                      <a:pt x="70" y="39"/>
                      <a:pt x="70" y="39"/>
                      <a:pt x="70" y="39"/>
                    </a:cubicBezTo>
                    <a:cubicBezTo>
                      <a:pt x="70" y="39"/>
                      <a:pt x="70" y="39"/>
                      <a:pt x="70" y="40"/>
                    </a:cubicBezTo>
                    <a:cubicBezTo>
                      <a:pt x="70" y="40"/>
                      <a:pt x="70" y="40"/>
                      <a:pt x="70" y="40"/>
                    </a:cubicBezTo>
                    <a:cubicBezTo>
                      <a:pt x="70" y="40"/>
                      <a:pt x="70" y="40"/>
                      <a:pt x="70" y="40"/>
                    </a:cubicBezTo>
                    <a:cubicBezTo>
                      <a:pt x="70" y="40"/>
                      <a:pt x="70" y="40"/>
                      <a:pt x="70" y="41"/>
                    </a:cubicBezTo>
                    <a:cubicBezTo>
                      <a:pt x="70" y="41"/>
                      <a:pt x="70" y="41"/>
                      <a:pt x="70" y="41"/>
                    </a:cubicBezTo>
                    <a:cubicBezTo>
                      <a:pt x="70" y="41"/>
                      <a:pt x="70" y="42"/>
                      <a:pt x="70" y="42"/>
                    </a:cubicBezTo>
                    <a:cubicBezTo>
                      <a:pt x="70" y="42"/>
                      <a:pt x="70" y="42"/>
                      <a:pt x="70" y="42"/>
                    </a:cubicBezTo>
                    <a:cubicBezTo>
                      <a:pt x="70" y="43"/>
                      <a:pt x="69" y="43"/>
                      <a:pt x="69" y="43"/>
                    </a:cubicBezTo>
                    <a:cubicBezTo>
                      <a:pt x="69" y="44"/>
                      <a:pt x="69" y="44"/>
                      <a:pt x="69" y="44"/>
                    </a:cubicBezTo>
                    <a:cubicBezTo>
                      <a:pt x="70" y="44"/>
                      <a:pt x="70" y="44"/>
                      <a:pt x="70" y="44"/>
                    </a:cubicBezTo>
                    <a:cubicBezTo>
                      <a:pt x="70" y="44"/>
                      <a:pt x="70" y="44"/>
                      <a:pt x="70" y="44"/>
                    </a:cubicBezTo>
                    <a:cubicBezTo>
                      <a:pt x="70" y="44"/>
                      <a:pt x="70" y="44"/>
                      <a:pt x="70" y="44"/>
                    </a:cubicBezTo>
                    <a:cubicBezTo>
                      <a:pt x="70" y="44"/>
                      <a:pt x="70" y="44"/>
                      <a:pt x="70" y="44"/>
                    </a:cubicBezTo>
                    <a:cubicBezTo>
                      <a:pt x="70" y="44"/>
                      <a:pt x="70" y="44"/>
                      <a:pt x="70" y="44"/>
                    </a:cubicBezTo>
                    <a:cubicBezTo>
                      <a:pt x="70" y="44"/>
                      <a:pt x="70" y="44"/>
                      <a:pt x="70" y="45"/>
                    </a:cubicBezTo>
                    <a:cubicBezTo>
                      <a:pt x="70" y="45"/>
                      <a:pt x="70" y="45"/>
                      <a:pt x="70" y="45"/>
                    </a:cubicBezTo>
                    <a:cubicBezTo>
                      <a:pt x="70" y="45"/>
                      <a:pt x="70" y="45"/>
                      <a:pt x="71" y="45"/>
                    </a:cubicBezTo>
                    <a:cubicBezTo>
                      <a:pt x="71" y="46"/>
                      <a:pt x="71" y="46"/>
                      <a:pt x="71" y="46"/>
                    </a:cubicBezTo>
                    <a:cubicBezTo>
                      <a:pt x="71" y="46"/>
                      <a:pt x="71" y="46"/>
                      <a:pt x="71" y="46"/>
                    </a:cubicBezTo>
                    <a:cubicBezTo>
                      <a:pt x="71" y="46"/>
                      <a:pt x="71" y="46"/>
                      <a:pt x="71" y="47"/>
                    </a:cubicBezTo>
                    <a:cubicBezTo>
                      <a:pt x="72" y="47"/>
                      <a:pt x="72" y="47"/>
                      <a:pt x="72" y="47"/>
                    </a:cubicBezTo>
                    <a:cubicBezTo>
                      <a:pt x="72" y="47"/>
                      <a:pt x="72" y="47"/>
                      <a:pt x="72" y="47"/>
                    </a:cubicBezTo>
                    <a:cubicBezTo>
                      <a:pt x="73" y="48"/>
                      <a:pt x="73" y="48"/>
                      <a:pt x="73" y="49"/>
                    </a:cubicBezTo>
                    <a:cubicBezTo>
                      <a:pt x="73" y="49"/>
                      <a:pt x="73" y="49"/>
                      <a:pt x="73" y="49"/>
                    </a:cubicBezTo>
                    <a:cubicBezTo>
                      <a:pt x="73" y="49"/>
                      <a:pt x="73" y="50"/>
                      <a:pt x="73" y="50"/>
                    </a:cubicBezTo>
                    <a:cubicBezTo>
                      <a:pt x="74" y="50"/>
                      <a:pt x="74" y="50"/>
                      <a:pt x="74" y="50"/>
                    </a:cubicBezTo>
                    <a:cubicBezTo>
                      <a:pt x="74" y="50"/>
                      <a:pt x="74" y="50"/>
                      <a:pt x="74" y="50"/>
                    </a:cubicBezTo>
                    <a:cubicBezTo>
                      <a:pt x="74" y="50"/>
                      <a:pt x="74" y="50"/>
                      <a:pt x="74" y="50"/>
                    </a:cubicBezTo>
                    <a:cubicBezTo>
                      <a:pt x="74" y="51"/>
                      <a:pt x="74" y="51"/>
                      <a:pt x="74" y="51"/>
                    </a:cubicBezTo>
                    <a:cubicBezTo>
                      <a:pt x="74" y="51"/>
                      <a:pt x="74" y="51"/>
                      <a:pt x="74" y="51"/>
                    </a:cubicBezTo>
                    <a:cubicBezTo>
                      <a:pt x="75" y="51"/>
                      <a:pt x="75" y="51"/>
                      <a:pt x="75" y="51"/>
                    </a:cubicBezTo>
                    <a:cubicBezTo>
                      <a:pt x="75" y="51"/>
                      <a:pt x="76" y="51"/>
                      <a:pt x="76" y="51"/>
                    </a:cubicBezTo>
                    <a:cubicBezTo>
                      <a:pt x="76" y="51"/>
                      <a:pt x="76" y="51"/>
                      <a:pt x="76" y="51"/>
                    </a:cubicBezTo>
                    <a:cubicBezTo>
                      <a:pt x="76" y="51"/>
                      <a:pt x="76" y="51"/>
                      <a:pt x="76" y="51"/>
                    </a:cubicBezTo>
                    <a:cubicBezTo>
                      <a:pt x="76" y="51"/>
                      <a:pt x="76" y="51"/>
                      <a:pt x="76" y="51"/>
                    </a:cubicBezTo>
                    <a:cubicBezTo>
                      <a:pt x="76" y="51"/>
                      <a:pt x="77" y="51"/>
                      <a:pt x="77" y="51"/>
                    </a:cubicBezTo>
                    <a:cubicBezTo>
                      <a:pt x="77" y="51"/>
                      <a:pt x="77" y="51"/>
                      <a:pt x="77" y="51"/>
                    </a:cubicBezTo>
                    <a:cubicBezTo>
                      <a:pt x="77" y="52"/>
                      <a:pt x="77" y="52"/>
                      <a:pt x="77" y="52"/>
                    </a:cubicBezTo>
                    <a:cubicBezTo>
                      <a:pt x="77" y="52"/>
                      <a:pt x="77" y="52"/>
                      <a:pt x="77" y="52"/>
                    </a:cubicBezTo>
                    <a:cubicBezTo>
                      <a:pt x="77" y="53"/>
                      <a:pt x="77" y="53"/>
                      <a:pt x="78" y="53"/>
                    </a:cubicBezTo>
                    <a:cubicBezTo>
                      <a:pt x="78" y="53"/>
                      <a:pt x="78" y="53"/>
                      <a:pt x="78" y="53"/>
                    </a:cubicBezTo>
                    <a:cubicBezTo>
                      <a:pt x="78" y="53"/>
                      <a:pt x="79" y="53"/>
                      <a:pt x="79" y="54"/>
                    </a:cubicBezTo>
                    <a:cubicBezTo>
                      <a:pt x="79" y="54"/>
                      <a:pt x="79" y="54"/>
                      <a:pt x="79" y="54"/>
                    </a:cubicBezTo>
                    <a:cubicBezTo>
                      <a:pt x="79" y="54"/>
                      <a:pt x="79" y="54"/>
                      <a:pt x="79" y="54"/>
                    </a:cubicBezTo>
                    <a:cubicBezTo>
                      <a:pt x="80" y="54"/>
                      <a:pt x="80" y="54"/>
                      <a:pt x="80" y="54"/>
                    </a:cubicBezTo>
                    <a:cubicBezTo>
                      <a:pt x="80" y="54"/>
                      <a:pt x="80" y="54"/>
                      <a:pt x="80" y="54"/>
                    </a:cubicBezTo>
                    <a:cubicBezTo>
                      <a:pt x="80" y="54"/>
                      <a:pt x="80" y="53"/>
                      <a:pt x="80" y="53"/>
                    </a:cubicBezTo>
                    <a:cubicBezTo>
                      <a:pt x="80" y="53"/>
                      <a:pt x="80" y="53"/>
                      <a:pt x="80" y="53"/>
                    </a:cubicBezTo>
                    <a:cubicBezTo>
                      <a:pt x="81" y="53"/>
                      <a:pt x="81" y="53"/>
                      <a:pt x="81" y="53"/>
                    </a:cubicBezTo>
                    <a:cubicBezTo>
                      <a:pt x="81" y="53"/>
                      <a:pt x="81" y="53"/>
                      <a:pt x="81" y="53"/>
                    </a:cubicBezTo>
                    <a:cubicBezTo>
                      <a:pt x="81" y="53"/>
                      <a:pt x="81" y="53"/>
                      <a:pt x="81" y="53"/>
                    </a:cubicBezTo>
                    <a:cubicBezTo>
                      <a:pt x="81" y="53"/>
                      <a:pt x="81" y="53"/>
                      <a:pt x="81" y="53"/>
                    </a:cubicBezTo>
                    <a:cubicBezTo>
                      <a:pt x="81" y="53"/>
                      <a:pt x="82" y="53"/>
                      <a:pt x="82" y="53"/>
                    </a:cubicBezTo>
                    <a:cubicBezTo>
                      <a:pt x="82" y="53"/>
                      <a:pt x="82" y="53"/>
                      <a:pt x="82" y="53"/>
                    </a:cubicBezTo>
                    <a:cubicBezTo>
                      <a:pt x="82" y="53"/>
                      <a:pt x="82" y="53"/>
                      <a:pt x="82" y="53"/>
                    </a:cubicBezTo>
                    <a:cubicBezTo>
                      <a:pt x="83" y="53"/>
                      <a:pt x="83" y="53"/>
                      <a:pt x="83" y="53"/>
                    </a:cubicBezTo>
                    <a:cubicBezTo>
                      <a:pt x="83" y="53"/>
                      <a:pt x="83" y="53"/>
                      <a:pt x="83" y="53"/>
                    </a:cubicBezTo>
                    <a:cubicBezTo>
                      <a:pt x="83" y="53"/>
                      <a:pt x="83" y="53"/>
                      <a:pt x="83" y="53"/>
                    </a:cubicBezTo>
                    <a:cubicBezTo>
                      <a:pt x="83" y="54"/>
                      <a:pt x="83" y="54"/>
                      <a:pt x="83" y="54"/>
                    </a:cubicBezTo>
                    <a:cubicBezTo>
                      <a:pt x="83" y="54"/>
                      <a:pt x="84" y="54"/>
                      <a:pt x="84" y="54"/>
                    </a:cubicBezTo>
                    <a:cubicBezTo>
                      <a:pt x="84" y="54"/>
                      <a:pt x="84" y="54"/>
                      <a:pt x="84" y="54"/>
                    </a:cubicBezTo>
                    <a:cubicBezTo>
                      <a:pt x="84" y="54"/>
                      <a:pt x="84" y="54"/>
                      <a:pt x="85" y="54"/>
                    </a:cubicBezTo>
                    <a:cubicBezTo>
                      <a:pt x="85" y="54"/>
                      <a:pt x="85" y="54"/>
                      <a:pt x="85" y="54"/>
                    </a:cubicBezTo>
                    <a:cubicBezTo>
                      <a:pt x="85" y="54"/>
                      <a:pt x="85" y="54"/>
                      <a:pt x="85" y="54"/>
                    </a:cubicBezTo>
                    <a:cubicBezTo>
                      <a:pt x="85" y="54"/>
                      <a:pt x="85" y="54"/>
                      <a:pt x="85" y="54"/>
                    </a:cubicBezTo>
                    <a:cubicBezTo>
                      <a:pt x="86" y="54"/>
                      <a:pt x="86" y="53"/>
                      <a:pt x="86" y="53"/>
                    </a:cubicBezTo>
                    <a:cubicBezTo>
                      <a:pt x="86" y="53"/>
                      <a:pt x="86" y="53"/>
                      <a:pt x="86" y="53"/>
                    </a:cubicBezTo>
                    <a:cubicBezTo>
                      <a:pt x="86" y="54"/>
                      <a:pt x="86" y="54"/>
                      <a:pt x="86" y="54"/>
                    </a:cubicBezTo>
                    <a:cubicBezTo>
                      <a:pt x="86" y="53"/>
                      <a:pt x="86" y="53"/>
                      <a:pt x="86" y="53"/>
                    </a:cubicBezTo>
                    <a:cubicBezTo>
                      <a:pt x="86" y="53"/>
                      <a:pt x="86" y="53"/>
                      <a:pt x="86" y="52"/>
                    </a:cubicBezTo>
                    <a:cubicBezTo>
                      <a:pt x="86" y="52"/>
                      <a:pt x="86" y="52"/>
                      <a:pt x="87" y="52"/>
                    </a:cubicBezTo>
                    <a:cubicBezTo>
                      <a:pt x="87" y="52"/>
                      <a:pt x="87" y="52"/>
                      <a:pt x="87" y="52"/>
                    </a:cubicBezTo>
                    <a:cubicBezTo>
                      <a:pt x="87" y="52"/>
                      <a:pt x="87" y="52"/>
                      <a:pt x="87" y="52"/>
                    </a:cubicBezTo>
                    <a:cubicBezTo>
                      <a:pt x="87" y="52"/>
                      <a:pt x="87" y="52"/>
                      <a:pt x="87" y="52"/>
                    </a:cubicBezTo>
                    <a:cubicBezTo>
                      <a:pt x="89" y="52"/>
                      <a:pt x="89" y="52"/>
                      <a:pt x="89" y="52"/>
                    </a:cubicBezTo>
                    <a:cubicBezTo>
                      <a:pt x="89" y="52"/>
                      <a:pt x="89" y="52"/>
                      <a:pt x="89" y="53"/>
                    </a:cubicBezTo>
                    <a:cubicBezTo>
                      <a:pt x="89" y="53"/>
                      <a:pt x="90" y="53"/>
                      <a:pt x="90" y="53"/>
                    </a:cubicBezTo>
                    <a:cubicBezTo>
                      <a:pt x="90" y="53"/>
                      <a:pt x="90" y="53"/>
                      <a:pt x="90" y="53"/>
                    </a:cubicBezTo>
                    <a:cubicBezTo>
                      <a:pt x="90" y="53"/>
                      <a:pt x="90" y="53"/>
                      <a:pt x="90" y="53"/>
                    </a:cubicBezTo>
                    <a:cubicBezTo>
                      <a:pt x="90" y="53"/>
                      <a:pt x="91" y="53"/>
                      <a:pt x="91" y="53"/>
                    </a:cubicBezTo>
                    <a:cubicBezTo>
                      <a:pt x="91" y="53"/>
                      <a:pt x="91" y="53"/>
                      <a:pt x="91" y="53"/>
                    </a:cubicBezTo>
                    <a:cubicBezTo>
                      <a:pt x="90" y="53"/>
                      <a:pt x="90" y="53"/>
                      <a:pt x="90" y="53"/>
                    </a:cubicBezTo>
                    <a:cubicBezTo>
                      <a:pt x="91" y="53"/>
                      <a:pt x="91" y="53"/>
                      <a:pt x="91" y="53"/>
                    </a:cubicBezTo>
                    <a:cubicBezTo>
                      <a:pt x="91" y="53"/>
                      <a:pt x="91" y="53"/>
                      <a:pt x="91" y="53"/>
                    </a:cubicBezTo>
                    <a:cubicBezTo>
                      <a:pt x="91" y="53"/>
                      <a:pt x="91" y="53"/>
                      <a:pt x="92" y="53"/>
                    </a:cubicBezTo>
                    <a:cubicBezTo>
                      <a:pt x="92" y="53"/>
                      <a:pt x="92" y="54"/>
                      <a:pt x="92" y="54"/>
                    </a:cubicBezTo>
                    <a:cubicBezTo>
                      <a:pt x="92" y="54"/>
                      <a:pt x="92" y="54"/>
                      <a:pt x="92" y="54"/>
                    </a:cubicBezTo>
                    <a:cubicBezTo>
                      <a:pt x="92" y="54"/>
                      <a:pt x="92" y="54"/>
                      <a:pt x="92" y="54"/>
                    </a:cubicBezTo>
                    <a:cubicBezTo>
                      <a:pt x="92" y="54"/>
                      <a:pt x="92" y="54"/>
                      <a:pt x="92" y="54"/>
                    </a:cubicBezTo>
                    <a:cubicBezTo>
                      <a:pt x="93" y="54"/>
                      <a:pt x="93" y="54"/>
                      <a:pt x="93" y="54"/>
                    </a:cubicBezTo>
                    <a:cubicBezTo>
                      <a:pt x="93" y="54"/>
                      <a:pt x="93" y="54"/>
                      <a:pt x="94" y="55"/>
                    </a:cubicBezTo>
                    <a:cubicBezTo>
                      <a:pt x="94" y="55"/>
                      <a:pt x="94" y="55"/>
                      <a:pt x="94" y="56"/>
                    </a:cubicBezTo>
                    <a:cubicBezTo>
                      <a:pt x="94" y="56"/>
                      <a:pt x="94" y="56"/>
                      <a:pt x="94" y="57"/>
                    </a:cubicBezTo>
                    <a:cubicBezTo>
                      <a:pt x="94" y="57"/>
                      <a:pt x="94" y="57"/>
                      <a:pt x="94" y="57"/>
                    </a:cubicBezTo>
                    <a:cubicBezTo>
                      <a:pt x="94" y="57"/>
                      <a:pt x="94" y="57"/>
                      <a:pt x="94" y="57"/>
                    </a:cubicBezTo>
                    <a:cubicBezTo>
                      <a:pt x="94" y="57"/>
                      <a:pt x="94" y="57"/>
                      <a:pt x="94" y="57"/>
                    </a:cubicBezTo>
                    <a:cubicBezTo>
                      <a:pt x="94" y="57"/>
                      <a:pt x="94" y="57"/>
                      <a:pt x="93" y="57"/>
                    </a:cubicBezTo>
                    <a:cubicBezTo>
                      <a:pt x="93" y="57"/>
                      <a:pt x="93" y="57"/>
                      <a:pt x="93" y="57"/>
                    </a:cubicBezTo>
                    <a:cubicBezTo>
                      <a:pt x="93" y="58"/>
                      <a:pt x="93" y="58"/>
                      <a:pt x="93" y="58"/>
                    </a:cubicBezTo>
                    <a:cubicBezTo>
                      <a:pt x="93" y="59"/>
                      <a:pt x="93" y="59"/>
                      <a:pt x="93" y="59"/>
                    </a:cubicBezTo>
                    <a:cubicBezTo>
                      <a:pt x="93" y="59"/>
                      <a:pt x="93" y="59"/>
                      <a:pt x="93" y="59"/>
                    </a:cubicBezTo>
                    <a:cubicBezTo>
                      <a:pt x="93" y="59"/>
                      <a:pt x="94" y="59"/>
                      <a:pt x="94" y="59"/>
                    </a:cubicBezTo>
                    <a:cubicBezTo>
                      <a:pt x="94" y="59"/>
                      <a:pt x="94" y="59"/>
                      <a:pt x="94" y="59"/>
                    </a:cubicBezTo>
                    <a:cubicBezTo>
                      <a:pt x="94" y="59"/>
                      <a:pt x="94" y="59"/>
                      <a:pt x="94" y="59"/>
                    </a:cubicBezTo>
                    <a:cubicBezTo>
                      <a:pt x="94" y="59"/>
                      <a:pt x="94" y="59"/>
                      <a:pt x="94" y="59"/>
                    </a:cubicBezTo>
                    <a:cubicBezTo>
                      <a:pt x="94" y="59"/>
                      <a:pt x="94" y="60"/>
                      <a:pt x="94" y="60"/>
                    </a:cubicBezTo>
                    <a:cubicBezTo>
                      <a:pt x="94" y="60"/>
                      <a:pt x="94" y="60"/>
                      <a:pt x="94" y="60"/>
                    </a:cubicBezTo>
                    <a:cubicBezTo>
                      <a:pt x="94" y="60"/>
                      <a:pt x="94" y="60"/>
                      <a:pt x="95" y="60"/>
                    </a:cubicBezTo>
                    <a:cubicBezTo>
                      <a:pt x="95" y="60"/>
                      <a:pt x="95" y="61"/>
                      <a:pt x="95" y="61"/>
                    </a:cubicBezTo>
                    <a:cubicBezTo>
                      <a:pt x="95" y="61"/>
                      <a:pt x="95" y="61"/>
                      <a:pt x="95" y="62"/>
                    </a:cubicBezTo>
                    <a:cubicBezTo>
                      <a:pt x="95" y="62"/>
                      <a:pt x="95" y="62"/>
                      <a:pt x="95" y="62"/>
                    </a:cubicBezTo>
                    <a:cubicBezTo>
                      <a:pt x="95" y="62"/>
                      <a:pt x="95" y="62"/>
                      <a:pt x="95" y="62"/>
                    </a:cubicBezTo>
                    <a:cubicBezTo>
                      <a:pt x="95" y="62"/>
                      <a:pt x="95" y="63"/>
                      <a:pt x="96" y="63"/>
                    </a:cubicBezTo>
                    <a:cubicBezTo>
                      <a:pt x="96" y="63"/>
                      <a:pt x="96" y="63"/>
                      <a:pt x="96" y="63"/>
                    </a:cubicBezTo>
                    <a:cubicBezTo>
                      <a:pt x="96" y="63"/>
                      <a:pt x="96" y="63"/>
                      <a:pt x="96" y="63"/>
                    </a:cubicBezTo>
                    <a:cubicBezTo>
                      <a:pt x="96" y="63"/>
                      <a:pt x="96" y="64"/>
                      <a:pt x="96" y="64"/>
                    </a:cubicBezTo>
                    <a:cubicBezTo>
                      <a:pt x="96" y="64"/>
                      <a:pt x="96" y="64"/>
                      <a:pt x="96" y="64"/>
                    </a:cubicBezTo>
                    <a:cubicBezTo>
                      <a:pt x="96" y="64"/>
                      <a:pt x="96" y="64"/>
                      <a:pt x="96" y="64"/>
                    </a:cubicBezTo>
                    <a:cubicBezTo>
                      <a:pt x="96" y="65"/>
                      <a:pt x="96" y="65"/>
                      <a:pt x="96" y="65"/>
                    </a:cubicBezTo>
                    <a:cubicBezTo>
                      <a:pt x="96" y="65"/>
                      <a:pt x="96" y="65"/>
                      <a:pt x="96" y="65"/>
                    </a:cubicBezTo>
                    <a:cubicBezTo>
                      <a:pt x="97" y="65"/>
                      <a:pt x="97" y="65"/>
                      <a:pt x="97" y="65"/>
                    </a:cubicBezTo>
                    <a:cubicBezTo>
                      <a:pt x="97" y="65"/>
                      <a:pt x="97" y="65"/>
                      <a:pt x="97" y="65"/>
                    </a:cubicBezTo>
                    <a:cubicBezTo>
                      <a:pt x="97" y="65"/>
                      <a:pt x="97" y="65"/>
                      <a:pt x="97" y="65"/>
                    </a:cubicBezTo>
                    <a:cubicBezTo>
                      <a:pt x="97" y="65"/>
                      <a:pt x="97" y="65"/>
                      <a:pt x="97" y="65"/>
                    </a:cubicBezTo>
                    <a:cubicBezTo>
                      <a:pt x="97" y="66"/>
                      <a:pt x="97" y="66"/>
                      <a:pt x="97" y="66"/>
                    </a:cubicBezTo>
                    <a:cubicBezTo>
                      <a:pt x="97" y="66"/>
                      <a:pt x="97" y="66"/>
                      <a:pt x="97" y="66"/>
                    </a:cubicBezTo>
                    <a:cubicBezTo>
                      <a:pt x="97" y="67"/>
                      <a:pt x="97" y="67"/>
                      <a:pt x="97" y="67"/>
                    </a:cubicBezTo>
                    <a:cubicBezTo>
                      <a:pt x="97" y="67"/>
                      <a:pt x="97" y="67"/>
                      <a:pt x="97" y="67"/>
                    </a:cubicBezTo>
                    <a:cubicBezTo>
                      <a:pt x="96" y="67"/>
                      <a:pt x="96" y="67"/>
                      <a:pt x="96" y="67"/>
                    </a:cubicBezTo>
                    <a:cubicBezTo>
                      <a:pt x="96" y="69"/>
                      <a:pt x="96" y="69"/>
                      <a:pt x="96" y="69"/>
                    </a:cubicBezTo>
                    <a:cubicBezTo>
                      <a:pt x="96" y="69"/>
                      <a:pt x="96" y="69"/>
                      <a:pt x="96" y="69"/>
                    </a:cubicBezTo>
                    <a:cubicBezTo>
                      <a:pt x="97" y="69"/>
                      <a:pt x="97" y="69"/>
                      <a:pt x="97" y="69"/>
                    </a:cubicBezTo>
                    <a:cubicBezTo>
                      <a:pt x="97" y="69"/>
                      <a:pt x="97" y="69"/>
                      <a:pt x="97" y="69"/>
                    </a:cubicBezTo>
                    <a:cubicBezTo>
                      <a:pt x="97" y="69"/>
                      <a:pt x="97" y="70"/>
                      <a:pt x="97" y="70"/>
                    </a:cubicBezTo>
                    <a:cubicBezTo>
                      <a:pt x="97" y="70"/>
                      <a:pt x="97" y="70"/>
                      <a:pt x="97" y="70"/>
                    </a:cubicBezTo>
                    <a:cubicBezTo>
                      <a:pt x="97" y="70"/>
                      <a:pt x="96" y="70"/>
                      <a:pt x="96" y="70"/>
                    </a:cubicBezTo>
                    <a:cubicBezTo>
                      <a:pt x="96" y="70"/>
                      <a:pt x="96" y="70"/>
                      <a:pt x="96" y="71"/>
                    </a:cubicBezTo>
                    <a:cubicBezTo>
                      <a:pt x="96" y="71"/>
                      <a:pt x="96" y="71"/>
                      <a:pt x="96" y="71"/>
                    </a:cubicBezTo>
                    <a:cubicBezTo>
                      <a:pt x="96" y="71"/>
                      <a:pt x="96" y="71"/>
                      <a:pt x="96" y="71"/>
                    </a:cubicBezTo>
                    <a:cubicBezTo>
                      <a:pt x="96" y="71"/>
                      <a:pt x="96" y="71"/>
                      <a:pt x="96" y="71"/>
                    </a:cubicBezTo>
                    <a:cubicBezTo>
                      <a:pt x="95" y="71"/>
                      <a:pt x="95" y="71"/>
                      <a:pt x="95" y="71"/>
                    </a:cubicBezTo>
                    <a:cubicBezTo>
                      <a:pt x="95" y="73"/>
                      <a:pt x="95" y="73"/>
                      <a:pt x="95" y="73"/>
                    </a:cubicBezTo>
                    <a:cubicBezTo>
                      <a:pt x="95" y="73"/>
                      <a:pt x="95" y="73"/>
                      <a:pt x="95" y="73"/>
                    </a:cubicBezTo>
                    <a:cubicBezTo>
                      <a:pt x="95" y="73"/>
                      <a:pt x="95" y="73"/>
                      <a:pt x="95" y="73"/>
                    </a:cubicBezTo>
                    <a:cubicBezTo>
                      <a:pt x="95" y="73"/>
                      <a:pt x="95" y="73"/>
                      <a:pt x="95" y="73"/>
                    </a:cubicBezTo>
                    <a:cubicBezTo>
                      <a:pt x="95" y="74"/>
                      <a:pt x="95" y="74"/>
                      <a:pt x="95" y="74"/>
                    </a:cubicBezTo>
                    <a:cubicBezTo>
                      <a:pt x="95" y="74"/>
                      <a:pt x="95" y="74"/>
                      <a:pt x="94" y="74"/>
                    </a:cubicBezTo>
                    <a:cubicBezTo>
                      <a:pt x="94" y="74"/>
                      <a:pt x="94" y="74"/>
                      <a:pt x="94" y="75"/>
                    </a:cubicBezTo>
                    <a:cubicBezTo>
                      <a:pt x="94" y="75"/>
                      <a:pt x="94" y="75"/>
                      <a:pt x="94" y="75"/>
                    </a:cubicBezTo>
                    <a:cubicBezTo>
                      <a:pt x="94" y="75"/>
                      <a:pt x="94" y="75"/>
                      <a:pt x="94" y="75"/>
                    </a:cubicBezTo>
                    <a:cubicBezTo>
                      <a:pt x="94" y="75"/>
                      <a:pt x="94" y="75"/>
                      <a:pt x="94" y="75"/>
                    </a:cubicBezTo>
                    <a:cubicBezTo>
                      <a:pt x="94" y="75"/>
                      <a:pt x="94" y="75"/>
                      <a:pt x="94" y="75"/>
                    </a:cubicBezTo>
                    <a:cubicBezTo>
                      <a:pt x="94" y="80"/>
                      <a:pt x="94" y="80"/>
                      <a:pt x="94" y="80"/>
                    </a:cubicBezTo>
                    <a:cubicBezTo>
                      <a:pt x="94" y="80"/>
                      <a:pt x="94" y="80"/>
                      <a:pt x="94" y="80"/>
                    </a:cubicBezTo>
                    <a:cubicBezTo>
                      <a:pt x="94" y="80"/>
                      <a:pt x="94" y="80"/>
                      <a:pt x="94" y="80"/>
                    </a:cubicBezTo>
                    <a:cubicBezTo>
                      <a:pt x="94" y="80"/>
                      <a:pt x="94" y="80"/>
                      <a:pt x="94" y="80"/>
                    </a:cubicBezTo>
                    <a:cubicBezTo>
                      <a:pt x="94" y="80"/>
                      <a:pt x="94" y="80"/>
                      <a:pt x="94" y="80"/>
                    </a:cubicBezTo>
                    <a:cubicBezTo>
                      <a:pt x="94" y="80"/>
                      <a:pt x="94" y="80"/>
                      <a:pt x="94" y="80"/>
                    </a:cubicBezTo>
                    <a:cubicBezTo>
                      <a:pt x="94" y="80"/>
                      <a:pt x="94" y="80"/>
                      <a:pt x="94" y="80"/>
                    </a:cubicBezTo>
                    <a:cubicBezTo>
                      <a:pt x="94" y="81"/>
                      <a:pt x="94" y="81"/>
                      <a:pt x="95" y="81"/>
                    </a:cubicBezTo>
                    <a:cubicBezTo>
                      <a:pt x="95" y="81"/>
                      <a:pt x="95" y="81"/>
                      <a:pt x="95" y="81"/>
                    </a:cubicBezTo>
                    <a:cubicBezTo>
                      <a:pt x="95" y="81"/>
                      <a:pt x="95" y="81"/>
                      <a:pt x="95" y="81"/>
                    </a:cubicBezTo>
                    <a:cubicBezTo>
                      <a:pt x="95" y="81"/>
                      <a:pt x="95" y="81"/>
                      <a:pt x="95" y="81"/>
                    </a:cubicBezTo>
                    <a:cubicBezTo>
                      <a:pt x="95" y="81"/>
                      <a:pt x="95" y="81"/>
                      <a:pt x="95" y="81"/>
                    </a:cubicBezTo>
                    <a:cubicBezTo>
                      <a:pt x="95" y="81"/>
                      <a:pt x="95" y="81"/>
                      <a:pt x="95" y="81"/>
                    </a:cubicBezTo>
                    <a:cubicBezTo>
                      <a:pt x="95" y="81"/>
                      <a:pt x="95" y="81"/>
                      <a:pt x="95" y="81"/>
                    </a:cubicBezTo>
                    <a:cubicBezTo>
                      <a:pt x="95" y="82"/>
                      <a:pt x="95" y="82"/>
                      <a:pt x="95" y="82"/>
                    </a:cubicBezTo>
                    <a:cubicBezTo>
                      <a:pt x="95" y="82"/>
                      <a:pt x="95" y="82"/>
                      <a:pt x="95" y="82"/>
                    </a:cubicBezTo>
                    <a:cubicBezTo>
                      <a:pt x="94" y="82"/>
                      <a:pt x="94" y="82"/>
                      <a:pt x="94" y="82"/>
                    </a:cubicBezTo>
                    <a:cubicBezTo>
                      <a:pt x="94" y="87"/>
                      <a:pt x="94" y="87"/>
                      <a:pt x="94" y="87"/>
                    </a:cubicBezTo>
                    <a:cubicBezTo>
                      <a:pt x="94" y="87"/>
                      <a:pt x="94" y="87"/>
                      <a:pt x="94" y="87"/>
                    </a:cubicBezTo>
                    <a:cubicBezTo>
                      <a:pt x="94" y="87"/>
                      <a:pt x="95" y="87"/>
                      <a:pt x="95" y="87"/>
                    </a:cubicBezTo>
                    <a:cubicBezTo>
                      <a:pt x="95" y="87"/>
                      <a:pt x="95" y="88"/>
                      <a:pt x="95" y="88"/>
                    </a:cubicBezTo>
                    <a:cubicBezTo>
                      <a:pt x="95" y="88"/>
                      <a:pt x="95" y="89"/>
                      <a:pt x="95" y="89"/>
                    </a:cubicBezTo>
                    <a:cubicBezTo>
                      <a:pt x="95" y="89"/>
                      <a:pt x="95" y="89"/>
                      <a:pt x="95" y="89"/>
                    </a:cubicBezTo>
                    <a:cubicBezTo>
                      <a:pt x="94" y="90"/>
                      <a:pt x="94" y="90"/>
                      <a:pt x="94" y="90"/>
                    </a:cubicBezTo>
                    <a:cubicBezTo>
                      <a:pt x="94" y="90"/>
                      <a:pt x="94" y="90"/>
                      <a:pt x="94" y="90"/>
                    </a:cubicBezTo>
                    <a:cubicBezTo>
                      <a:pt x="94" y="90"/>
                      <a:pt x="93" y="90"/>
                      <a:pt x="93" y="90"/>
                    </a:cubicBezTo>
                    <a:cubicBezTo>
                      <a:pt x="93" y="90"/>
                      <a:pt x="93" y="91"/>
                      <a:pt x="93" y="91"/>
                    </a:cubicBezTo>
                    <a:cubicBezTo>
                      <a:pt x="93" y="91"/>
                      <a:pt x="93" y="91"/>
                      <a:pt x="93" y="91"/>
                    </a:cubicBezTo>
                    <a:cubicBezTo>
                      <a:pt x="93" y="91"/>
                      <a:pt x="93" y="92"/>
                      <a:pt x="93" y="92"/>
                    </a:cubicBezTo>
                    <a:cubicBezTo>
                      <a:pt x="94" y="92"/>
                      <a:pt x="94" y="92"/>
                      <a:pt x="94" y="92"/>
                    </a:cubicBezTo>
                    <a:cubicBezTo>
                      <a:pt x="94" y="92"/>
                      <a:pt x="94" y="92"/>
                      <a:pt x="94" y="92"/>
                    </a:cubicBezTo>
                    <a:cubicBezTo>
                      <a:pt x="94" y="92"/>
                      <a:pt x="94" y="92"/>
                      <a:pt x="95" y="92"/>
                    </a:cubicBezTo>
                    <a:cubicBezTo>
                      <a:pt x="95" y="92"/>
                      <a:pt x="95" y="92"/>
                      <a:pt x="96" y="92"/>
                    </a:cubicBezTo>
                    <a:cubicBezTo>
                      <a:pt x="96" y="92"/>
                      <a:pt x="96" y="92"/>
                      <a:pt x="96" y="92"/>
                    </a:cubicBezTo>
                    <a:cubicBezTo>
                      <a:pt x="97" y="92"/>
                      <a:pt x="98" y="92"/>
                      <a:pt x="98" y="91"/>
                    </a:cubicBezTo>
                    <a:cubicBezTo>
                      <a:pt x="99" y="91"/>
                      <a:pt x="99" y="91"/>
                      <a:pt x="99" y="91"/>
                    </a:cubicBezTo>
                    <a:cubicBezTo>
                      <a:pt x="99" y="91"/>
                      <a:pt x="99" y="91"/>
                      <a:pt x="99" y="91"/>
                    </a:cubicBezTo>
                    <a:cubicBezTo>
                      <a:pt x="99" y="91"/>
                      <a:pt x="99" y="91"/>
                      <a:pt x="99" y="91"/>
                    </a:cubicBezTo>
                    <a:cubicBezTo>
                      <a:pt x="99" y="91"/>
                      <a:pt x="99" y="91"/>
                      <a:pt x="99" y="91"/>
                    </a:cubicBezTo>
                    <a:cubicBezTo>
                      <a:pt x="99" y="91"/>
                      <a:pt x="100" y="91"/>
                      <a:pt x="100" y="91"/>
                    </a:cubicBezTo>
                    <a:cubicBezTo>
                      <a:pt x="100" y="90"/>
                      <a:pt x="100" y="90"/>
                      <a:pt x="100" y="90"/>
                    </a:cubicBezTo>
                    <a:cubicBezTo>
                      <a:pt x="100" y="90"/>
                      <a:pt x="100" y="90"/>
                      <a:pt x="100" y="90"/>
                    </a:cubicBezTo>
                    <a:cubicBezTo>
                      <a:pt x="100" y="90"/>
                      <a:pt x="100" y="90"/>
                      <a:pt x="100" y="90"/>
                    </a:cubicBezTo>
                    <a:cubicBezTo>
                      <a:pt x="100" y="89"/>
                      <a:pt x="101" y="88"/>
                      <a:pt x="101" y="88"/>
                    </a:cubicBezTo>
                    <a:cubicBezTo>
                      <a:pt x="102" y="88"/>
                      <a:pt x="102" y="88"/>
                      <a:pt x="102" y="88"/>
                    </a:cubicBezTo>
                    <a:cubicBezTo>
                      <a:pt x="102" y="88"/>
                      <a:pt x="103" y="88"/>
                      <a:pt x="103" y="88"/>
                    </a:cubicBezTo>
                    <a:cubicBezTo>
                      <a:pt x="103" y="88"/>
                      <a:pt x="103" y="88"/>
                      <a:pt x="103" y="88"/>
                    </a:cubicBezTo>
                    <a:cubicBezTo>
                      <a:pt x="103" y="88"/>
                      <a:pt x="103" y="88"/>
                      <a:pt x="104" y="88"/>
                    </a:cubicBezTo>
                    <a:cubicBezTo>
                      <a:pt x="104" y="88"/>
                      <a:pt x="104" y="88"/>
                      <a:pt x="104" y="88"/>
                    </a:cubicBezTo>
                    <a:cubicBezTo>
                      <a:pt x="105" y="87"/>
                      <a:pt x="105" y="87"/>
                      <a:pt x="105" y="87"/>
                    </a:cubicBezTo>
                    <a:cubicBezTo>
                      <a:pt x="105" y="87"/>
                      <a:pt x="105" y="86"/>
                      <a:pt x="105" y="86"/>
                    </a:cubicBezTo>
                    <a:cubicBezTo>
                      <a:pt x="105" y="86"/>
                      <a:pt x="105" y="86"/>
                      <a:pt x="105" y="86"/>
                    </a:cubicBezTo>
                    <a:cubicBezTo>
                      <a:pt x="105" y="85"/>
                      <a:pt x="105" y="85"/>
                      <a:pt x="105" y="85"/>
                    </a:cubicBezTo>
                    <a:cubicBezTo>
                      <a:pt x="105" y="85"/>
                      <a:pt x="104" y="85"/>
                      <a:pt x="104" y="85"/>
                    </a:cubicBezTo>
                    <a:cubicBezTo>
                      <a:pt x="104" y="85"/>
                      <a:pt x="104" y="85"/>
                      <a:pt x="104" y="85"/>
                    </a:cubicBezTo>
                    <a:cubicBezTo>
                      <a:pt x="104" y="84"/>
                      <a:pt x="104" y="84"/>
                      <a:pt x="104" y="84"/>
                    </a:cubicBezTo>
                    <a:cubicBezTo>
                      <a:pt x="104" y="84"/>
                      <a:pt x="104" y="84"/>
                      <a:pt x="104" y="84"/>
                    </a:cubicBezTo>
                    <a:cubicBezTo>
                      <a:pt x="105" y="84"/>
                      <a:pt x="105" y="84"/>
                      <a:pt x="105" y="84"/>
                    </a:cubicBezTo>
                    <a:cubicBezTo>
                      <a:pt x="105" y="84"/>
                      <a:pt x="105" y="84"/>
                      <a:pt x="105" y="83"/>
                    </a:cubicBezTo>
                    <a:cubicBezTo>
                      <a:pt x="105" y="83"/>
                      <a:pt x="105" y="83"/>
                      <a:pt x="105" y="83"/>
                    </a:cubicBezTo>
                    <a:cubicBezTo>
                      <a:pt x="105" y="83"/>
                      <a:pt x="105" y="83"/>
                      <a:pt x="105" y="83"/>
                    </a:cubicBezTo>
                    <a:cubicBezTo>
                      <a:pt x="105" y="83"/>
                      <a:pt x="105" y="83"/>
                      <a:pt x="105" y="83"/>
                    </a:cubicBezTo>
                    <a:cubicBezTo>
                      <a:pt x="105" y="84"/>
                      <a:pt x="105" y="84"/>
                      <a:pt x="105" y="84"/>
                    </a:cubicBezTo>
                    <a:cubicBezTo>
                      <a:pt x="105" y="83"/>
                      <a:pt x="105" y="83"/>
                      <a:pt x="105" y="83"/>
                    </a:cubicBezTo>
                    <a:cubicBezTo>
                      <a:pt x="105" y="83"/>
                      <a:pt x="105" y="83"/>
                      <a:pt x="105" y="83"/>
                    </a:cubicBezTo>
                    <a:cubicBezTo>
                      <a:pt x="105" y="83"/>
                      <a:pt x="105" y="83"/>
                      <a:pt x="105" y="83"/>
                    </a:cubicBezTo>
                    <a:cubicBezTo>
                      <a:pt x="105" y="83"/>
                      <a:pt x="105" y="83"/>
                      <a:pt x="105" y="83"/>
                    </a:cubicBezTo>
                    <a:cubicBezTo>
                      <a:pt x="106" y="83"/>
                      <a:pt x="106" y="83"/>
                      <a:pt x="106" y="83"/>
                    </a:cubicBezTo>
                    <a:cubicBezTo>
                      <a:pt x="106" y="83"/>
                      <a:pt x="107" y="82"/>
                      <a:pt x="107" y="82"/>
                    </a:cubicBezTo>
                    <a:cubicBezTo>
                      <a:pt x="107" y="81"/>
                      <a:pt x="107" y="81"/>
                      <a:pt x="107" y="80"/>
                    </a:cubicBezTo>
                    <a:cubicBezTo>
                      <a:pt x="107" y="80"/>
                      <a:pt x="107" y="80"/>
                      <a:pt x="107" y="80"/>
                    </a:cubicBezTo>
                    <a:cubicBezTo>
                      <a:pt x="107" y="80"/>
                      <a:pt x="107" y="79"/>
                      <a:pt x="107" y="79"/>
                    </a:cubicBezTo>
                    <a:cubicBezTo>
                      <a:pt x="107" y="79"/>
                      <a:pt x="107" y="79"/>
                      <a:pt x="107" y="79"/>
                    </a:cubicBezTo>
                    <a:cubicBezTo>
                      <a:pt x="107" y="79"/>
                      <a:pt x="107" y="79"/>
                      <a:pt x="107" y="79"/>
                    </a:cubicBezTo>
                    <a:cubicBezTo>
                      <a:pt x="107" y="79"/>
                      <a:pt x="107" y="79"/>
                      <a:pt x="107" y="79"/>
                    </a:cubicBezTo>
                    <a:cubicBezTo>
                      <a:pt x="107" y="79"/>
                      <a:pt x="107" y="78"/>
                      <a:pt x="107" y="78"/>
                    </a:cubicBezTo>
                    <a:cubicBezTo>
                      <a:pt x="107" y="78"/>
                      <a:pt x="108" y="78"/>
                      <a:pt x="108" y="78"/>
                    </a:cubicBezTo>
                    <a:cubicBezTo>
                      <a:pt x="108" y="78"/>
                      <a:pt x="108" y="78"/>
                      <a:pt x="108" y="78"/>
                    </a:cubicBezTo>
                    <a:cubicBezTo>
                      <a:pt x="108" y="78"/>
                      <a:pt x="108" y="78"/>
                      <a:pt x="108" y="78"/>
                    </a:cubicBezTo>
                    <a:cubicBezTo>
                      <a:pt x="109" y="77"/>
                      <a:pt x="109" y="77"/>
                      <a:pt x="109" y="77"/>
                    </a:cubicBezTo>
                    <a:cubicBezTo>
                      <a:pt x="109" y="77"/>
                      <a:pt x="109" y="76"/>
                      <a:pt x="109" y="76"/>
                    </a:cubicBezTo>
                    <a:cubicBezTo>
                      <a:pt x="109" y="76"/>
                      <a:pt x="109" y="76"/>
                      <a:pt x="109" y="76"/>
                    </a:cubicBezTo>
                    <a:cubicBezTo>
                      <a:pt x="109" y="76"/>
                      <a:pt x="109" y="75"/>
                      <a:pt x="109" y="75"/>
                    </a:cubicBezTo>
                    <a:cubicBezTo>
                      <a:pt x="110" y="75"/>
                      <a:pt x="110" y="74"/>
                      <a:pt x="111" y="74"/>
                    </a:cubicBezTo>
                    <a:cubicBezTo>
                      <a:pt x="111" y="74"/>
                      <a:pt x="111" y="74"/>
                      <a:pt x="111" y="74"/>
                    </a:cubicBezTo>
                    <a:cubicBezTo>
                      <a:pt x="111" y="74"/>
                      <a:pt x="111" y="73"/>
                      <a:pt x="111" y="73"/>
                    </a:cubicBezTo>
                    <a:cubicBezTo>
                      <a:pt x="111" y="73"/>
                      <a:pt x="111" y="72"/>
                      <a:pt x="111" y="72"/>
                    </a:cubicBezTo>
                    <a:cubicBezTo>
                      <a:pt x="111" y="72"/>
                      <a:pt x="111" y="72"/>
                      <a:pt x="111" y="72"/>
                    </a:cubicBezTo>
                    <a:cubicBezTo>
                      <a:pt x="111" y="71"/>
                      <a:pt x="111" y="71"/>
                      <a:pt x="111" y="70"/>
                    </a:cubicBezTo>
                    <a:cubicBezTo>
                      <a:pt x="111" y="70"/>
                      <a:pt x="111" y="70"/>
                      <a:pt x="112" y="69"/>
                    </a:cubicBezTo>
                    <a:cubicBezTo>
                      <a:pt x="112" y="69"/>
                      <a:pt x="112" y="69"/>
                      <a:pt x="112" y="69"/>
                    </a:cubicBezTo>
                    <a:cubicBezTo>
                      <a:pt x="112" y="69"/>
                      <a:pt x="112" y="69"/>
                      <a:pt x="112" y="69"/>
                    </a:cubicBezTo>
                    <a:cubicBezTo>
                      <a:pt x="112" y="68"/>
                      <a:pt x="112" y="68"/>
                      <a:pt x="112" y="68"/>
                    </a:cubicBezTo>
                    <a:cubicBezTo>
                      <a:pt x="112" y="68"/>
                      <a:pt x="112" y="68"/>
                      <a:pt x="112" y="68"/>
                    </a:cubicBezTo>
                    <a:cubicBezTo>
                      <a:pt x="112" y="68"/>
                      <a:pt x="112" y="68"/>
                      <a:pt x="112" y="68"/>
                    </a:cubicBezTo>
                    <a:cubicBezTo>
                      <a:pt x="112" y="68"/>
                      <a:pt x="112" y="68"/>
                      <a:pt x="112" y="68"/>
                    </a:cubicBezTo>
                    <a:cubicBezTo>
                      <a:pt x="112" y="69"/>
                      <a:pt x="112" y="69"/>
                      <a:pt x="112" y="69"/>
                    </a:cubicBezTo>
                    <a:cubicBezTo>
                      <a:pt x="112" y="68"/>
                      <a:pt x="112" y="68"/>
                      <a:pt x="112" y="68"/>
                    </a:cubicBezTo>
                    <a:cubicBezTo>
                      <a:pt x="112" y="67"/>
                      <a:pt x="112" y="66"/>
                      <a:pt x="112" y="65"/>
                    </a:cubicBezTo>
                    <a:cubicBezTo>
                      <a:pt x="112" y="65"/>
                      <a:pt x="112" y="64"/>
                      <a:pt x="112" y="64"/>
                    </a:cubicBezTo>
                    <a:cubicBezTo>
                      <a:pt x="112" y="63"/>
                      <a:pt x="112" y="62"/>
                      <a:pt x="113" y="62"/>
                    </a:cubicBezTo>
                    <a:cubicBezTo>
                      <a:pt x="113" y="61"/>
                      <a:pt x="113" y="61"/>
                      <a:pt x="113" y="61"/>
                    </a:cubicBezTo>
                    <a:cubicBezTo>
                      <a:pt x="113" y="61"/>
                      <a:pt x="113" y="61"/>
                      <a:pt x="113" y="61"/>
                    </a:cubicBezTo>
                    <a:cubicBezTo>
                      <a:pt x="113" y="61"/>
                      <a:pt x="113" y="61"/>
                      <a:pt x="113" y="61"/>
                    </a:cubicBezTo>
                    <a:cubicBezTo>
                      <a:pt x="113" y="61"/>
                      <a:pt x="113" y="61"/>
                      <a:pt x="113" y="61"/>
                    </a:cubicBezTo>
                    <a:cubicBezTo>
                      <a:pt x="113" y="61"/>
                      <a:pt x="113" y="61"/>
                      <a:pt x="113" y="61"/>
                    </a:cubicBezTo>
                    <a:cubicBezTo>
                      <a:pt x="113" y="61"/>
                      <a:pt x="113" y="61"/>
                      <a:pt x="113" y="61"/>
                    </a:cubicBezTo>
                    <a:cubicBezTo>
                      <a:pt x="113" y="60"/>
                      <a:pt x="113" y="60"/>
                      <a:pt x="113" y="60"/>
                    </a:cubicBezTo>
                    <a:cubicBezTo>
                      <a:pt x="113" y="60"/>
                      <a:pt x="113" y="60"/>
                      <a:pt x="113" y="60"/>
                    </a:cubicBezTo>
                    <a:cubicBezTo>
                      <a:pt x="113" y="60"/>
                      <a:pt x="113" y="60"/>
                      <a:pt x="113" y="60"/>
                    </a:cubicBezTo>
                    <a:cubicBezTo>
                      <a:pt x="113" y="60"/>
                      <a:pt x="113" y="60"/>
                      <a:pt x="114" y="60"/>
                    </a:cubicBezTo>
                    <a:cubicBezTo>
                      <a:pt x="114" y="60"/>
                      <a:pt x="114" y="60"/>
                      <a:pt x="114" y="60"/>
                    </a:cubicBezTo>
                    <a:cubicBezTo>
                      <a:pt x="114" y="58"/>
                      <a:pt x="114" y="58"/>
                      <a:pt x="114" y="58"/>
                    </a:cubicBezTo>
                    <a:cubicBezTo>
                      <a:pt x="114" y="58"/>
                      <a:pt x="114" y="58"/>
                      <a:pt x="114" y="57"/>
                    </a:cubicBezTo>
                    <a:cubicBezTo>
                      <a:pt x="114" y="57"/>
                      <a:pt x="114" y="57"/>
                      <a:pt x="114" y="57"/>
                    </a:cubicBezTo>
                    <a:cubicBezTo>
                      <a:pt x="113" y="57"/>
                      <a:pt x="113" y="57"/>
                      <a:pt x="113" y="57"/>
                    </a:cubicBezTo>
                    <a:cubicBezTo>
                      <a:pt x="113" y="57"/>
                      <a:pt x="113" y="56"/>
                      <a:pt x="113" y="56"/>
                    </a:cubicBezTo>
                    <a:cubicBezTo>
                      <a:pt x="113" y="56"/>
                      <a:pt x="113" y="56"/>
                      <a:pt x="113" y="56"/>
                    </a:cubicBezTo>
                    <a:cubicBezTo>
                      <a:pt x="113" y="56"/>
                      <a:pt x="113" y="55"/>
                      <a:pt x="114" y="55"/>
                    </a:cubicBezTo>
                    <a:cubicBezTo>
                      <a:pt x="114" y="55"/>
                      <a:pt x="114" y="55"/>
                      <a:pt x="114" y="55"/>
                    </a:cubicBezTo>
                    <a:cubicBezTo>
                      <a:pt x="114" y="55"/>
                      <a:pt x="114" y="55"/>
                      <a:pt x="114" y="55"/>
                    </a:cubicBezTo>
                    <a:cubicBezTo>
                      <a:pt x="114" y="54"/>
                      <a:pt x="114" y="54"/>
                      <a:pt x="114" y="54"/>
                    </a:cubicBezTo>
                    <a:cubicBezTo>
                      <a:pt x="114" y="54"/>
                      <a:pt x="114" y="54"/>
                      <a:pt x="114" y="54"/>
                    </a:cubicBezTo>
                    <a:cubicBezTo>
                      <a:pt x="114" y="53"/>
                      <a:pt x="114" y="53"/>
                      <a:pt x="114" y="53"/>
                    </a:cubicBezTo>
                    <a:cubicBezTo>
                      <a:pt x="114" y="53"/>
                      <a:pt x="114" y="53"/>
                      <a:pt x="114" y="53"/>
                    </a:cubicBezTo>
                    <a:cubicBezTo>
                      <a:pt x="114" y="52"/>
                      <a:pt x="114" y="52"/>
                      <a:pt x="114" y="52"/>
                    </a:cubicBezTo>
                    <a:cubicBezTo>
                      <a:pt x="114" y="52"/>
                      <a:pt x="114" y="52"/>
                      <a:pt x="114" y="52"/>
                    </a:cubicBezTo>
                    <a:cubicBezTo>
                      <a:pt x="114" y="50"/>
                      <a:pt x="114" y="50"/>
                      <a:pt x="114" y="50"/>
                    </a:cubicBezTo>
                    <a:cubicBezTo>
                      <a:pt x="114" y="50"/>
                      <a:pt x="114" y="50"/>
                      <a:pt x="114" y="50"/>
                    </a:cubicBezTo>
                    <a:cubicBezTo>
                      <a:pt x="114" y="49"/>
                      <a:pt x="115" y="49"/>
                      <a:pt x="114" y="49"/>
                    </a:cubicBezTo>
                    <a:cubicBezTo>
                      <a:pt x="114" y="48"/>
                      <a:pt x="113" y="48"/>
                      <a:pt x="113" y="48"/>
                    </a:cubicBezTo>
                    <a:cubicBezTo>
                      <a:pt x="113" y="47"/>
                      <a:pt x="113" y="47"/>
                      <a:pt x="113" y="47"/>
                    </a:cubicBezTo>
                    <a:cubicBezTo>
                      <a:pt x="113" y="46"/>
                      <a:pt x="113" y="46"/>
                      <a:pt x="113" y="46"/>
                    </a:cubicBezTo>
                    <a:cubicBezTo>
                      <a:pt x="113" y="46"/>
                      <a:pt x="112" y="46"/>
                      <a:pt x="112" y="46"/>
                    </a:cubicBezTo>
                    <a:cubicBezTo>
                      <a:pt x="112" y="46"/>
                      <a:pt x="112" y="46"/>
                      <a:pt x="112" y="45"/>
                    </a:cubicBezTo>
                    <a:cubicBezTo>
                      <a:pt x="112" y="45"/>
                      <a:pt x="112" y="45"/>
                      <a:pt x="112" y="45"/>
                    </a:cubicBezTo>
                    <a:cubicBezTo>
                      <a:pt x="112" y="45"/>
                      <a:pt x="112" y="45"/>
                      <a:pt x="112" y="45"/>
                    </a:cubicBezTo>
                    <a:cubicBezTo>
                      <a:pt x="112" y="45"/>
                      <a:pt x="112" y="45"/>
                      <a:pt x="112" y="45"/>
                    </a:cubicBezTo>
                    <a:cubicBezTo>
                      <a:pt x="112" y="45"/>
                      <a:pt x="112" y="45"/>
                      <a:pt x="112" y="44"/>
                    </a:cubicBezTo>
                    <a:cubicBezTo>
                      <a:pt x="112" y="44"/>
                      <a:pt x="112" y="44"/>
                      <a:pt x="111" y="44"/>
                    </a:cubicBezTo>
                    <a:cubicBezTo>
                      <a:pt x="111" y="44"/>
                      <a:pt x="111" y="44"/>
                      <a:pt x="111" y="44"/>
                    </a:cubicBezTo>
                    <a:cubicBezTo>
                      <a:pt x="111" y="44"/>
                      <a:pt x="111" y="44"/>
                      <a:pt x="111" y="44"/>
                    </a:cubicBezTo>
                    <a:cubicBezTo>
                      <a:pt x="111" y="44"/>
                      <a:pt x="111" y="43"/>
                      <a:pt x="111" y="43"/>
                    </a:cubicBezTo>
                    <a:cubicBezTo>
                      <a:pt x="111" y="43"/>
                      <a:pt x="111" y="43"/>
                      <a:pt x="111" y="43"/>
                    </a:cubicBezTo>
                    <a:cubicBezTo>
                      <a:pt x="111" y="43"/>
                      <a:pt x="111" y="43"/>
                      <a:pt x="111" y="43"/>
                    </a:cubicBezTo>
                    <a:cubicBezTo>
                      <a:pt x="111" y="43"/>
                      <a:pt x="111" y="42"/>
                      <a:pt x="111" y="42"/>
                    </a:cubicBezTo>
                    <a:cubicBezTo>
                      <a:pt x="111" y="42"/>
                      <a:pt x="110" y="42"/>
                      <a:pt x="110" y="42"/>
                    </a:cubicBezTo>
                    <a:cubicBezTo>
                      <a:pt x="110" y="42"/>
                      <a:pt x="110" y="42"/>
                      <a:pt x="110" y="42"/>
                    </a:cubicBezTo>
                    <a:cubicBezTo>
                      <a:pt x="110" y="41"/>
                      <a:pt x="110" y="41"/>
                      <a:pt x="110" y="41"/>
                    </a:cubicBezTo>
                    <a:cubicBezTo>
                      <a:pt x="109" y="41"/>
                      <a:pt x="109" y="40"/>
                      <a:pt x="109" y="39"/>
                    </a:cubicBezTo>
                    <a:cubicBezTo>
                      <a:pt x="109" y="39"/>
                      <a:pt x="109" y="39"/>
                      <a:pt x="109" y="39"/>
                    </a:cubicBezTo>
                    <a:cubicBezTo>
                      <a:pt x="109" y="39"/>
                      <a:pt x="109" y="39"/>
                      <a:pt x="109" y="39"/>
                    </a:cubicBezTo>
                    <a:cubicBezTo>
                      <a:pt x="109" y="39"/>
                      <a:pt x="109" y="39"/>
                      <a:pt x="109" y="39"/>
                    </a:cubicBezTo>
                    <a:cubicBezTo>
                      <a:pt x="109" y="38"/>
                      <a:pt x="108" y="38"/>
                      <a:pt x="108" y="38"/>
                    </a:cubicBezTo>
                    <a:cubicBezTo>
                      <a:pt x="108" y="38"/>
                      <a:pt x="108" y="38"/>
                      <a:pt x="108" y="38"/>
                    </a:cubicBezTo>
                    <a:cubicBezTo>
                      <a:pt x="108" y="37"/>
                      <a:pt x="108" y="37"/>
                      <a:pt x="108" y="37"/>
                    </a:cubicBezTo>
                    <a:cubicBezTo>
                      <a:pt x="108" y="37"/>
                      <a:pt x="107" y="37"/>
                      <a:pt x="107" y="37"/>
                    </a:cubicBezTo>
                    <a:cubicBezTo>
                      <a:pt x="107" y="37"/>
                      <a:pt x="107" y="37"/>
                      <a:pt x="107" y="37"/>
                    </a:cubicBezTo>
                    <a:cubicBezTo>
                      <a:pt x="107" y="37"/>
                      <a:pt x="107" y="36"/>
                      <a:pt x="107" y="36"/>
                    </a:cubicBezTo>
                    <a:cubicBezTo>
                      <a:pt x="107" y="36"/>
                      <a:pt x="107" y="36"/>
                      <a:pt x="107" y="36"/>
                    </a:cubicBezTo>
                    <a:cubicBezTo>
                      <a:pt x="107" y="36"/>
                      <a:pt x="107" y="36"/>
                      <a:pt x="107" y="36"/>
                    </a:cubicBezTo>
                    <a:cubicBezTo>
                      <a:pt x="107" y="36"/>
                      <a:pt x="107" y="36"/>
                      <a:pt x="107" y="36"/>
                    </a:cubicBezTo>
                    <a:cubicBezTo>
                      <a:pt x="107" y="36"/>
                      <a:pt x="107" y="36"/>
                      <a:pt x="107" y="36"/>
                    </a:cubicBezTo>
                    <a:cubicBezTo>
                      <a:pt x="107" y="36"/>
                      <a:pt x="107" y="36"/>
                      <a:pt x="107" y="36"/>
                    </a:cubicBezTo>
                    <a:cubicBezTo>
                      <a:pt x="107" y="35"/>
                      <a:pt x="107" y="35"/>
                      <a:pt x="107" y="35"/>
                    </a:cubicBezTo>
                    <a:cubicBezTo>
                      <a:pt x="107" y="35"/>
                      <a:pt x="107" y="35"/>
                      <a:pt x="107" y="35"/>
                    </a:cubicBezTo>
                    <a:cubicBezTo>
                      <a:pt x="106" y="35"/>
                      <a:pt x="106" y="35"/>
                      <a:pt x="106" y="35"/>
                    </a:cubicBezTo>
                    <a:cubicBezTo>
                      <a:pt x="106" y="34"/>
                      <a:pt x="105" y="34"/>
                      <a:pt x="105" y="33"/>
                    </a:cubicBezTo>
                    <a:cubicBezTo>
                      <a:pt x="105" y="32"/>
                      <a:pt x="105" y="32"/>
                      <a:pt x="105" y="32"/>
                    </a:cubicBezTo>
                    <a:cubicBezTo>
                      <a:pt x="104" y="32"/>
                      <a:pt x="104" y="31"/>
                      <a:pt x="103" y="31"/>
                    </a:cubicBezTo>
                    <a:cubicBezTo>
                      <a:pt x="104" y="31"/>
                      <a:pt x="104" y="31"/>
                      <a:pt x="104" y="31"/>
                    </a:cubicBezTo>
                    <a:cubicBezTo>
                      <a:pt x="104" y="30"/>
                      <a:pt x="104" y="30"/>
                      <a:pt x="104" y="30"/>
                    </a:cubicBezTo>
                    <a:cubicBezTo>
                      <a:pt x="104" y="31"/>
                      <a:pt x="104" y="31"/>
                      <a:pt x="104" y="31"/>
                    </a:cubicBezTo>
                    <a:cubicBezTo>
                      <a:pt x="105" y="31"/>
                      <a:pt x="105" y="31"/>
                      <a:pt x="105" y="31"/>
                    </a:cubicBezTo>
                    <a:cubicBezTo>
                      <a:pt x="105" y="31"/>
                      <a:pt x="105" y="31"/>
                      <a:pt x="105" y="31"/>
                    </a:cubicBezTo>
                    <a:cubicBezTo>
                      <a:pt x="105" y="31"/>
                      <a:pt x="105" y="31"/>
                      <a:pt x="105" y="31"/>
                    </a:cubicBezTo>
                    <a:cubicBezTo>
                      <a:pt x="105" y="31"/>
                      <a:pt x="105" y="31"/>
                      <a:pt x="105" y="31"/>
                    </a:cubicBezTo>
                    <a:cubicBezTo>
                      <a:pt x="105" y="32"/>
                      <a:pt x="105" y="32"/>
                      <a:pt x="105" y="32"/>
                    </a:cubicBezTo>
                    <a:cubicBezTo>
                      <a:pt x="105" y="32"/>
                      <a:pt x="105" y="32"/>
                      <a:pt x="105" y="32"/>
                    </a:cubicBezTo>
                    <a:cubicBezTo>
                      <a:pt x="105" y="32"/>
                      <a:pt x="105" y="32"/>
                      <a:pt x="105" y="32"/>
                    </a:cubicBezTo>
                    <a:cubicBezTo>
                      <a:pt x="105" y="32"/>
                      <a:pt x="105" y="32"/>
                      <a:pt x="105" y="32"/>
                    </a:cubicBezTo>
                    <a:cubicBezTo>
                      <a:pt x="105" y="33"/>
                      <a:pt x="105" y="33"/>
                      <a:pt x="105" y="33"/>
                    </a:cubicBezTo>
                    <a:cubicBezTo>
                      <a:pt x="106" y="33"/>
                      <a:pt x="106" y="33"/>
                      <a:pt x="106" y="33"/>
                    </a:cubicBezTo>
                    <a:cubicBezTo>
                      <a:pt x="106" y="33"/>
                      <a:pt x="106" y="33"/>
                      <a:pt x="106" y="33"/>
                    </a:cubicBezTo>
                    <a:cubicBezTo>
                      <a:pt x="106" y="33"/>
                      <a:pt x="106" y="33"/>
                      <a:pt x="106" y="33"/>
                    </a:cubicBezTo>
                    <a:cubicBezTo>
                      <a:pt x="106" y="33"/>
                      <a:pt x="106" y="33"/>
                      <a:pt x="106" y="33"/>
                    </a:cubicBezTo>
                    <a:cubicBezTo>
                      <a:pt x="106" y="34"/>
                      <a:pt x="106" y="34"/>
                      <a:pt x="106" y="34"/>
                    </a:cubicBezTo>
                    <a:cubicBezTo>
                      <a:pt x="106" y="34"/>
                      <a:pt x="107" y="34"/>
                      <a:pt x="107" y="34"/>
                    </a:cubicBezTo>
                    <a:cubicBezTo>
                      <a:pt x="107" y="34"/>
                      <a:pt x="107" y="34"/>
                      <a:pt x="107" y="34"/>
                    </a:cubicBezTo>
                    <a:cubicBezTo>
                      <a:pt x="107" y="34"/>
                      <a:pt x="107" y="35"/>
                      <a:pt x="107" y="35"/>
                    </a:cubicBezTo>
                    <a:cubicBezTo>
                      <a:pt x="108" y="35"/>
                      <a:pt x="108" y="35"/>
                      <a:pt x="108" y="35"/>
                    </a:cubicBezTo>
                    <a:cubicBezTo>
                      <a:pt x="108" y="36"/>
                      <a:pt x="108" y="36"/>
                      <a:pt x="108" y="36"/>
                    </a:cubicBezTo>
                    <a:cubicBezTo>
                      <a:pt x="108" y="36"/>
                      <a:pt x="108" y="36"/>
                      <a:pt x="108" y="36"/>
                    </a:cubicBezTo>
                    <a:cubicBezTo>
                      <a:pt x="108" y="36"/>
                      <a:pt x="108" y="36"/>
                      <a:pt x="108" y="36"/>
                    </a:cubicBezTo>
                    <a:cubicBezTo>
                      <a:pt x="108" y="36"/>
                      <a:pt x="108" y="37"/>
                      <a:pt x="108" y="37"/>
                    </a:cubicBezTo>
                    <a:cubicBezTo>
                      <a:pt x="109" y="37"/>
                      <a:pt x="109" y="37"/>
                      <a:pt x="109" y="37"/>
                    </a:cubicBezTo>
                    <a:cubicBezTo>
                      <a:pt x="109" y="37"/>
                      <a:pt x="109" y="37"/>
                      <a:pt x="109" y="37"/>
                    </a:cubicBezTo>
                    <a:cubicBezTo>
                      <a:pt x="109" y="38"/>
                      <a:pt x="109" y="38"/>
                      <a:pt x="109" y="38"/>
                    </a:cubicBezTo>
                    <a:cubicBezTo>
                      <a:pt x="109" y="38"/>
                      <a:pt x="109" y="38"/>
                      <a:pt x="109" y="38"/>
                    </a:cubicBezTo>
                    <a:cubicBezTo>
                      <a:pt x="109" y="38"/>
                      <a:pt x="109" y="38"/>
                      <a:pt x="109" y="38"/>
                    </a:cubicBezTo>
                    <a:cubicBezTo>
                      <a:pt x="109" y="38"/>
                      <a:pt x="109" y="38"/>
                      <a:pt x="109" y="38"/>
                    </a:cubicBezTo>
                    <a:cubicBezTo>
                      <a:pt x="109" y="38"/>
                      <a:pt x="109" y="38"/>
                      <a:pt x="109" y="38"/>
                    </a:cubicBezTo>
                    <a:cubicBezTo>
                      <a:pt x="109" y="38"/>
                      <a:pt x="109" y="38"/>
                      <a:pt x="109" y="38"/>
                    </a:cubicBezTo>
                    <a:cubicBezTo>
                      <a:pt x="109" y="39"/>
                      <a:pt x="109" y="39"/>
                      <a:pt x="109" y="39"/>
                    </a:cubicBezTo>
                    <a:cubicBezTo>
                      <a:pt x="110" y="39"/>
                      <a:pt x="110" y="39"/>
                      <a:pt x="110" y="39"/>
                    </a:cubicBezTo>
                    <a:cubicBezTo>
                      <a:pt x="110" y="39"/>
                      <a:pt x="110" y="40"/>
                      <a:pt x="110" y="40"/>
                    </a:cubicBezTo>
                    <a:cubicBezTo>
                      <a:pt x="110" y="40"/>
                      <a:pt x="110" y="40"/>
                      <a:pt x="110" y="40"/>
                    </a:cubicBezTo>
                    <a:cubicBezTo>
                      <a:pt x="110" y="40"/>
                      <a:pt x="110" y="40"/>
                      <a:pt x="110" y="40"/>
                    </a:cubicBezTo>
                    <a:cubicBezTo>
                      <a:pt x="110" y="40"/>
                      <a:pt x="110" y="41"/>
                      <a:pt x="111" y="41"/>
                    </a:cubicBezTo>
                    <a:cubicBezTo>
                      <a:pt x="111" y="41"/>
                      <a:pt x="111" y="41"/>
                      <a:pt x="111" y="41"/>
                    </a:cubicBezTo>
                    <a:cubicBezTo>
                      <a:pt x="111" y="41"/>
                      <a:pt x="111" y="41"/>
                      <a:pt x="111" y="41"/>
                    </a:cubicBezTo>
                    <a:cubicBezTo>
                      <a:pt x="111" y="42"/>
                      <a:pt x="111" y="42"/>
                      <a:pt x="111" y="42"/>
                    </a:cubicBezTo>
                    <a:cubicBezTo>
                      <a:pt x="111" y="42"/>
                      <a:pt x="111" y="42"/>
                      <a:pt x="111" y="42"/>
                    </a:cubicBezTo>
                    <a:cubicBezTo>
                      <a:pt x="111" y="42"/>
                      <a:pt x="111" y="42"/>
                      <a:pt x="111" y="42"/>
                    </a:cubicBezTo>
                    <a:cubicBezTo>
                      <a:pt x="111" y="42"/>
                      <a:pt x="111" y="43"/>
                      <a:pt x="111" y="43"/>
                    </a:cubicBezTo>
                    <a:cubicBezTo>
                      <a:pt x="112" y="43"/>
                      <a:pt x="112" y="43"/>
                      <a:pt x="112" y="44"/>
                    </a:cubicBezTo>
                    <a:cubicBezTo>
                      <a:pt x="113" y="44"/>
                      <a:pt x="113" y="44"/>
                      <a:pt x="113" y="44"/>
                    </a:cubicBezTo>
                    <a:cubicBezTo>
                      <a:pt x="113" y="43"/>
                      <a:pt x="113" y="43"/>
                      <a:pt x="113" y="43"/>
                    </a:cubicBezTo>
                    <a:cubicBezTo>
                      <a:pt x="113" y="42"/>
                      <a:pt x="112" y="41"/>
                      <a:pt x="112" y="39"/>
                    </a:cubicBezTo>
                    <a:cubicBezTo>
                      <a:pt x="112" y="38"/>
                      <a:pt x="112" y="38"/>
                      <a:pt x="112" y="37"/>
                    </a:cubicBezTo>
                    <a:close/>
                    <a:moveTo>
                      <a:pt x="79" y="5"/>
                    </a:moveTo>
                    <a:cubicBezTo>
                      <a:pt x="79" y="5"/>
                      <a:pt x="78" y="5"/>
                      <a:pt x="78" y="6"/>
                    </a:cubicBezTo>
                    <a:cubicBezTo>
                      <a:pt x="78" y="6"/>
                      <a:pt x="78" y="6"/>
                      <a:pt x="78" y="6"/>
                    </a:cubicBezTo>
                    <a:cubicBezTo>
                      <a:pt x="78" y="6"/>
                      <a:pt x="78" y="6"/>
                      <a:pt x="78" y="6"/>
                    </a:cubicBezTo>
                    <a:cubicBezTo>
                      <a:pt x="78" y="7"/>
                      <a:pt x="78" y="7"/>
                      <a:pt x="78" y="7"/>
                    </a:cubicBezTo>
                    <a:cubicBezTo>
                      <a:pt x="78" y="7"/>
                      <a:pt x="79" y="7"/>
                      <a:pt x="79" y="7"/>
                    </a:cubicBezTo>
                    <a:cubicBezTo>
                      <a:pt x="79" y="8"/>
                      <a:pt x="79" y="8"/>
                      <a:pt x="79" y="8"/>
                    </a:cubicBezTo>
                    <a:cubicBezTo>
                      <a:pt x="79" y="7"/>
                      <a:pt x="79" y="7"/>
                      <a:pt x="79" y="7"/>
                    </a:cubicBezTo>
                    <a:cubicBezTo>
                      <a:pt x="79" y="7"/>
                      <a:pt x="79" y="7"/>
                      <a:pt x="79" y="7"/>
                    </a:cubicBezTo>
                    <a:cubicBezTo>
                      <a:pt x="79" y="7"/>
                      <a:pt x="79" y="8"/>
                      <a:pt x="79" y="8"/>
                    </a:cubicBezTo>
                    <a:cubicBezTo>
                      <a:pt x="79" y="8"/>
                      <a:pt x="79" y="8"/>
                      <a:pt x="79" y="8"/>
                    </a:cubicBezTo>
                    <a:cubicBezTo>
                      <a:pt x="78" y="8"/>
                      <a:pt x="78" y="8"/>
                      <a:pt x="78" y="8"/>
                    </a:cubicBezTo>
                    <a:cubicBezTo>
                      <a:pt x="78" y="8"/>
                      <a:pt x="78" y="8"/>
                      <a:pt x="78" y="8"/>
                    </a:cubicBezTo>
                    <a:cubicBezTo>
                      <a:pt x="78" y="8"/>
                      <a:pt x="78" y="8"/>
                      <a:pt x="78" y="8"/>
                    </a:cubicBezTo>
                    <a:cubicBezTo>
                      <a:pt x="78" y="8"/>
                      <a:pt x="78" y="8"/>
                      <a:pt x="78" y="8"/>
                    </a:cubicBezTo>
                    <a:cubicBezTo>
                      <a:pt x="78" y="10"/>
                      <a:pt x="78" y="10"/>
                      <a:pt x="78" y="10"/>
                    </a:cubicBezTo>
                    <a:cubicBezTo>
                      <a:pt x="79" y="10"/>
                      <a:pt x="79" y="10"/>
                      <a:pt x="79" y="10"/>
                    </a:cubicBezTo>
                    <a:cubicBezTo>
                      <a:pt x="79" y="10"/>
                      <a:pt x="79" y="10"/>
                      <a:pt x="79" y="10"/>
                    </a:cubicBezTo>
                    <a:cubicBezTo>
                      <a:pt x="80" y="10"/>
                      <a:pt x="80" y="10"/>
                      <a:pt x="80" y="10"/>
                    </a:cubicBezTo>
                    <a:cubicBezTo>
                      <a:pt x="80" y="10"/>
                      <a:pt x="80" y="10"/>
                      <a:pt x="80" y="10"/>
                    </a:cubicBezTo>
                    <a:cubicBezTo>
                      <a:pt x="81" y="10"/>
                      <a:pt x="81" y="10"/>
                      <a:pt x="81" y="10"/>
                    </a:cubicBezTo>
                    <a:cubicBezTo>
                      <a:pt x="81" y="10"/>
                      <a:pt x="81" y="10"/>
                      <a:pt x="81" y="10"/>
                    </a:cubicBezTo>
                    <a:cubicBezTo>
                      <a:pt x="81" y="9"/>
                      <a:pt x="81" y="9"/>
                      <a:pt x="81" y="9"/>
                    </a:cubicBezTo>
                    <a:cubicBezTo>
                      <a:pt x="81" y="9"/>
                      <a:pt x="81" y="9"/>
                      <a:pt x="81" y="9"/>
                    </a:cubicBezTo>
                    <a:cubicBezTo>
                      <a:pt x="81" y="9"/>
                      <a:pt x="81" y="8"/>
                      <a:pt x="80" y="8"/>
                    </a:cubicBezTo>
                    <a:cubicBezTo>
                      <a:pt x="80" y="8"/>
                      <a:pt x="80" y="8"/>
                      <a:pt x="80" y="8"/>
                    </a:cubicBezTo>
                    <a:cubicBezTo>
                      <a:pt x="80" y="8"/>
                      <a:pt x="80" y="8"/>
                      <a:pt x="80" y="8"/>
                    </a:cubicBezTo>
                    <a:cubicBezTo>
                      <a:pt x="80" y="8"/>
                      <a:pt x="80" y="8"/>
                      <a:pt x="80" y="8"/>
                    </a:cubicBezTo>
                    <a:cubicBezTo>
                      <a:pt x="80" y="8"/>
                      <a:pt x="80" y="8"/>
                      <a:pt x="80" y="8"/>
                    </a:cubicBezTo>
                    <a:cubicBezTo>
                      <a:pt x="80" y="8"/>
                      <a:pt x="80" y="8"/>
                      <a:pt x="80" y="8"/>
                    </a:cubicBezTo>
                    <a:cubicBezTo>
                      <a:pt x="80" y="8"/>
                      <a:pt x="80" y="8"/>
                      <a:pt x="81" y="7"/>
                    </a:cubicBezTo>
                    <a:cubicBezTo>
                      <a:pt x="81" y="7"/>
                      <a:pt x="81" y="7"/>
                      <a:pt x="81" y="6"/>
                    </a:cubicBezTo>
                    <a:cubicBezTo>
                      <a:pt x="81" y="6"/>
                      <a:pt x="81" y="6"/>
                      <a:pt x="81" y="6"/>
                    </a:cubicBezTo>
                    <a:cubicBezTo>
                      <a:pt x="81" y="6"/>
                      <a:pt x="81" y="6"/>
                      <a:pt x="81" y="6"/>
                    </a:cubicBezTo>
                    <a:cubicBezTo>
                      <a:pt x="81" y="6"/>
                      <a:pt x="81" y="6"/>
                      <a:pt x="81" y="6"/>
                    </a:cubicBezTo>
                    <a:cubicBezTo>
                      <a:pt x="80" y="6"/>
                      <a:pt x="80" y="6"/>
                      <a:pt x="80" y="6"/>
                    </a:cubicBezTo>
                    <a:cubicBezTo>
                      <a:pt x="80" y="6"/>
                      <a:pt x="80" y="6"/>
                      <a:pt x="80" y="6"/>
                    </a:cubicBezTo>
                    <a:cubicBezTo>
                      <a:pt x="80" y="5"/>
                      <a:pt x="80" y="5"/>
                      <a:pt x="80" y="5"/>
                    </a:cubicBezTo>
                    <a:cubicBezTo>
                      <a:pt x="80" y="5"/>
                      <a:pt x="80" y="5"/>
                      <a:pt x="80" y="5"/>
                    </a:cubicBezTo>
                    <a:cubicBezTo>
                      <a:pt x="80" y="5"/>
                      <a:pt x="80" y="5"/>
                      <a:pt x="80" y="5"/>
                    </a:cubicBezTo>
                    <a:cubicBezTo>
                      <a:pt x="79" y="5"/>
                      <a:pt x="79" y="5"/>
                      <a:pt x="79" y="5"/>
                    </a:cubicBezTo>
                    <a:cubicBezTo>
                      <a:pt x="79" y="5"/>
                      <a:pt x="79" y="5"/>
                      <a:pt x="79" y="5"/>
                    </a:cubicBezTo>
                    <a:close/>
                    <a:moveTo>
                      <a:pt x="75" y="5"/>
                    </a:moveTo>
                    <a:cubicBezTo>
                      <a:pt x="75" y="5"/>
                      <a:pt x="75" y="5"/>
                      <a:pt x="75" y="5"/>
                    </a:cubicBezTo>
                    <a:cubicBezTo>
                      <a:pt x="75" y="5"/>
                      <a:pt x="75" y="5"/>
                      <a:pt x="75" y="5"/>
                    </a:cubicBezTo>
                    <a:cubicBezTo>
                      <a:pt x="75" y="5"/>
                      <a:pt x="75" y="5"/>
                      <a:pt x="75" y="5"/>
                    </a:cubicBezTo>
                    <a:cubicBezTo>
                      <a:pt x="75" y="5"/>
                      <a:pt x="75" y="5"/>
                      <a:pt x="74" y="5"/>
                    </a:cubicBezTo>
                    <a:cubicBezTo>
                      <a:pt x="74" y="5"/>
                      <a:pt x="74" y="5"/>
                      <a:pt x="74" y="5"/>
                    </a:cubicBezTo>
                    <a:cubicBezTo>
                      <a:pt x="74" y="5"/>
                      <a:pt x="74" y="5"/>
                      <a:pt x="74" y="5"/>
                    </a:cubicBezTo>
                    <a:cubicBezTo>
                      <a:pt x="74" y="6"/>
                      <a:pt x="74" y="6"/>
                      <a:pt x="74" y="6"/>
                    </a:cubicBezTo>
                    <a:cubicBezTo>
                      <a:pt x="74" y="6"/>
                      <a:pt x="74" y="6"/>
                      <a:pt x="74" y="6"/>
                    </a:cubicBezTo>
                    <a:cubicBezTo>
                      <a:pt x="74" y="6"/>
                      <a:pt x="74" y="6"/>
                      <a:pt x="74" y="6"/>
                    </a:cubicBezTo>
                    <a:cubicBezTo>
                      <a:pt x="74" y="6"/>
                      <a:pt x="74" y="6"/>
                      <a:pt x="74" y="6"/>
                    </a:cubicBezTo>
                    <a:cubicBezTo>
                      <a:pt x="73" y="6"/>
                      <a:pt x="73" y="6"/>
                      <a:pt x="73" y="6"/>
                    </a:cubicBezTo>
                    <a:cubicBezTo>
                      <a:pt x="73" y="6"/>
                      <a:pt x="73" y="6"/>
                      <a:pt x="73" y="6"/>
                    </a:cubicBezTo>
                    <a:cubicBezTo>
                      <a:pt x="73" y="6"/>
                      <a:pt x="73" y="6"/>
                      <a:pt x="73" y="6"/>
                    </a:cubicBezTo>
                    <a:cubicBezTo>
                      <a:pt x="73" y="6"/>
                      <a:pt x="73" y="6"/>
                      <a:pt x="73" y="6"/>
                    </a:cubicBezTo>
                    <a:cubicBezTo>
                      <a:pt x="73" y="7"/>
                      <a:pt x="73" y="7"/>
                      <a:pt x="73" y="7"/>
                    </a:cubicBezTo>
                    <a:cubicBezTo>
                      <a:pt x="73" y="7"/>
                      <a:pt x="73" y="7"/>
                      <a:pt x="73" y="7"/>
                    </a:cubicBezTo>
                    <a:cubicBezTo>
                      <a:pt x="73" y="8"/>
                      <a:pt x="73" y="8"/>
                      <a:pt x="73" y="8"/>
                    </a:cubicBezTo>
                    <a:cubicBezTo>
                      <a:pt x="73" y="8"/>
                      <a:pt x="73" y="8"/>
                      <a:pt x="73" y="8"/>
                    </a:cubicBezTo>
                    <a:cubicBezTo>
                      <a:pt x="73" y="8"/>
                      <a:pt x="73" y="8"/>
                      <a:pt x="73" y="8"/>
                    </a:cubicBezTo>
                    <a:cubicBezTo>
                      <a:pt x="73" y="8"/>
                      <a:pt x="73" y="8"/>
                      <a:pt x="73" y="8"/>
                    </a:cubicBezTo>
                    <a:cubicBezTo>
                      <a:pt x="74" y="8"/>
                      <a:pt x="74" y="8"/>
                      <a:pt x="74" y="8"/>
                    </a:cubicBezTo>
                    <a:cubicBezTo>
                      <a:pt x="74" y="8"/>
                      <a:pt x="74" y="8"/>
                      <a:pt x="74" y="8"/>
                    </a:cubicBezTo>
                    <a:cubicBezTo>
                      <a:pt x="74" y="8"/>
                      <a:pt x="74" y="8"/>
                      <a:pt x="74" y="8"/>
                    </a:cubicBezTo>
                    <a:cubicBezTo>
                      <a:pt x="74" y="8"/>
                      <a:pt x="74" y="8"/>
                      <a:pt x="74" y="8"/>
                    </a:cubicBezTo>
                    <a:cubicBezTo>
                      <a:pt x="74" y="8"/>
                      <a:pt x="74" y="9"/>
                      <a:pt x="74" y="9"/>
                    </a:cubicBezTo>
                    <a:cubicBezTo>
                      <a:pt x="74" y="9"/>
                      <a:pt x="75" y="9"/>
                      <a:pt x="75" y="9"/>
                    </a:cubicBezTo>
                    <a:cubicBezTo>
                      <a:pt x="75" y="9"/>
                      <a:pt x="75" y="9"/>
                      <a:pt x="75" y="9"/>
                    </a:cubicBezTo>
                    <a:cubicBezTo>
                      <a:pt x="75" y="9"/>
                      <a:pt x="75" y="9"/>
                      <a:pt x="75" y="9"/>
                    </a:cubicBezTo>
                    <a:cubicBezTo>
                      <a:pt x="76" y="9"/>
                      <a:pt x="76" y="9"/>
                      <a:pt x="76" y="9"/>
                    </a:cubicBezTo>
                    <a:cubicBezTo>
                      <a:pt x="76" y="9"/>
                      <a:pt x="76" y="9"/>
                      <a:pt x="76" y="9"/>
                    </a:cubicBezTo>
                    <a:cubicBezTo>
                      <a:pt x="77" y="9"/>
                      <a:pt x="77" y="9"/>
                      <a:pt x="77" y="9"/>
                    </a:cubicBezTo>
                    <a:cubicBezTo>
                      <a:pt x="77" y="9"/>
                      <a:pt x="77" y="9"/>
                      <a:pt x="77" y="9"/>
                    </a:cubicBezTo>
                    <a:cubicBezTo>
                      <a:pt x="77" y="9"/>
                      <a:pt x="77" y="9"/>
                      <a:pt x="77" y="8"/>
                    </a:cubicBezTo>
                    <a:cubicBezTo>
                      <a:pt x="78" y="8"/>
                      <a:pt x="78" y="8"/>
                      <a:pt x="78" y="7"/>
                    </a:cubicBezTo>
                    <a:cubicBezTo>
                      <a:pt x="78" y="7"/>
                      <a:pt x="78" y="7"/>
                      <a:pt x="77" y="7"/>
                    </a:cubicBezTo>
                    <a:cubicBezTo>
                      <a:pt x="77" y="6"/>
                      <a:pt x="77" y="6"/>
                      <a:pt x="77" y="6"/>
                    </a:cubicBezTo>
                    <a:cubicBezTo>
                      <a:pt x="77" y="6"/>
                      <a:pt x="77" y="6"/>
                      <a:pt x="77" y="6"/>
                    </a:cubicBezTo>
                    <a:cubicBezTo>
                      <a:pt x="77" y="6"/>
                      <a:pt x="77" y="6"/>
                      <a:pt x="77" y="6"/>
                    </a:cubicBezTo>
                    <a:cubicBezTo>
                      <a:pt x="77" y="6"/>
                      <a:pt x="78" y="6"/>
                      <a:pt x="78" y="5"/>
                    </a:cubicBezTo>
                    <a:cubicBezTo>
                      <a:pt x="78" y="5"/>
                      <a:pt x="78" y="5"/>
                      <a:pt x="78" y="5"/>
                    </a:cubicBezTo>
                    <a:cubicBezTo>
                      <a:pt x="78" y="5"/>
                      <a:pt x="78" y="5"/>
                      <a:pt x="78" y="5"/>
                    </a:cubicBezTo>
                    <a:cubicBezTo>
                      <a:pt x="77" y="5"/>
                      <a:pt x="77" y="5"/>
                      <a:pt x="77" y="5"/>
                    </a:cubicBezTo>
                    <a:cubicBezTo>
                      <a:pt x="77" y="5"/>
                      <a:pt x="77" y="5"/>
                      <a:pt x="77" y="5"/>
                    </a:cubicBezTo>
                    <a:cubicBezTo>
                      <a:pt x="77" y="5"/>
                      <a:pt x="77" y="5"/>
                      <a:pt x="77" y="5"/>
                    </a:cubicBezTo>
                    <a:cubicBezTo>
                      <a:pt x="77" y="4"/>
                      <a:pt x="76" y="4"/>
                      <a:pt x="76" y="4"/>
                    </a:cubicBezTo>
                    <a:cubicBezTo>
                      <a:pt x="76" y="4"/>
                      <a:pt x="76" y="4"/>
                      <a:pt x="76" y="4"/>
                    </a:cubicBezTo>
                    <a:cubicBezTo>
                      <a:pt x="76" y="4"/>
                      <a:pt x="76" y="4"/>
                      <a:pt x="76" y="4"/>
                    </a:cubicBezTo>
                    <a:cubicBezTo>
                      <a:pt x="76" y="4"/>
                      <a:pt x="76" y="4"/>
                      <a:pt x="76" y="4"/>
                    </a:cubicBezTo>
                    <a:cubicBezTo>
                      <a:pt x="76" y="4"/>
                      <a:pt x="75" y="4"/>
                      <a:pt x="75" y="4"/>
                    </a:cubicBezTo>
                    <a:cubicBezTo>
                      <a:pt x="75" y="4"/>
                      <a:pt x="75" y="4"/>
                      <a:pt x="75" y="4"/>
                    </a:cubicBezTo>
                    <a:cubicBezTo>
                      <a:pt x="75" y="4"/>
                      <a:pt x="75" y="4"/>
                      <a:pt x="75" y="4"/>
                    </a:cubicBezTo>
                    <a:cubicBezTo>
                      <a:pt x="75" y="4"/>
                      <a:pt x="75" y="4"/>
                      <a:pt x="75" y="4"/>
                    </a:cubicBezTo>
                    <a:cubicBezTo>
                      <a:pt x="75" y="4"/>
                      <a:pt x="75" y="4"/>
                      <a:pt x="75" y="4"/>
                    </a:cubicBezTo>
                    <a:cubicBezTo>
                      <a:pt x="75" y="4"/>
                      <a:pt x="75" y="4"/>
                      <a:pt x="75" y="4"/>
                    </a:cubicBezTo>
                    <a:cubicBezTo>
                      <a:pt x="75" y="3"/>
                      <a:pt x="75" y="3"/>
                      <a:pt x="75" y="3"/>
                    </a:cubicBezTo>
                    <a:cubicBezTo>
                      <a:pt x="73" y="3"/>
                      <a:pt x="73" y="3"/>
                      <a:pt x="73" y="3"/>
                    </a:cubicBezTo>
                    <a:cubicBezTo>
                      <a:pt x="73" y="4"/>
                      <a:pt x="73" y="4"/>
                      <a:pt x="73" y="4"/>
                    </a:cubicBezTo>
                    <a:cubicBezTo>
                      <a:pt x="73" y="4"/>
                      <a:pt x="73" y="4"/>
                      <a:pt x="73" y="4"/>
                    </a:cubicBezTo>
                    <a:cubicBezTo>
                      <a:pt x="73" y="4"/>
                      <a:pt x="73" y="5"/>
                      <a:pt x="73" y="5"/>
                    </a:cubicBezTo>
                    <a:cubicBezTo>
                      <a:pt x="73" y="5"/>
                      <a:pt x="73" y="5"/>
                      <a:pt x="73" y="5"/>
                    </a:cubicBezTo>
                    <a:cubicBezTo>
                      <a:pt x="75" y="5"/>
                      <a:pt x="75" y="5"/>
                      <a:pt x="75" y="5"/>
                    </a:cubicBezTo>
                    <a:cubicBezTo>
                      <a:pt x="75" y="5"/>
                      <a:pt x="75" y="5"/>
                      <a:pt x="75" y="5"/>
                    </a:cubicBezTo>
                    <a:close/>
                    <a:moveTo>
                      <a:pt x="112" y="77"/>
                    </a:moveTo>
                    <a:cubicBezTo>
                      <a:pt x="113" y="76"/>
                      <a:pt x="113" y="75"/>
                      <a:pt x="113" y="74"/>
                    </a:cubicBezTo>
                    <a:cubicBezTo>
                      <a:pt x="113" y="74"/>
                      <a:pt x="113" y="74"/>
                      <a:pt x="113" y="74"/>
                    </a:cubicBezTo>
                    <a:cubicBezTo>
                      <a:pt x="113" y="74"/>
                      <a:pt x="113" y="74"/>
                      <a:pt x="113" y="74"/>
                    </a:cubicBezTo>
                    <a:cubicBezTo>
                      <a:pt x="113" y="74"/>
                      <a:pt x="113" y="74"/>
                      <a:pt x="113" y="74"/>
                    </a:cubicBezTo>
                    <a:cubicBezTo>
                      <a:pt x="113" y="74"/>
                      <a:pt x="113" y="74"/>
                      <a:pt x="113" y="74"/>
                    </a:cubicBezTo>
                    <a:cubicBezTo>
                      <a:pt x="113" y="74"/>
                      <a:pt x="113" y="74"/>
                      <a:pt x="112" y="73"/>
                    </a:cubicBezTo>
                    <a:cubicBezTo>
                      <a:pt x="112" y="74"/>
                      <a:pt x="112" y="74"/>
                      <a:pt x="112" y="74"/>
                    </a:cubicBezTo>
                    <a:cubicBezTo>
                      <a:pt x="112" y="74"/>
                      <a:pt x="112" y="74"/>
                      <a:pt x="112" y="74"/>
                    </a:cubicBezTo>
                    <a:cubicBezTo>
                      <a:pt x="112" y="74"/>
                      <a:pt x="112" y="74"/>
                      <a:pt x="111" y="74"/>
                    </a:cubicBezTo>
                    <a:cubicBezTo>
                      <a:pt x="111" y="75"/>
                      <a:pt x="111" y="75"/>
                      <a:pt x="111" y="75"/>
                    </a:cubicBezTo>
                    <a:cubicBezTo>
                      <a:pt x="111" y="75"/>
                      <a:pt x="110" y="76"/>
                      <a:pt x="110" y="76"/>
                    </a:cubicBezTo>
                    <a:cubicBezTo>
                      <a:pt x="110" y="76"/>
                      <a:pt x="110" y="76"/>
                      <a:pt x="110" y="76"/>
                    </a:cubicBezTo>
                    <a:cubicBezTo>
                      <a:pt x="110" y="76"/>
                      <a:pt x="110" y="76"/>
                      <a:pt x="110" y="76"/>
                    </a:cubicBezTo>
                    <a:cubicBezTo>
                      <a:pt x="110" y="76"/>
                      <a:pt x="110" y="77"/>
                      <a:pt x="110" y="77"/>
                    </a:cubicBezTo>
                    <a:cubicBezTo>
                      <a:pt x="110" y="77"/>
                      <a:pt x="110" y="77"/>
                      <a:pt x="110" y="77"/>
                    </a:cubicBezTo>
                    <a:cubicBezTo>
                      <a:pt x="110" y="77"/>
                      <a:pt x="110" y="77"/>
                      <a:pt x="110" y="77"/>
                    </a:cubicBezTo>
                    <a:cubicBezTo>
                      <a:pt x="109" y="78"/>
                      <a:pt x="109" y="78"/>
                      <a:pt x="109" y="79"/>
                    </a:cubicBezTo>
                    <a:cubicBezTo>
                      <a:pt x="109" y="79"/>
                      <a:pt x="109" y="79"/>
                      <a:pt x="109" y="79"/>
                    </a:cubicBezTo>
                    <a:cubicBezTo>
                      <a:pt x="109" y="79"/>
                      <a:pt x="109" y="79"/>
                      <a:pt x="109" y="79"/>
                    </a:cubicBezTo>
                    <a:cubicBezTo>
                      <a:pt x="109" y="79"/>
                      <a:pt x="109" y="80"/>
                      <a:pt x="109" y="81"/>
                    </a:cubicBezTo>
                    <a:cubicBezTo>
                      <a:pt x="109" y="81"/>
                      <a:pt x="109" y="81"/>
                      <a:pt x="109" y="81"/>
                    </a:cubicBezTo>
                    <a:cubicBezTo>
                      <a:pt x="109" y="82"/>
                      <a:pt x="109" y="82"/>
                      <a:pt x="109" y="82"/>
                    </a:cubicBezTo>
                    <a:cubicBezTo>
                      <a:pt x="109" y="82"/>
                      <a:pt x="109" y="82"/>
                      <a:pt x="109" y="82"/>
                    </a:cubicBezTo>
                    <a:cubicBezTo>
                      <a:pt x="109" y="82"/>
                      <a:pt x="109" y="82"/>
                      <a:pt x="109" y="82"/>
                    </a:cubicBezTo>
                    <a:cubicBezTo>
                      <a:pt x="110" y="82"/>
                      <a:pt x="111" y="81"/>
                      <a:pt x="111" y="81"/>
                    </a:cubicBezTo>
                    <a:cubicBezTo>
                      <a:pt x="111" y="81"/>
                      <a:pt x="111" y="80"/>
                      <a:pt x="111" y="80"/>
                    </a:cubicBezTo>
                    <a:cubicBezTo>
                      <a:pt x="111" y="80"/>
                      <a:pt x="111" y="80"/>
                      <a:pt x="111" y="80"/>
                    </a:cubicBezTo>
                    <a:cubicBezTo>
                      <a:pt x="111" y="80"/>
                      <a:pt x="111" y="80"/>
                      <a:pt x="111" y="79"/>
                    </a:cubicBezTo>
                    <a:cubicBezTo>
                      <a:pt x="111" y="79"/>
                      <a:pt x="111" y="79"/>
                      <a:pt x="111" y="79"/>
                    </a:cubicBezTo>
                    <a:cubicBezTo>
                      <a:pt x="111" y="79"/>
                      <a:pt x="111" y="79"/>
                      <a:pt x="111" y="79"/>
                    </a:cubicBezTo>
                    <a:cubicBezTo>
                      <a:pt x="111" y="79"/>
                      <a:pt x="111" y="79"/>
                      <a:pt x="111" y="78"/>
                    </a:cubicBezTo>
                    <a:cubicBezTo>
                      <a:pt x="111" y="78"/>
                      <a:pt x="111" y="78"/>
                      <a:pt x="111" y="78"/>
                    </a:cubicBezTo>
                    <a:cubicBezTo>
                      <a:pt x="111" y="78"/>
                      <a:pt x="111" y="78"/>
                      <a:pt x="111" y="78"/>
                    </a:cubicBezTo>
                    <a:cubicBezTo>
                      <a:pt x="111" y="78"/>
                      <a:pt x="112" y="78"/>
                      <a:pt x="112" y="78"/>
                    </a:cubicBezTo>
                    <a:cubicBezTo>
                      <a:pt x="112" y="77"/>
                      <a:pt x="112" y="77"/>
                      <a:pt x="112" y="77"/>
                    </a:cubicBezTo>
                    <a:cubicBezTo>
                      <a:pt x="112" y="77"/>
                      <a:pt x="112" y="77"/>
                      <a:pt x="112" y="77"/>
                    </a:cubicBezTo>
                    <a:cubicBezTo>
                      <a:pt x="112" y="77"/>
                      <a:pt x="112" y="77"/>
                      <a:pt x="112" y="77"/>
                    </a:cubicBezTo>
                    <a:cubicBezTo>
                      <a:pt x="112" y="77"/>
                      <a:pt x="112" y="77"/>
                      <a:pt x="112" y="77"/>
                    </a:cubicBezTo>
                    <a:close/>
                  </a:path>
                </a:pathLst>
              </a:custGeom>
              <a:solidFill>
                <a:srgbClr val="FFC00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88" name="矩形 87"/>
            <p:cNvSpPr/>
            <p:nvPr/>
          </p:nvSpPr>
          <p:spPr>
            <a:xfrm>
              <a:off x="10956875" y="916528"/>
              <a:ext cx="996247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PART 05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 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1" name="TextBox 90"/>
          <p:cNvSpPr txBox="1"/>
          <p:nvPr userDrawn="1"/>
        </p:nvSpPr>
        <p:spPr>
          <a:xfrm>
            <a:off x="398570" y="476888"/>
            <a:ext cx="23394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方正兰亭粗黑_GBK" pitchFamily="2" charset="-122"/>
                <a:ea typeface="方正兰亭粗黑_GBK" pitchFamily="2" charset="-122"/>
                <a:cs typeface="+mn-cs"/>
              </a:rPr>
              <a:t>工作不足之处</a:t>
            </a: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第五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/>
          <p:cNvSpPr/>
          <p:nvPr userDrawn="1"/>
        </p:nvSpPr>
        <p:spPr>
          <a:xfrm>
            <a:off x="0" y="1198956"/>
            <a:ext cx="12191187" cy="1546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34" name="组合 33"/>
          <p:cNvGrpSpPr/>
          <p:nvPr userDrawn="1"/>
        </p:nvGrpSpPr>
        <p:grpSpPr>
          <a:xfrm>
            <a:off x="6957253" y="285728"/>
            <a:ext cx="996377" cy="1000132"/>
            <a:chOff x="6170529" y="285728"/>
            <a:chExt cx="996247" cy="1000132"/>
          </a:xfrm>
        </p:grpSpPr>
        <p:grpSp>
          <p:nvGrpSpPr>
            <p:cNvPr id="35" name="组合 31"/>
            <p:cNvGrpSpPr/>
            <p:nvPr/>
          </p:nvGrpSpPr>
          <p:grpSpPr>
            <a:xfrm>
              <a:off x="6369792" y="285728"/>
              <a:ext cx="597720" cy="597720"/>
              <a:chOff x="6501056" y="1873013"/>
              <a:chExt cx="696763" cy="696763"/>
            </a:xfrm>
          </p:grpSpPr>
          <p:sp>
            <p:nvSpPr>
              <p:cNvPr id="37" name="椭圆 36"/>
              <p:cNvSpPr/>
              <p:nvPr/>
            </p:nvSpPr>
            <p:spPr>
              <a:xfrm>
                <a:off x="6501056" y="1873013"/>
                <a:ext cx="696763" cy="696763"/>
              </a:xfrm>
              <a:prstGeom prst="ellipse">
                <a:avLst/>
              </a:prstGeom>
              <a:solidFill>
                <a:srgbClr val="EEEEEE"/>
              </a:solidFill>
              <a:ln>
                <a:solidFill>
                  <a:schemeClr val="bg1"/>
                </a:solidFill>
              </a:ln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25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grpSp>
            <p:nvGrpSpPr>
              <p:cNvPr id="38" name="组合 113"/>
              <p:cNvGrpSpPr>
                <a:grpSpLocks noChangeAspect="1"/>
              </p:cNvGrpSpPr>
              <p:nvPr/>
            </p:nvGrpSpPr>
            <p:grpSpPr>
              <a:xfrm>
                <a:off x="6616022" y="1996255"/>
                <a:ext cx="466830" cy="450242"/>
                <a:chOff x="7019925" y="5499100"/>
                <a:chExt cx="312738" cy="301626"/>
              </a:xfrm>
              <a:solidFill>
                <a:srgbClr val="BBBE2C"/>
              </a:solidFill>
            </p:grpSpPr>
            <p:sp>
              <p:nvSpPr>
                <p:cNvPr id="39" name="Freeform 252"/>
                <p:cNvSpPr/>
                <p:nvPr/>
              </p:nvSpPr>
              <p:spPr bwMode="auto">
                <a:xfrm>
                  <a:off x="7069138" y="5567363"/>
                  <a:ext cx="214313" cy="233363"/>
                </a:xfrm>
                <a:custGeom>
                  <a:avLst/>
                  <a:gdLst>
                    <a:gd name="T0" fmla="*/ 0 w 57"/>
                    <a:gd name="T1" fmla="*/ 26 h 62"/>
                    <a:gd name="T2" fmla="*/ 0 w 57"/>
                    <a:gd name="T3" fmla="*/ 59 h 62"/>
                    <a:gd name="T4" fmla="*/ 2 w 57"/>
                    <a:gd name="T5" fmla="*/ 62 h 62"/>
                    <a:gd name="T6" fmla="*/ 4 w 57"/>
                    <a:gd name="T7" fmla="*/ 62 h 62"/>
                    <a:gd name="T8" fmla="*/ 19 w 57"/>
                    <a:gd name="T9" fmla="*/ 62 h 62"/>
                    <a:gd name="T10" fmla="*/ 21 w 57"/>
                    <a:gd name="T11" fmla="*/ 62 h 62"/>
                    <a:gd name="T12" fmla="*/ 21 w 57"/>
                    <a:gd name="T13" fmla="*/ 61 h 62"/>
                    <a:gd name="T14" fmla="*/ 21 w 57"/>
                    <a:gd name="T15" fmla="*/ 45 h 62"/>
                    <a:gd name="T16" fmla="*/ 36 w 57"/>
                    <a:gd name="T17" fmla="*/ 45 h 62"/>
                    <a:gd name="T18" fmla="*/ 36 w 57"/>
                    <a:gd name="T19" fmla="*/ 61 h 62"/>
                    <a:gd name="T20" fmla="*/ 37 w 57"/>
                    <a:gd name="T21" fmla="*/ 62 h 62"/>
                    <a:gd name="T22" fmla="*/ 38 w 57"/>
                    <a:gd name="T23" fmla="*/ 62 h 62"/>
                    <a:gd name="T24" fmla="*/ 53 w 57"/>
                    <a:gd name="T25" fmla="*/ 62 h 62"/>
                    <a:gd name="T26" fmla="*/ 56 w 57"/>
                    <a:gd name="T27" fmla="*/ 62 h 62"/>
                    <a:gd name="T28" fmla="*/ 57 w 57"/>
                    <a:gd name="T29" fmla="*/ 59 h 62"/>
                    <a:gd name="T30" fmla="*/ 57 w 57"/>
                    <a:gd name="T31" fmla="*/ 26 h 62"/>
                    <a:gd name="T32" fmla="*/ 29 w 57"/>
                    <a:gd name="T33" fmla="*/ 0 h 62"/>
                    <a:gd name="T34" fmla="*/ 0 w 57"/>
                    <a:gd name="T35" fmla="*/ 26 h 6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57" h="62">
                      <a:moveTo>
                        <a:pt x="0" y="26"/>
                      </a:moveTo>
                      <a:cubicBezTo>
                        <a:pt x="0" y="59"/>
                        <a:pt x="0" y="59"/>
                        <a:pt x="0" y="59"/>
                      </a:cubicBezTo>
                      <a:cubicBezTo>
                        <a:pt x="0" y="61"/>
                        <a:pt x="1" y="62"/>
                        <a:pt x="2" y="62"/>
                      </a:cubicBezTo>
                      <a:cubicBezTo>
                        <a:pt x="3" y="62"/>
                        <a:pt x="3" y="62"/>
                        <a:pt x="4" y="62"/>
                      </a:cubicBezTo>
                      <a:cubicBezTo>
                        <a:pt x="19" y="62"/>
                        <a:pt x="19" y="62"/>
                        <a:pt x="19" y="62"/>
                      </a:cubicBezTo>
                      <a:cubicBezTo>
                        <a:pt x="20" y="62"/>
                        <a:pt x="20" y="62"/>
                        <a:pt x="21" y="62"/>
                      </a:cubicBezTo>
                      <a:cubicBezTo>
                        <a:pt x="21" y="62"/>
                        <a:pt x="21" y="61"/>
                        <a:pt x="21" y="61"/>
                      </a:cubicBezTo>
                      <a:cubicBezTo>
                        <a:pt x="21" y="45"/>
                        <a:pt x="21" y="45"/>
                        <a:pt x="21" y="45"/>
                      </a:cubicBezTo>
                      <a:cubicBezTo>
                        <a:pt x="36" y="45"/>
                        <a:pt x="36" y="45"/>
                        <a:pt x="36" y="45"/>
                      </a:cubicBezTo>
                      <a:cubicBezTo>
                        <a:pt x="36" y="61"/>
                        <a:pt x="36" y="61"/>
                        <a:pt x="36" y="61"/>
                      </a:cubicBezTo>
                      <a:cubicBezTo>
                        <a:pt x="36" y="61"/>
                        <a:pt x="37" y="62"/>
                        <a:pt x="37" y="62"/>
                      </a:cubicBezTo>
                      <a:cubicBezTo>
                        <a:pt x="37" y="62"/>
                        <a:pt x="38" y="62"/>
                        <a:pt x="38" y="62"/>
                      </a:cubicBezTo>
                      <a:cubicBezTo>
                        <a:pt x="53" y="62"/>
                        <a:pt x="53" y="62"/>
                        <a:pt x="53" y="62"/>
                      </a:cubicBezTo>
                      <a:cubicBezTo>
                        <a:pt x="54" y="62"/>
                        <a:pt x="55" y="62"/>
                        <a:pt x="56" y="62"/>
                      </a:cubicBezTo>
                      <a:cubicBezTo>
                        <a:pt x="56" y="62"/>
                        <a:pt x="57" y="61"/>
                        <a:pt x="57" y="59"/>
                      </a:cubicBezTo>
                      <a:cubicBezTo>
                        <a:pt x="57" y="26"/>
                        <a:pt x="57" y="26"/>
                        <a:pt x="57" y="26"/>
                      </a:cubicBezTo>
                      <a:cubicBezTo>
                        <a:pt x="29" y="0"/>
                        <a:pt x="29" y="0"/>
                        <a:pt x="29" y="0"/>
                      </a:cubicBezTo>
                      <a:lnTo>
                        <a:pt x="0" y="26"/>
                      </a:lnTo>
                      <a:close/>
                    </a:path>
                  </a:pathLst>
                </a:custGeom>
                <a:solidFill>
                  <a:srgbClr val="008BB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425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0" name="Freeform 253"/>
                <p:cNvSpPr/>
                <p:nvPr/>
              </p:nvSpPr>
              <p:spPr bwMode="auto">
                <a:xfrm>
                  <a:off x="7019925" y="5499100"/>
                  <a:ext cx="312738" cy="169863"/>
                </a:xfrm>
                <a:custGeom>
                  <a:avLst/>
                  <a:gdLst>
                    <a:gd name="T0" fmla="*/ 81 w 83"/>
                    <a:gd name="T1" fmla="*/ 35 h 45"/>
                    <a:gd name="T2" fmla="*/ 68 w 83"/>
                    <a:gd name="T3" fmla="*/ 23 h 45"/>
                    <a:gd name="T4" fmla="*/ 68 w 83"/>
                    <a:gd name="T5" fmla="*/ 4 h 45"/>
                    <a:gd name="T6" fmla="*/ 66 w 83"/>
                    <a:gd name="T7" fmla="*/ 2 h 45"/>
                    <a:gd name="T8" fmla="*/ 61 w 83"/>
                    <a:gd name="T9" fmla="*/ 2 h 45"/>
                    <a:gd name="T10" fmla="*/ 59 w 83"/>
                    <a:gd name="T11" fmla="*/ 4 h 45"/>
                    <a:gd name="T12" fmla="*/ 59 w 83"/>
                    <a:gd name="T13" fmla="*/ 15 h 45"/>
                    <a:gd name="T14" fmla="*/ 45 w 83"/>
                    <a:gd name="T15" fmla="*/ 2 h 45"/>
                    <a:gd name="T16" fmla="*/ 38 w 83"/>
                    <a:gd name="T17" fmla="*/ 2 h 45"/>
                    <a:gd name="T18" fmla="*/ 2 w 83"/>
                    <a:gd name="T19" fmla="*/ 35 h 45"/>
                    <a:gd name="T20" fmla="*/ 2 w 83"/>
                    <a:gd name="T21" fmla="*/ 43 h 45"/>
                    <a:gd name="T22" fmla="*/ 6 w 83"/>
                    <a:gd name="T23" fmla="*/ 44 h 45"/>
                    <a:gd name="T24" fmla="*/ 10 w 83"/>
                    <a:gd name="T25" fmla="*/ 43 h 45"/>
                    <a:gd name="T26" fmla="*/ 42 w 83"/>
                    <a:gd name="T27" fmla="*/ 13 h 45"/>
                    <a:gd name="T28" fmla="*/ 74 w 83"/>
                    <a:gd name="T29" fmla="*/ 43 h 45"/>
                    <a:gd name="T30" fmla="*/ 81 w 83"/>
                    <a:gd name="T31" fmla="*/ 43 h 45"/>
                    <a:gd name="T32" fmla="*/ 81 w 83"/>
                    <a:gd name="T33" fmla="*/ 35 h 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83" h="45">
                      <a:moveTo>
                        <a:pt x="81" y="35"/>
                      </a:moveTo>
                      <a:cubicBezTo>
                        <a:pt x="68" y="23"/>
                        <a:pt x="68" y="23"/>
                        <a:pt x="68" y="23"/>
                      </a:cubicBezTo>
                      <a:cubicBezTo>
                        <a:pt x="68" y="4"/>
                        <a:pt x="68" y="4"/>
                        <a:pt x="68" y="4"/>
                      </a:cubicBezTo>
                      <a:cubicBezTo>
                        <a:pt x="68" y="3"/>
                        <a:pt x="67" y="2"/>
                        <a:pt x="66" y="2"/>
                      </a:cubicBezTo>
                      <a:cubicBezTo>
                        <a:pt x="61" y="2"/>
                        <a:pt x="61" y="2"/>
                        <a:pt x="61" y="2"/>
                      </a:cubicBezTo>
                      <a:cubicBezTo>
                        <a:pt x="60" y="2"/>
                        <a:pt x="59" y="3"/>
                        <a:pt x="59" y="4"/>
                      </a:cubicBezTo>
                      <a:cubicBezTo>
                        <a:pt x="59" y="15"/>
                        <a:pt x="59" y="15"/>
                        <a:pt x="59" y="15"/>
                      </a:cubicBezTo>
                      <a:cubicBezTo>
                        <a:pt x="45" y="2"/>
                        <a:pt x="45" y="2"/>
                        <a:pt x="45" y="2"/>
                      </a:cubicBezTo>
                      <a:cubicBezTo>
                        <a:pt x="43" y="0"/>
                        <a:pt x="40" y="0"/>
                        <a:pt x="38" y="2"/>
                      </a:cubicBezTo>
                      <a:cubicBezTo>
                        <a:pt x="2" y="35"/>
                        <a:pt x="2" y="35"/>
                        <a:pt x="2" y="35"/>
                      </a:cubicBezTo>
                      <a:cubicBezTo>
                        <a:pt x="0" y="37"/>
                        <a:pt x="0" y="40"/>
                        <a:pt x="2" y="43"/>
                      </a:cubicBezTo>
                      <a:cubicBezTo>
                        <a:pt x="3" y="44"/>
                        <a:pt x="5" y="44"/>
                        <a:pt x="6" y="44"/>
                      </a:cubicBezTo>
                      <a:cubicBezTo>
                        <a:pt x="7" y="44"/>
                        <a:pt x="9" y="44"/>
                        <a:pt x="10" y="43"/>
                      </a:cubicBezTo>
                      <a:cubicBezTo>
                        <a:pt x="42" y="13"/>
                        <a:pt x="42" y="13"/>
                        <a:pt x="42" y="13"/>
                      </a:cubicBezTo>
                      <a:cubicBezTo>
                        <a:pt x="74" y="43"/>
                        <a:pt x="74" y="43"/>
                        <a:pt x="74" y="43"/>
                      </a:cubicBezTo>
                      <a:cubicBezTo>
                        <a:pt x="76" y="45"/>
                        <a:pt x="80" y="45"/>
                        <a:pt x="81" y="43"/>
                      </a:cubicBezTo>
                      <a:cubicBezTo>
                        <a:pt x="83" y="40"/>
                        <a:pt x="83" y="37"/>
                        <a:pt x="81" y="35"/>
                      </a:cubicBezTo>
                      <a:close/>
                    </a:path>
                  </a:pathLst>
                </a:custGeom>
                <a:solidFill>
                  <a:srgbClr val="008BB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425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</p:grpSp>
        <p:sp>
          <p:nvSpPr>
            <p:cNvPr id="36" name="矩形 35"/>
            <p:cNvSpPr/>
            <p:nvPr/>
          </p:nvSpPr>
          <p:spPr>
            <a:xfrm>
              <a:off x="6170529" y="916528"/>
              <a:ext cx="996247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PART 01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 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1" name="组合 40"/>
          <p:cNvGrpSpPr/>
          <p:nvPr userDrawn="1"/>
        </p:nvGrpSpPr>
        <p:grpSpPr>
          <a:xfrm>
            <a:off x="7957515" y="285728"/>
            <a:ext cx="996377" cy="1000132"/>
            <a:chOff x="7367116" y="285728"/>
            <a:chExt cx="996247" cy="1000132"/>
          </a:xfrm>
        </p:grpSpPr>
        <p:grpSp>
          <p:nvGrpSpPr>
            <p:cNvPr id="42" name="组合 36"/>
            <p:cNvGrpSpPr/>
            <p:nvPr/>
          </p:nvGrpSpPr>
          <p:grpSpPr>
            <a:xfrm>
              <a:off x="7566379" y="285728"/>
              <a:ext cx="597720" cy="597720"/>
              <a:chOff x="6501056" y="2921024"/>
              <a:chExt cx="696763" cy="696763"/>
            </a:xfrm>
          </p:grpSpPr>
          <p:sp>
            <p:nvSpPr>
              <p:cNvPr id="44" name="椭圆 43"/>
              <p:cNvSpPr/>
              <p:nvPr/>
            </p:nvSpPr>
            <p:spPr>
              <a:xfrm>
                <a:off x="6501056" y="2921024"/>
                <a:ext cx="696763" cy="696763"/>
              </a:xfrm>
              <a:prstGeom prst="ellipse">
                <a:avLst/>
              </a:prstGeom>
              <a:solidFill>
                <a:srgbClr val="EEEEEE"/>
              </a:solidFill>
              <a:ln>
                <a:solidFill>
                  <a:schemeClr val="bg1"/>
                </a:solidFill>
              </a:ln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25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grpSp>
            <p:nvGrpSpPr>
              <p:cNvPr id="45" name="组合 118"/>
              <p:cNvGrpSpPr>
                <a:grpSpLocks noChangeAspect="1"/>
              </p:cNvGrpSpPr>
              <p:nvPr/>
            </p:nvGrpSpPr>
            <p:grpSpPr>
              <a:xfrm>
                <a:off x="6636672" y="3066937"/>
                <a:ext cx="455384" cy="390650"/>
                <a:chOff x="5084763" y="971550"/>
                <a:chExt cx="323850" cy="277813"/>
              </a:xfrm>
              <a:solidFill>
                <a:srgbClr val="4ABAB5"/>
              </a:solidFill>
            </p:grpSpPr>
            <p:sp>
              <p:nvSpPr>
                <p:cNvPr id="46" name="Freeform 301"/>
                <p:cNvSpPr>
                  <a:spLocks noEditPoints="1"/>
                </p:cNvSpPr>
                <p:nvPr/>
              </p:nvSpPr>
              <p:spPr bwMode="auto">
                <a:xfrm>
                  <a:off x="5191125" y="1031875"/>
                  <a:ext cx="217488" cy="217488"/>
                </a:xfrm>
                <a:custGeom>
                  <a:avLst/>
                  <a:gdLst>
                    <a:gd name="T0" fmla="*/ 6 w 58"/>
                    <a:gd name="T1" fmla="*/ 14 h 58"/>
                    <a:gd name="T2" fmla="*/ 7 w 58"/>
                    <a:gd name="T3" fmla="*/ 19 h 58"/>
                    <a:gd name="T4" fmla="*/ 4 w 58"/>
                    <a:gd name="T5" fmla="*/ 20 h 58"/>
                    <a:gd name="T6" fmla="*/ 0 w 58"/>
                    <a:gd name="T7" fmla="*/ 23 h 58"/>
                    <a:gd name="T8" fmla="*/ 2 w 58"/>
                    <a:gd name="T9" fmla="*/ 27 h 58"/>
                    <a:gd name="T10" fmla="*/ 5 w 58"/>
                    <a:gd name="T11" fmla="*/ 31 h 58"/>
                    <a:gd name="T12" fmla="*/ 2 w 58"/>
                    <a:gd name="T13" fmla="*/ 34 h 58"/>
                    <a:gd name="T14" fmla="*/ 1 w 58"/>
                    <a:gd name="T15" fmla="*/ 38 h 58"/>
                    <a:gd name="T16" fmla="*/ 5 w 58"/>
                    <a:gd name="T17" fmla="*/ 41 h 58"/>
                    <a:gd name="T18" fmla="*/ 8 w 58"/>
                    <a:gd name="T19" fmla="*/ 42 h 58"/>
                    <a:gd name="T20" fmla="*/ 8 w 58"/>
                    <a:gd name="T21" fmla="*/ 46 h 58"/>
                    <a:gd name="T22" fmla="*/ 9 w 58"/>
                    <a:gd name="T23" fmla="*/ 51 h 58"/>
                    <a:gd name="T24" fmla="*/ 14 w 58"/>
                    <a:gd name="T25" fmla="*/ 51 h 58"/>
                    <a:gd name="T26" fmla="*/ 18 w 58"/>
                    <a:gd name="T27" fmla="*/ 51 h 58"/>
                    <a:gd name="T28" fmla="*/ 19 w 58"/>
                    <a:gd name="T29" fmla="*/ 54 h 58"/>
                    <a:gd name="T30" fmla="*/ 22 w 58"/>
                    <a:gd name="T31" fmla="*/ 58 h 58"/>
                    <a:gd name="T32" fmla="*/ 27 w 58"/>
                    <a:gd name="T33" fmla="*/ 56 h 58"/>
                    <a:gd name="T34" fmla="*/ 31 w 58"/>
                    <a:gd name="T35" fmla="*/ 53 h 58"/>
                    <a:gd name="T36" fmla="*/ 33 w 58"/>
                    <a:gd name="T37" fmla="*/ 56 h 58"/>
                    <a:gd name="T38" fmla="*/ 38 w 58"/>
                    <a:gd name="T39" fmla="*/ 57 h 58"/>
                    <a:gd name="T40" fmla="*/ 40 w 58"/>
                    <a:gd name="T41" fmla="*/ 53 h 58"/>
                    <a:gd name="T42" fmla="*/ 42 w 58"/>
                    <a:gd name="T43" fmla="*/ 49 h 58"/>
                    <a:gd name="T44" fmla="*/ 46 w 58"/>
                    <a:gd name="T45" fmla="*/ 50 h 58"/>
                    <a:gd name="T46" fmla="*/ 50 w 58"/>
                    <a:gd name="T47" fmla="*/ 49 h 58"/>
                    <a:gd name="T48" fmla="*/ 51 w 58"/>
                    <a:gd name="T49" fmla="*/ 44 h 58"/>
                    <a:gd name="T50" fmla="*/ 50 w 58"/>
                    <a:gd name="T51" fmla="*/ 40 h 58"/>
                    <a:gd name="T52" fmla="*/ 54 w 58"/>
                    <a:gd name="T53" fmla="*/ 39 h 58"/>
                    <a:gd name="T54" fmla="*/ 57 w 58"/>
                    <a:gd name="T55" fmla="*/ 35 h 58"/>
                    <a:gd name="T56" fmla="*/ 55 w 58"/>
                    <a:gd name="T57" fmla="*/ 31 h 58"/>
                    <a:gd name="T58" fmla="*/ 52 w 58"/>
                    <a:gd name="T59" fmla="*/ 27 h 58"/>
                    <a:gd name="T60" fmla="*/ 55 w 58"/>
                    <a:gd name="T61" fmla="*/ 25 h 58"/>
                    <a:gd name="T62" fmla="*/ 56 w 58"/>
                    <a:gd name="T63" fmla="*/ 20 h 58"/>
                    <a:gd name="T64" fmla="*/ 53 w 58"/>
                    <a:gd name="T65" fmla="*/ 18 h 58"/>
                    <a:gd name="T66" fmla="*/ 48 w 58"/>
                    <a:gd name="T67" fmla="*/ 16 h 58"/>
                    <a:gd name="T68" fmla="*/ 49 w 58"/>
                    <a:gd name="T69" fmla="*/ 12 h 58"/>
                    <a:gd name="T70" fmla="*/ 48 w 58"/>
                    <a:gd name="T71" fmla="*/ 8 h 58"/>
                    <a:gd name="T72" fmla="*/ 44 w 58"/>
                    <a:gd name="T73" fmla="*/ 7 h 58"/>
                    <a:gd name="T74" fmla="*/ 39 w 58"/>
                    <a:gd name="T75" fmla="*/ 8 h 58"/>
                    <a:gd name="T76" fmla="*/ 38 w 58"/>
                    <a:gd name="T77" fmla="*/ 4 h 58"/>
                    <a:gd name="T78" fmla="*/ 35 w 58"/>
                    <a:gd name="T79" fmla="*/ 1 h 58"/>
                    <a:gd name="T80" fmla="*/ 30 w 58"/>
                    <a:gd name="T81" fmla="*/ 3 h 58"/>
                    <a:gd name="T82" fmla="*/ 27 w 58"/>
                    <a:gd name="T83" fmla="*/ 5 h 58"/>
                    <a:gd name="T84" fmla="*/ 24 w 58"/>
                    <a:gd name="T85" fmla="*/ 3 h 58"/>
                    <a:gd name="T86" fmla="*/ 20 w 58"/>
                    <a:gd name="T87" fmla="*/ 1 h 58"/>
                    <a:gd name="T88" fmla="*/ 17 w 58"/>
                    <a:gd name="T89" fmla="*/ 5 h 58"/>
                    <a:gd name="T90" fmla="*/ 15 w 58"/>
                    <a:gd name="T91" fmla="*/ 10 h 58"/>
                    <a:gd name="T92" fmla="*/ 12 w 58"/>
                    <a:gd name="T93" fmla="*/ 9 h 58"/>
                    <a:gd name="T94" fmla="*/ 7 w 58"/>
                    <a:gd name="T95" fmla="*/ 10 h 58"/>
                    <a:gd name="T96" fmla="*/ 6 w 58"/>
                    <a:gd name="T97" fmla="*/ 14 h 58"/>
                    <a:gd name="T98" fmla="*/ 23 w 58"/>
                    <a:gd name="T99" fmla="*/ 13 h 58"/>
                    <a:gd name="T100" fmla="*/ 45 w 58"/>
                    <a:gd name="T101" fmla="*/ 24 h 58"/>
                    <a:gd name="T102" fmla="*/ 34 w 58"/>
                    <a:gd name="T103" fmla="*/ 45 h 58"/>
                    <a:gd name="T104" fmla="*/ 13 w 58"/>
                    <a:gd name="T105" fmla="*/ 34 h 58"/>
                    <a:gd name="T106" fmla="*/ 23 w 58"/>
                    <a:gd name="T107" fmla="*/ 13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</a:cxnLst>
                  <a:rect l="0" t="0" r="r" b="b"/>
                  <a:pathLst>
                    <a:path w="58" h="58">
                      <a:moveTo>
                        <a:pt x="6" y="14"/>
                      </a:moveTo>
                      <a:cubicBezTo>
                        <a:pt x="8" y="15"/>
                        <a:pt x="7" y="18"/>
                        <a:pt x="7" y="19"/>
                      </a:cubicBezTo>
                      <a:cubicBezTo>
                        <a:pt x="7" y="20"/>
                        <a:pt x="5" y="20"/>
                        <a:pt x="4" y="20"/>
                      </a:cubicBezTo>
                      <a:cubicBezTo>
                        <a:pt x="2" y="20"/>
                        <a:pt x="0" y="21"/>
                        <a:pt x="0" y="23"/>
                      </a:cubicBezTo>
                      <a:cubicBezTo>
                        <a:pt x="0" y="25"/>
                        <a:pt x="0" y="27"/>
                        <a:pt x="2" y="27"/>
                      </a:cubicBezTo>
                      <a:cubicBezTo>
                        <a:pt x="3" y="28"/>
                        <a:pt x="5" y="30"/>
                        <a:pt x="5" y="31"/>
                      </a:cubicBezTo>
                      <a:cubicBezTo>
                        <a:pt x="5" y="32"/>
                        <a:pt x="4" y="33"/>
                        <a:pt x="2" y="34"/>
                      </a:cubicBezTo>
                      <a:cubicBezTo>
                        <a:pt x="1" y="34"/>
                        <a:pt x="0" y="36"/>
                        <a:pt x="1" y="38"/>
                      </a:cubicBezTo>
                      <a:cubicBezTo>
                        <a:pt x="1" y="40"/>
                        <a:pt x="3" y="42"/>
                        <a:pt x="5" y="41"/>
                      </a:cubicBezTo>
                      <a:cubicBezTo>
                        <a:pt x="6" y="41"/>
                        <a:pt x="8" y="41"/>
                        <a:pt x="8" y="42"/>
                      </a:cubicBezTo>
                      <a:cubicBezTo>
                        <a:pt x="9" y="42"/>
                        <a:pt x="9" y="45"/>
                        <a:pt x="8" y="46"/>
                      </a:cubicBezTo>
                      <a:cubicBezTo>
                        <a:pt x="7" y="47"/>
                        <a:pt x="7" y="50"/>
                        <a:pt x="9" y="51"/>
                      </a:cubicBezTo>
                      <a:cubicBezTo>
                        <a:pt x="11" y="52"/>
                        <a:pt x="13" y="53"/>
                        <a:pt x="14" y="51"/>
                      </a:cubicBezTo>
                      <a:cubicBezTo>
                        <a:pt x="15" y="50"/>
                        <a:pt x="18" y="51"/>
                        <a:pt x="18" y="51"/>
                      </a:cubicBezTo>
                      <a:cubicBezTo>
                        <a:pt x="19" y="51"/>
                        <a:pt x="20" y="53"/>
                        <a:pt x="19" y="54"/>
                      </a:cubicBezTo>
                      <a:cubicBezTo>
                        <a:pt x="19" y="56"/>
                        <a:pt x="20" y="57"/>
                        <a:pt x="22" y="58"/>
                      </a:cubicBezTo>
                      <a:cubicBezTo>
                        <a:pt x="25" y="58"/>
                        <a:pt x="26" y="57"/>
                        <a:pt x="27" y="56"/>
                      </a:cubicBezTo>
                      <a:cubicBezTo>
                        <a:pt x="27" y="54"/>
                        <a:pt x="30" y="53"/>
                        <a:pt x="31" y="53"/>
                      </a:cubicBezTo>
                      <a:cubicBezTo>
                        <a:pt x="31" y="53"/>
                        <a:pt x="33" y="54"/>
                        <a:pt x="33" y="56"/>
                      </a:cubicBezTo>
                      <a:cubicBezTo>
                        <a:pt x="34" y="57"/>
                        <a:pt x="36" y="58"/>
                        <a:pt x="38" y="57"/>
                      </a:cubicBezTo>
                      <a:cubicBezTo>
                        <a:pt x="40" y="57"/>
                        <a:pt x="41" y="55"/>
                        <a:pt x="40" y="53"/>
                      </a:cubicBezTo>
                      <a:cubicBezTo>
                        <a:pt x="40" y="52"/>
                        <a:pt x="42" y="49"/>
                        <a:pt x="42" y="49"/>
                      </a:cubicBezTo>
                      <a:cubicBezTo>
                        <a:pt x="43" y="48"/>
                        <a:pt x="44" y="49"/>
                        <a:pt x="46" y="50"/>
                      </a:cubicBezTo>
                      <a:cubicBezTo>
                        <a:pt x="47" y="51"/>
                        <a:pt x="49" y="51"/>
                        <a:pt x="50" y="49"/>
                      </a:cubicBezTo>
                      <a:cubicBezTo>
                        <a:pt x="52" y="47"/>
                        <a:pt x="52" y="45"/>
                        <a:pt x="51" y="44"/>
                      </a:cubicBezTo>
                      <a:cubicBezTo>
                        <a:pt x="50" y="43"/>
                        <a:pt x="50" y="40"/>
                        <a:pt x="50" y="40"/>
                      </a:cubicBezTo>
                      <a:cubicBezTo>
                        <a:pt x="51" y="39"/>
                        <a:pt x="52" y="38"/>
                        <a:pt x="54" y="39"/>
                      </a:cubicBezTo>
                      <a:cubicBezTo>
                        <a:pt x="55" y="39"/>
                        <a:pt x="57" y="38"/>
                        <a:pt x="57" y="35"/>
                      </a:cubicBezTo>
                      <a:cubicBezTo>
                        <a:pt x="58" y="33"/>
                        <a:pt x="57" y="31"/>
                        <a:pt x="55" y="31"/>
                      </a:cubicBezTo>
                      <a:cubicBezTo>
                        <a:pt x="54" y="31"/>
                        <a:pt x="53" y="28"/>
                        <a:pt x="52" y="27"/>
                      </a:cubicBezTo>
                      <a:cubicBezTo>
                        <a:pt x="52" y="26"/>
                        <a:pt x="54" y="25"/>
                        <a:pt x="55" y="25"/>
                      </a:cubicBezTo>
                      <a:cubicBezTo>
                        <a:pt x="56" y="24"/>
                        <a:pt x="57" y="22"/>
                        <a:pt x="56" y="20"/>
                      </a:cubicBezTo>
                      <a:cubicBezTo>
                        <a:pt x="56" y="18"/>
                        <a:pt x="54" y="17"/>
                        <a:pt x="53" y="18"/>
                      </a:cubicBezTo>
                      <a:cubicBezTo>
                        <a:pt x="51" y="18"/>
                        <a:pt x="49" y="16"/>
                        <a:pt x="48" y="16"/>
                      </a:cubicBezTo>
                      <a:cubicBezTo>
                        <a:pt x="48" y="15"/>
                        <a:pt x="48" y="13"/>
                        <a:pt x="49" y="12"/>
                      </a:cubicBezTo>
                      <a:cubicBezTo>
                        <a:pt x="50" y="11"/>
                        <a:pt x="50" y="9"/>
                        <a:pt x="48" y="8"/>
                      </a:cubicBezTo>
                      <a:cubicBezTo>
                        <a:pt x="47" y="6"/>
                        <a:pt x="45" y="6"/>
                        <a:pt x="44" y="7"/>
                      </a:cubicBezTo>
                      <a:cubicBezTo>
                        <a:pt x="42" y="8"/>
                        <a:pt x="40" y="8"/>
                        <a:pt x="39" y="8"/>
                      </a:cubicBezTo>
                      <a:cubicBezTo>
                        <a:pt x="38" y="7"/>
                        <a:pt x="38" y="6"/>
                        <a:pt x="38" y="4"/>
                      </a:cubicBezTo>
                      <a:cubicBezTo>
                        <a:pt x="38" y="3"/>
                        <a:pt x="37" y="1"/>
                        <a:pt x="35" y="1"/>
                      </a:cubicBezTo>
                      <a:cubicBezTo>
                        <a:pt x="33" y="0"/>
                        <a:pt x="31" y="1"/>
                        <a:pt x="30" y="3"/>
                      </a:cubicBezTo>
                      <a:cubicBezTo>
                        <a:pt x="30" y="4"/>
                        <a:pt x="28" y="5"/>
                        <a:pt x="27" y="5"/>
                      </a:cubicBezTo>
                      <a:cubicBezTo>
                        <a:pt x="26" y="6"/>
                        <a:pt x="25" y="4"/>
                        <a:pt x="24" y="3"/>
                      </a:cubicBezTo>
                      <a:cubicBezTo>
                        <a:pt x="24" y="1"/>
                        <a:pt x="22" y="1"/>
                        <a:pt x="20" y="1"/>
                      </a:cubicBezTo>
                      <a:cubicBezTo>
                        <a:pt x="18" y="2"/>
                        <a:pt x="16" y="4"/>
                        <a:pt x="17" y="5"/>
                      </a:cubicBezTo>
                      <a:cubicBezTo>
                        <a:pt x="17" y="7"/>
                        <a:pt x="16" y="9"/>
                        <a:pt x="15" y="10"/>
                      </a:cubicBezTo>
                      <a:cubicBezTo>
                        <a:pt x="14" y="10"/>
                        <a:pt x="13" y="10"/>
                        <a:pt x="12" y="9"/>
                      </a:cubicBezTo>
                      <a:cubicBezTo>
                        <a:pt x="10" y="8"/>
                        <a:pt x="8" y="8"/>
                        <a:pt x="7" y="10"/>
                      </a:cubicBezTo>
                      <a:cubicBezTo>
                        <a:pt x="6" y="11"/>
                        <a:pt x="5" y="13"/>
                        <a:pt x="6" y="14"/>
                      </a:cubicBezTo>
                      <a:close/>
                      <a:moveTo>
                        <a:pt x="23" y="13"/>
                      </a:moveTo>
                      <a:cubicBezTo>
                        <a:pt x="32" y="10"/>
                        <a:pt x="42" y="15"/>
                        <a:pt x="45" y="24"/>
                      </a:cubicBezTo>
                      <a:cubicBezTo>
                        <a:pt x="47" y="33"/>
                        <a:pt x="43" y="42"/>
                        <a:pt x="34" y="45"/>
                      </a:cubicBezTo>
                      <a:cubicBezTo>
                        <a:pt x="25" y="48"/>
                        <a:pt x="15" y="43"/>
                        <a:pt x="13" y="34"/>
                      </a:cubicBezTo>
                      <a:cubicBezTo>
                        <a:pt x="10" y="26"/>
                        <a:pt x="15" y="16"/>
                        <a:pt x="23" y="13"/>
                      </a:cubicBezTo>
                      <a:close/>
                    </a:path>
                  </a:pathLst>
                </a:custGeom>
                <a:solidFill>
                  <a:srgbClr val="43C5A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425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7" name="Freeform 302"/>
                <p:cNvSpPr>
                  <a:spLocks noEditPoints="1"/>
                </p:cNvSpPr>
                <p:nvPr/>
              </p:nvSpPr>
              <p:spPr bwMode="auto">
                <a:xfrm>
                  <a:off x="5084763" y="971550"/>
                  <a:ext cx="139700" cy="139700"/>
                </a:xfrm>
                <a:custGeom>
                  <a:avLst/>
                  <a:gdLst>
                    <a:gd name="T0" fmla="*/ 4 w 37"/>
                    <a:gd name="T1" fmla="*/ 9 h 37"/>
                    <a:gd name="T2" fmla="*/ 5 w 37"/>
                    <a:gd name="T3" fmla="*/ 12 h 37"/>
                    <a:gd name="T4" fmla="*/ 2 w 37"/>
                    <a:gd name="T5" fmla="*/ 12 h 37"/>
                    <a:gd name="T6" fmla="*/ 0 w 37"/>
                    <a:gd name="T7" fmla="*/ 14 h 37"/>
                    <a:gd name="T8" fmla="*/ 1 w 37"/>
                    <a:gd name="T9" fmla="*/ 17 h 37"/>
                    <a:gd name="T10" fmla="*/ 3 w 37"/>
                    <a:gd name="T11" fmla="*/ 20 h 37"/>
                    <a:gd name="T12" fmla="*/ 2 w 37"/>
                    <a:gd name="T13" fmla="*/ 21 h 37"/>
                    <a:gd name="T14" fmla="*/ 1 w 37"/>
                    <a:gd name="T15" fmla="*/ 24 h 37"/>
                    <a:gd name="T16" fmla="*/ 3 w 37"/>
                    <a:gd name="T17" fmla="*/ 26 h 37"/>
                    <a:gd name="T18" fmla="*/ 5 w 37"/>
                    <a:gd name="T19" fmla="*/ 26 h 37"/>
                    <a:gd name="T20" fmla="*/ 5 w 37"/>
                    <a:gd name="T21" fmla="*/ 29 h 37"/>
                    <a:gd name="T22" fmla="*/ 6 w 37"/>
                    <a:gd name="T23" fmla="*/ 32 h 37"/>
                    <a:gd name="T24" fmla="*/ 9 w 37"/>
                    <a:gd name="T25" fmla="*/ 33 h 37"/>
                    <a:gd name="T26" fmla="*/ 12 w 37"/>
                    <a:gd name="T27" fmla="*/ 32 h 37"/>
                    <a:gd name="T28" fmla="*/ 12 w 37"/>
                    <a:gd name="T29" fmla="*/ 34 h 37"/>
                    <a:gd name="T30" fmla="*/ 15 w 37"/>
                    <a:gd name="T31" fmla="*/ 37 h 37"/>
                    <a:gd name="T32" fmla="*/ 17 w 37"/>
                    <a:gd name="T33" fmla="*/ 35 h 37"/>
                    <a:gd name="T34" fmla="*/ 20 w 37"/>
                    <a:gd name="T35" fmla="*/ 34 h 37"/>
                    <a:gd name="T36" fmla="*/ 21 w 37"/>
                    <a:gd name="T37" fmla="*/ 35 h 37"/>
                    <a:gd name="T38" fmla="*/ 24 w 37"/>
                    <a:gd name="T39" fmla="*/ 36 h 37"/>
                    <a:gd name="T40" fmla="*/ 26 w 37"/>
                    <a:gd name="T41" fmla="*/ 34 h 37"/>
                    <a:gd name="T42" fmla="*/ 27 w 37"/>
                    <a:gd name="T43" fmla="*/ 31 h 37"/>
                    <a:gd name="T44" fmla="*/ 29 w 37"/>
                    <a:gd name="T45" fmla="*/ 32 h 37"/>
                    <a:gd name="T46" fmla="*/ 32 w 37"/>
                    <a:gd name="T47" fmla="*/ 31 h 37"/>
                    <a:gd name="T48" fmla="*/ 33 w 37"/>
                    <a:gd name="T49" fmla="*/ 28 h 37"/>
                    <a:gd name="T50" fmla="*/ 32 w 37"/>
                    <a:gd name="T51" fmla="*/ 25 h 37"/>
                    <a:gd name="T52" fmla="*/ 35 w 37"/>
                    <a:gd name="T53" fmla="*/ 24 h 37"/>
                    <a:gd name="T54" fmla="*/ 37 w 37"/>
                    <a:gd name="T55" fmla="*/ 22 h 37"/>
                    <a:gd name="T56" fmla="*/ 36 w 37"/>
                    <a:gd name="T57" fmla="*/ 19 h 37"/>
                    <a:gd name="T58" fmla="*/ 34 w 37"/>
                    <a:gd name="T59" fmla="*/ 17 h 37"/>
                    <a:gd name="T60" fmla="*/ 35 w 37"/>
                    <a:gd name="T61" fmla="*/ 15 h 37"/>
                    <a:gd name="T62" fmla="*/ 36 w 37"/>
                    <a:gd name="T63" fmla="*/ 12 h 37"/>
                    <a:gd name="T64" fmla="*/ 34 w 37"/>
                    <a:gd name="T65" fmla="*/ 11 h 37"/>
                    <a:gd name="T66" fmla="*/ 31 w 37"/>
                    <a:gd name="T67" fmla="*/ 9 h 37"/>
                    <a:gd name="T68" fmla="*/ 32 w 37"/>
                    <a:gd name="T69" fmla="*/ 7 h 37"/>
                    <a:gd name="T70" fmla="*/ 31 w 37"/>
                    <a:gd name="T71" fmla="*/ 4 h 37"/>
                    <a:gd name="T72" fmla="*/ 28 w 37"/>
                    <a:gd name="T73" fmla="*/ 4 h 37"/>
                    <a:gd name="T74" fmla="*/ 25 w 37"/>
                    <a:gd name="T75" fmla="*/ 4 h 37"/>
                    <a:gd name="T76" fmla="*/ 25 w 37"/>
                    <a:gd name="T77" fmla="*/ 2 h 37"/>
                    <a:gd name="T78" fmla="*/ 22 w 37"/>
                    <a:gd name="T79" fmla="*/ 0 h 37"/>
                    <a:gd name="T80" fmla="*/ 20 w 37"/>
                    <a:gd name="T81" fmla="*/ 1 h 37"/>
                    <a:gd name="T82" fmla="*/ 17 w 37"/>
                    <a:gd name="T83" fmla="*/ 3 h 37"/>
                    <a:gd name="T84" fmla="*/ 16 w 37"/>
                    <a:gd name="T85" fmla="*/ 1 h 37"/>
                    <a:gd name="T86" fmla="*/ 13 w 37"/>
                    <a:gd name="T87" fmla="*/ 0 h 37"/>
                    <a:gd name="T88" fmla="*/ 11 w 37"/>
                    <a:gd name="T89" fmla="*/ 3 h 37"/>
                    <a:gd name="T90" fmla="*/ 10 w 37"/>
                    <a:gd name="T91" fmla="*/ 6 h 37"/>
                    <a:gd name="T92" fmla="*/ 8 w 37"/>
                    <a:gd name="T93" fmla="*/ 5 h 37"/>
                    <a:gd name="T94" fmla="*/ 5 w 37"/>
                    <a:gd name="T95" fmla="*/ 6 h 37"/>
                    <a:gd name="T96" fmla="*/ 4 w 37"/>
                    <a:gd name="T97" fmla="*/ 9 h 37"/>
                    <a:gd name="T98" fmla="*/ 15 w 37"/>
                    <a:gd name="T99" fmla="*/ 8 h 37"/>
                    <a:gd name="T100" fmla="*/ 29 w 37"/>
                    <a:gd name="T101" fmla="*/ 15 h 37"/>
                    <a:gd name="T102" fmla="*/ 22 w 37"/>
                    <a:gd name="T103" fmla="*/ 29 h 37"/>
                    <a:gd name="T104" fmla="*/ 8 w 37"/>
                    <a:gd name="T105" fmla="*/ 22 h 37"/>
                    <a:gd name="T106" fmla="*/ 15 w 37"/>
                    <a:gd name="T107" fmla="*/ 8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</a:cxnLst>
                  <a:rect l="0" t="0" r="r" b="b"/>
                  <a:pathLst>
                    <a:path w="37" h="37">
                      <a:moveTo>
                        <a:pt x="4" y="9"/>
                      </a:moveTo>
                      <a:cubicBezTo>
                        <a:pt x="5" y="9"/>
                        <a:pt x="5" y="11"/>
                        <a:pt x="5" y="12"/>
                      </a:cubicBezTo>
                      <a:cubicBezTo>
                        <a:pt x="4" y="12"/>
                        <a:pt x="3" y="12"/>
                        <a:pt x="2" y="12"/>
                      </a:cubicBezTo>
                      <a:cubicBezTo>
                        <a:pt x="1" y="12"/>
                        <a:pt x="0" y="13"/>
                        <a:pt x="0" y="14"/>
                      </a:cubicBezTo>
                      <a:cubicBezTo>
                        <a:pt x="0" y="16"/>
                        <a:pt x="0" y="17"/>
                        <a:pt x="1" y="17"/>
                      </a:cubicBezTo>
                      <a:cubicBezTo>
                        <a:pt x="2" y="17"/>
                        <a:pt x="3" y="19"/>
                        <a:pt x="3" y="20"/>
                      </a:cubicBezTo>
                      <a:cubicBezTo>
                        <a:pt x="3" y="20"/>
                        <a:pt x="2" y="21"/>
                        <a:pt x="2" y="21"/>
                      </a:cubicBezTo>
                      <a:cubicBezTo>
                        <a:pt x="1" y="21"/>
                        <a:pt x="0" y="23"/>
                        <a:pt x="1" y="24"/>
                      </a:cubicBezTo>
                      <a:cubicBezTo>
                        <a:pt x="1" y="25"/>
                        <a:pt x="2" y="26"/>
                        <a:pt x="3" y="26"/>
                      </a:cubicBezTo>
                      <a:cubicBezTo>
                        <a:pt x="4" y="26"/>
                        <a:pt x="5" y="26"/>
                        <a:pt x="5" y="26"/>
                      </a:cubicBezTo>
                      <a:cubicBezTo>
                        <a:pt x="6" y="27"/>
                        <a:pt x="6" y="28"/>
                        <a:pt x="5" y="29"/>
                      </a:cubicBezTo>
                      <a:cubicBezTo>
                        <a:pt x="5" y="30"/>
                        <a:pt x="5" y="31"/>
                        <a:pt x="6" y="32"/>
                      </a:cubicBezTo>
                      <a:cubicBezTo>
                        <a:pt x="7" y="33"/>
                        <a:pt x="8" y="33"/>
                        <a:pt x="9" y="33"/>
                      </a:cubicBezTo>
                      <a:cubicBezTo>
                        <a:pt x="10" y="32"/>
                        <a:pt x="11" y="32"/>
                        <a:pt x="12" y="32"/>
                      </a:cubicBezTo>
                      <a:cubicBezTo>
                        <a:pt x="12" y="32"/>
                        <a:pt x="13" y="33"/>
                        <a:pt x="12" y="34"/>
                      </a:cubicBezTo>
                      <a:cubicBezTo>
                        <a:pt x="12" y="35"/>
                        <a:pt x="13" y="36"/>
                        <a:pt x="15" y="37"/>
                      </a:cubicBezTo>
                      <a:cubicBezTo>
                        <a:pt x="16" y="37"/>
                        <a:pt x="17" y="36"/>
                        <a:pt x="17" y="35"/>
                      </a:cubicBezTo>
                      <a:cubicBezTo>
                        <a:pt x="18" y="34"/>
                        <a:pt x="19" y="34"/>
                        <a:pt x="20" y="34"/>
                      </a:cubicBezTo>
                      <a:cubicBezTo>
                        <a:pt x="20" y="34"/>
                        <a:pt x="21" y="34"/>
                        <a:pt x="21" y="35"/>
                      </a:cubicBezTo>
                      <a:cubicBezTo>
                        <a:pt x="22" y="36"/>
                        <a:pt x="23" y="37"/>
                        <a:pt x="24" y="36"/>
                      </a:cubicBezTo>
                      <a:cubicBezTo>
                        <a:pt x="26" y="36"/>
                        <a:pt x="26" y="35"/>
                        <a:pt x="26" y="34"/>
                      </a:cubicBezTo>
                      <a:cubicBezTo>
                        <a:pt x="26" y="33"/>
                        <a:pt x="27" y="31"/>
                        <a:pt x="27" y="31"/>
                      </a:cubicBezTo>
                      <a:cubicBezTo>
                        <a:pt x="28" y="31"/>
                        <a:pt x="29" y="31"/>
                        <a:pt x="29" y="32"/>
                      </a:cubicBezTo>
                      <a:cubicBezTo>
                        <a:pt x="30" y="32"/>
                        <a:pt x="32" y="32"/>
                        <a:pt x="32" y="31"/>
                      </a:cubicBezTo>
                      <a:cubicBezTo>
                        <a:pt x="33" y="30"/>
                        <a:pt x="34" y="28"/>
                        <a:pt x="33" y="28"/>
                      </a:cubicBezTo>
                      <a:cubicBezTo>
                        <a:pt x="32" y="27"/>
                        <a:pt x="32" y="25"/>
                        <a:pt x="32" y="25"/>
                      </a:cubicBezTo>
                      <a:cubicBezTo>
                        <a:pt x="33" y="24"/>
                        <a:pt x="34" y="24"/>
                        <a:pt x="35" y="24"/>
                      </a:cubicBezTo>
                      <a:cubicBezTo>
                        <a:pt x="36" y="24"/>
                        <a:pt x="37" y="24"/>
                        <a:pt x="37" y="22"/>
                      </a:cubicBezTo>
                      <a:cubicBezTo>
                        <a:pt x="37" y="21"/>
                        <a:pt x="37" y="20"/>
                        <a:pt x="36" y="19"/>
                      </a:cubicBezTo>
                      <a:cubicBezTo>
                        <a:pt x="35" y="19"/>
                        <a:pt x="34" y="18"/>
                        <a:pt x="34" y="17"/>
                      </a:cubicBezTo>
                      <a:cubicBezTo>
                        <a:pt x="34" y="16"/>
                        <a:pt x="35" y="16"/>
                        <a:pt x="35" y="15"/>
                      </a:cubicBezTo>
                      <a:cubicBezTo>
                        <a:pt x="36" y="15"/>
                        <a:pt x="37" y="14"/>
                        <a:pt x="36" y="12"/>
                      </a:cubicBezTo>
                      <a:cubicBezTo>
                        <a:pt x="36" y="11"/>
                        <a:pt x="35" y="10"/>
                        <a:pt x="34" y="11"/>
                      </a:cubicBezTo>
                      <a:cubicBezTo>
                        <a:pt x="33" y="11"/>
                        <a:pt x="31" y="10"/>
                        <a:pt x="31" y="9"/>
                      </a:cubicBezTo>
                      <a:cubicBezTo>
                        <a:pt x="31" y="9"/>
                        <a:pt x="31" y="8"/>
                        <a:pt x="32" y="7"/>
                      </a:cubicBezTo>
                      <a:cubicBezTo>
                        <a:pt x="32" y="7"/>
                        <a:pt x="32" y="5"/>
                        <a:pt x="31" y="4"/>
                      </a:cubicBezTo>
                      <a:cubicBezTo>
                        <a:pt x="30" y="3"/>
                        <a:pt x="29" y="3"/>
                        <a:pt x="28" y="4"/>
                      </a:cubicBezTo>
                      <a:cubicBezTo>
                        <a:pt x="27" y="5"/>
                        <a:pt x="26" y="5"/>
                        <a:pt x="25" y="4"/>
                      </a:cubicBezTo>
                      <a:cubicBezTo>
                        <a:pt x="25" y="4"/>
                        <a:pt x="24" y="3"/>
                        <a:pt x="25" y="2"/>
                      </a:cubicBezTo>
                      <a:cubicBezTo>
                        <a:pt x="25" y="1"/>
                        <a:pt x="24" y="0"/>
                        <a:pt x="22" y="0"/>
                      </a:cubicBezTo>
                      <a:cubicBezTo>
                        <a:pt x="21" y="0"/>
                        <a:pt x="20" y="0"/>
                        <a:pt x="20" y="1"/>
                      </a:cubicBezTo>
                      <a:cubicBezTo>
                        <a:pt x="19" y="2"/>
                        <a:pt x="18" y="3"/>
                        <a:pt x="17" y="3"/>
                      </a:cubicBezTo>
                      <a:cubicBezTo>
                        <a:pt x="17" y="3"/>
                        <a:pt x="16" y="2"/>
                        <a:pt x="16" y="1"/>
                      </a:cubicBezTo>
                      <a:cubicBezTo>
                        <a:pt x="15" y="0"/>
                        <a:pt x="14" y="0"/>
                        <a:pt x="13" y="0"/>
                      </a:cubicBezTo>
                      <a:cubicBezTo>
                        <a:pt x="11" y="1"/>
                        <a:pt x="11" y="2"/>
                        <a:pt x="11" y="3"/>
                      </a:cubicBezTo>
                      <a:cubicBezTo>
                        <a:pt x="11" y="4"/>
                        <a:pt x="10" y="5"/>
                        <a:pt x="10" y="6"/>
                      </a:cubicBezTo>
                      <a:cubicBezTo>
                        <a:pt x="9" y="6"/>
                        <a:pt x="8" y="6"/>
                        <a:pt x="8" y="5"/>
                      </a:cubicBezTo>
                      <a:cubicBezTo>
                        <a:pt x="7" y="4"/>
                        <a:pt x="5" y="5"/>
                        <a:pt x="5" y="6"/>
                      </a:cubicBezTo>
                      <a:cubicBezTo>
                        <a:pt x="4" y="7"/>
                        <a:pt x="3" y="8"/>
                        <a:pt x="4" y="9"/>
                      </a:cubicBezTo>
                      <a:close/>
                      <a:moveTo>
                        <a:pt x="15" y="8"/>
                      </a:moveTo>
                      <a:cubicBezTo>
                        <a:pt x="21" y="6"/>
                        <a:pt x="27" y="9"/>
                        <a:pt x="29" y="15"/>
                      </a:cubicBezTo>
                      <a:cubicBezTo>
                        <a:pt x="31" y="21"/>
                        <a:pt x="27" y="27"/>
                        <a:pt x="22" y="29"/>
                      </a:cubicBezTo>
                      <a:cubicBezTo>
                        <a:pt x="16" y="30"/>
                        <a:pt x="10" y="27"/>
                        <a:pt x="8" y="22"/>
                      </a:cubicBezTo>
                      <a:cubicBezTo>
                        <a:pt x="6" y="16"/>
                        <a:pt x="10" y="10"/>
                        <a:pt x="15" y="8"/>
                      </a:cubicBezTo>
                      <a:close/>
                    </a:path>
                  </a:pathLst>
                </a:custGeom>
                <a:solidFill>
                  <a:srgbClr val="43C5A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425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8" name="Freeform 303"/>
                <p:cNvSpPr>
                  <a:spLocks noEditPoints="1"/>
                </p:cNvSpPr>
                <p:nvPr/>
              </p:nvSpPr>
              <p:spPr bwMode="auto">
                <a:xfrm>
                  <a:off x="5084763" y="1111250"/>
                  <a:ext cx="109538" cy="104775"/>
                </a:xfrm>
                <a:custGeom>
                  <a:avLst/>
                  <a:gdLst>
                    <a:gd name="T0" fmla="*/ 3 w 29"/>
                    <a:gd name="T1" fmla="*/ 7 h 28"/>
                    <a:gd name="T2" fmla="*/ 4 w 29"/>
                    <a:gd name="T3" fmla="*/ 9 h 28"/>
                    <a:gd name="T4" fmla="*/ 2 w 29"/>
                    <a:gd name="T5" fmla="*/ 9 h 28"/>
                    <a:gd name="T6" fmla="*/ 0 w 29"/>
                    <a:gd name="T7" fmla="*/ 11 h 28"/>
                    <a:gd name="T8" fmla="*/ 1 w 29"/>
                    <a:gd name="T9" fmla="*/ 13 h 28"/>
                    <a:gd name="T10" fmla="*/ 3 w 29"/>
                    <a:gd name="T11" fmla="*/ 15 h 28"/>
                    <a:gd name="T12" fmla="*/ 1 w 29"/>
                    <a:gd name="T13" fmla="*/ 16 h 28"/>
                    <a:gd name="T14" fmla="*/ 1 w 29"/>
                    <a:gd name="T15" fmla="*/ 19 h 28"/>
                    <a:gd name="T16" fmla="*/ 3 w 29"/>
                    <a:gd name="T17" fmla="*/ 20 h 28"/>
                    <a:gd name="T18" fmla="*/ 4 w 29"/>
                    <a:gd name="T19" fmla="*/ 20 h 28"/>
                    <a:gd name="T20" fmla="*/ 4 w 29"/>
                    <a:gd name="T21" fmla="*/ 23 h 28"/>
                    <a:gd name="T22" fmla="*/ 5 w 29"/>
                    <a:gd name="T23" fmla="*/ 25 h 28"/>
                    <a:gd name="T24" fmla="*/ 7 w 29"/>
                    <a:gd name="T25" fmla="*/ 25 h 28"/>
                    <a:gd name="T26" fmla="*/ 9 w 29"/>
                    <a:gd name="T27" fmla="*/ 25 h 28"/>
                    <a:gd name="T28" fmla="*/ 10 w 29"/>
                    <a:gd name="T29" fmla="*/ 27 h 28"/>
                    <a:gd name="T30" fmla="*/ 11 w 29"/>
                    <a:gd name="T31" fmla="*/ 28 h 28"/>
                    <a:gd name="T32" fmla="*/ 13 w 29"/>
                    <a:gd name="T33" fmla="*/ 27 h 28"/>
                    <a:gd name="T34" fmla="*/ 15 w 29"/>
                    <a:gd name="T35" fmla="*/ 26 h 28"/>
                    <a:gd name="T36" fmla="*/ 17 w 29"/>
                    <a:gd name="T37" fmla="*/ 27 h 28"/>
                    <a:gd name="T38" fmla="*/ 19 w 29"/>
                    <a:gd name="T39" fmla="*/ 28 h 28"/>
                    <a:gd name="T40" fmla="*/ 20 w 29"/>
                    <a:gd name="T41" fmla="*/ 26 h 28"/>
                    <a:gd name="T42" fmla="*/ 21 w 29"/>
                    <a:gd name="T43" fmla="*/ 24 h 28"/>
                    <a:gd name="T44" fmla="*/ 23 w 29"/>
                    <a:gd name="T45" fmla="*/ 24 h 28"/>
                    <a:gd name="T46" fmla="*/ 25 w 29"/>
                    <a:gd name="T47" fmla="*/ 24 h 28"/>
                    <a:gd name="T48" fmla="*/ 25 w 29"/>
                    <a:gd name="T49" fmla="*/ 21 h 28"/>
                    <a:gd name="T50" fmla="*/ 25 w 29"/>
                    <a:gd name="T51" fmla="*/ 19 h 28"/>
                    <a:gd name="T52" fmla="*/ 27 w 29"/>
                    <a:gd name="T53" fmla="*/ 19 h 28"/>
                    <a:gd name="T54" fmla="*/ 29 w 29"/>
                    <a:gd name="T55" fmla="*/ 17 h 28"/>
                    <a:gd name="T56" fmla="*/ 28 w 29"/>
                    <a:gd name="T57" fmla="*/ 15 h 28"/>
                    <a:gd name="T58" fmla="*/ 26 w 29"/>
                    <a:gd name="T59" fmla="*/ 13 h 28"/>
                    <a:gd name="T60" fmla="*/ 27 w 29"/>
                    <a:gd name="T61" fmla="*/ 12 h 28"/>
                    <a:gd name="T62" fmla="*/ 28 w 29"/>
                    <a:gd name="T63" fmla="*/ 10 h 28"/>
                    <a:gd name="T64" fmla="*/ 26 w 29"/>
                    <a:gd name="T65" fmla="*/ 8 h 28"/>
                    <a:gd name="T66" fmla="*/ 24 w 29"/>
                    <a:gd name="T67" fmla="*/ 7 h 28"/>
                    <a:gd name="T68" fmla="*/ 25 w 29"/>
                    <a:gd name="T69" fmla="*/ 6 h 28"/>
                    <a:gd name="T70" fmla="*/ 24 w 29"/>
                    <a:gd name="T71" fmla="*/ 3 h 28"/>
                    <a:gd name="T72" fmla="*/ 22 w 29"/>
                    <a:gd name="T73" fmla="*/ 3 h 28"/>
                    <a:gd name="T74" fmla="*/ 19 w 29"/>
                    <a:gd name="T75" fmla="*/ 3 h 28"/>
                    <a:gd name="T76" fmla="*/ 19 w 29"/>
                    <a:gd name="T77" fmla="*/ 2 h 28"/>
                    <a:gd name="T78" fmla="*/ 17 w 29"/>
                    <a:gd name="T79" fmla="*/ 0 h 28"/>
                    <a:gd name="T80" fmla="*/ 15 w 29"/>
                    <a:gd name="T81" fmla="*/ 1 h 28"/>
                    <a:gd name="T82" fmla="*/ 13 w 29"/>
                    <a:gd name="T83" fmla="*/ 2 h 28"/>
                    <a:gd name="T84" fmla="*/ 12 w 29"/>
                    <a:gd name="T85" fmla="*/ 1 h 28"/>
                    <a:gd name="T86" fmla="*/ 10 w 29"/>
                    <a:gd name="T87" fmla="*/ 0 h 28"/>
                    <a:gd name="T88" fmla="*/ 9 w 29"/>
                    <a:gd name="T89" fmla="*/ 2 h 28"/>
                    <a:gd name="T90" fmla="*/ 8 w 29"/>
                    <a:gd name="T91" fmla="*/ 4 h 28"/>
                    <a:gd name="T92" fmla="*/ 6 w 29"/>
                    <a:gd name="T93" fmla="*/ 4 h 28"/>
                    <a:gd name="T94" fmla="*/ 4 w 29"/>
                    <a:gd name="T95" fmla="*/ 4 h 28"/>
                    <a:gd name="T96" fmla="*/ 3 w 29"/>
                    <a:gd name="T97" fmla="*/ 7 h 28"/>
                    <a:gd name="T98" fmla="*/ 12 w 29"/>
                    <a:gd name="T99" fmla="*/ 6 h 28"/>
                    <a:gd name="T100" fmla="*/ 22 w 29"/>
                    <a:gd name="T101" fmla="*/ 12 h 28"/>
                    <a:gd name="T102" fmla="*/ 17 w 29"/>
                    <a:gd name="T103" fmla="*/ 22 h 28"/>
                    <a:gd name="T104" fmla="*/ 6 w 29"/>
                    <a:gd name="T105" fmla="*/ 17 h 28"/>
                    <a:gd name="T106" fmla="*/ 12 w 29"/>
                    <a:gd name="T107" fmla="*/ 6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</a:cxnLst>
                  <a:rect l="0" t="0" r="r" b="b"/>
                  <a:pathLst>
                    <a:path w="29" h="28">
                      <a:moveTo>
                        <a:pt x="3" y="7"/>
                      </a:moveTo>
                      <a:cubicBezTo>
                        <a:pt x="4" y="7"/>
                        <a:pt x="4" y="9"/>
                        <a:pt x="4" y="9"/>
                      </a:cubicBezTo>
                      <a:cubicBezTo>
                        <a:pt x="4" y="9"/>
                        <a:pt x="3" y="10"/>
                        <a:pt x="2" y="9"/>
                      </a:cubicBezTo>
                      <a:cubicBezTo>
                        <a:pt x="1" y="9"/>
                        <a:pt x="0" y="10"/>
                        <a:pt x="0" y="11"/>
                      </a:cubicBezTo>
                      <a:cubicBezTo>
                        <a:pt x="0" y="12"/>
                        <a:pt x="0" y="13"/>
                        <a:pt x="1" y="13"/>
                      </a:cubicBezTo>
                      <a:cubicBezTo>
                        <a:pt x="2" y="13"/>
                        <a:pt x="3" y="15"/>
                        <a:pt x="3" y="15"/>
                      </a:cubicBezTo>
                      <a:cubicBezTo>
                        <a:pt x="3" y="16"/>
                        <a:pt x="2" y="16"/>
                        <a:pt x="1" y="16"/>
                      </a:cubicBezTo>
                      <a:cubicBezTo>
                        <a:pt x="1" y="17"/>
                        <a:pt x="0" y="18"/>
                        <a:pt x="1" y="19"/>
                      </a:cubicBezTo>
                      <a:cubicBezTo>
                        <a:pt x="1" y="20"/>
                        <a:pt x="2" y="20"/>
                        <a:pt x="3" y="20"/>
                      </a:cubicBezTo>
                      <a:cubicBezTo>
                        <a:pt x="3" y="20"/>
                        <a:pt x="4" y="20"/>
                        <a:pt x="4" y="20"/>
                      </a:cubicBezTo>
                      <a:cubicBezTo>
                        <a:pt x="4" y="21"/>
                        <a:pt x="5" y="22"/>
                        <a:pt x="4" y="23"/>
                      </a:cubicBezTo>
                      <a:cubicBezTo>
                        <a:pt x="4" y="23"/>
                        <a:pt x="4" y="24"/>
                        <a:pt x="5" y="25"/>
                      </a:cubicBezTo>
                      <a:cubicBezTo>
                        <a:pt x="5" y="26"/>
                        <a:pt x="7" y="26"/>
                        <a:pt x="7" y="25"/>
                      </a:cubicBezTo>
                      <a:cubicBezTo>
                        <a:pt x="8" y="25"/>
                        <a:pt x="9" y="25"/>
                        <a:pt x="9" y="25"/>
                      </a:cubicBezTo>
                      <a:cubicBezTo>
                        <a:pt x="10" y="25"/>
                        <a:pt x="10" y="26"/>
                        <a:pt x="10" y="27"/>
                      </a:cubicBezTo>
                      <a:cubicBezTo>
                        <a:pt x="10" y="27"/>
                        <a:pt x="10" y="28"/>
                        <a:pt x="11" y="28"/>
                      </a:cubicBezTo>
                      <a:cubicBezTo>
                        <a:pt x="12" y="28"/>
                        <a:pt x="13" y="28"/>
                        <a:pt x="13" y="27"/>
                      </a:cubicBezTo>
                      <a:cubicBezTo>
                        <a:pt x="14" y="27"/>
                        <a:pt x="15" y="26"/>
                        <a:pt x="15" y="26"/>
                      </a:cubicBezTo>
                      <a:cubicBezTo>
                        <a:pt x="16" y="26"/>
                        <a:pt x="16" y="26"/>
                        <a:pt x="17" y="27"/>
                      </a:cubicBezTo>
                      <a:cubicBezTo>
                        <a:pt x="17" y="28"/>
                        <a:pt x="18" y="28"/>
                        <a:pt x="19" y="28"/>
                      </a:cubicBezTo>
                      <a:cubicBezTo>
                        <a:pt x="20" y="28"/>
                        <a:pt x="20" y="27"/>
                        <a:pt x="20" y="26"/>
                      </a:cubicBezTo>
                      <a:cubicBezTo>
                        <a:pt x="20" y="25"/>
                        <a:pt x="21" y="24"/>
                        <a:pt x="21" y="24"/>
                      </a:cubicBezTo>
                      <a:cubicBezTo>
                        <a:pt x="21" y="24"/>
                        <a:pt x="22" y="24"/>
                        <a:pt x="23" y="24"/>
                      </a:cubicBezTo>
                      <a:cubicBezTo>
                        <a:pt x="23" y="25"/>
                        <a:pt x="24" y="25"/>
                        <a:pt x="25" y="24"/>
                      </a:cubicBezTo>
                      <a:cubicBezTo>
                        <a:pt x="26" y="23"/>
                        <a:pt x="26" y="22"/>
                        <a:pt x="25" y="21"/>
                      </a:cubicBezTo>
                      <a:cubicBezTo>
                        <a:pt x="25" y="21"/>
                        <a:pt x="25" y="20"/>
                        <a:pt x="25" y="19"/>
                      </a:cubicBezTo>
                      <a:cubicBezTo>
                        <a:pt x="25" y="19"/>
                        <a:pt x="26" y="19"/>
                        <a:pt x="27" y="19"/>
                      </a:cubicBezTo>
                      <a:cubicBezTo>
                        <a:pt x="28" y="19"/>
                        <a:pt x="28" y="18"/>
                        <a:pt x="29" y="17"/>
                      </a:cubicBezTo>
                      <a:cubicBezTo>
                        <a:pt x="29" y="16"/>
                        <a:pt x="28" y="15"/>
                        <a:pt x="28" y="15"/>
                      </a:cubicBezTo>
                      <a:cubicBezTo>
                        <a:pt x="27" y="15"/>
                        <a:pt x="26" y="14"/>
                        <a:pt x="26" y="13"/>
                      </a:cubicBezTo>
                      <a:cubicBezTo>
                        <a:pt x="26" y="13"/>
                        <a:pt x="27" y="12"/>
                        <a:pt x="27" y="12"/>
                      </a:cubicBezTo>
                      <a:cubicBezTo>
                        <a:pt x="28" y="12"/>
                        <a:pt x="28" y="11"/>
                        <a:pt x="28" y="10"/>
                      </a:cubicBezTo>
                      <a:cubicBezTo>
                        <a:pt x="28" y="9"/>
                        <a:pt x="27" y="8"/>
                        <a:pt x="26" y="8"/>
                      </a:cubicBezTo>
                      <a:cubicBezTo>
                        <a:pt x="26" y="9"/>
                        <a:pt x="24" y="8"/>
                        <a:pt x="24" y="7"/>
                      </a:cubicBezTo>
                      <a:cubicBezTo>
                        <a:pt x="24" y="7"/>
                        <a:pt x="24" y="6"/>
                        <a:pt x="25" y="6"/>
                      </a:cubicBezTo>
                      <a:cubicBezTo>
                        <a:pt x="25" y="5"/>
                        <a:pt x="25" y="4"/>
                        <a:pt x="24" y="3"/>
                      </a:cubicBezTo>
                      <a:cubicBezTo>
                        <a:pt x="23" y="3"/>
                        <a:pt x="22" y="3"/>
                        <a:pt x="22" y="3"/>
                      </a:cubicBezTo>
                      <a:cubicBezTo>
                        <a:pt x="21" y="4"/>
                        <a:pt x="20" y="4"/>
                        <a:pt x="19" y="3"/>
                      </a:cubicBezTo>
                      <a:cubicBezTo>
                        <a:pt x="19" y="3"/>
                        <a:pt x="19" y="2"/>
                        <a:pt x="19" y="2"/>
                      </a:cubicBezTo>
                      <a:cubicBezTo>
                        <a:pt x="19" y="1"/>
                        <a:pt x="18" y="0"/>
                        <a:pt x="17" y="0"/>
                      </a:cubicBezTo>
                      <a:cubicBezTo>
                        <a:pt x="16" y="0"/>
                        <a:pt x="15" y="0"/>
                        <a:pt x="15" y="1"/>
                      </a:cubicBezTo>
                      <a:cubicBezTo>
                        <a:pt x="15" y="2"/>
                        <a:pt x="14" y="2"/>
                        <a:pt x="13" y="2"/>
                      </a:cubicBezTo>
                      <a:cubicBezTo>
                        <a:pt x="13" y="2"/>
                        <a:pt x="12" y="2"/>
                        <a:pt x="12" y="1"/>
                      </a:cubicBezTo>
                      <a:cubicBezTo>
                        <a:pt x="12" y="0"/>
                        <a:pt x="11" y="0"/>
                        <a:pt x="10" y="0"/>
                      </a:cubicBezTo>
                      <a:cubicBezTo>
                        <a:pt x="9" y="1"/>
                        <a:pt x="8" y="2"/>
                        <a:pt x="9" y="2"/>
                      </a:cubicBezTo>
                      <a:cubicBezTo>
                        <a:pt x="9" y="3"/>
                        <a:pt x="8" y="4"/>
                        <a:pt x="8" y="4"/>
                      </a:cubicBezTo>
                      <a:cubicBezTo>
                        <a:pt x="7" y="5"/>
                        <a:pt x="7" y="4"/>
                        <a:pt x="6" y="4"/>
                      </a:cubicBezTo>
                      <a:cubicBezTo>
                        <a:pt x="5" y="3"/>
                        <a:pt x="4" y="4"/>
                        <a:pt x="4" y="4"/>
                      </a:cubicBezTo>
                      <a:cubicBezTo>
                        <a:pt x="3" y="5"/>
                        <a:pt x="3" y="6"/>
                        <a:pt x="3" y="7"/>
                      </a:cubicBezTo>
                      <a:close/>
                      <a:moveTo>
                        <a:pt x="12" y="6"/>
                      </a:moveTo>
                      <a:cubicBezTo>
                        <a:pt x="16" y="5"/>
                        <a:pt x="21" y="7"/>
                        <a:pt x="22" y="12"/>
                      </a:cubicBezTo>
                      <a:cubicBezTo>
                        <a:pt x="24" y="16"/>
                        <a:pt x="21" y="21"/>
                        <a:pt x="17" y="22"/>
                      </a:cubicBezTo>
                      <a:cubicBezTo>
                        <a:pt x="13" y="23"/>
                        <a:pt x="8" y="21"/>
                        <a:pt x="6" y="17"/>
                      </a:cubicBezTo>
                      <a:cubicBezTo>
                        <a:pt x="5" y="12"/>
                        <a:pt x="7" y="8"/>
                        <a:pt x="12" y="6"/>
                      </a:cubicBezTo>
                      <a:close/>
                    </a:path>
                  </a:pathLst>
                </a:custGeom>
                <a:solidFill>
                  <a:srgbClr val="43C5A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425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</p:grpSp>
        <p:sp>
          <p:nvSpPr>
            <p:cNvPr id="43" name="矩形 42"/>
            <p:cNvSpPr/>
            <p:nvPr/>
          </p:nvSpPr>
          <p:spPr>
            <a:xfrm>
              <a:off x="7367116" y="916528"/>
              <a:ext cx="996247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PART 02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 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9" name="组合 48"/>
          <p:cNvGrpSpPr/>
          <p:nvPr userDrawn="1"/>
        </p:nvGrpSpPr>
        <p:grpSpPr>
          <a:xfrm>
            <a:off x="8957777" y="285728"/>
            <a:ext cx="996377" cy="1000132"/>
            <a:chOff x="8563703" y="285728"/>
            <a:chExt cx="996247" cy="1000132"/>
          </a:xfrm>
        </p:grpSpPr>
        <p:grpSp>
          <p:nvGrpSpPr>
            <p:cNvPr id="50" name="组合 55"/>
            <p:cNvGrpSpPr/>
            <p:nvPr/>
          </p:nvGrpSpPr>
          <p:grpSpPr>
            <a:xfrm>
              <a:off x="8762966" y="285728"/>
              <a:ext cx="597720" cy="597720"/>
              <a:chOff x="6494501" y="4230044"/>
              <a:chExt cx="696763" cy="696763"/>
            </a:xfrm>
          </p:grpSpPr>
          <p:sp>
            <p:nvSpPr>
              <p:cNvPr id="52" name="椭圆 51"/>
              <p:cNvSpPr/>
              <p:nvPr/>
            </p:nvSpPr>
            <p:spPr>
              <a:xfrm>
                <a:off x="6494501" y="4230044"/>
                <a:ext cx="696763" cy="696763"/>
              </a:xfrm>
              <a:prstGeom prst="ellipse">
                <a:avLst/>
              </a:prstGeom>
              <a:solidFill>
                <a:srgbClr val="EEEEEE"/>
              </a:solidFill>
              <a:ln>
                <a:solidFill>
                  <a:schemeClr val="bg1"/>
                </a:solidFill>
              </a:ln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25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3" name="任意多边形 52"/>
              <p:cNvSpPr/>
              <p:nvPr/>
            </p:nvSpPr>
            <p:spPr bwMode="auto">
              <a:xfrm>
                <a:off x="6609467" y="4389660"/>
                <a:ext cx="488930" cy="374848"/>
              </a:xfrm>
              <a:custGeom>
                <a:avLst/>
                <a:gdLst>
                  <a:gd name="connsiteX0" fmla="*/ 14829 w 563476"/>
                  <a:gd name="connsiteY0" fmla="*/ 416347 h 432000"/>
                  <a:gd name="connsiteX1" fmla="*/ 556062 w 563476"/>
                  <a:gd name="connsiteY1" fmla="*/ 416347 h 432000"/>
                  <a:gd name="connsiteX2" fmla="*/ 563476 w 563476"/>
                  <a:gd name="connsiteY2" fmla="*/ 424174 h 432000"/>
                  <a:gd name="connsiteX3" fmla="*/ 556062 w 563476"/>
                  <a:gd name="connsiteY3" fmla="*/ 432000 h 432000"/>
                  <a:gd name="connsiteX4" fmla="*/ 14829 w 563476"/>
                  <a:gd name="connsiteY4" fmla="*/ 432000 h 432000"/>
                  <a:gd name="connsiteX5" fmla="*/ 0 w 563476"/>
                  <a:gd name="connsiteY5" fmla="*/ 424174 h 432000"/>
                  <a:gd name="connsiteX6" fmla="*/ 14829 w 563476"/>
                  <a:gd name="connsiteY6" fmla="*/ 416347 h 432000"/>
                  <a:gd name="connsiteX7" fmla="*/ 428869 w 563476"/>
                  <a:gd name="connsiteY7" fmla="*/ 200347 h 432000"/>
                  <a:gd name="connsiteX8" fmla="*/ 510260 w 563476"/>
                  <a:gd name="connsiteY8" fmla="*/ 200347 h 432000"/>
                  <a:gd name="connsiteX9" fmla="*/ 510260 w 563476"/>
                  <a:gd name="connsiteY9" fmla="*/ 372521 h 432000"/>
                  <a:gd name="connsiteX10" fmla="*/ 428869 w 563476"/>
                  <a:gd name="connsiteY10" fmla="*/ 372521 h 432000"/>
                  <a:gd name="connsiteX11" fmla="*/ 303652 w 563476"/>
                  <a:gd name="connsiteY11" fmla="*/ 118956 h 432000"/>
                  <a:gd name="connsiteX12" fmla="*/ 385043 w 563476"/>
                  <a:gd name="connsiteY12" fmla="*/ 118956 h 432000"/>
                  <a:gd name="connsiteX13" fmla="*/ 385043 w 563476"/>
                  <a:gd name="connsiteY13" fmla="*/ 372521 h 432000"/>
                  <a:gd name="connsiteX14" fmla="*/ 303652 w 563476"/>
                  <a:gd name="connsiteY14" fmla="*/ 372521 h 432000"/>
                  <a:gd name="connsiteX15" fmla="*/ 72001 w 563476"/>
                  <a:gd name="connsiteY15" fmla="*/ 97044 h 432000"/>
                  <a:gd name="connsiteX16" fmla="*/ 153392 w 563476"/>
                  <a:gd name="connsiteY16" fmla="*/ 97044 h 432000"/>
                  <a:gd name="connsiteX17" fmla="*/ 153392 w 563476"/>
                  <a:gd name="connsiteY17" fmla="*/ 372521 h 432000"/>
                  <a:gd name="connsiteX18" fmla="*/ 72001 w 563476"/>
                  <a:gd name="connsiteY18" fmla="*/ 372521 h 432000"/>
                  <a:gd name="connsiteX19" fmla="*/ 190957 w 563476"/>
                  <a:gd name="connsiteY19" fmla="*/ 0 h 432000"/>
                  <a:gd name="connsiteX20" fmla="*/ 272348 w 563476"/>
                  <a:gd name="connsiteY20" fmla="*/ 0 h 432000"/>
                  <a:gd name="connsiteX21" fmla="*/ 272348 w 563476"/>
                  <a:gd name="connsiteY21" fmla="*/ 372521 h 432000"/>
                  <a:gd name="connsiteX22" fmla="*/ 190957 w 563476"/>
                  <a:gd name="connsiteY22" fmla="*/ 372521 h 432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63476" h="432000">
                    <a:moveTo>
                      <a:pt x="14829" y="416347"/>
                    </a:moveTo>
                    <a:cubicBezTo>
                      <a:pt x="556062" y="416347"/>
                      <a:pt x="556062" y="416347"/>
                      <a:pt x="556062" y="416347"/>
                    </a:cubicBezTo>
                    <a:cubicBezTo>
                      <a:pt x="556062" y="416347"/>
                      <a:pt x="563476" y="416347"/>
                      <a:pt x="563476" y="424174"/>
                    </a:cubicBezTo>
                    <a:cubicBezTo>
                      <a:pt x="563476" y="432000"/>
                      <a:pt x="556062" y="432000"/>
                      <a:pt x="556062" y="432000"/>
                    </a:cubicBezTo>
                    <a:lnTo>
                      <a:pt x="14829" y="432000"/>
                    </a:lnTo>
                    <a:cubicBezTo>
                      <a:pt x="7414" y="432000"/>
                      <a:pt x="0" y="432000"/>
                      <a:pt x="0" y="424174"/>
                    </a:cubicBezTo>
                    <a:cubicBezTo>
                      <a:pt x="0" y="416347"/>
                      <a:pt x="7414" y="416347"/>
                      <a:pt x="14829" y="416347"/>
                    </a:cubicBezTo>
                    <a:close/>
                    <a:moveTo>
                      <a:pt x="428869" y="200347"/>
                    </a:moveTo>
                    <a:lnTo>
                      <a:pt x="510260" y="200347"/>
                    </a:lnTo>
                    <a:lnTo>
                      <a:pt x="510260" y="372521"/>
                    </a:lnTo>
                    <a:lnTo>
                      <a:pt x="428869" y="372521"/>
                    </a:lnTo>
                    <a:close/>
                    <a:moveTo>
                      <a:pt x="303652" y="118956"/>
                    </a:moveTo>
                    <a:lnTo>
                      <a:pt x="385043" y="118956"/>
                    </a:lnTo>
                    <a:lnTo>
                      <a:pt x="385043" y="372521"/>
                    </a:lnTo>
                    <a:lnTo>
                      <a:pt x="303652" y="372521"/>
                    </a:lnTo>
                    <a:close/>
                    <a:moveTo>
                      <a:pt x="72001" y="97044"/>
                    </a:moveTo>
                    <a:lnTo>
                      <a:pt x="153392" y="97044"/>
                    </a:lnTo>
                    <a:lnTo>
                      <a:pt x="153392" y="372521"/>
                    </a:lnTo>
                    <a:lnTo>
                      <a:pt x="72001" y="372521"/>
                    </a:lnTo>
                    <a:close/>
                    <a:moveTo>
                      <a:pt x="190957" y="0"/>
                    </a:moveTo>
                    <a:lnTo>
                      <a:pt x="272348" y="0"/>
                    </a:lnTo>
                    <a:lnTo>
                      <a:pt x="272348" y="372521"/>
                    </a:lnTo>
                    <a:lnTo>
                      <a:pt x="190957" y="372521"/>
                    </a:lnTo>
                    <a:close/>
                  </a:path>
                </a:pathLst>
              </a:custGeom>
              <a:solidFill>
                <a:srgbClr val="C1D84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51" name="矩形 50"/>
            <p:cNvSpPr/>
            <p:nvPr/>
          </p:nvSpPr>
          <p:spPr>
            <a:xfrm>
              <a:off x="8563703" y="916528"/>
              <a:ext cx="996247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PART 03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 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4" name="组合 53"/>
          <p:cNvGrpSpPr/>
          <p:nvPr userDrawn="1"/>
        </p:nvGrpSpPr>
        <p:grpSpPr>
          <a:xfrm>
            <a:off x="9958040" y="285728"/>
            <a:ext cx="996377" cy="1000132"/>
            <a:chOff x="9760290" y="285728"/>
            <a:chExt cx="996247" cy="1000132"/>
          </a:xfrm>
        </p:grpSpPr>
        <p:grpSp>
          <p:nvGrpSpPr>
            <p:cNvPr id="55" name="组合 43"/>
            <p:cNvGrpSpPr/>
            <p:nvPr/>
          </p:nvGrpSpPr>
          <p:grpSpPr>
            <a:xfrm>
              <a:off x="9959553" y="285728"/>
              <a:ext cx="597720" cy="597720"/>
              <a:chOff x="4840168" y="3971584"/>
              <a:chExt cx="522572" cy="522572"/>
            </a:xfrm>
          </p:grpSpPr>
          <p:sp>
            <p:nvSpPr>
              <p:cNvPr id="57" name="椭圆 56"/>
              <p:cNvSpPr/>
              <p:nvPr/>
            </p:nvSpPr>
            <p:spPr>
              <a:xfrm>
                <a:off x="4840168" y="3971584"/>
                <a:ext cx="522572" cy="522572"/>
              </a:xfrm>
              <a:prstGeom prst="ellipse">
                <a:avLst/>
              </a:prstGeom>
              <a:solidFill>
                <a:srgbClr val="EEEEEE"/>
              </a:solidFill>
              <a:ln>
                <a:solidFill>
                  <a:schemeClr val="bg1"/>
                </a:solidFill>
              </a:ln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25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grpSp>
            <p:nvGrpSpPr>
              <p:cNvPr id="58" name="组合 137"/>
              <p:cNvGrpSpPr/>
              <p:nvPr/>
            </p:nvGrpSpPr>
            <p:grpSpPr>
              <a:xfrm>
                <a:off x="4981489" y="4078661"/>
                <a:ext cx="239931" cy="308418"/>
                <a:chOff x="731016" y="1671338"/>
                <a:chExt cx="366231" cy="470769"/>
              </a:xfrm>
              <a:solidFill>
                <a:srgbClr val="B91F38"/>
              </a:solidFill>
            </p:grpSpPr>
            <p:sp>
              <p:nvSpPr>
                <p:cNvPr id="59" name="Freeform 108"/>
                <p:cNvSpPr/>
                <p:nvPr/>
              </p:nvSpPr>
              <p:spPr bwMode="auto">
                <a:xfrm flipH="1">
                  <a:off x="731016" y="2089492"/>
                  <a:ext cx="51922" cy="52615"/>
                </a:xfrm>
                <a:custGeom>
                  <a:avLst/>
                  <a:gdLst>
                    <a:gd name="T0" fmla="*/ 0 w 32"/>
                    <a:gd name="T1" fmla="*/ 32 h 32"/>
                    <a:gd name="T2" fmla="*/ 16 w 32"/>
                    <a:gd name="T3" fmla="*/ 32 h 32"/>
                    <a:gd name="T4" fmla="*/ 32 w 32"/>
                    <a:gd name="T5" fmla="*/ 16 h 32"/>
                    <a:gd name="T6" fmla="*/ 32 w 32"/>
                    <a:gd name="T7" fmla="*/ 0 h 32"/>
                    <a:gd name="T8" fmla="*/ 0 w 32"/>
                    <a:gd name="T9" fmla="*/ 0 h 32"/>
                    <a:gd name="T10" fmla="*/ 0 w 32"/>
                    <a:gd name="T11" fmla="*/ 32 h 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2" h="32">
                      <a:moveTo>
                        <a:pt x="0" y="32"/>
                      </a:moveTo>
                      <a:cubicBezTo>
                        <a:pt x="16" y="32"/>
                        <a:pt x="16" y="32"/>
                        <a:pt x="16" y="32"/>
                      </a:cubicBezTo>
                      <a:cubicBezTo>
                        <a:pt x="25" y="32"/>
                        <a:pt x="32" y="25"/>
                        <a:pt x="32" y="16"/>
                      </a:cubicBezTo>
                      <a:cubicBezTo>
                        <a:pt x="32" y="0"/>
                        <a:pt x="32" y="0"/>
                        <a:pt x="32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lnTo>
                        <a:pt x="0" y="32"/>
                      </a:lnTo>
                      <a:close/>
                    </a:path>
                  </a:pathLst>
                </a:custGeom>
                <a:solidFill>
                  <a:srgbClr val="FA817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121920" tIns="60960" rIns="121920" bIns="6096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l" defTabSz="1219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83" name="Freeform 109"/>
                <p:cNvSpPr>
                  <a:spLocks noEditPoints="1"/>
                </p:cNvSpPr>
                <p:nvPr/>
              </p:nvSpPr>
              <p:spPr bwMode="auto">
                <a:xfrm flipH="1">
                  <a:off x="731016" y="1671338"/>
                  <a:ext cx="366231" cy="470769"/>
                </a:xfrm>
                <a:custGeom>
                  <a:avLst/>
                  <a:gdLst>
                    <a:gd name="T0" fmla="*/ 208 w 224"/>
                    <a:gd name="T1" fmla="*/ 0 h 288"/>
                    <a:gd name="T2" fmla="*/ 16 w 224"/>
                    <a:gd name="T3" fmla="*/ 0 h 288"/>
                    <a:gd name="T4" fmla="*/ 0 w 224"/>
                    <a:gd name="T5" fmla="*/ 16 h 288"/>
                    <a:gd name="T6" fmla="*/ 0 w 224"/>
                    <a:gd name="T7" fmla="*/ 272 h 288"/>
                    <a:gd name="T8" fmla="*/ 16 w 224"/>
                    <a:gd name="T9" fmla="*/ 288 h 288"/>
                    <a:gd name="T10" fmla="*/ 176 w 224"/>
                    <a:gd name="T11" fmla="*/ 288 h 288"/>
                    <a:gd name="T12" fmla="*/ 176 w 224"/>
                    <a:gd name="T13" fmla="*/ 144 h 288"/>
                    <a:gd name="T14" fmla="*/ 224 w 224"/>
                    <a:gd name="T15" fmla="*/ 144 h 288"/>
                    <a:gd name="T16" fmla="*/ 224 w 224"/>
                    <a:gd name="T17" fmla="*/ 16 h 288"/>
                    <a:gd name="T18" fmla="*/ 208 w 224"/>
                    <a:gd name="T19" fmla="*/ 0 h 288"/>
                    <a:gd name="T20" fmla="*/ 168 w 224"/>
                    <a:gd name="T21" fmla="*/ 104 h 288"/>
                    <a:gd name="T22" fmla="*/ 56 w 224"/>
                    <a:gd name="T23" fmla="*/ 104 h 288"/>
                    <a:gd name="T24" fmla="*/ 56 w 224"/>
                    <a:gd name="T25" fmla="*/ 88 h 288"/>
                    <a:gd name="T26" fmla="*/ 168 w 224"/>
                    <a:gd name="T27" fmla="*/ 88 h 288"/>
                    <a:gd name="T28" fmla="*/ 168 w 224"/>
                    <a:gd name="T29" fmla="*/ 104 h 288"/>
                    <a:gd name="T30" fmla="*/ 168 w 224"/>
                    <a:gd name="T31" fmla="*/ 72 h 288"/>
                    <a:gd name="T32" fmla="*/ 56 w 224"/>
                    <a:gd name="T33" fmla="*/ 72 h 288"/>
                    <a:gd name="T34" fmla="*/ 56 w 224"/>
                    <a:gd name="T35" fmla="*/ 56 h 288"/>
                    <a:gd name="T36" fmla="*/ 168 w 224"/>
                    <a:gd name="T37" fmla="*/ 56 h 288"/>
                    <a:gd name="T38" fmla="*/ 168 w 224"/>
                    <a:gd name="T39" fmla="*/ 72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224" h="288">
                      <a:moveTo>
                        <a:pt x="208" y="0"/>
                      </a:moveTo>
                      <a:cubicBezTo>
                        <a:pt x="16" y="0"/>
                        <a:pt x="16" y="0"/>
                        <a:pt x="16" y="0"/>
                      </a:cubicBezTo>
                      <a:cubicBezTo>
                        <a:pt x="7" y="0"/>
                        <a:pt x="0" y="7"/>
                        <a:pt x="0" y="16"/>
                      </a:cubicBezTo>
                      <a:cubicBezTo>
                        <a:pt x="0" y="272"/>
                        <a:pt x="0" y="272"/>
                        <a:pt x="0" y="272"/>
                      </a:cubicBezTo>
                      <a:cubicBezTo>
                        <a:pt x="0" y="281"/>
                        <a:pt x="7" y="288"/>
                        <a:pt x="16" y="288"/>
                      </a:cubicBezTo>
                      <a:cubicBezTo>
                        <a:pt x="176" y="288"/>
                        <a:pt x="176" y="288"/>
                        <a:pt x="176" y="288"/>
                      </a:cubicBezTo>
                      <a:cubicBezTo>
                        <a:pt x="176" y="144"/>
                        <a:pt x="176" y="144"/>
                        <a:pt x="176" y="144"/>
                      </a:cubicBezTo>
                      <a:cubicBezTo>
                        <a:pt x="224" y="144"/>
                        <a:pt x="224" y="144"/>
                        <a:pt x="224" y="144"/>
                      </a:cubicBezTo>
                      <a:cubicBezTo>
                        <a:pt x="224" y="16"/>
                        <a:pt x="224" y="16"/>
                        <a:pt x="224" y="16"/>
                      </a:cubicBezTo>
                      <a:cubicBezTo>
                        <a:pt x="224" y="7"/>
                        <a:pt x="217" y="0"/>
                        <a:pt x="208" y="0"/>
                      </a:cubicBezTo>
                      <a:close/>
                      <a:moveTo>
                        <a:pt x="168" y="104"/>
                      </a:moveTo>
                      <a:cubicBezTo>
                        <a:pt x="56" y="104"/>
                        <a:pt x="56" y="104"/>
                        <a:pt x="56" y="104"/>
                      </a:cubicBezTo>
                      <a:cubicBezTo>
                        <a:pt x="56" y="88"/>
                        <a:pt x="56" y="88"/>
                        <a:pt x="56" y="88"/>
                      </a:cubicBezTo>
                      <a:cubicBezTo>
                        <a:pt x="168" y="88"/>
                        <a:pt x="168" y="88"/>
                        <a:pt x="168" y="88"/>
                      </a:cubicBezTo>
                      <a:lnTo>
                        <a:pt x="168" y="104"/>
                      </a:lnTo>
                      <a:close/>
                      <a:moveTo>
                        <a:pt x="168" y="72"/>
                      </a:moveTo>
                      <a:cubicBezTo>
                        <a:pt x="56" y="72"/>
                        <a:pt x="56" y="72"/>
                        <a:pt x="56" y="72"/>
                      </a:cubicBezTo>
                      <a:cubicBezTo>
                        <a:pt x="56" y="56"/>
                        <a:pt x="56" y="56"/>
                        <a:pt x="56" y="56"/>
                      </a:cubicBezTo>
                      <a:cubicBezTo>
                        <a:pt x="168" y="56"/>
                        <a:pt x="168" y="56"/>
                        <a:pt x="168" y="56"/>
                      </a:cubicBezTo>
                      <a:lnTo>
                        <a:pt x="168" y="72"/>
                      </a:lnTo>
                      <a:close/>
                    </a:path>
                  </a:pathLst>
                </a:custGeom>
                <a:solidFill>
                  <a:srgbClr val="FA817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121920" tIns="60960" rIns="121920" bIns="6096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l" defTabSz="1219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84" name="Rectangle 110"/>
                <p:cNvSpPr>
                  <a:spLocks noChangeArrowheads="1"/>
                </p:cNvSpPr>
                <p:nvPr/>
              </p:nvSpPr>
              <p:spPr bwMode="auto">
                <a:xfrm flipH="1">
                  <a:off x="731016" y="1937200"/>
                  <a:ext cx="51922" cy="51924"/>
                </a:xfrm>
                <a:prstGeom prst="rect">
                  <a:avLst/>
                </a:prstGeom>
                <a:solidFill>
                  <a:srgbClr val="FA817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121920" tIns="60960" rIns="121920" bIns="6096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l" defTabSz="1219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85" name="Rectangle 111"/>
                <p:cNvSpPr>
                  <a:spLocks noChangeArrowheads="1"/>
                </p:cNvSpPr>
                <p:nvPr/>
              </p:nvSpPr>
              <p:spPr bwMode="auto">
                <a:xfrm flipH="1">
                  <a:off x="731016" y="2013001"/>
                  <a:ext cx="51922" cy="52615"/>
                </a:xfrm>
                <a:prstGeom prst="rect">
                  <a:avLst/>
                </a:prstGeom>
                <a:solidFill>
                  <a:srgbClr val="FA817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121920" tIns="60960" rIns="121920" bIns="6096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l" defTabSz="1219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</p:grpSp>
        <p:sp>
          <p:nvSpPr>
            <p:cNvPr id="56" name="矩形 55"/>
            <p:cNvSpPr/>
            <p:nvPr/>
          </p:nvSpPr>
          <p:spPr>
            <a:xfrm>
              <a:off x="9760290" y="916528"/>
              <a:ext cx="996247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PART 04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 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86" name="组合 85"/>
          <p:cNvGrpSpPr/>
          <p:nvPr userDrawn="1"/>
        </p:nvGrpSpPr>
        <p:grpSpPr>
          <a:xfrm>
            <a:off x="10958302" y="285728"/>
            <a:ext cx="996377" cy="1000132"/>
            <a:chOff x="10956875" y="285728"/>
            <a:chExt cx="996247" cy="1000132"/>
          </a:xfrm>
        </p:grpSpPr>
        <p:grpSp>
          <p:nvGrpSpPr>
            <p:cNvPr id="87" name="组合 66"/>
            <p:cNvGrpSpPr/>
            <p:nvPr userDrawn="1"/>
          </p:nvGrpSpPr>
          <p:grpSpPr>
            <a:xfrm>
              <a:off x="11156125" y="285728"/>
              <a:ext cx="597719" cy="597720"/>
              <a:chOff x="9881420" y="2714620"/>
              <a:chExt cx="784512" cy="784512"/>
            </a:xfrm>
          </p:grpSpPr>
          <p:sp>
            <p:nvSpPr>
              <p:cNvPr id="89" name="椭圆 88"/>
              <p:cNvSpPr/>
              <p:nvPr userDrawn="1"/>
            </p:nvSpPr>
            <p:spPr>
              <a:xfrm>
                <a:off x="9881420" y="2714620"/>
                <a:ext cx="784512" cy="784512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bg1"/>
                </a:solidFill>
              </a:ln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25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0" name="Freeform 9"/>
              <p:cNvSpPr>
                <a:spLocks noEditPoints="1"/>
              </p:cNvSpPr>
              <p:nvPr/>
            </p:nvSpPr>
            <p:spPr bwMode="auto">
              <a:xfrm>
                <a:off x="10009320" y="2843475"/>
                <a:ext cx="528735" cy="526804"/>
              </a:xfrm>
              <a:custGeom>
                <a:avLst/>
                <a:gdLst>
                  <a:gd name="T0" fmla="*/ 86 w 116"/>
                  <a:gd name="T1" fmla="*/ 17 h 116"/>
                  <a:gd name="T2" fmla="*/ 8 w 116"/>
                  <a:gd name="T3" fmla="*/ 45 h 116"/>
                  <a:gd name="T4" fmla="*/ 11 w 116"/>
                  <a:gd name="T5" fmla="*/ 50 h 116"/>
                  <a:gd name="T6" fmla="*/ 12 w 116"/>
                  <a:gd name="T7" fmla="*/ 59 h 116"/>
                  <a:gd name="T8" fmla="*/ 16 w 116"/>
                  <a:gd name="T9" fmla="*/ 69 h 116"/>
                  <a:gd name="T10" fmla="*/ 20 w 116"/>
                  <a:gd name="T11" fmla="*/ 77 h 116"/>
                  <a:gd name="T12" fmla="*/ 24 w 116"/>
                  <a:gd name="T13" fmla="*/ 83 h 116"/>
                  <a:gd name="T14" fmla="*/ 27 w 116"/>
                  <a:gd name="T15" fmla="*/ 98 h 116"/>
                  <a:gd name="T16" fmla="*/ 33 w 116"/>
                  <a:gd name="T17" fmla="*/ 105 h 116"/>
                  <a:gd name="T18" fmla="*/ 34 w 116"/>
                  <a:gd name="T19" fmla="*/ 101 h 116"/>
                  <a:gd name="T20" fmla="*/ 37 w 116"/>
                  <a:gd name="T21" fmla="*/ 93 h 116"/>
                  <a:gd name="T22" fmla="*/ 41 w 116"/>
                  <a:gd name="T23" fmla="*/ 83 h 116"/>
                  <a:gd name="T24" fmla="*/ 49 w 116"/>
                  <a:gd name="T25" fmla="*/ 73 h 116"/>
                  <a:gd name="T26" fmla="*/ 53 w 116"/>
                  <a:gd name="T27" fmla="*/ 66 h 116"/>
                  <a:gd name="T28" fmla="*/ 45 w 116"/>
                  <a:gd name="T29" fmla="*/ 61 h 116"/>
                  <a:gd name="T30" fmla="*/ 38 w 116"/>
                  <a:gd name="T31" fmla="*/ 58 h 116"/>
                  <a:gd name="T32" fmla="*/ 33 w 116"/>
                  <a:gd name="T33" fmla="*/ 51 h 116"/>
                  <a:gd name="T34" fmla="*/ 25 w 116"/>
                  <a:gd name="T35" fmla="*/ 47 h 116"/>
                  <a:gd name="T36" fmla="*/ 17 w 116"/>
                  <a:gd name="T37" fmla="*/ 49 h 116"/>
                  <a:gd name="T38" fmla="*/ 13 w 116"/>
                  <a:gd name="T39" fmla="*/ 44 h 116"/>
                  <a:gd name="T40" fmla="*/ 12 w 116"/>
                  <a:gd name="T41" fmla="*/ 37 h 116"/>
                  <a:gd name="T42" fmla="*/ 8 w 116"/>
                  <a:gd name="T43" fmla="*/ 37 h 116"/>
                  <a:gd name="T44" fmla="*/ 12 w 116"/>
                  <a:gd name="T45" fmla="*/ 30 h 116"/>
                  <a:gd name="T46" fmla="*/ 18 w 116"/>
                  <a:gd name="T47" fmla="*/ 30 h 116"/>
                  <a:gd name="T48" fmla="*/ 24 w 116"/>
                  <a:gd name="T49" fmla="*/ 25 h 116"/>
                  <a:gd name="T50" fmla="*/ 30 w 116"/>
                  <a:gd name="T51" fmla="*/ 18 h 116"/>
                  <a:gd name="T52" fmla="*/ 32 w 116"/>
                  <a:gd name="T53" fmla="*/ 15 h 116"/>
                  <a:gd name="T54" fmla="*/ 42 w 116"/>
                  <a:gd name="T55" fmla="*/ 12 h 116"/>
                  <a:gd name="T56" fmla="*/ 34 w 116"/>
                  <a:gd name="T57" fmla="*/ 8 h 116"/>
                  <a:gd name="T58" fmla="*/ 32 w 116"/>
                  <a:gd name="T59" fmla="*/ 8 h 116"/>
                  <a:gd name="T60" fmla="*/ 49 w 116"/>
                  <a:gd name="T61" fmla="*/ 2 h 116"/>
                  <a:gd name="T62" fmla="*/ 56 w 116"/>
                  <a:gd name="T63" fmla="*/ 5 h 116"/>
                  <a:gd name="T64" fmla="*/ 82 w 116"/>
                  <a:gd name="T65" fmla="*/ 6 h 116"/>
                  <a:gd name="T66" fmla="*/ 79 w 116"/>
                  <a:gd name="T67" fmla="*/ 11 h 116"/>
                  <a:gd name="T68" fmla="*/ 85 w 116"/>
                  <a:gd name="T69" fmla="*/ 19 h 116"/>
                  <a:gd name="T70" fmla="*/ 89 w 116"/>
                  <a:gd name="T71" fmla="*/ 19 h 116"/>
                  <a:gd name="T72" fmla="*/ 93 w 116"/>
                  <a:gd name="T73" fmla="*/ 17 h 116"/>
                  <a:gd name="T74" fmla="*/ 97 w 116"/>
                  <a:gd name="T75" fmla="*/ 23 h 116"/>
                  <a:gd name="T76" fmla="*/ 101 w 116"/>
                  <a:gd name="T77" fmla="*/ 27 h 116"/>
                  <a:gd name="T78" fmla="*/ 95 w 116"/>
                  <a:gd name="T79" fmla="*/ 27 h 116"/>
                  <a:gd name="T80" fmla="*/ 89 w 116"/>
                  <a:gd name="T81" fmla="*/ 25 h 116"/>
                  <a:gd name="T82" fmla="*/ 81 w 116"/>
                  <a:gd name="T83" fmla="*/ 24 h 116"/>
                  <a:gd name="T84" fmla="*/ 74 w 116"/>
                  <a:gd name="T85" fmla="*/ 30 h 116"/>
                  <a:gd name="T86" fmla="*/ 70 w 116"/>
                  <a:gd name="T87" fmla="*/ 39 h 116"/>
                  <a:gd name="T88" fmla="*/ 73 w 116"/>
                  <a:gd name="T89" fmla="*/ 50 h 116"/>
                  <a:gd name="T90" fmla="*/ 82 w 116"/>
                  <a:gd name="T91" fmla="*/ 53 h 116"/>
                  <a:gd name="T92" fmla="*/ 91 w 116"/>
                  <a:gd name="T93" fmla="*/ 53 h 116"/>
                  <a:gd name="T94" fmla="*/ 95 w 116"/>
                  <a:gd name="T95" fmla="*/ 61 h 116"/>
                  <a:gd name="T96" fmla="*/ 96 w 116"/>
                  <a:gd name="T97" fmla="*/ 71 h 116"/>
                  <a:gd name="T98" fmla="*/ 95 w 116"/>
                  <a:gd name="T99" fmla="*/ 81 h 116"/>
                  <a:gd name="T100" fmla="*/ 100 w 116"/>
                  <a:gd name="T101" fmla="*/ 90 h 116"/>
                  <a:gd name="T102" fmla="*/ 107 w 116"/>
                  <a:gd name="T103" fmla="*/ 82 h 116"/>
                  <a:gd name="T104" fmla="*/ 112 w 116"/>
                  <a:gd name="T105" fmla="*/ 69 h 116"/>
                  <a:gd name="T106" fmla="*/ 114 w 116"/>
                  <a:gd name="T107" fmla="*/ 53 h 116"/>
                  <a:gd name="T108" fmla="*/ 109 w 116"/>
                  <a:gd name="T109" fmla="*/ 39 h 116"/>
                  <a:gd name="T110" fmla="*/ 105 w 116"/>
                  <a:gd name="T111" fmla="*/ 32 h 116"/>
                  <a:gd name="T112" fmla="*/ 111 w 116"/>
                  <a:gd name="T113" fmla="*/ 41 h 116"/>
                  <a:gd name="T114" fmla="*/ 79 w 116"/>
                  <a:gd name="T115" fmla="*/ 10 h 116"/>
                  <a:gd name="T116" fmla="*/ 75 w 116"/>
                  <a:gd name="T117" fmla="*/ 5 h 116"/>
                  <a:gd name="T118" fmla="*/ 76 w 116"/>
                  <a:gd name="T119" fmla="*/ 9 h 116"/>
                  <a:gd name="T120" fmla="*/ 73 w 116"/>
                  <a:gd name="T121" fmla="*/ 4 h 116"/>
                  <a:gd name="T122" fmla="*/ 109 w 116"/>
                  <a:gd name="T123" fmla="*/ 82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16" h="116">
                    <a:moveTo>
                      <a:pt x="6" y="33"/>
                    </a:moveTo>
                    <a:cubicBezTo>
                      <a:pt x="6" y="33"/>
                      <a:pt x="6" y="33"/>
                      <a:pt x="6" y="33"/>
                    </a:cubicBezTo>
                    <a:cubicBezTo>
                      <a:pt x="6" y="33"/>
                      <a:pt x="6" y="33"/>
                      <a:pt x="5" y="34"/>
                    </a:cubicBezTo>
                    <a:cubicBezTo>
                      <a:pt x="6" y="34"/>
                      <a:pt x="6" y="34"/>
                      <a:pt x="6" y="34"/>
                    </a:cubicBezTo>
                    <a:cubicBezTo>
                      <a:pt x="6" y="34"/>
                      <a:pt x="6" y="34"/>
                      <a:pt x="6" y="34"/>
                    </a:cubicBezTo>
                    <a:cubicBezTo>
                      <a:pt x="6" y="34"/>
                      <a:pt x="6" y="34"/>
                      <a:pt x="6" y="33"/>
                    </a:cubicBezTo>
                    <a:close/>
                    <a:moveTo>
                      <a:pt x="5" y="35"/>
                    </a:moveTo>
                    <a:cubicBezTo>
                      <a:pt x="5" y="35"/>
                      <a:pt x="5" y="35"/>
                      <a:pt x="5" y="35"/>
                    </a:cubicBezTo>
                    <a:cubicBezTo>
                      <a:pt x="5" y="35"/>
                      <a:pt x="5" y="34"/>
                      <a:pt x="5" y="34"/>
                    </a:cubicBezTo>
                    <a:cubicBezTo>
                      <a:pt x="5" y="34"/>
                      <a:pt x="5" y="34"/>
                      <a:pt x="5" y="34"/>
                    </a:cubicBezTo>
                    <a:cubicBezTo>
                      <a:pt x="5" y="34"/>
                      <a:pt x="5" y="34"/>
                      <a:pt x="5" y="35"/>
                    </a:cubicBezTo>
                    <a:cubicBezTo>
                      <a:pt x="5" y="35"/>
                      <a:pt x="5" y="35"/>
                      <a:pt x="5" y="35"/>
                    </a:cubicBezTo>
                    <a:close/>
                    <a:moveTo>
                      <a:pt x="88" y="18"/>
                    </a:moveTo>
                    <a:cubicBezTo>
                      <a:pt x="88" y="18"/>
                      <a:pt x="88" y="18"/>
                      <a:pt x="88" y="18"/>
                    </a:cubicBezTo>
                    <a:cubicBezTo>
                      <a:pt x="88" y="18"/>
                      <a:pt x="88" y="18"/>
                      <a:pt x="88" y="18"/>
                    </a:cubicBezTo>
                    <a:cubicBezTo>
                      <a:pt x="88" y="18"/>
                      <a:pt x="88" y="18"/>
                      <a:pt x="88" y="18"/>
                    </a:cubicBezTo>
                    <a:cubicBezTo>
                      <a:pt x="88" y="18"/>
                      <a:pt x="88" y="18"/>
                      <a:pt x="88" y="18"/>
                    </a:cubicBezTo>
                    <a:cubicBezTo>
                      <a:pt x="88" y="17"/>
                      <a:pt x="87" y="17"/>
                      <a:pt x="87" y="17"/>
                    </a:cubicBezTo>
                    <a:cubicBezTo>
                      <a:pt x="87" y="17"/>
                      <a:pt x="87" y="17"/>
                      <a:pt x="87" y="17"/>
                    </a:cubicBezTo>
                    <a:cubicBezTo>
                      <a:pt x="87" y="17"/>
                      <a:pt x="87" y="17"/>
                      <a:pt x="87" y="17"/>
                    </a:cubicBezTo>
                    <a:cubicBezTo>
                      <a:pt x="86" y="17"/>
                      <a:pt x="86" y="17"/>
                      <a:pt x="86" y="17"/>
                    </a:cubicBezTo>
                    <a:cubicBezTo>
                      <a:pt x="86" y="17"/>
                      <a:pt x="86" y="17"/>
                      <a:pt x="86" y="17"/>
                    </a:cubicBezTo>
                    <a:cubicBezTo>
                      <a:pt x="86" y="16"/>
                      <a:pt x="86" y="16"/>
                      <a:pt x="86" y="16"/>
                    </a:cubicBezTo>
                    <a:cubicBezTo>
                      <a:pt x="86" y="16"/>
                      <a:pt x="86" y="16"/>
                      <a:pt x="86" y="16"/>
                    </a:cubicBezTo>
                    <a:cubicBezTo>
                      <a:pt x="86" y="16"/>
                      <a:pt x="86" y="16"/>
                      <a:pt x="85" y="16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86" y="17"/>
                      <a:pt x="86" y="17"/>
                      <a:pt x="86" y="17"/>
                    </a:cubicBezTo>
                    <a:cubicBezTo>
                      <a:pt x="87" y="17"/>
                      <a:pt x="87" y="17"/>
                      <a:pt x="87" y="17"/>
                    </a:cubicBezTo>
                    <a:cubicBezTo>
                      <a:pt x="87" y="18"/>
                      <a:pt x="87" y="18"/>
                      <a:pt x="87" y="18"/>
                    </a:cubicBezTo>
                    <a:cubicBezTo>
                      <a:pt x="86" y="18"/>
                      <a:pt x="87" y="18"/>
                      <a:pt x="87" y="18"/>
                    </a:cubicBezTo>
                    <a:cubicBezTo>
                      <a:pt x="87" y="18"/>
                      <a:pt x="87" y="18"/>
                      <a:pt x="87" y="18"/>
                    </a:cubicBezTo>
                    <a:cubicBezTo>
                      <a:pt x="87" y="18"/>
                      <a:pt x="87" y="18"/>
                      <a:pt x="87" y="18"/>
                    </a:cubicBezTo>
                    <a:cubicBezTo>
                      <a:pt x="87" y="18"/>
                      <a:pt x="87" y="18"/>
                      <a:pt x="87" y="18"/>
                    </a:cubicBezTo>
                    <a:cubicBezTo>
                      <a:pt x="88" y="18"/>
                      <a:pt x="88" y="18"/>
                      <a:pt x="88" y="18"/>
                    </a:cubicBezTo>
                    <a:cubicBezTo>
                      <a:pt x="88" y="18"/>
                      <a:pt x="88" y="18"/>
                      <a:pt x="88" y="18"/>
                    </a:cubicBezTo>
                    <a:cubicBezTo>
                      <a:pt x="88" y="18"/>
                      <a:pt x="88" y="18"/>
                      <a:pt x="88" y="18"/>
                    </a:cubicBezTo>
                    <a:close/>
                    <a:moveTo>
                      <a:pt x="112" y="37"/>
                    </a:moveTo>
                    <a:cubicBezTo>
                      <a:pt x="114" y="44"/>
                      <a:pt x="116" y="51"/>
                      <a:pt x="116" y="58"/>
                    </a:cubicBezTo>
                    <a:cubicBezTo>
                      <a:pt x="116" y="90"/>
                      <a:pt x="90" y="116"/>
                      <a:pt x="58" y="116"/>
                    </a:cubicBezTo>
                    <a:cubicBezTo>
                      <a:pt x="26" y="116"/>
                      <a:pt x="0" y="90"/>
                      <a:pt x="0" y="58"/>
                    </a:cubicBezTo>
                    <a:cubicBezTo>
                      <a:pt x="0" y="50"/>
                      <a:pt x="2" y="42"/>
                      <a:pt x="5" y="35"/>
                    </a:cubicBezTo>
                    <a:cubicBezTo>
                      <a:pt x="5" y="42"/>
                      <a:pt x="5" y="42"/>
                      <a:pt x="5" y="42"/>
                    </a:cubicBezTo>
                    <a:cubicBezTo>
                      <a:pt x="5" y="42"/>
                      <a:pt x="5" y="42"/>
                      <a:pt x="5" y="42"/>
                    </a:cubicBezTo>
                    <a:cubicBezTo>
                      <a:pt x="5" y="42"/>
                      <a:pt x="5" y="42"/>
                      <a:pt x="5" y="42"/>
                    </a:cubicBezTo>
                    <a:cubicBezTo>
                      <a:pt x="5" y="42"/>
                      <a:pt x="5" y="42"/>
                      <a:pt x="5" y="42"/>
                    </a:cubicBezTo>
                    <a:cubicBezTo>
                      <a:pt x="6" y="42"/>
                      <a:pt x="6" y="42"/>
                      <a:pt x="6" y="42"/>
                    </a:cubicBezTo>
                    <a:cubicBezTo>
                      <a:pt x="6" y="43"/>
                      <a:pt x="6" y="43"/>
                      <a:pt x="6" y="43"/>
                    </a:cubicBezTo>
                    <a:cubicBezTo>
                      <a:pt x="6" y="43"/>
                      <a:pt x="7" y="43"/>
                      <a:pt x="7" y="43"/>
                    </a:cubicBezTo>
                    <a:cubicBezTo>
                      <a:pt x="7" y="43"/>
                      <a:pt x="7" y="43"/>
                      <a:pt x="7" y="43"/>
                    </a:cubicBezTo>
                    <a:cubicBezTo>
                      <a:pt x="7" y="43"/>
                      <a:pt x="7" y="43"/>
                      <a:pt x="7" y="43"/>
                    </a:cubicBezTo>
                    <a:cubicBezTo>
                      <a:pt x="7" y="43"/>
                      <a:pt x="7" y="43"/>
                      <a:pt x="7" y="43"/>
                    </a:cubicBezTo>
                    <a:cubicBezTo>
                      <a:pt x="7" y="43"/>
                      <a:pt x="7" y="44"/>
                      <a:pt x="7" y="44"/>
                    </a:cubicBezTo>
                    <a:cubicBezTo>
                      <a:pt x="7" y="44"/>
                      <a:pt x="7" y="44"/>
                      <a:pt x="7" y="44"/>
                    </a:cubicBezTo>
                    <a:cubicBezTo>
                      <a:pt x="8" y="44"/>
                      <a:pt x="8" y="44"/>
                      <a:pt x="8" y="45"/>
                    </a:cubicBezTo>
                    <a:cubicBezTo>
                      <a:pt x="8" y="45"/>
                      <a:pt x="8" y="45"/>
                      <a:pt x="8" y="45"/>
                    </a:cubicBezTo>
                    <a:cubicBezTo>
                      <a:pt x="8" y="45"/>
                      <a:pt x="8" y="45"/>
                      <a:pt x="8" y="45"/>
                    </a:cubicBezTo>
                    <a:cubicBezTo>
                      <a:pt x="8" y="45"/>
                      <a:pt x="8" y="45"/>
                      <a:pt x="8" y="45"/>
                    </a:cubicBezTo>
                    <a:cubicBezTo>
                      <a:pt x="8" y="45"/>
                      <a:pt x="8" y="45"/>
                      <a:pt x="9" y="45"/>
                    </a:cubicBezTo>
                    <a:cubicBezTo>
                      <a:pt x="9" y="45"/>
                      <a:pt x="9" y="45"/>
                      <a:pt x="9" y="45"/>
                    </a:cubicBezTo>
                    <a:cubicBezTo>
                      <a:pt x="9" y="45"/>
                      <a:pt x="9" y="45"/>
                      <a:pt x="9" y="45"/>
                    </a:cubicBezTo>
                    <a:cubicBezTo>
                      <a:pt x="9" y="45"/>
                      <a:pt x="9" y="45"/>
                      <a:pt x="9" y="45"/>
                    </a:cubicBezTo>
                    <a:cubicBezTo>
                      <a:pt x="9" y="45"/>
                      <a:pt x="9" y="45"/>
                      <a:pt x="9" y="45"/>
                    </a:cubicBezTo>
                    <a:cubicBezTo>
                      <a:pt x="9" y="45"/>
                      <a:pt x="9" y="45"/>
                      <a:pt x="9" y="45"/>
                    </a:cubicBezTo>
                    <a:cubicBezTo>
                      <a:pt x="9" y="45"/>
                      <a:pt x="9" y="45"/>
                      <a:pt x="9" y="45"/>
                    </a:cubicBezTo>
                    <a:cubicBezTo>
                      <a:pt x="9" y="46"/>
                      <a:pt x="9" y="46"/>
                      <a:pt x="9" y="46"/>
                    </a:cubicBezTo>
                    <a:cubicBezTo>
                      <a:pt x="10" y="46"/>
                      <a:pt x="10" y="46"/>
                      <a:pt x="10" y="46"/>
                    </a:cubicBezTo>
                    <a:cubicBezTo>
                      <a:pt x="10" y="46"/>
                      <a:pt x="10" y="46"/>
                      <a:pt x="10" y="46"/>
                    </a:cubicBezTo>
                    <a:cubicBezTo>
                      <a:pt x="10" y="46"/>
                      <a:pt x="10" y="46"/>
                      <a:pt x="10" y="46"/>
                    </a:cubicBezTo>
                    <a:cubicBezTo>
                      <a:pt x="10" y="46"/>
                      <a:pt x="10" y="46"/>
                      <a:pt x="10" y="47"/>
                    </a:cubicBezTo>
                    <a:cubicBezTo>
                      <a:pt x="10" y="47"/>
                      <a:pt x="10" y="47"/>
                      <a:pt x="10" y="47"/>
                    </a:cubicBezTo>
                    <a:cubicBezTo>
                      <a:pt x="10" y="47"/>
                      <a:pt x="10" y="47"/>
                      <a:pt x="10" y="47"/>
                    </a:cubicBezTo>
                    <a:cubicBezTo>
                      <a:pt x="10" y="47"/>
                      <a:pt x="10" y="47"/>
                      <a:pt x="10" y="47"/>
                    </a:cubicBezTo>
                    <a:cubicBezTo>
                      <a:pt x="11" y="47"/>
                      <a:pt x="11" y="47"/>
                      <a:pt x="11" y="47"/>
                    </a:cubicBezTo>
                    <a:cubicBezTo>
                      <a:pt x="11" y="47"/>
                      <a:pt x="11" y="47"/>
                      <a:pt x="11" y="47"/>
                    </a:cubicBezTo>
                    <a:cubicBezTo>
                      <a:pt x="11" y="48"/>
                      <a:pt x="11" y="48"/>
                      <a:pt x="11" y="48"/>
                    </a:cubicBezTo>
                    <a:cubicBezTo>
                      <a:pt x="11" y="48"/>
                      <a:pt x="11" y="49"/>
                      <a:pt x="11" y="49"/>
                    </a:cubicBezTo>
                    <a:cubicBezTo>
                      <a:pt x="11" y="49"/>
                      <a:pt x="11" y="49"/>
                      <a:pt x="11" y="49"/>
                    </a:cubicBezTo>
                    <a:cubicBezTo>
                      <a:pt x="11" y="49"/>
                      <a:pt x="11" y="49"/>
                      <a:pt x="11" y="49"/>
                    </a:cubicBezTo>
                    <a:cubicBezTo>
                      <a:pt x="11" y="49"/>
                      <a:pt x="11" y="49"/>
                      <a:pt x="11" y="49"/>
                    </a:cubicBezTo>
                    <a:cubicBezTo>
                      <a:pt x="11" y="50"/>
                      <a:pt x="11" y="50"/>
                      <a:pt x="11" y="50"/>
                    </a:cubicBezTo>
                    <a:cubicBezTo>
                      <a:pt x="11" y="50"/>
                      <a:pt x="11" y="50"/>
                      <a:pt x="11" y="50"/>
                    </a:cubicBezTo>
                    <a:cubicBezTo>
                      <a:pt x="11" y="50"/>
                      <a:pt x="11" y="50"/>
                      <a:pt x="11" y="50"/>
                    </a:cubicBezTo>
                    <a:cubicBezTo>
                      <a:pt x="11" y="50"/>
                      <a:pt x="11" y="50"/>
                      <a:pt x="11" y="50"/>
                    </a:cubicBezTo>
                    <a:cubicBezTo>
                      <a:pt x="11" y="50"/>
                      <a:pt x="11" y="50"/>
                      <a:pt x="11" y="50"/>
                    </a:cubicBezTo>
                    <a:cubicBezTo>
                      <a:pt x="13" y="50"/>
                      <a:pt x="13" y="50"/>
                      <a:pt x="13" y="50"/>
                    </a:cubicBezTo>
                    <a:cubicBezTo>
                      <a:pt x="13" y="50"/>
                      <a:pt x="13" y="50"/>
                      <a:pt x="13" y="50"/>
                    </a:cubicBezTo>
                    <a:cubicBezTo>
                      <a:pt x="13" y="50"/>
                      <a:pt x="13" y="50"/>
                      <a:pt x="13" y="50"/>
                    </a:cubicBezTo>
                    <a:cubicBezTo>
                      <a:pt x="13" y="50"/>
                      <a:pt x="13" y="50"/>
                      <a:pt x="13" y="50"/>
                    </a:cubicBezTo>
                    <a:cubicBezTo>
                      <a:pt x="13" y="51"/>
                      <a:pt x="13" y="51"/>
                      <a:pt x="13" y="51"/>
                    </a:cubicBezTo>
                    <a:cubicBezTo>
                      <a:pt x="13" y="51"/>
                      <a:pt x="14" y="51"/>
                      <a:pt x="14" y="51"/>
                    </a:cubicBezTo>
                    <a:cubicBezTo>
                      <a:pt x="14" y="51"/>
                      <a:pt x="14" y="52"/>
                      <a:pt x="14" y="52"/>
                    </a:cubicBezTo>
                    <a:cubicBezTo>
                      <a:pt x="14" y="52"/>
                      <a:pt x="14" y="52"/>
                      <a:pt x="14" y="52"/>
                    </a:cubicBezTo>
                    <a:cubicBezTo>
                      <a:pt x="14" y="52"/>
                      <a:pt x="14" y="53"/>
                      <a:pt x="14" y="53"/>
                    </a:cubicBezTo>
                    <a:cubicBezTo>
                      <a:pt x="14" y="53"/>
                      <a:pt x="14" y="53"/>
                      <a:pt x="14" y="53"/>
                    </a:cubicBezTo>
                    <a:cubicBezTo>
                      <a:pt x="14" y="53"/>
                      <a:pt x="14" y="53"/>
                      <a:pt x="14" y="53"/>
                    </a:cubicBezTo>
                    <a:cubicBezTo>
                      <a:pt x="15" y="53"/>
                      <a:pt x="15" y="53"/>
                      <a:pt x="15" y="54"/>
                    </a:cubicBezTo>
                    <a:cubicBezTo>
                      <a:pt x="15" y="54"/>
                      <a:pt x="15" y="54"/>
                      <a:pt x="14" y="54"/>
                    </a:cubicBezTo>
                    <a:cubicBezTo>
                      <a:pt x="14" y="54"/>
                      <a:pt x="14" y="54"/>
                      <a:pt x="14" y="54"/>
                    </a:cubicBezTo>
                    <a:cubicBezTo>
                      <a:pt x="14" y="56"/>
                      <a:pt x="14" y="56"/>
                      <a:pt x="14" y="56"/>
                    </a:cubicBezTo>
                    <a:cubicBezTo>
                      <a:pt x="14" y="56"/>
                      <a:pt x="14" y="56"/>
                      <a:pt x="14" y="56"/>
                    </a:cubicBezTo>
                    <a:cubicBezTo>
                      <a:pt x="14" y="56"/>
                      <a:pt x="14" y="56"/>
                      <a:pt x="14" y="56"/>
                    </a:cubicBezTo>
                    <a:cubicBezTo>
                      <a:pt x="13" y="56"/>
                      <a:pt x="13" y="56"/>
                      <a:pt x="13" y="56"/>
                    </a:cubicBezTo>
                    <a:cubicBezTo>
                      <a:pt x="13" y="57"/>
                      <a:pt x="13" y="57"/>
                      <a:pt x="13" y="57"/>
                    </a:cubicBezTo>
                    <a:cubicBezTo>
                      <a:pt x="13" y="57"/>
                      <a:pt x="13" y="57"/>
                      <a:pt x="13" y="57"/>
                    </a:cubicBezTo>
                    <a:cubicBezTo>
                      <a:pt x="13" y="57"/>
                      <a:pt x="13" y="57"/>
                      <a:pt x="13" y="57"/>
                    </a:cubicBezTo>
                    <a:cubicBezTo>
                      <a:pt x="13" y="58"/>
                      <a:pt x="13" y="58"/>
                      <a:pt x="13" y="58"/>
                    </a:cubicBezTo>
                    <a:cubicBezTo>
                      <a:pt x="13" y="58"/>
                      <a:pt x="13" y="58"/>
                      <a:pt x="13" y="58"/>
                    </a:cubicBezTo>
                    <a:cubicBezTo>
                      <a:pt x="13" y="58"/>
                      <a:pt x="13" y="58"/>
                      <a:pt x="13" y="58"/>
                    </a:cubicBezTo>
                    <a:cubicBezTo>
                      <a:pt x="12" y="58"/>
                      <a:pt x="12" y="58"/>
                      <a:pt x="12" y="58"/>
                    </a:cubicBezTo>
                    <a:cubicBezTo>
                      <a:pt x="12" y="59"/>
                      <a:pt x="12" y="59"/>
                      <a:pt x="12" y="59"/>
                    </a:cubicBezTo>
                    <a:cubicBezTo>
                      <a:pt x="12" y="59"/>
                      <a:pt x="12" y="59"/>
                      <a:pt x="12" y="59"/>
                    </a:cubicBezTo>
                    <a:cubicBezTo>
                      <a:pt x="12" y="60"/>
                      <a:pt x="12" y="60"/>
                      <a:pt x="13" y="60"/>
                    </a:cubicBezTo>
                    <a:cubicBezTo>
                      <a:pt x="13" y="60"/>
                      <a:pt x="13" y="60"/>
                      <a:pt x="13" y="60"/>
                    </a:cubicBezTo>
                    <a:cubicBezTo>
                      <a:pt x="13" y="60"/>
                      <a:pt x="13" y="60"/>
                      <a:pt x="13" y="60"/>
                    </a:cubicBezTo>
                    <a:cubicBezTo>
                      <a:pt x="13" y="61"/>
                      <a:pt x="13" y="61"/>
                      <a:pt x="13" y="61"/>
                    </a:cubicBezTo>
                    <a:cubicBezTo>
                      <a:pt x="12" y="61"/>
                      <a:pt x="12" y="61"/>
                      <a:pt x="12" y="61"/>
                    </a:cubicBezTo>
                    <a:cubicBezTo>
                      <a:pt x="12" y="61"/>
                      <a:pt x="12" y="61"/>
                      <a:pt x="12" y="61"/>
                    </a:cubicBezTo>
                    <a:cubicBezTo>
                      <a:pt x="12" y="61"/>
                      <a:pt x="12" y="62"/>
                      <a:pt x="12" y="62"/>
                    </a:cubicBezTo>
                    <a:cubicBezTo>
                      <a:pt x="12" y="62"/>
                      <a:pt x="12" y="62"/>
                      <a:pt x="12" y="62"/>
                    </a:cubicBezTo>
                    <a:cubicBezTo>
                      <a:pt x="12" y="62"/>
                      <a:pt x="12" y="62"/>
                      <a:pt x="12" y="62"/>
                    </a:cubicBezTo>
                    <a:cubicBezTo>
                      <a:pt x="12" y="63"/>
                      <a:pt x="12" y="63"/>
                      <a:pt x="12" y="63"/>
                    </a:cubicBezTo>
                    <a:cubicBezTo>
                      <a:pt x="12" y="63"/>
                      <a:pt x="12" y="63"/>
                      <a:pt x="12" y="63"/>
                    </a:cubicBezTo>
                    <a:cubicBezTo>
                      <a:pt x="12" y="64"/>
                      <a:pt x="12" y="64"/>
                      <a:pt x="12" y="64"/>
                    </a:cubicBezTo>
                    <a:cubicBezTo>
                      <a:pt x="12" y="64"/>
                      <a:pt x="13" y="64"/>
                      <a:pt x="13" y="65"/>
                    </a:cubicBezTo>
                    <a:cubicBezTo>
                      <a:pt x="13" y="65"/>
                      <a:pt x="13" y="65"/>
                      <a:pt x="14" y="66"/>
                    </a:cubicBezTo>
                    <a:cubicBezTo>
                      <a:pt x="14" y="66"/>
                      <a:pt x="14" y="66"/>
                      <a:pt x="14" y="66"/>
                    </a:cubicBezTo>
                    <a:cubicBezTo>
                      <a:pt x="14" y="66"/>
                      <a:pt x="14" y="67"/>
                      <a:pt x="14" y="67"/>
                    </a:cubicBezTo>
                    <a:cubicBezTo>
                      <a:pt x="14" y="67"/>
                      <a:pt x="14" y="67"/>
                      <a:pt x="14" y="67"/>
                    </a:cubicBezTo>
                    <a:cubicBezTo>
                      <a:pt x="14" y="67"/>
                      <a:pt x="14" y="68"/>
                      <a:pt x="15" y="68"/>
                    </a:cubicBezTo>
                    <a:cubicBezTo>
                      <a:pt x="15" y="68"/>
                      <a:pt x="15" y="68"/>
                      <a:pt x="15" y="68"/>
                    </a:cubicBezTo>
                    <a:cubicBezTo>
                      <a:pt x="15" y="68"/>
                      <a:pt x="15" y="68"/>
                      <a:pt x="15" y="68"/>
                    </a:cubicBezTo>
                    <a:cubicBezTo>
                      <a:pt x="15" y="68"/>
                      <a:pt x="15" y="68"/>
                      <a:pt x="15" y="68"/>
                    </a:cubicBezTo>
                    <a:cubicBezTo>
                      <a:pt x="15" y="68"/>
                      <a:pt x="15" y="68"/>
                      <a:pt x="15" y="68"/>
                    </a:cubicBezTo>
                    <a:cubicBezTo>
                      <a:pt x="15" y="68"/>
                      <a:pt x="15" y="68"/>
                      <a:pt x="15" y="68"/>
                    </a:cubicBezTo>
                    <a:cubicBezTo>
                      <a:pt x="15" y="68"/>
                      <a:pt x="15" y="68"/>
                      <a:pt x="15" y="68"/>
                    </a:cubicBezTo>
                    <a:cubicBezTo>
                      <a:pt x="15" y="69"/>
                      <a:pt x="15" y="69"/>
                      <a:pt x="15" y="69"/>
                    </a:cubicBezTo>
                    <a:cubicBezTo>
                      <a:pt x="15" y="69"/>
                      <a:pt x="15" y="69"/>
                      <a:pt x="15" y="69"/>
                    </a:cubicBezTo>
                    <a:cubicBezTo>
                      <a:pt x="15" y="69"/>
                      <a:pt x="16" y="69"/>
                      <a:pt x="16" y="69"/>
                    </a:cubicBezTo>
                    <a:cubicBezTo>
                      <a:pt x="16" y="69"/>
                      <a:pt x="16" y="69"/>
                      <a:pt x="16" y="69"/>
                    </a:cubicBezTo>
                    <a:cubicBezTo>
                      <a:pt x="16" y="70"/>
                      <a:pt x="16" y="70"/>
                      <a:pt x="16" y="70"/>
                    </a:cubicBezTo>
                    <a:cubicBezTo>
                      <a:pt x="16" y="70"/>
                      <a:pt x="16" y="70"/>
                      <a:pt x="16" y="70"/>
                    </a:cubicBezTo>
                    <a:cubicBezTo>
                      <a:pt x="16" y="70"/>
                      <a:pt x="16" y="70"/>
                      <a:pt x="16" y="70"/>
                    </a:cubicBezTo>
                    <a:cubicBezTo>
                      <a:pt x="16" y="70"/>
                      <a:pt x="16" y="70"/>
                      <a:pt x="16" y="70"/>
                    </a:cubicBezTo>
                    <a:cubicBezTo>
                      <a:pt x="16" y="70"/>
                      <a:pt x="16" y="70"/>
                      <a:pt x="16" y="70"/>
                    </a:cubicBezTo>
                    <a:cubicBezTo>
                      <a:pt x="16" y="70"/>
                      <a:pt x="16" y="71"/>
                      <a:pt x="16" y="71"/>
                    </a:cubicBezTo>
                    <a:cubicBezTo>
                      <a:pt x="16" y="72"/>
                      <a:pt x="16" y="72"/>
                      <a:pt x="16" y="72"/>
                    </a:cubicBezTo>
                    <a:cubicBezTo>
                      <a:pt x="16" y="72"/>
                      <a:pt x="16" y="72"/>
                      <a:pt x="16" y="72"/>
                    </a:cubicBezTo>
                    <a:cubicBezTo>
                      <a:pt x="16" y="72"/>
                      <a:pt x="16" y="72"/>
                      <a:pt x="16" y="72"/>
                    </a:cubicBezTo>
                    <a:cubicBezTo>
                      <a:pt x="16" y="73"/>
                      <a:pt x="16" y="73"/>
                      <a:pt x="16" y="73"/>
                    </a:cubicBezTo>
                    <a:cubicBezTo>
                      <a:pt x="16" y="73"/>
                      <a:pt x="16" y="73"/>
                      <a:pt x="16" y="73"/>
                    </a:cubicBezTo>
                    <a:cubicBezTo>
                      <a:pt x="16" y="73"/>
                      <a:pt x="16" y="73"/>
                      <a:pt x="17" y="73"/>
                    </a:cubicBezTo>
                    <a:cubicBezTo>
                      <a:pt x="17" y="73"/>
                      <a:pt x="17" y="73"/>
                      <a:pt x="17" y="74"/>
                    </a:cubicBezTo>
                    <a:cubicBezTo>
                      <a:pt x="17" y="74"/>
                      <a:pt x="17" y="74"/>
                      <a:pt x="17" y="74"/>
                    </a:cubicBezTo>
                    <a:cubicBezTo>
                      <a:pt x="17" y="74"/>
                      <a:pt x="17" y="74"/>
                      <a:pt x="17" y="74"/>
                    </a:cubicBezTo>
                    <a:cubicBezTo>
                      <a:pt x="17" y="74"/>
                      <a:pt x="17" y="75"/>
                      <a:pt x="17" y="75"/>
                    </a:cubicBezTo>
                    <a:cubicBezTo>
                      <a:pt x="17" y="75"/>
                      <a:pt x="17" y="75"/>
                      <a:pt x="18" y="75"/>
                    </a:cubicBezTo>
                    <a:cubicBezTo>
                      <a:pt x="18" y="75"/>
                      <a:pt x="18" y="75"/>
                      <a:pt x="18" y="75"/>
                    </a:cubicBezTo>
                    <a:cubicBezTo>
                      <a:pt x="18" y="76"/>
                      <a:pt x="18" y="76"/>
                      <a:pt x="18" y="76"/>
                    </a:cubicBezTo>
                    <a:cubicBezTo>
                      <a:pt x="19" y="76"/>
                      <a:pt x="19" y="76"/>
                      <a:pt x="19" y="76"/>
                    </a:cubicBezTo>
                    <a:cubicBezTo>
                      <a:pt x="20" y="76"/>
                      <a:pt x="20" y="76"/>
                      <a:pt x="20" y="76"/>
                    </a:cubicBezTo>
                    <a:cubicBezTo>
                      <a:pt x="20" y="76"/>
                      <a:pt x="20" y="76"/>
                      <a:pt x="20" y="76"/>
                    </a:cubicBezTo>
                    <a:cubicBezTo>
                      <a:pt x="20" y="76"/>
                      <a:pt x="20" y="76"/>
                      <a:pt x="20" y="76"/>
                    </a:cubicBezTo>
                    <a:cubicBezTo>
                      <a:pt x="20" y="77"/>
                      <a:pt x="20" y="77"/>
                      <a:pt x="20" y="77"/>
                    </a:cubicBezTo>
                    <a:cubicBezTo>
                      <a:pt x="20" y="77"/>
                      <a:pt x="20" y="77"/>
                      <a:pt x="20" y="77"/>
                    </a:cubicBezTo>
                    <a:cubicBezTo>
                      <a:pt x="20" y="77"/>
                      <a:pt x="20" y="77"/>
                      <a:pt x="20" y="77"/>
                    </a:cubicBezTo>
                    <a:cubicBezTo>
                      <a:pt x="20" y="77"/>
                      <a:pt x="20" y="77"/>
                      <a:pt x="20" y="77"/>
                    </a:cubicBezTo>
                    <a:cubicBezTo>
                      <a:pt x="20" y="77"/>
                      <a:pt x="20" y="77"/>
                      <a:pt x="20" y="77"/>
                    </a:cubicBezTo>
                    <a:cubicBezTo>
                      <a:pt x="20" y="77"/>
                      <a:pt x="21" y="77"/>
                      <a:pt x="21" y="77"/>
                    </a:cubicBezTo>
                    <a:cubicBezTo>
                      <a:pt x="21" y="77"/>
                      <a:pt x="21" y="77"/>
                      <a:pt x="21" y="77"/>
                    </a:cubicBezTo>
                    <a:cubicBezTo>
                      <a:pt x="21" y="77"/>
                      <a:pt x="21" y="77"/>
                      <a:pt x="21" y="77"/>
                    </a:cubicBezTo>
                    <a:cubicBezTo>
                      <a:pt x="21" y="78"/>
                      <a:pt x="21" y="78"/>
                      <a:pt x="22" y="78"/>
                    </a:cubicBezTo>
                    <a:cubicBezTo>
                      <a:pt x="22" y="78"/>
                      <a:pt x="22" y="78"/>
                      <a:pt x="22" y="78"/>
                    </a:cubicBezTo>
                    <a:cubicBezTo>
                      <a:pt x="22" y="78"/>
                      <a:pt x="22" y="78"/>
                      <a:pt x="22" y="78"/>
                    </a:cubicBezTo>
                    <a:cubicBezTo>
                      <a:pt x="22" y="78"/>
                      <a:pt x="22" y="78"/>
                      <a:pt x="22" y="78"/>
                    </a:cubicBezTo>
                    <a:cubicBezTo>
                      <a:pt x="22" y="78"/>
                      <a:pt x="22" y="78"/>
                      <a:pt x="22" y="78"/>
                    </a:cubicBezTo>
                    <a:cubicBezTo>
                      <a:pt x="22" y="78"/>
                      <a:pt x="22" y="78"/>
                      <a:pt x="22" y="78"/>
                    </a:cubicBezTo>
                    <a:cubicBezTo>
                      <a:pt x="22" y="78"/>
                      <a:pt x="22" y="78"/>
                      <a:pt x="22" y="78"/>
                    </a:cubicBezTo>
                    <a:cubicBezTo>
                      <a:pt x="22" y="78"/>
                      <a:pt x="22" y="79"/>
                      <a:pt x="22" y="79"/>
                    </a:cubicBezTo>
                    <a:cubicBezTo>
                      <a:pt x="22" y="79"/>
                      <a:pt x="22" y="79"/>
                      <a:pt x="22" y="80"/>
                    </a:cubicBezTo>
                    <a:cubicBezTo>
                      <a:pt x="22" y="80"/>
                      <a:pt x="22" y="80"/>
                      <a:pt x="22" y="80"/>
                    </a:cubicBezTo>
                    <a:cubicBezTo>
                      <a:pt x="22" y="80"/>
                      <a:pt x="22" y="80"/>
                      <a:pt x="22" y="80"/>
                    </a:cubicBezTo>
                    <a:cubicBezTo>
                      <a:pt x="22" y="80"/>
                      <a:pt x="22" y="81"/>
                      <a:pt x="23" y="81"/>
                    </a:cubicBezTo>
                    <a:cubicBezTo>
                      <a:pt x="23" y="81"/>
                      <a:pt x="23" y="81"/>
                      <a:pt x="23" y="81"/>
                    </a:cubicBezTo>
                    <a:cubicBezTo>
                      <a:pt x="23" y="81"/>
                      <a:pt x="23" y="81"/>
                      <a:pt x="23" y="81"/>
                    </a:cubicBezTo>
                    <a:cubicBezTo>
                      <a:pt x="23" y="81"/>
                      <a:pt x="23" y="81"/>
                      <a:pt x="23" y="81"/>
                    </a:cubicBezTo>
                    <a:cubicBezTo>
                      <a:pt x="23" y="81"/>
                      <a:pt x="23" y="81"/>
                      <a:pt x="23" y="81"/>
                    </a:cubicBezTo>
                    <a:cubicBezTo>
                      <a:pt x="23" y="81"/>
                      <a:pt x="23" y="82"/>
                      <a:pt x="23" y="82"/>
                    </a:cubicBezTo>
                    <a:cubicBezTo>
                      <a:pt x="23" y="82"/>
                      <a:pt x="23" y="82"/>
                      <a:pt x="23" y="82"/>
                    </a:cubicBezTo>
                    <a:cubicBezTo>
                      <a:pt x="23" y="82"/>
                      <a:pt x="23" y="82"/>
                      <a:pt x="23" y="82"/>
                    </a:cubicBezTo>
                    <a:cubicBezTo>
                      <a:pt x="23" y="82"/>
                      <a:pt x="23" y="82"/>
                      <a:pt x="23" y="82"/>
                    </a:cubicBezTo>
                    <a:cubicBezTo>
                      <a:pt x="23" y="82"/>
                      <a:pt x="23" y="82"/>
                      <a:pt x="23" y="82"/>
                    </a:cubicBezTo>
                    <a:cubicBezTo>
                      <a:pt x="23" y="82"/>
                      <a:pt x="23" y="83"/>
                      <a:pt x="23" y="83"/>
                    </a:cubicBezTo>
                    <a:cubicBezTo>
                      <a:pt x="23" y="83"/>
                      <a:pt x="23" y="83"/>
                      <a:pt x="23" y="83"/>
                    </a:cubicBezTo>
                    <a:cubicBezTo>
                      <a:pt x="24" y="83"/>
                      <a:pt x="24" y="83"/>
                      <a:pt x="24" y="83"/>
                    </a:cubicBezTo>
                    <a:cubicBezTo>
                      <a:pt x="24" y="83"/>
                      <a:pt x="24" y="83"/>
                      <a:pt x="24" y="83"/>
                    </a:cubicBezTo>
                    <a:cubicBezTo>
                      <a:pt x="24" y="83"/>
                      <a:pt x="24" y="83"/>
                      <a:pt x="24" y="84"/>
                    </a:cubicBezTo>
                    <a:cubicBezTo>
                      <a:pt x="24" y="84"/>
                      <a:pt x="24" y="84"/>
                      <a:pt x="24" y="84"/>
                    </a:cubicBezTo>
                    <a:cubicBezTo>
                      <a:pt x="24" y="84"/>
                      <a:pt x="24" y="85"/>
                      <a:pt x="24" y="85"/>
                    </a:cubicBezTo>
                    <a:cubicBezTo>
                      <a:pt x="24" y="89"/>
                      <a:pt x="24" y="89"/>
                      <a:pt x="24" y="89"/>
                    </a:cubicBezTo>
                    <a:cubicBezTo>
                      <a:pt x="24" y="89"/>
                      <a:pt x="24" y="89"/>
                      <a:pt x="24" y="89"/>
                    </a:cubicBezTo>
                    <a:cubicBezTo>
                      <a:pt x="24" y="89"/>
                      <a:pt x="24" y="89"/>
                      <a:pt x="24" y="89"/>
                    </a:cubicBezTo>
                    <a:cubicBezTo>
                      <a:pt x="24" y="89"/>
                      <a:pt x="24" y="89"/>
                      <a:pt x="24" y="89"/>
                    </a:cubicBezTo>
                    <a:cubicBezTo>
                      <a:pt x="24" y="89"/>
                      <a:pt x="24" y="89"/>
                      <a:pt x="24" y="89"/>
                    </a:cubicBezTo>
                    <a:cubicBezTo>
                      <a:pt x="24" y="89"/>
                      <a:pt x="24" y="89"/>
                      <a:pt x="24" y="89"/>
                    </a:cubicBezTo>
                    <a:cubicBezTo>
                      <a:pt x="24" y="90"/>
                      <a:pt x="24" y="90"/>
                      <a:pt x="24" y="90"/>
                    </a:cubicBezTo>
                    <a:cubicBezTo>
                      <a:pt x="24" y="90"/>
                      <a:pt x="24" y="90"/>
                      <a:pt x="25" y="90"/>
                    </a:cubicBezTo>
                    <a:cubicBezTo>
                      <a:pt x="25" y="90"/>
                      <a:pt x="25" y="90"/>
                      <a:pt x="25" y="90"/>
                    </a:cubicBezTo>
                    <a:cubicBezTo>
                      <a:pt x="25" y="90"/>
                      <a:pt x="25" y="91"/>
                      <a:pt x="25" y="91"/>
                    </a:cubicBezTo>
                    <a:cubicBezTo>
                      <a:pt x="25" y="91"/>
                      <a:pt x="25" y="92"/>
                      <a:pt x="25" y="92"/>
                    </a:cubicBezTo>
                    <a:cubicBezTo>
                      <a:pt x="25" y="92"/>
                      <a:pt x="25" y="92"/>
                      <a:pt x="25" y="92"/>
                    </a:cubicBezTo>
                    <a:cubicBezTo>
                      <a:pt x="25" y="93"/>
                      <a:pt x="25" y="93"/>
                      <a:pt x="25" y="93"/>
                    </a:cubicBezTo>
                    <a:cubicBezTo>
                      <a:pt x="25" y="93"/>
                      <a:pt x="25" y="93"/>
                      <a:pt x="25" y="93"/>
                    </a:cubicBezTo>
                    <a:cubicBezTo>
                      <a:pt x="25" y="93"/>
                      <a:pt x="25" y="93"/>
                      <a:pt x="25" y="93"/>
                    </a:cubicBezTo>
                    <a:cubicBezTo>
                      <a:pt x="25" y="93"/>
                      <a:pt x="25" y="93"/>
                      <a:pt x="25" y="93"/>
                    </a:cubicBezTo>
                    <a:cubicBezTo>
                      <a:pt x="25" y="93"/>
                      <a:pt x="25" y="93"/>
                      <a:pt x="25" y="93"/>
                    </a:cubicBezTo>
                    <a:cubicBezTo>
                      <a:pt x="25" y="94"/>
                      <a:pt x="25" y="94"/>
                      <a:pt x="25" y="94"/>
                    </a:cubicBezTo>
                    <a:cubicBezTo>
                      <a:pt x="25" y="94"/>
                      <a:pt x="25" y="94"/>
                      <a:pt x="25" y="94"/>
                    </a:cubicBezTo>
                    <a:cubicBezTo>
                      <a:pt x="25" y="94"/>
                      <a:pt x="25" y="95"/>
                      <a:pt x="25" y="95"/>
                    </a:cubicBezTo>
                    <a:cubicBezTo>
                      <a:pt x="25" y="95"/>
                      <a:pt x="25" y="95"/>
                      <a:pt x="25" y="95"/>
                    </a:cubicBezTo>
                    <a:cubicBezTo>
                      <a:pt x="25" y="96"/>
                      <a:pt x="26" y="96"/>
                      <a:pt x="26" y="97"/>
                    </a:cubicBezTo>
                    <a:cubicBezTo>
                      <a:pt x="26" y="97"/>
                      <a:pt x="26" y="97"/>
                      <a:pt x="26" y="97"/>
                    </a:cubicBezTo>
                    <a:cubicBezTo>
                      <a:pt x="27" y="97"/>
                      <a:pt x="27" y="97"/>
                      <a:pt x="27" y="98"/>
                    </a:cubicBezTo>
                    <a:cubicBezTo>
                      <a:pt x="27" y="98"/>
                      <a:pt x="27" y="98"/>
                      <a:pt x="27" y="98"/>
                    </a:cubicBezTo>
                    <a:cubicBezTo>
                      <a:pt x="27" y="98"/>
                      <a:pt x="27" y="98"/>
                      <a:pt x="27" y="98"/>
                    </a:cubicBezTo>
                    <a:cubicBezTo>
                      <a:pt x="27" y="98"/>
                      <a:pt x="27" y="98"/>
                      <a:pt x="27" y="98"/>
                    </a:cubicBezTo>
                    <a:cubicBezTo>
                      <a:pt x="27" y="98"/>
                      <a:pt x="27" y="98"/>
                      <a:pt x="27" y="98"/>
                    </a:cubicBezTo>
                    <a:cubicBezTo>
                      <a:pt x="27" y="98"/>
                      <a:pt x="27" y="98"/>
                      <a:pt x="27" y="98"/>
                    </a:cubicBezTo>
                    <a:cubicBezTo>
                      <a:pt x="27" y="98"/>
                      <a:pt x="27" y="98"/>
                      <a:pt x="27" y="98"/>
                    </a:cubicBezTo>
                    <a:cubicBezTo>
                      <a:pt x="27" y="98"/>
                      <a:pt x="27" y="98"/>
                      <a:pt x="27" y="98"/>
                    </a:cubicBezTo>
                    <a:cubicBezTo>
                      <a:pt x="28" y="98"/>
                      <a:pt x="28" y="99"/>
                      <a:pt x="28" y="99"/>
                    </a:cubicBezTo>
                    <a:cubicBezTo>
                      <a:pt x="28" y="99"/>
                      <a:pt x="28" y="99"/>
                      <a:pt x="28" y="99"/>
                    </a:cubicBezTo>
                    <a:cubicBezTo>
                      <a:pt x="28" y="99"/>
                      <a:pt x="28" y="99"/>
                      <a:pt x="28" y="99"/>
                    </a:cubicBezTo>
                    <a:cubicBezTo>
                      <a:pt x="28" y="99"/>
                      <a:pt x="28" y="99"/>
                      <a:pt x="28" y="99"/>
                    </a:cubicBezTo>
                    <a:cubicBezTo>
                      <a:pt x="28" y="99"/>
                      <a:pt x="28" y="99"/>
                      <a:pt x="29" y="99"/>
                    </a:cubicBezTo>
                    <a:cubicBezTo>
                      <a:pt x="29" y="100"/>
                      <a:pt x="29" y="100"/>
                      <a:pt x="29" y="101"/>
                    </a:cubicBezTo>
                    <a:cubicBezTo>
                      <a:pt x="29" y="101"/>
                      <a:pt x="29" y="101"/>
                      <a:pt x="29" y="101"/>
                    </a:cubicBezTo>
                    <a:cubicBezTo>
                      <a:pt x="30" y="101"/>
                      <a:pt x="30" y="101"/>
                      <a:pt x="30" y="102"/>
                    </a:cubicBezTo>
                    <a:cubicBezTo>
                      <a:pt x="30" y="102"/>
                      <a:pt x="30" y="102"/>
                      <a:pt x="30" y="102"/>
                    </a:cubicBezTo>
                    <a:cubicBezTo>
                      <a:pt x="30" y="102"/>
                      <a:pt x="30" y="102"/>
                      <a:pt x="30" y="102"/>
                    </a:cubicBezTo>
                    <a:cubicBezTo>
                      <a:pt x="30" y="102"/>
                      <a:pt x="30" y="102"/>
                      <a:pt x="30" y="102"/>
                    </a:cubicBezTo>
                    <a:cubicBezTo>
                      <a:pt x="30" y="102"/>
                      <a:pt x="30" y="102"/>
                      <a:pt x="30" y="102"/>
                    </a:cubicBezTo>
                    <a:cubicBezTo>
                      <a:pt x="30" y="103"/>
                      <a:pt x="30" y="103"/>
                      <a:pt x="30" y="103"/>
                    </a:cubicBezTo>
                    <a:cubicBezTo>
                      <a:pt x="30" y="103"/>
                      <a:pt x="30" y="103"/>
                      <a:pt x="30" y="103"/>
                    </a:cubicBezTo>
                    <a:cubicBezTo>
                      <a:pt x="30" y="103"/>
                      <a:pt x="30" y="103"/>
                      <a:pt x="31" y="103"/>
                    </a:cubicBezTo>
                    <a:cubicBezTo>
                      <a:pt x="31" y="103"/>
                      <a:pt x="31" y="104"/>
                      <a:pt x="31" y="104"/>
                    </a:cubicBezTo>
                    <a:cubicBezTo>
                      <a:pt x="31" y="104"/>
                      <a:pt x="31" y="104"/>
                      <a:pt x="31" y="104"/>
                    </a:cubicBezTo>
                    <a:cubicBezTo>
                      <a:pt x="31" y="104"/>
                      <a:pt x="31" y="104"/>
                      <a:pt x="31" y="104"/>
                    </a:cubicBezTo>
                    <a:cubicBezTo>
                      <a:pt x="31" y="104"/>
                      <a:pt x="32" y="104"/>
                      <a:pt x="32" y="104"/>
                    </a:cubicBezTo>
                    <a:cubicBezTo>
                      <a:pt x="32" y="105"/>
                      <a:pt x="32" y="105"/>
                      <a:pt x="32" y="105"/>
                    </a:cubicBezTo>
                    <a:cubicBezTo>
                      <a:pt x="33" y="105"/>
                      <a:pt x="33" y="105"/>
                      <a:pt x="33" y="105"/>
                    </a:cubicBezTo>
                    <a:cubicBezTo>
                      <a:pt x="33" y="105"/>
                      <a:pt x="33" y="105"/>
                      <a:pt x="33" y="105"/>
                    </a:cubicBezTo>
                    <a:cubicBezTo>
                      <a:pt x="33" y="105"/>
                      <a:pt x="33" y="105"/>
                      <a:pt x="33" y="105"/>
                    </a:cubicBezTo>
                    <a:cubicBezTo>
                      <a:pt x="33" y="105"/>
                      <a:pt x="33" y="105"/>
                      <a:pt x="33" y="105"/>
                    </a:cubicBezTo>
                    <a:cubicBezTo>
                      <a:pt x="33" y="105"/>
                      <a:pt x="33" y="105"/>
                      <a:pt x="33" y="105"/>
                    </a:cubicBezTo>
                    <a:cubicBezTo>
                      <a:pt x="33" y="105"/>
                      <a:pt x="33" y="105"/>
                      <a:pt x="33" y="105"/>
                    </a:cubicBezTo>
                    <a:cubicBezTo>
                      <a:pt x="33" y="105"/>
                      <a:pt x="33" y="105"/>
                      <a:pt x="33" y="105"/>
                    </a:cubicBezTo>
                    <a:cubicBezTo>
                      <a:pt x="34" y="105"/>
                      <a:pt x="34" y="105"/>
                      <a:pt x="34" y="105"/>
                    </a:cubicBezTo>
                    <a:cubicBezTo>
                      <a:pt x="34" y="105"/>
                      <a:pt x="34" y="105"/>
                      <a:pt x="34" y="105"/>
                    </a:cubicBezTo>
                    <a:cubicBezTo>
                      <a:pt x="34" y="106"/>
                      <a:pt x="34" y="106"/>
                      <a:pt x="34" y="106"/>
                    </a:cubicBezTo>
                    <a:cubicBezTo>
                      <a:pt x="34" y="106"/>
                      <a:pt x="34" y="106"/>
                      <a:pt x="34" y="106"/>
                    </a:cubicBezTo>
                    <a:cubicBezTo>
                      <a:pt x="34" y="106"/>
                      <a:pt x="34" y="106"/>
                      <a:pt x="34" y="106"/>
                    </a:cubicBezTo>
                    <a:cubicBezTo>
                      <a:pt x="34" y="106"/>
                      <a:pt x="34" y="106"/>
                      <a:pt x="35" y="106"/>
                    </a:cubicBezTo>
                    <a:cubicBezTo>
                      <a:pt x="35" y="106"/>
                      <a:pt x="35" y="106"/>
                      <a:pt x="35" y="105"/>
                    </a:cubicBezTo>
                    <a:cubicBezTo>
                      <a:pt x="35" y="105"/>
                      <a:pt x="35" y="105"/>
                      <a:pt x="35" y="105"/>
                    </a:cubicBezTo>
                    <a:cubicBezTo>
                      <a:pt x="35" y="105"/>
                      <a:pt x="35" y="105"/>
                      <a:pt x="35" y="104"/>
                    </a:cubicBezTo>
                    <a:cubicBezTo>
                      <a:pt x="35" y="104"/>
                      <a:pt x="35" y="104"/>
                      <a:pt x="35" y="104"/>
                    </a:cubicBezTo>
                    <a:cubicBezTo>
                      <a:pt x="35" y="104"/>
                      <a:pt x="35" y="104"/>
                      <a:pt x="35" y="104"/>
                    </a:cubicBezTo>
                    <a:cubicBezTo>
                      <a:pt x="35" y="104"/>
                      <a:pt x="35" y="104"/>
                      <a:pt x="35" y="104"/>
                    </a:cubicBezTo>
                    <a:cubicBezTo>
                      <a:pt x="35" y="104"/>
                      <a:pt x="35" y="104"/>
                      <a:pt x="35" y="104"/>
                    </a:cubicBezTo>
                    <a:cubicBezTo>
                      <a:pt x="35" y="104"/>
                      <a:pt x="35" y="104"/>
                      <a:pt x="35" y="104"/>
                    </a:cubicBezTo>
                    <a:cubicBezTo>
                      <a:pt x="35" y="104"/>
                      <a:pt x="35" y="104"/>
                      <a:pt x="35" y="104"/>
                    </a:cubicBezTo>
                    <a:cubicBezTo>
                      <a:pt x="35" y="104"/>
                      <a:pt x="35" y="104"/>
                      <a:pt x="35" y="103"/>
                    </a:cubicBezTo>
                    <a:cubicBezTo>
                      <a:pt x="35" y="103"/>
                      <a:pt x="35" y="103"/>
                      <a:pt x="35" y="103"/>
                    </a:cubicBezTo>
                    <a:cubicBezTo>
                      <a:pt x="35" y="103"/>
                      <a:pt x="35" y="102"/>
                      <a:pt x="35" y="102"/>
                    </a:cubicBezTo>
                    <a:cubicBezTo>
                      <a:pt x="34" y="102"/>
                      <a:pt x="34" y="102"/>
                      <a:pt x="34" y="102"/>
                    </a:cubicBezTo>
                    <a:cubicBezTo>
                      <a:pt x="34" y="102"/>
                      <a:pt x="34" y="102"/>
                      <a:pt x="34" y="102"/>
                    </a:cubicBezTo>
                    <a:cubicBezTo>
                      <a:pt x="34" y="102"/>
                      <a:pt x="34" y="102"/>
                      <a:pt x="34" y="102"/>
                    </a:cubicBezTo>
                    <a:cubicBezTo>
                      <a:pt x="34" y="101"/>
                      <a:pt x="34" y="101"/>
                      <a:pt x="34" y="101"/>
                    </a:cubicBezTo>
                    <a:cubicBezTo>
                      <a:pt x="34" y="101"/>
                      <a:pt x="34" y="101"/>
                      <a:pt x="34" y="101"/>
                    </a:cubicBezTo>
                    <a:cubicBezTo>
                      <a:pt x="34" y="101"/>
                      <a:pt x="34" y="101"/>
                      <a:pt x="34" y="101"/>
                    </a:cubicBezTo>
                    <a:cubicBezTo>
                      <a:pt x="34" y="101"/>
                      <a:pt x="34" y="101"/>
                      <a:pt x="34" y="101"/>
                    </a:cubicBezTo>
                    <a:cubicBezTo>
                      <a:pt x="34" y="101"/>
                      <a:pt x="34" y="101"/>
                      <a:pt x="34" y="101"/>
                    </a:cubicBezTo>
                    <a:cubicBezTo>
                      <a:pt x="34" y="100"/>
                      <a:pt x="34" y="100"/>
                      <a:pt x="34" y="100"/>
                    </a:cubicBezTo>
                    <a:cubicBezTo>
                      <a:pt x="34" y="100"/>
                      <a:pt x="34" y="99"/>
                      <a:pt x="34" y="99"/>
                    </a:cubicBezTo>
                    <a:cubicBezTo>
                      <a:pt x="34" y="99"/>
                      <a:pt x="34" y="99"/>
                      <a:pt x="33" y="99"/>
                    </a:cubicBezTo>
                    <a:cubicBezTo>
                      <a:pt x="33" y="98"/>
                      <a:pt x="33" y="98"/>
                      <a:pt x="33" y="98"/>
                    </a:cubicBezTo>
                    <a:cubicBezTo>
                      <a:pt x="33" y="98"/>
                      <a:pt x="33" y="98"/>
                      <a:pt x="33" y="98"/>
                    </a:cubicBezTo>
                    <a:cubicBezTo>
                      <a:pt x="33" y="98"/>
                      <a:pt x="33" y="98"/>
                      <a:pt x="33" y="98"/>
                    </a:cubicBezTo>
                    <a:cubicBezTo>
                      <a:pt x="33" y="98"/>
                      <a:pt x="33" y="98"/>
                      <a:pt x="33" y="98"/>
                    </a:cubicBezTo>
                    <a:cubicBezTo>
                      <a:pt x="33" y="98"/>
                      <a:pt x="33" y="98"/>
                      <a:pt x="33" y="98"/>
                    </a:cubicBezTo>
                    <a:cubicBezTo>
                      <a:pt x="33" y="98"/>
                      <a:pt x="33" y="98"/>
                      <a:pt x="33" y="98"/>
                    </a:cubicBezTo>
                    <a:cubicBezTo>
                      <a:pt x="33" y="98"/>
                      <a:pt x="33" y="97"/>
                      <a:pt x="33" y="97"/>
                    </a:cubicBezTo>
                    <a:cubicBezTo>
                      <a:pt x="33" y="97"/>
                      <a:pt x="33" y="97"/>
                      <a:pt x="33" y="97"/>
                    </a:cubicBezTo>
                    <a:cubicBezTo>
                      <a:pt x="33" y="97"/>
                      <a:pt x="33" y="97"/>
                      <a:pt x="33" y="97"/>
                    </a:cubicBezTo>
                    <a:cubicBezTo>
                      <a:pt x="34" y="97"/>
                      <a:pt x="34" y="97"/>
                      <a:pt x="34" y="96"/>
                    </a:cubicBezTo>
                    <a:cubicBezTo>
                      <a:pt x="34" y="96"/>
                      <a:pt x="34" y="96"/>
                      <a:pt x="34" y="96"/>
                    </a:cubicBezTo>
                    <a:cubicBezTo>
                      <a:pt x="34" y="96"/>
                      <a:pt x="34" y="96"/>
                      <a:pt x="34" y="96"/>
                    </a:cubicBezTo>
                    <a:cubicBezTo>
                      <a:pt x="34" y="96"/>
                      <a:pt x="34" y="96"/>
                      <a:pt x="34" y="96"/>
                    </a:cubicBezTo>
                    <a:cubicBezTo>
                      <a:pt x="34" y="96"/>
                      <a:pt x="35" y="96"/>
                      <a:pt x="35" y="96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5" y="95"/>
                      <a:pt x="35" y="95"/>
                      <a:pt x="35" y="95"/>
                    </a:cubicBezTo>
                    <a:cubicBezTo>
                      <a:pt x="35" y="95"/>
                      <a:pt x="35" y="95"/>
                      <a:pt x="35" y="95"/>
                    </a:cubicBezTo>
                    <a:cubicBezTo>
                      <a:pt x="36" y="95"/>
                      <a:pt x="36" y="95"/>
                      <a:pt x="36" y="95"/>
                    </a:cubicBezTo>
                    <a:cubicBezTo>
                      <a:pt x="36" y="95"/>
                      <a:pt x="36" y="95"/>
                      <a:pt x="36" y="95"/>
                    </a:cubicBezTo>
                    <a:cubicBezTo>
                      <a:pt x="36" y="95"/>
                      <a:pt x="37" y="95"/>
                      <a:pt x="37" y="95"/>
                    </a:cubicBezTo>
                    <a:cubicBezTo>
                      <a:pt x="37" y="94"/>
                      <a:pt x="37" y="94"/>
                      <a:pt x="37" y="93"/>
                    </a:cubicBezTo>
                    <a:cubicBezTo>
                      <a:pt x="37" y="93"/>
                      <a:pt x="36" y="93"/>
                      <a:pt x="36" y="93"/>
                    </a:cubicBezTo>
                    <a:cubicBezTo>
                      <a:pt x="36" y="93"/>
                      <a:pt x="36" y="93"/>
                      <a:pt x="36" y="93"/>
                    </a:cubicBezTo>
                    <a:cubicBezTo>
                      <a:pt x="36" y="93"/>
                      <a:pt x="36" y="93"/>
                      <a:pt x="36" y="93"/>
                    </a:cubicBezTo>
                    <a:cubicBezTo>
                      <a:pt x="36" y="93"/>
                      <a:pt x="36" y="93"/>
                      <a:pt x="36" y="93"/>
                    </a:cubicBezTo>
                    <a:cubicBezTo>
                      <a:pt x="36" y="93"/>
                      <a:pt x="35" y="93"/>
                      <a:pt x="35" y="92"/>
                    </a:cubicBezTo>
                    <a:cubicBezTo>
                      <a:pt x="35" y="92"/>
                      <a:pt x="35" y="92"/>
                      <a:pt x="35" y="92"/>
                    </a:cubicBezTo>
                    <a:cubicBezTo>
                      <a:pt x="37" y="92"/>
                      <a:pt x="37" y="92"/>
                      <a:pt x="37" y="92"/>
                    </a:cubicBezTo>
                    <a:cubicBezTo>
                      <a:pt x="37" y="92"/>
                      <a:pt x="37" y="92"/>
                      <a:pt x="37" y="92"/>
                    </a:cubicBezTo>
                    <a:cubicBezTo>
                      <a:pt x="37" y="92"/>
                      <a:pt x="37" y="92"/>
                      <a:pt x="37" y="92"/>
                    </a:cubicBezTo>
                    <a:cubicBezTo>
                      <a:pt x="37" y="92"/>
                      <a:pt x="37" y="92"/>
                      <a:pt x="38" y="92"/>
                    </a:cubicBezTo>
                    <a:cubicBezTo>
                      <a:pt x="38" y="92"/>
                      <a:pt x="38" y="92"/>
                      <a:pt x="38" y="92"/>
                    </a:cubicBezTo>
                    <a:cubicBezTo>
                      <a:pt x="38" y="91"/>
                      <a:pt x="38" y="91"/>
                      <a:pt x="38" y="91"/>
                    </a:cubicBezTo>
                    <a:cubicBezTo>
                      <a:pt x="38" y="91"/>
                      <a:pt x="38" y="91"/>
                      <a:pt x="38" y="91"/>
                    </a:cubicBezTo>
                    <a:cubicBezTo>
                      <a:pt x="38" y="91"/>
                      <a:pt x="38" y="90"/>
                      <a:pt x="38" y="90"/>
                    </a:cubicBezTo>
                    <a:cubicBezTo>
                      <a:pt x="38" y="90"/>
                      <a:pt x="38" y="90"/>
                      <a:pt x="38" y="90"/>
                    </a:cubicBezTo>
                    <a:cubicBezTo>
                      <a:pt x="38" y="90"/>
                      <a:pt x="38" y="90"/>
                      <a:pt x="38" y="90"/>
                    </a:cubicBezTo>
                    <a:cubicBezTo>
                      <a:pt x="38" y="90"/>
                      <a:pt x="38" y="90"/>
                      <a:pt x="38" y="90"/>
                    </a:cubicBezTo>
                    <a:cubicBezTo>
                      <a:pt x="39" y="90"/>
                      <a:pt x="39" y="90"/>
                      <a:pt x="39" y="90"/>
                    </a:cubicBezTo>
                    <a:cubicBezTo>
                      <a:pt x="39" y="90"/>
                      <a:pt x="40" y="89"/>
                      <a:pt x="40" y="89"/>
                    </a:cubicBezTo>
                    <a:cubicBezTo>
                      <a:pt x="40" y="88"/>
                      <a:pt x="40" y="88"/>
                      <a:pt x="40" y="88"/>
                    </a:cubicBezTo>
                    <a:cubicBezTo>
                      <a:pt x="40" y="85"/>
                      <a:pt x="40" y="85"/>
                      <a:pt x="40" y="85"/>
                    </a:cubicBezTo>
                    <a:cubicBezTo>
                      <a:pt x="40" y="85"/>
                      <a:pt x="40" y="84"/>
                      <a:pt x="40" y="84"/>
                    </a:cubicBezTo>
                    <a:cubicBezTo>
                      <a:pt x="40" y="84"/>
                      <a:pt x="40" y="84"/>
                      <a:pt x="40" y="84"/>
                    </a:cubicBezTo>
                    <a:cubicBezTo>
                      <a:pt x="41" y="85"/>
                      <a:pt x="41" y="85"/>
                      <a:pt x="41" y="85"/>
                    </a:cubicBezTo>
                    <a:cubicBezTo>
                      <a:pt x="41" y="84"/>
                      <a:pt x="41" y="84"/>
                      <a:pt x="41" y="84"/>
                    </a:cubicBezTo>
                    <a:cubicBezTo>
                      <a:pt x="41" y="84"/>
                      <a:pt x="41" y="84"/>
                      <a:pt x="41" y="84"/>
                    </a:cubicBezTo>
                    <a:cubicBezTo>
                      <a:pt x="41" y="84"/>
                      <a:pt x="41" y="83"/>
                      <a:pt x="41" y="83"/>
                    </a:cubicBezTo>
                    <a:cubicBezTo>
                      <a:pt x="41" y="83"/>
                      <a:pt x="41" y="83"/>
                      <a:pt x="41" y="83"/>
                    </a:cubicBezTo>
                    <a:cubicBezTo>
                      <a:pt x="41" y="83"/>
                      <a:pt x="41" y="83"/>
                      <a:pt x="42" y="82"/>
                    </a:cubicBezTo>
                    <a:cubicBezTo>
                      <a:pt x="42" y="82"/>
                      <a:pt x="42" y="82"/>
                      <a:pt x="43" y="82"/>
                    </a:cubicBezTo>
                    <a:cubicBezTo>
                      <a:pt x="43" y="82"/>
                      <a:pt x="43" y="82"/>
                      <a:pt x="43" y="82"/>
                    </a:cubicBezTo>
                    <a:cubicBezTo>
                      <a:pt x="43" y="82"/>
                      <a:pt x="44" y="82"/>
                      <a:pt x="44" y="82"/>
                    </a:cubicBezTo>
                    <a:cubicBezTo>
                      <a:pt x="44" y="82"/>
                      <a:pt x="44" y="82"/>
                      <a:pt x="44" y="82"/>
                    </a:cubicBezTo>
                    <a:cubicBezTo>
                      <a:pt x="44" y="82"/>
                      <a:pt x="45" y="82"/>
                      <a:pt x="45" y="82"/>
                    </a:cubicBezTo>
                    <a:cubicBezTo>
                      <a:pt x="45" y="82"/>
                      <a:pt x="45" y="82"/>
                      <a:pt x="45" y="82"/>
                    </a:cubicBezTo>
                    <a:cubicBezTo>
                      <a:pt x="45" y="82"/>
                      <a:pt x="45" y="82"/>
                      <a:pt x="45" y="82"/>
                    </a:cubicBezTo>
                    <a:cubicBezTo>
                      <a:pt x="45" y="82"/>
                      <a:pt x="45" y="82"/>
                      <a:pt x="45" y="82"/>
                    </a:cubicBezTo>
                    <a:cubicBezTo>
                      <a:pt x="45" y="82"/>
                      <a:pt x="45" y="82"/>
                      <a:pt x="45" y="82"/>
                    </a:cubicBezTo>
                    <a:cubicBezTo>
                      <a:pt x="45" y="82"/>
                      <a:pt x="45" y="82"/>
                      <a:pt x="45" y="82"/>
                    </a:cubicBezTo>
                    <a:cubicBezTo>
                      <a:pt x="45" y="82"/>
                      <a:pt x="45" y="82"/>
                      <a:pt x="45" y="82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46" y="81"/>
                      <a:pt x="46" y="81"/>
                      <a:pt x="46" y="81"/>
                    </a:cubicBezTo>
                    <a:cubicBezTo>
                      <a:pt x="46" y="81"/>
                      <a:pt x="46" y="81"/>
                      <a:pt x="46" y="81"/>
                    </a:cubicBezTo>
                    <a:cubicBezTo>
                      <a:pt x="46" y="80"/>
                      <a:pt x="46" y="80"/>
                      <a:pt x="46" y="80"/>
                    </a:cubicBezTo>
                    <a:cubicBezTo>
                      <a:pt x="46" y="80"/>
                      <a:pt x="47" y="80"/>
                      <a:pt x="47" y="80"/>
                    </a:cubicBezTo>
                    <a:cubicBezTo>
                      <a:pt x="47" y="80"/>
                      <a:pt x="47" y="80"/>
                      <a:pt x="47" y="80"/>
                    </a:cubicBezTo>
                    <a:cubicBezTo>
                      <a:pt x="47" y="80"/>
                      <a:pt x="47" y="80"/>
                      <a:pt x="47" y="80"/>
                    </a:cubicBezTo>
                    <a:cubicBezTo>
                      <a:pt x="47" y="80"/>
                      <a:pt x="48" y="80"/>
                      <a:pt x="48" y="79"/>
                    </a:cubicBezTo>
                    <a:cubicBezTo>
                      <a:pt x="48" y="79"/>
                      <a:pt x="48" y="79"/>
                      <a:pt x="48" y="79"/>
                    </a:cubicBezTo>
                    <a:cubicBezTo>
                      <a:pt x="48" y="78"/>
                      <a:pt x="48" y="78"/>
                      <a:pt x="48" y="78"/>
                    </a:cubicBezTo>
                    <a:cubicBezTo>
                      <a:pt x="49" y="78"/>
                      <a:pt x="49" y="78"/>
                      <a:pt x="49" y="78"/>
                    </a:cubicBezTo>
                    <a:cubicBezTo>
                      <a:pt x="49" y="77"/>
                      <a:pt x="49" y="76"/>
                      <a:pt x="49" y="76"/>
                    </a:cubicBezTo>
                    <a:cubicBezTo>
                      <a:pt x="49" y="75"/>
                      <a:pt x="49" y="75"/>
                      <a:pt x="49" y="75"/>
                    </a:cubicBezTo>
                    <a:cubicBezTo>
                      <a:pt x="49" y="73"/>
                      <a:pt x="49" y="73"/>
                      <a:pt x="49" y="73"/>
                    </a:cubicBezTo>
                    <a:cubicBezTo>
                      <a:pt x="49" y="72"/>
                      <a:pt x="49" y="72"/>
                      <a:pt x="49" y="72"/>
                    </a:cubicBezTo>
                    <a:cubicBezTo>
                      <a:pt x="49" y="72"/>
                      <a:pt x="49" y="72"/>
                      <a:pt x="49" y="72"/>
                    </a:cubicBezTo>
                    <a:cubicBezTo>
                      <a:pt x="49" y="72"/>
                      <a:pt x="49" y="72"/>
                      <a:pt x="49" y="72"/>
                    </a:cubicBezTo>
                    <a:cubicBezTo>
                      <a:pt x="49" y="72"/>
                      <a:pt x="49" y="72"/>
                      <a:pt x="49" y="72"/>
                    </a:cubicBezTo>
                    <a:cubicBezTo>
                      <a:pt x="49" y="72"/>
                      <a:pt x="49" y="72"/>
                      <a:pt x="49" y="72"/>
                    </a:cubicBezTo>
                    <a:cubicBezTo>
                      <a:pt x="49" y="72"/>
                      <a:pt x="49" y="72"/>
                      <a:pt x="49" y="72"/>
                    </a:cubicBezTo>
                    <a:cubicBezTo>
                      <a:pt x="49" y="72"/>
                      <a:pt x="49" y="72"/>
                      <a:pt x="49" y="72"/>
                    </a:cubicBezTo>
                    <a:cubicBezTo>
                      <a:pt x="50" y="72"/>
                      <a:pt x="50" y="72"/>
                      <a:pt x="50" y="72"/>
                    </a:cubicBezTo>
                    <a:cubicBezTo>
                      <a:pt x="50" y="72"/>
                      <a:pt x="50" y="72"/>
                      <a:pt x="50" y="72"/>
                    </a:cubicBezTo>
                    <a:cubicBezTo>
                      <a:pt x="50" y="72"/>
                      <a:pt x="50" y="71"/>
                      <a:pt x="50" y="71"/>
                    </a:cubicBezTo>
                    <a:cubicBezTo>
                      <a:pt x="50" y="71"/>
                      <a:pt x="50" y="71"/>
                      <a:pt x="50" y="71"/>
                    </a:cubicBezTo>
                    <a:cubicBezTo>
                      <a:pt x="50" y="71"/>
                      <a:pt x="50" y="71"/>
                      <a:pt x="50" y="71"/>
                    </a:cubicBezTo>
                    <a:cubicBezTo>
                      <a:pt x="50" y="71"/>
                      <a:pt x="51" y="71"/>
                      <a:pt x="51" y="71"/>
                    </a:cubicBezTo>
                    <a:cubicBezTo>
                      <a:pt x="51" y="71"/>
                      <a:pt x="51" y="71"/>
                      <a:pt x="51" y="71"/>
                    </a:cubicBezTo>
                    <a:cubicBezTo>
                      <a:pt x="51" y="70"/>
                      <a:pt x="51" y="70"/>
                      <a:pt x="51" y="70"/>
                    </a:cubicBezTo>
                    <a:cubicBezTo>
                      <a:pt x="51" y="70"/>
                      <a:pt x="51" y="70"/>
                      <a:pt x="51" y="70"/>
                    </a:cubicBezTo>
                    <a:cubicBezTo>
                      <a:pt x="51" y="70"/>
                      <a:pt x="51" y="70"/>
                      <a:pt x="51" y="70"/>
                    </a:cubicBezTo>
                    <a:cubicBezTo>
                      <a:pt x="51" y="70"/>
                      <a:pt x="51" y="70"/>
                      <a:pt x="51" y="70"/>
                    </a:cubicBezTo>
                    <a:cubicBezTo>
                      <a:pt x="51" y="70"/>
                      <a:pt x="51" y="70"/>
                      <a:pt x="51" y="70"/>
                    </a:cubicBezTo>
                    <a:cubicBezTo>
                      <a:pt x="51" y="70"/>
                      <a:pt x="52" y="69"/>
                      <a:pt x="52" y="69"/>
                    </a:cubicBezTo>
                    <a:cubicBezTo>
                      <a:pt x="52" y="69"/>
                      <a:pt x="52" y="68"/>
                      <a:pt x="53" y="68"/>
                    </a:cubicBezTo>
                    <a:cubicBezTo>
                      <a:pt x="53" y="68"/>
                      <a:pt x="53" y="68"/>
                      <a:pt x="53" y="68"/>
                    </a:cubicBezTo>
                    <a:cubicBezTo>
                      <a:pt x="54" y="68"/>
                      <a:pt x="53" y="67"/>
                      <a:pt x="53" y="67"/>
                    </a:cubicBezTo>
                    <a:cubicBezTo>
                      <a:pt x="53" y="67"/>
                      <a:pt x="53" y="67"/>
                      <a:pt x="53" y="67"/>
                    </a:cubicBezTo>
                    <a:cubicBezTo>
                      <a:pt x="53" y="67"/>
                      <a:pt x="53" y="67"/>
                      <a:pt x="53" y="67"/>
                    </a:cubicBezTo>
                    <a:cubicBezTo>
                      <a:pt x="53" y="67"/>
                      <a:pt x="53" y="67"/>
                      <a:pt x="53" y="67"/>
                    </a:cubicBezTo>
                    <a:cubicBezTo>
                      <a:pt x="53" y="67"/>
                      <a:pt x="53" y="67"/>
                      <a:pt x="53" y="67"/>
                    </a:cubicBezTo>
                    <a:cubicBezTo>
                      <a:pt x="53" y="67"/>
                      <a:pt x="53" y="66"/>
                      <a:pt x="53" y="66"/>
                    </a:cubicBezTo>
                    <a:cubicBezTo>
                      <a:pt x="53" y="66"/>
                      <a:pt x="53" y="66"/>
                      <a:pt x="53" y="66"/>
                    </a:cubicBezTo>
                    <a:cubicBezTo>
                      <a:pt x="53" y="66"/>
                      <a:pt x="53" y="66"/>
                      <a:pt x="53" y="66"/>
                    </a:cubicBezTo>
                    <a:cubicBezTo>
                      <a:pt x="53" y="66"/>
                      <a:pt x="53" y="66"/>
                      <a:pt x="53" y="66"/>
                    </a:cubicBezTo>
                    <a:cubicBezTo>
                      <a:pt x="53" y="64"/>
                      <a:pt x="53" y="64"/>
                      <a:pt x="53" y="64"/>
                    </a:cubicBezTo>
                    <a:cubicBezTo>
                      <a:pt x="53" y="64"/>
                      <a:pt x="53" y="64"/>
                      <a:pt x="53" y="64"/>
                    </a:cubicBezTo>
                    <a:cubicBezTo>
                      <a:pt x="53" y="64"/>
                      <a:pt x="53" y="64"/>
                      <a:pt x="53" y="64"/>
                    </a:cubicBezTo>
                    <a:cubicBezTo>
                      <a:pt x="53" y="64"/>
                      <a:pt x="53" y="64"/>
                      <a:pt x="53" y="64"/>
                    </a:cubicBezTo>
                    <a:cubicBezTo>
                      <a:pt x="53" y="63"/>
                      <a:pt x="53" y="63"/>
                      <a:pt x="53" y="63"/>
                    </a:cubicBezTo>
                    <a:cubicBezTo>
                      <a:pt x="53" y="63"/>
                      <a:pt x="53" y="63"/>
                      <a:pt x="53" y="63"/>
                    </a:cubicBezTo>
                    <a:cubicBezTo>
                      <a:pt x="52" y="63"/>
                      <a:pt x="52" y="63"/>
                      <a:pt x="52" y="63"/>
                    </a:cubicBezTo>
                    <a:cubicBezTo>
                      <a:pt x="52" y="63"/>
                      <a:pt x="52" y="63"/>
                      <a:pt x="52" y="63"/>
                    </a:cubicBezTo>
                    <a:cubicBezTo>
                      <a:pt x="51" y="63"/>
                      <a:pt x="51" y="63"/>
                      <a:pt x="51" y="63"/>
                    </a:cubicBezTo>
                    <a:cubicBezTo>
                      <a:pt x="50" y="63"/>
                      <a:pt x="50" y="63"/>
                      <a:pt x="50" y="62"/>
                    </a:cubicBezTo>
                    <a:cubicBezTo>
                      <a:pt x="50" y="62"/>
                      <a:pt x="50" y="62"/>
                      <a:pt x="50" y="62"/>
                    </a:cubicBezTo>
                    <a:cubicBezTo>
                      <a:pt x="50" y="62"/>
                      <a:pt x="50" y="62"/>
                      <a:pt x="50" y="62"/>
                    </a:cubicBezTo>
                    <a:cubicBezTo>
                      <a:pt x="50" y="62"/>
                      <a:pt x="50" y="62"/>
                      <a:pt x="50" y="62"/>
                    </a:cubicBezTo>
                    <a:cubicBezTo>
                      <a:pt x="49" y="62"/>
                      <a:pt x="49" y="62"/>
                      <a:pt x="49" y="62"/>
                    </a:cubicBezTo>
                    <a:cubicBezTo>
                      <a:pt x="49" y="62"/>
                      <a:pt x="49" y="61"/>
                      <a:pt x="49" y="61"/>
                    </a:cubicBezTo>
                    <a:cubicBezTo>
                      <a:pt x="49" y="61"/>
                      <a:pt x="49" y="61"/>
                      <a:pt x="48" y="61"/>
                    </a:cubicBezTo>
                    <a:cubicBezTo>
                      <a:pt x="48" y="61"/>
                      <a:pt x="48" y="61"/>
                      <a:pt x="48" y="61"/>
                    </a:cubicBezTo>
                    <a:cubicBezTo>
                      <a:pt x="48" y="61"/>
                      <a:pt x="48" y="61"/>
                      <a:pt x="48" y="61"/>
                    </a:cubicBezTo>
                    <a:cubicBezTo>
                      <a:pt x="48" y="61"/>
                      <a:pt x="48" y="61"/>
                      <a:pt x="48" y="61"/>
                    </a:cubicBezTo>
                    <a:cubicBezTo>
                      <a:pt x="48" y="61"/>
                      <a:pt x="48" y="61"/>
                      <a:pt x="48" y="61"/>
                    </a:cubicBezTo>
                    <a:cubicBezTo>
                      <a:pt x="48" y="61"/>
                      <a:pt x="48" y="61"/>
                      <a:pt x="48" y="61"/>
                    </a:cubicBezTo>
                    <a:cubicBezTo>
                      <a:pt x="47" y="61"/>
                      <a:pt x="47" y="61"/>
                      <a:pt x="47" y="61"/>
                    </a:cubicBezTo>
                    <a:cubicBezTo>
                      <a:pt x="47" y="61"/>
                      <a:pt x="47" y="61"/>
                      <a:pt x="47" y="61"/>
                    </a:cubicBezTo>
                    <a:cubicBezTo>
                      <a:pt x="46" y="61"/>
                      <a:pt x="46" y="61"/>
                      <a:pt x="46" y="61"/>
                    </a:cubicBezTo>
                    <a:cubicBezTo>
                      <a:pt x="46" y="61"/>
                      <a:pt x="46" y="61"/>
                      <a:pt x="45" y="61"/>
                    </a:cubicBezTo>
                    <a:cubicBezTo>
                      <a:pt x="45" y="61"/>
                      <a:pt x="45" y="61"/>
                      <a:pt x="45" y="61"/>
                    </a:cubicBezTo>
                    <a:cubicBezTo>
                      <a:pt x="44" y="61"/>
                      <a:pt x="44" y="61"/>
                      <a:pt x="44" y="61"/>
                    </a:cubicBezTo>
                    <a:cubicBezTo>
                      <a:pt x="44" y="61"/>
                      <a:pt x="44" y="61"/>
                      <a:pt x="44" y="61"/>
                    </a:cubicBezTo>
                    <a:cubicBezTo>
                      <a:pt x="44" y="61"/>
                      <a:pt x="44" y="61"/>
                      <a:pt x="44" y="61"/>
                    </a:cubicBezTo>
                    <a:cubicBezTo>
                      <a:pt x="44" y="60"/>
                      <a:pt x="44" y="60"/>
                      <a:pt x="43" y="60"/>
                    </a:cubicBezTo>
                    <a:cubicBezTo>
                      <a:pt x="43" y="60"/>
                      <a:pt x="43" y="60"/>
                      <a:pt x="43" y="60"/>
                    </a:cubicBezTo>
                    <a:cubicBezTo>
                      <a:pt x="43" y="60"/>
                      <a:pt x="42" y="60"/>
                      <a:pt x="42" y="60"/>
                    </a:cubicBezTo>
                    <a:cubicBezTo>
                      <a:pt x="42" y="60"/>
                      <a:pt x="42" y="60"/>
                      <a:pt x="42" y="60"/>
                    </a:cubicBezTo>
                    <a:cubicBezTo>
                      <a:pt x="42" y="60"/>
                      <a:pt x="42" y="60"/>
                      <a:pt x="42" y="60"/>
                    </a:cubicBezTo>
                    <a:cubicBezTo>
                      <a:pt x="42" y="60"/>
                      <a:pt x="42" y="60"/>
                      <a:pt x="42" y="60"/>
                    </a:cubicBezTo>
                    <a:cubicBezTo>
                      <a:pt x="42" y="60"/>
                      <a:pt x="42" y="60"/>
                      <a:pt x="42" y="60"/>
                    </a:cubicBezTo>
                    <a:cubicBezTo>
                      <a:pt x="42" y="60"/>
                      <a:pt x="42" y="60"/>
                      <a:pt x="42" y="60"/>
                    </a:cubicBezTo>
                    <a:cubicBezTo>
                      <a:pt x="42" y="59"/>
                      <a:pt x="42" y="59"/>
                      <a:pt x="42" y="59"/>
                    </a:cubicBezTo>
                    <a:cubicBezTo>
                      <a:pt x="42" y="59"/>
                      <a:pt x="41" y="59"/>
                      <a:pt x="41" y="59"/>
                    </a:cubicBezTo>
                    <a:cubicBezTo>
                      <a:pt x="41" y="59"/>
                      <a:pt x="41" y="59"/>
                      <a:pt x="41" y="59"/>
                    </a:cubicBezTo>
                    <a:cubicBezTo>
                      <a:pt x="41" y="59"/>
                      <a:pt x="41" y="59"/>
                      <a:pt x="41" y="59"/>
                    </a:cubicBezTo>
                    <a:cubicBezTo>
                      <a:pt x="39" y="59"/>
                      <a:pt x="39" y="59"/>
                      <a:pt x="39" y="59"/>
                    </a:cubicBezTo>
                    <a:cubicBezTo>
                      <a:pt x="39" y="59"/>
                      <a:pt x="39" y="59"/>
                      <a:pt x="39" y="59"/>
                    </a:cubicBezTo>
                    <a:cubicBezTo>
                      <a:pt x="38" y="59"/>
                      <a:pt x="38" y="59"/>
                      <a:pt x="38" y="59"/>
                    </a:cubicBezTo>
                    <a:cubicBezTo>
                      <a:pt x="38" y="59"/>
                      <a:pt x="38" y="59"/>
                      <a:pt x="38" y="59"/>
                    </a:cubicBezTo>
                    <a:cubicBezTo>
                      <a:pt x="38" y="59"/>
                      <a:pt x="38" y="59"/>
                      <a:pt x="38" y="59"/>
                    </a:cubicBezTo>
                    <a:cubicBezTo>
                      <a:pt x="37" y="59"/>
                      <a:pt x="37" y="59"/>
                      <a:pt x="37" y="59"/>
                    </a:cubicBezTo>
                    <a:cubicBezTo>
                      <a:pt x="37" y="59"/>
                      <a:pt x="37" y="59"/>
                      <a:pt x="37" y="59"/>
                    </a:cubicBezTo>
                    <a:cubicBezTo>
                      <a:pt x="37" y="59"/>
                      <a:pt x="37" y="59"/>
                      <a:pt x="37" y="59"/>
                    </a:cubicBezTo>
                    <a:cubicBezTo>
                      <a:pt x="37" y="59"/>
                      <a:pt x="37" y="59"/>
                      <a:pt x="37" y="59"/>
                    </a:cubicBezTo>
                    <a:cubicBezTo>
                      <a:pt x="37" y="59"/>
                      <a:pt x="37" y="59"/>
                      <a:pt x="37" y="59"/>
                    </a:cubicBezTo>
                    <a:cubicBezTo>
                      <a:pt x="37" y="59"/>
                      <a:pt x="37" y="59"/>
                      <a:pt x="37" y="59"/>
                    </a:cubicBezTo>
                    <a:cubicBezTo>
                      <a:pt x="37" y="59"/>
                      <a:pt x="38" y="59"/>
                      <a:pt x="38" y="58"/>
                    </a:cubicBezTo>
                    <a:cubicBezTo>
                      <a:pt x="38" y="58"/>
                      <a:pt x="38" y="58"/>
                      <a:pt x="38" y="58"/>
                    </a:cubicBezTo>
                    <a:cubicBezTo>
                      <a:pt x="39" y="58"/>
                      <a:pt x="39" y="58"/>
                      <a:pt x="39" y="58"/>
                    </a:cubicBezTo>
                    <a:cubicBezTo>
                      <a:pt x="39" y="58"/>
                      <a:pt x="39" y="58"/>
                      <a:pt x="39" y="58"/>
                    </a:cubicBezTo>
                    <a:cubicBezTo>
                      <a:pt x="39" y="58"/>
                      <a:pt x="39" y="58"/>
                      <a:pt x="39" y="58"/>
                    </a:cubicBezTo>
                    <a:cubicBezTo>
                      <a:pt x="39" y="58"/>
                      <a:pt x="40" y="58"/>
                      <a:pt x="40" y="58"/>
                    </a:cubicBezTo>
                    <a:cubicBezTo>
                      <a:pt x="40" y="58"/>
                      <a:pt x="39" y="57"/>
                      <a:pt x="39" y="57"/>
                    </a:cubicBezTo>
                    <a:cubicBezTo>
                      <a:pt x="39" y="57"/>
                      <a:pt x="39" y="57"/>
                      <a:pt x="39" y="56"/>
                    </a:cubicBezTo>
                    <a:cubicBezTo>
                      <a:pt x="39" y="56"/>
                      <a:pt x="38" y="56"/>
                      <a:pt x="38" y="56"/>
                    </a:cubicBezTo>
                    <a:cubicBezTo>
                      <a:pt x="38" y="56"/>
                      <a:pt x="38" y="55"/>
                      <a:pt x="38" y="55"/>
                    </a:cubicBezTo>
                    <a:cubicBezTo>
                      <a:pt x="38" y="55"/>
                      <a:pt x="38" y="55"/>
                      <a:pt x="38" y="55"/>
                    </a:cubicBezTo>
                    <a:cubicBezTo>
                      <a:pt x="38" y="55"/>
                      <a:pt x="38" y="55"/>
                      <a:pt x="38" y="55"/>
                    </a:cubicBezTo>
                    <a:cubicBezTo>
                      <a:pt x="38" y="55"/>
                      <a:pt x="37" y="55"/>
                      <a:pt x="37" y="55"/>
                    </a:cubicBezTo>
                    <a:cubicBezTo>
                      <a:pt x="37" y="55"/>
                      <a:pt x="37" y="55"/>
                      <a:pt x="37" y="55"/>
                    </a:cubicBezTo>
                    <a:cubicBezTo>
                      <a:pt x="37" y="55"/>
                      <a:pt x="37" y="55"/>
                      <a:pt x="37" y="55"/>
                    </a:cubicBezTo>
                    <a:cubicBezTo>
                      <a:pt x="37" y="55"/>
                      <a:pt x="37" y="55"/>
                      <a:pt x="36" y="54"/>
                    </a:cubicBezTo>
                    <a:cubicBezTo>
                      <a:pt x="36" y="54"/>
                      <a:pt x="36" y="54"/>
                      <a:pt x="36" y="54"/>
                    </a:cubicBezTo>
                    <a:cubicBezTo>
                      <a:pt x="36" y="54"/>
                      <a:pt x="36" y="54"/>
                      <a:pt x="36" y="54"/>
                    </a:cubicBezTo>
                    <a:cubicBezTo>
                      <a:pt x="36" y="54"/>
                      <a:pt x="36" y="54"/>
                      <a:pt x="36" y="54"/>
                    </a:cubicBezTo>
                    <a:cubicBezTo>
                      <a:pt x="36" y="54"/>
                      <a:pt x="36" y="54"/>
                      <a:pt x="36" y="54"/>
                    </a:cubicBezTo>
                    <a:cubicBezTo>
                      <a:pt x="36" y="54"/>
                      <a:pt x="36" y="54"/>
                      <a:pt x="36" y="54"/>
                    </a:cubicBezTo>
                    <a:cubicBezTo>
                      <a:pt x="36" y="53"/>
                      <a:pt x="36" y="53"/>
                      <a:pt x="35" y="53"/>
                    </a:cubicBezTo>
                    <a:cubicBezTo>
                      <a:pt x="35" y="53"/>
                      <a:pt x="35" y="53"/>
                      <a:pt x="35" y="53"/>
                    </a:cubicBezTo>
                    <a:cubicBezTo>
                      <a:pt x="35" y="53"/>
                      <a:pt x="35" y="53"/>
                      <a:pt x="35" y="52"/>
                    </a:cubicBezTo>
                    <a:cubicBezTo>
                      <a:pt x="35" y="52"/>
                      <a:pt x="35" y="52"/>
                      <a:pt x="35" y="52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1"/>
                      <a:pt x="33" y="51"/>
                      <a:pt x="33" y="51"/>
                    </a:cubicBezTo>
                    <a:cubicBezTo>
                      <a:pt x="32" y="51"/>
                      <a:pt x="32" y="51"/>
                      <a:pt x="32" y="51"/>
                    </a:cubicBezTo>
                    <a:cubicBezTo>
                      <a:pt x="32" y="51"/>
                      <a:pt x="32" y="51"/>
                      <a:pt x="32" y="51"/>
                    </a:cubicBezTo>
                    <a:cubicBezTo>
                      <a:pt x="32" y="51"/>
                      <a:pt x="31" y="51"/>
                      <a:pt x="31" y="51"/>
                    </a:cubicBezTo>
                    <a:cubicBezTo>
                      <a:pt x="31" y="51"/>
                      <a:pt x="31" y="51"/>
                      <a:pt x="31" y="51"/>
                    </a:cubicBezTo>
                    <a:cubicBezTo>
                      <a:pt x="31" y="51"/>
                      <a:pt x="31" y="51"/>
                      <a:pt x="31" y="51"/>
                    </a:cubicBezTo>
                    <a:cubicBezTo>
                      <a:pt x="31" y="51"/>
                      <a:pt x="31" y="50"/>
                      <a:pt x="30" y="50"/>
                    </a:cubicBezTo>
                    <a:cubicBezTo>
                      <a:pt x="30" y="50"/>
                      <a:pt x="30" y="50"/>
                      <a:pt x="30" y="50"/>
                    </a:cubicBezTo>
                    <a:cubicBezTo>
                      <a:pt x="30" y="50"/>
                      <a:pt x="30" y="50"/>
                      <a:pt x="30" y="50"/>
                    </a:cubicBezTo>
                    <a:cubicBezTo>
                      <a:pt x="30" y="50"/>
                      <a:pt x="30" y="50"/>
                      <a:pt x="30" y="50"/>
                    </a:cubicBezTo>
                    <a:cubicBezTo>
                      <a:pt x="30" y="49"/>
                      <a:pt x="29" y="49"/>
                      <a:pt x="29" y="49"/>
                    </a:cubicBezTo>
                    <a:cubicBezTo>
                      <a:pt x="29" y="49"/>
                      <a:pt x="29" y="49"/>
                      <a:pt x="29" y="49"/>
                    </a:cubicBezTo>
                    <a:cubicBezTo>
                      <a:pt x="28" y="49"/>
                      <a:pt x="28" y="49"/>
                      <a:pt x="28" y="49"/>
                    </a:cubicBezTo>
                    <a:cubicBezTo>
                      <a:pt x="28" y="49"/>
                      <a:pt x="28" y="49"/>
                      <a:pt x="28" y="49"/>
                    </a:cubicBezTo>
                    <a:cubicBezTo>
                      <a:pt x="28" y="49"/>
                      <a:pt x="28" y="49"/>
                      <a:pt x="28" y="49"/>
                    </a:cubicBezTo>
                    <a:cubicBezTo>
                      <a:pt x="29" y="48"/>
                      <a:pt x="29" y="48"/>
                      <a:pt x="29" y="48"/>
                    </a:cubicBezTo>
                    <a:cubicBezTo>
                      <a:pt x="28" y="48"/>
                      <a:pt x="28" y="48"/>
                      <a:pt x="28" y="48"/>
                    </a:cubicBezTo>
                    <a:cubicBezTo>
                      <a:pt x="28" y="48"/>
                      <a:pt x="28" y="48"/>
                      <a:pt x="28" y="48"/>
                    </a:cubicBezTo>
                    <a:cubicBezTo>
                      <a:pt x="28" y="48"/>
                      <a:pt x="28" y="48"/>
                      <a:pt x="28" y="48"/>
                    </a:cubicBezTo>
                    <a:cubicBezTo>
                      <a:pt x="28" y="48"/>
                      <a:pt x="28" y="48"/>
                      <a:pt x="28" y="48"/>
                    </a:cubicBezTo>
                    <a:cubicBezTo>
                      <a:pt x="27" y="48"/>
                      <a:pt x="27" y="48"/>
                      <a:pt x="27" y="48"/>
                    </a:cubicBezTo>
                    <a:cubicBezTo>
                      <a:pt x="27" y="48"/>
                      <a:pt x="26" y="48"/>
                      <a:pt x="26" y="48"/>
                    </a:cubicBezTo>
                    <a:cubicBezTo>
                      <a:pt x="26" y="48"/>
                      <a:pt x="26" y="48"/>
                      <a:pt x="26" y="48"/>
                    </a:cubicBezTo>
                    <a:cubicBezTo>
                      <a:pt x="26" y="48"/>
                      <a:pt x="26" y="48"/>
                      <a:pt x="26" y="48"/>
                    </a:cubicBezTo>
                    <a:cubicBezTo>
                      <a:pt x="26" y="48"/>
                      <a:pt x="26" y="48"/>
                      <a:pt x="26" y="48"/>
                    </a:cubicBezTo>
                    <a:cubicBezTo>
                      <a:pt x="26" y="48"/>
                      <a:pt x="26" y="48"/>
                      <a:pt x="26" y="48"/>
                    </a:cubicBezTo>
                    <a:cubicBezTo>
                      <a:pt x="26" y="48"/>
                      <a:pt x="25" y="48"/>
                      <a:pt x="26" y="48"/>
                    </a:cubicBezTo>
                    <a:cubicBezTo>
                      <a:pt x="26" y="47"/>
                      <a:pt x="26" y="47"/>
                      <a:pt x="26" y="47"/>
                    </a:cubicBezTo>
                    <a:cubicBezTo>
                      <a:pt x="25" y="47"/>
                      <a:pt x="25" y="47"/>
                      <a:pt x="25" y="47"/>
                    </a:cubicBezTo>
                    <a:cubicBezTo>
                      <a:pt x="25" y="47"/>
                      <a:pt x="24" y="47"/>
                      <a:pt x="24" y="47"/>
                    </a:cubicBezTo>
                    <a:cubicBezTo>
                      <a:pt x="24" y="47"/>
                      <a:pt x="24" y="47"/>
                      <a:pt x="23" y="47"/>
                    </a:cubicBezTo>
                    <a:cubicBezTo>
                      <a:pt x="23" y="47"/>
                      <a:pt x="23" y="47"/>
                      <a:pt x="23" y="47"/>
                    </a:cubicBezTo>
                    <a:cubicBezTo>
                      <a:pt x="23" y="47"/>
                      <a:pt x="22" y="46"/>
                      <a:pt x="22" y="46"/>
                    </a:cubicBezTo>
                    <a:cubicBezTo>
                      <a:pt x="22" y="46"/>
                      <a:pt x="22" y="46"/>
                      <a:pt x="21" y="46"/>
                    </a:cubicBezTo>
                    <a:cubicBezTo>
                      <a:pt x="21" y="46"/>
                      <a:pt x="21" y="46"/>
                      <a:pt x="21" y="46"/>
                    </a:cubicBezTo>
                    <a:cubicBezTo>
                      <a:pt x="21" y="46"/>
                      <a:pt x="21" y="46"/>
                      <a:pt x="21" y="46"/>
                    </a:cubicBezTo>
                    <a:cubicBezTo>
                      <a:pt x="21" y="46"/>
                      <a:pt x="21" y="46"/>
                      <a:pt x="21" y="46"/>
                    </a:cubicBezTo>
                    <a:cubicBezTo>
                      <a:pt x="20" y="46"/>
                      <a:pt x="20" y="46"/>
                      <a:pt x="20" y="46"/>
                    </a:cubicBezTo>
                    <a:cubicBezTo>
                      <a:pt x="20" y="47"/>
                      <a:pt x="20" y="47"/>
                      <a:pt x="20" y="47"/>
                    </a:cubicBezTo>
                    <a:cubicBezTo>
                      <a:pt x="20" y="46"/>
                      <a:pt x="19" y="46"/>
                      <a:pt x="19" y="46"/>
                    </a:cubicBezTo>
                    <a:cubicBezTo>
                      <a:pt x="19" y="46"/>
                      <a:pt x="19" y="46"/>
                      <a:pt x="19" y="46"/>
                    </a:cubicBezTo>
                    <a:cubicBezTo>
                      <a:pt x="19" y="46"/>
                      <a:pt x="19" y="46"/>
                      <a:pt x="19" y="46"/>
                    </a:cubicBezTo>
                    <a:cubicBezTo>
                      <a:pt x="19" y="47"/>
                      <a:pt x="19" y="47"/>
                      <a:pt x="19" y="47"/>
                    </a:cubicBezTo>
                    <a:cubicBezTo>
                      <a:pt x="19" y="47"/>
                      <a:pt x="19" y="47"/>
                      <a:pt x="19" y="47"/>
                    </a:cubicBezTo>
                    <a:cubicBezTo>
                      <a:pt x="19" y="47"/>
                      <a:pt x="18" y="47"/>
                      <a:pt x="18" y="47"/>
                    </a:cubicBezTo>
                    <a:cubicBezTo>
                      <a:pt x="18" y="47"/>
                      <a:pt x="18" y="47"/>
                      <a:pt x="18" y="47"/>
                    </a:cubicBezTo>
                    <a:cubicBezTo>
                      <a:pt x="18" y="47"/>
                      <a:pt x="18" y="47"/>
                      <a:pt x="18" y="47"/>
                    </a:cubicBezTo>
                    <a:cubicBezTo>
                      <a:pt x="18" y="47"/>
                      <a:pt x="17" y="47"/>
                      <a:pt x="17" y="47"/>
                    </a:cubicBezTo>
                    <a:cubicBezTo>
                      <a:pt x="17" y="47"/>
                      <a:pt x="17" y="47"/>
                      <a:pt x="17" y="47"/>
                    </a:cubicBezTo>
                    <a:cubicBezTo>
                      <a:pt x="16" y="47"/>
                      <a:pt x="16" y="47"/>
                      <a:pt x="16" y="47"/>
                    </a:cubicBezTo>
                    <a:cubicBezTo>
                      <a:pt x="16" y="47"/>
                      <a:pt x="16" y="47"/>
                      <a:pt x="16" y="47"/>
                    </a:cubicBezTo>
                    <a:cubicBezTo>
                      <a:pt x="16" y="48"/>
                      <a:pt x="16" y="48"/>
                      <a:pt x="16" y="48"/>
                    </a:cubicBezTo>
                    <a:cubicBezTo>
                      <a:pt x="16" y="48"/>
                      <a:pt x="16" y="48"/>
                      <a:pt x="16" y="48"/>
                    </a:cubicBezTo>
                    <a:cubicBezTo>
                      <a:pt x="16" y="48"/>
                      <a:pt x="17" y="48"/>
                      <a:pt x="17" y="48"/>
                    </a:cubicBezTo>
                    <a:cubicBezTo>
                      <a:pt x="17" y="48"/>
                      <a:pt x="17" y="48"/>
                      <a:pt x="17" y="48"/>
                    </a:cubicBezTo>
                    <a:cubicBezTo>
                      <a:pt x="17" y="49"/>
                      <a:pt x="17" y="49"/>
                      <a:pt x="17" y="49"/>
                    </a:cubicBezTo>
                    <a:cubicBezTo>
                      <a:pt x="17" y="49"/>
                      <a:pt x="17" y="49"/>
                      <a:pt x="17" y="49"/>
                    </a:cubicBezTo>
                    <a:cubicBezTo>
                      <a:pt x="17" y="49"/>
                      <a:pt x="17" y="49"/>
                      <a:pt x="16" y="49"/>
                    </a:cubicBezTo>
                    <a:cubicBezTo>
                      <a:pt x="16" y="49"/>
                      <a:pt x="16" y="49"/>
                      <a:pt x="16" y="49"/>
                    </a:cubicBezTo>
                    <a:cubicBezTo>
                      <a:pt x="16" y="49"/>
                      <a:pt x="16" y="49"/>
                      <a:pt x="16" y="49"/>
                    </a:cubicBezTo>
                    <a:cubicBezTo>
                      <a:pt x="16" y="49"/>
                      <a:pt x="16" y="49"/>
                      <a:pt x="16" y="49"/>
                    </a:cubicBezTo>
                    <a:cubicBezTo>
                      <a:pt x="16" y="49"/>
                      <a:pt x="16" y="49"/>
                      <a:pt x="16" y="49"/>
                    </a:cubicBezTo>
                    <a:cubicBezTo>
                      <a:pt x="16" y="49"/>
                      <a:pt x="16" y="49"/>
                      <a:pt x="16" y="49"/>
                    </a:cubicBezTo>
                    <a:cubicBezTo>
                      <a:pt x="16" y="49"/>
                      <a:pt x="15" y="49"/>
                      <a:pt x="15" y="49"/>
                    </a:cubicBezTo>
                    <a:cubicBezTo>
                      <a:pt x="15" y="49"/>
                      <a:pt x="15" y="49"/>
                      <a:pt x="15" y="49"/>
                    </a:cubicBezTo>
                    <a:cubicBezTo>
                      <a:pt x="15" y="49"/>
                      <a:pt x="15" y="48"/>
                      <a:pt x="15" y="48"/>
                    </a:cubicBezTo>
                    <a:cubicBezTo>
                      <a:pt x="15" y="48"/>
                      <a:pt x="15" y="48"/>
                      <a:pt x="15" y="48"/>
                    </a:cubicBezTo>
                    <a:cubicBezTo>
                      <a:pt x="15" y="48"/>
                      <a:pt x="15" y="48"/>
                      <a:pt x="14" y="48"/>
                    </a:cubicBezTo>
                    <a:cubicBezTo>
                      <a:pt x="14" y="48"/>
                      <a:pt x="14" y="48"/>
                      <a:pt x="14" y="48"/>
                    </a:cubicBezTo>
                    <a:cubicBezTo>
                      <a:pt x="14" y="48"/>
                      <a:pt x="14" y="48"/>
                      <a:pt x="14" y="48"/>
                    </a:cubicBezTo>
                    <a:cubicBezTo>
                      <a:pt x="13" y="48"/>
                      <a:pt x="13" y="48"/>
                      <a:pt x="13" y="48"/>
                    </a:cubicBezTo>
                    <a:cubicBezTo>
                      <a:pt x="13" y="48"/>
                      <a:pt x="13" y="48"/>
                      <a:pt x="13" y="48"/>
                    </a:cubicBezTo>
                    <a:cubicBezTo>
                      <a:pt x="13" y="48"/>
                      <a:pt x="13" y="48"/>
                      <a:pt x="13" y="48"/>
                    </a:cubicBezTo>
                    <a:cubicBezTo>
                      <a:pt x="13" y="48"/>
                      <a:pt x="13" y="48"/>
                      <a:pt x="13" y="48"/>
                    </a:cubicBezTo>
                    <a:cubicBezTo>
                      <a:pt x="13" y="48"/>
                      <a:pt x="12" y="48"/>
                      <a:pt x="12" y="48"/>
                    </a:cubicBezTo>
                    <a:cubicBezTo>
                      <a:pt x="12" y="48"/>
                      <a:pt x="12" y="48"/>
                      <a:pt x="12" y="48"/>
                    </a:cubicBezTo>
                    <a:cubicBezTo>
                      <a:pt x="12" y="47"/>
                      <a:pt x="12" y="47"/>
                      <a:pt x="12" y="47"/>
                    </a:cubicBezTo>
                    <a:cubicBezTo>
                      <a:pt x="12" y="47"/>
                      <a:pt x="12" y="47"/>
                      <a:pt x="12" y="47"/>
                    </a:cubicBezTo>
                    <a:cubicBezTo>
                      <a:pt x="12" y="47"/>
                      <a:pt x="12" y="47"/>
                      <a:pt x="12" y="46"/>
                    </a:cubicBezTo>
                    <a:cubicBezTo>
                      <a:pt x="12" y="46"/>
                      <a:pt x="12" y="46"/>
                      <a:pt x="12" y="46"/>
                    </a:cubicBezTo>
                    <a:cubicBezTo>
                      <a:pt x="12" y="46"/>
                      <a:pt x="12" y="46"/>
                      <a:pt x="12" y="46"/>
                    </a:cubicBezTo>
                    <a:cubicBezTo>
                      <a:pt x="12" y="46"/>
                      <a:pt x="12" y="46"/>
                      <a:pt x="12" y="46"/>
                    </a:cubicBezTo>
                    <a:cubicBezTo>
                      <a:pt x="12" y="46"/>
                      <a:pt x="13" y="46"/>
                      <a:pt x="13" y="45"/>
                    </a:cubicBezTo>
                    <a:cubicBezTo>
                      <a:pt x="13" y="45"/>
                      <a:pt x="13" y="44"/>
                      <a:pt x="13" y="44"/>
                    </a:cubicBezTo>
                    <a:cubicBezTo>
                      <a:pt x="13" y="44"/>
                      <a:pt x="13" y="44"/>
                      <a:pt x="13" y="44"/>
                    </a:cubicBezTo>
                    <a:cubicBezTo>
                      <a:pt x="13" y="44"/>
                      <a:pt x="13" y="44"/>
                      <a:pt x="13" y="44"/>
                    </a:cubicBezTo>
                    <a:cubicBezTo>
                      <a:pt x="13" y="44"/>
                      <a:pt x="13" y="44"/>
                      <a:pt x="13" y="44"/>
                    </a:cubicBezTo>
                    <a:cubicBezTo>
                      <a:pt x="13" y="43"/>
                      <a:pt x="13" y="43"/>
                      <a:pt x="13" y="43"/>
                    </a:cubicBezTo>
                    <a:cubicBezTo>
                      <a:pt x="13" y="43"/>
                      <a:pt x="13" y="43"/>
                      <a:pt x="13" y="42"/>
                    </a:cubicBezTo>
                    <a:cubicBezTo>
                      <a:pt x="13" y="42"/>
                      <a:pt x="13" y="42"/>
                      <a:pt x="12" y="42"/>
                    </a:cubicBezTo>
                    <a:cubicBezTo>
                      <a:pt x="12" y="42"/>
                      <a:pt x="12" y="42"/>
                      <a:pt x="12" y="42"/>
                    </a:cubicBezTo>
                    <a:cubicBezTo>
                      <a:pt x="12" y="42"/>
                      <a:pt x="12" y="42"/>
                      <a:pt x="12" y="42"/>
                    </a:cubicBezTo>
                    <a:cubicBezTo>
                      <a:pt x="12" y="42"/>
                      <a:pt x="12" y="42"/>
                      <a:pt x="12" y="42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1"/>
                      <a:pt x="11" y="41"/>
                      <a:pt x="11" y="41"/>
                    </a:cubicBezTo>
                    <a:cubicBezTo>
                      <a:pt x="11" y="41"/>
                      <a:pt x="11" y="41"/>
                      <a:pt x="11" y="41"/>
                    </a:cubicBezTo>
                    <a:cubicBezTo>
                      <a:pt x="11" y="41"/>
                      <a:pt x="11" y="41"/>
                      <a:pt x="11" y="41"/>
                    </a:cubicBezTo>
                    <a:cubicBezTo>
                      <a:pt x="11" y="41"/>
                      <a:pt x="11" y="41"/>
                      <a:pt x="11" y="41"/>
                    </a:cubicBezTo>
                    <a:cubicBezTo>
                      <a:pt x="11" y="41"/>
                      <a:pt x="11" y="41"/>
                      <a:pt x="11" y="40"/>
                    </a:cubicBezTo>
                    <a:cubicBezTo>
                      <a:pt x="11" y="40"/>
                      <a:pt x="11" y="40"/>
                      <a:pt x="11" y="40"/>
                    </a:cubicBezTo>
                    <a:cubicBezTo>
                      <a:pt x="11" y="40"/>
                      <a:pt x="11" y="40"/>
                      <a:pt x="11" y="40"/>
                    </a:cubicBezTo>
                    <a:cubicBezTo>
                      <a:pt x="11" y="40"/>
                      <a:pt x="11" y="40"/>
                      <a:pt x="11" y="40"/>
                    </a:cubicBezTo>
                    <a:cubicBezTo>
                      <a:pt x="11" y="40"/>
                      <a:pt x="11" y="40"/>
                      <a:pt x="11" y="40"/>
                    </a:cubicBezTo>
                    <a:cubicBezTo>
                      <a:pt x="11" y="40"/>
                      <a:pt x="11" y="40"/>
                      <a:pt x="12" y="40"/>
                    </a:cubicBezTo>
                    <a:cubicBezTo>
                      <a:pt x="12" y="40"/>
                      <a:pt x="12" y="39"/>
                      <a:pt x="13" y="38"/>
                    </a:cubicBezTo>
                    <a:cubicBezTo>
                      <a:pt x="13" y="38"/>
                      <a:pt x="13" y="38"/>
                      <a:pt x="13" y="37"/>
                    </a:cubicBezTo>
                    <a:cubicBezTo>
                      <a:pt x="13" y="37"/>
                      <a:pt x="13" y="37"/>
                      <a:pt x="13" y="37"/>
                    </a:cubicBezTo>
                    <a:cubicBezTo>
                      <a:pt x="13" y="37"/>
                      <a:pt x="13" y="37"/>
                      <a:pt x="13" y="37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2" y="37"/>
                      <a:pt x="11" y="37"/>
                      <a:pt x="11" y="37"/>
                    </a:cubicBezTo>
                    <a:cubicBezTo>
                      <a:pt x="11" y="37"/>
                      <a:pt x="10" y="37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9" y="38"/>
                      <a:pt x="9" y="39"/>
                      <a:pt x="9" y="39"/>
                    </a:cubicBezTo>
                    <a:cubicBezTo>
                      <a:pt x="9" y="39"/>
                      <a:pt x="9" y="39"/>
                      <a:pt x="9" y="39"/>
                    </a:cubicBezTo>
                    <a:cubicBezTo>
                      <a:pt x="9" y="39"/>
                      <a:pt x="9" y="39"/>
                      <a:pt x="9" y="39"/>
                    </a:cubicBezTo>
                    <a:cubicBezTo>
                      <a:pt x="9" y="39"/>
                      <a:pt x="8" y="40"/>
                      <a:pt x="8" y="40"/>
                    </a:cubicBezTo>
                    <a:cubicBezTo>
                      <a:pt x="8" y="40"/>
                      <a:pt x="8" y="39"/>
                      <a:pt x="8" y="39"/>
                    </a:cubicBezTo>
                    <a:cubicBezTo>
                      <a:pt x="8" y="39"/>
                      <a:pt x="8" y="39"/>
                      <a:pt x="8" y="39"/>
                    </a:cubicBezTo>
                    <a:cubicBezTo>
                      <a:pt x="8" y="39"/>
                      <a:pt x="8" y="39"/>
                      <a:pt x="8" y="39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8" y="38"/>
                      <a:pt x="8" y="38"/>
                      <a:pt x="7" y="38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7" y="38"/>
                      <a:pt x="8" y="37"/>
                      <a:pt x="8" y="37"/>
                    </a:cubicBezTo>
                    <a:cubicBezTo>
                      <a:pt x="8" y="37"/>
                      <a:pt x="8" y="37"/>
                      <a:pt x="8" y="37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8" y="37"/>
                      <a:pt x="8" y="37"/>
                      <a:pt x="8" y="37"/>
                    </a:cubicBezTo>
                    <a:cubicBezTo>
                      <a:pt x="8" y="37"/>
                      <a:pt x="8" y="37"/>
                      <a:pt x="8" y="37"/>
                    </a:cubicBezTo>
                    <a:cubicBezTo>
                      <a:pt x="8" y="37"/>
                      <a:pt x="8" y="37"/>
                      <a:pt x="8" y="37"/>
                    </a:cubicBezTo>
                    <a:cubicBezTo>
                      <a:pt x="9" y="37"/>
                      <a:pt x="9" y="37"/>
                      <a:pt x="9" y="37"/>
                    </a:cubicBezTo>
                    <a:cubicBezTo>
                      <a:pt x="9" y="37"/>
                      <a:pt x="9" y="37"/>
                      <a:pt x="9" y="37"/>
                    </a:cubicBezTo>
                    <a:cubicBezTo>
                      <a:pt x="9" y="37"/>
                      <a:pt x="9" y="37"/>
                      <a:pt x="9" y="36"/>
                    </a:cubicBezTo>
                    <a:cubicBezTo>
                      <a:pt x="9" y="36"/>
                      <a:pt x="8" y="36"/>
                      <a:pt x="9" y="36"/>
                    </a:cubicBezTo>
                    <a:cubicBezTo>
                      <a:pt x="9" y="36"/>
                      <a:pt x="9" y="36"/>
                      <a:pt x="9" y="36"/>
                    </a:cubicBezTo>
                    <a:cubicBezTo>
                      <a:pt x="9" y="36"/>
                      <a:pt x="9" y="36"/>
                      <a:pt x="9" y="36"/>
                    </a:cubicBezTo>
                    <a:cubicBezTo>
                      <a:pt x="9" y="36"/>
                      <a:pt x="9" y="36"/>
                      <a:pt x="9" y="36"/>
                    </a:cubicBezTo>
                    <a:cubicBezTo>
                      <a:pt x="9" y="36"/>
                      <a:pt x="9" y="35"/>
                      <a:pt x="9" y="35"/>
                    </a:cubicBezTo>
                    <a:cubicBezTo>
                      <a:pt x="9" y="35"/>
                      <a:pt x="9" y="34"/>
                      <a:pt x="9" y="34"/>
                    </a:cubicBezTo>
                    <a:cubicBezTo>
                      <a:pt x="9" y="34"/>
                      <a:pt x="9" y="34"/>
                      <a:pt x="9" y="34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10" y="34"/>
                      <a:pt x="9" y="33"/>
                      <a:pt x="10" y="33"/>
                    </a:cubicBezTo>
                    <a:cubicBezTo>
                      <a:pt x="10" y="33"/>
                      <a:pt x="10" y="33"/>
                      <a:pt x="10" y="33"/>
                    </a:cubicBezTo>
                    <a:cubicBezTo>
                      <a:pt x="10" y="33"/>
                      <a:pt x="10" y="33"/>
                      <a:pt x="10" y="33"/>
                    </a:cubicBezTo>
                    <a:cubicBezTo>
                      <a:pt x="10" y="33"/>
                      <a:pt x="10" y="33"/>
                      <a:pt x="10" y="33"/>
                    </a:cubicBezTo>
                    <a:cubicBezTo>
                      <a:pt x="10" y="33"/>
                      <a:pt x="10" y="33"/>
                      <a:pt x="10" y="33"/>
                    </a:cubicBezTo>
                    <a:cubicBezTo>
                      <a:pt x="10" y="33"/>
                      <a:pt x="10" y="32"/>
                      <a:pt x="10" y="32"/>
                    </a:cubicBezTo>
                    <a:cubicBezTo>
                      <a:pt x="10" y="32"/>
                      <a:pt x="10" y="32"/>
                      <a:pt x="10" y="32"/>
                    </a:cubicBezTo>
                    <a:cubicBezTo>
                      <a:pt x="10" y="32"/>
                      <a:pt x="10" y="32"/>
                      <a:pt x="10" y="32"/>
                    </a:cubicBezTo>
                    <a:cubicBezTo>
                      <a:pt x="10" y="32"/>
                      <a:pt x="11" y="32"/>
                      <a:pt x="11" y="32"/>
                    </a:cubicBezTo>
                    <a:cubicBezTo>
                      <a:pt x="11" y="32"/>
                      <a:pt x="11" y="32"/>
                      <a:pt x="11" y="32"/>
                    </a:cubicBezTo>
                    <a:cubicBezTo>
                      <a:pt x="11" y="31"/>
                      <a:pt x="11" y="31"/>
                      <a:pt x="11" y="31"/>
                    </a:cubicBezTo>
                    <a:cubicBezTo>
                      <a:pt x="12" y="31"/>
                      <a:pt x="12" y="31"/>
                      <a:pt x="12" y="30"/>
                    </a:cubicBezTo>
                    <a:cubicBezTo>
                      <a:pt x="12" y="30"/>
                      <a:pt x="12" y="30"/>
                      <a:pt x="12" y="30"/>
                    </a:cubicBezTo>
                    <a:cubicBezTo>
                      <a:pt x="12" y="30"/>
                      <a:pt x="12" y="30"/>
                      <a:pt x="12" y="30"/>
                    </a:cubicBezTo>
                    <a:cubicBezTo>
                      <a:pt x="12" y="30"/>
                      <a:pt x="12" y="30"/>
                      <a:pt x="12" y="30"/>
                    </a:cubicBezTo>
                    <a:cubicBezTo>
                      <a:pt x="12" y="30"/>
                      <a:pt x="13" y="30"/>
                      <a:pt x="13" y="30"/>
                    </a:cubicBezTo>
                    <a:cubicBezTo>
                      <a:pt x="13" y="30"/>
                      <a:pt x="13" y="30"/>
                      <a:pt x="13" y="30"/>
                    </a:cubicBezTo>
                    <a:cubicBezTo>
                      <a:pt x="13" y="30"/>
                      <a:pt x="13" y="30"/>
                      <a:pt x="13" y="30"/>
                    </a:cubicBezTo>
                    <a:cubicBezTo>
                      <a:pt x="14" y="30"/>
                      <a:pt x="14" y="30"/>
                      <a:pt x="14" y="30"/>
                    </a:cubicBezTo>
                    <a:cubicBezTo>
                      <a:pt x="15" y="30"/>
                      <a:pt x="15" y="30"/>
                      <a:pt x="15" y="30"/>
                    </a:cubicBezTo>
                    <a:cubicBezTo>
                      <a:pt x="15" y="29"/>
                      <a:pt x="15" y="29"/>
                      <a:pt x="16" y="29"/>
                    </a:cubicBezTo>
                    <a:cubicBezTo>
                      <a:pt x="16" y="29"/>
                      <a:pt x="16" y="29"/>
                      <a:pt x="16" y="29"/>
                    </a:cubicBezTo>
                    <a:cubicBezTo>
                      <a:pt x="16" y="29"/>
                      <a:pt x="16" y="29"/>
                      <a:pt x="16" y="29"/>
                    </a:cubicBezTo>
                    <a:cubicBezTo>
                      <a:pt x="16" y="29"/>
                      <a:pt x="16" y="29"/>
                      <a:pt x="16" y="29"/>
                    </a:cubicBezTo>
                    <a:cubicBezTo>
                      <a:pt x="16" y="29"/>
                      <a:pt x="17" y="30"/>
                      <a:pt x="17" y="30"/>
                    </a:cubicBezTo>
                    <a:cubicBezTo>
                      <a:pt x="17" y="31"/>
                      <a:pt x="17" y="31"/>
                      <a:pt x="17" y="31"/>
                    </a:cubicBezTo>
                    <a:cubicBezTo>
                      <a:pt x="17" y="31"/>
                      <a:pt x="16" y="32"/>
                      <a:pt x="16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6" y="33"/>
                      <a:pt x="16" y="33"/>
                      <a:pt x="16" y="33"/>
                    </a:cubicBezTo>
                    <a:cubicBezTo>
                      <a:pt x="16" y="33"/>
                      <a:pt x="17" y="33"/>
                      <a:pt x="17" y="33"/>
                    </a:cubicBezTo>
                    <a:cubicBezTo>
                      <a:pt x="17" y="33"/>
                      <a:pt x="17" y="33"/>
                      <a:pt x="17" y="33"/>
                    </a:cubicBezTo>
                    <a:cubicBezTo>
                      <a:pt x="17" y="33"/>
                      <a:pt x="17" y="33"/>
                      <a:pt x="17" y="33"/>
                    </a:cubicBezTo>
                    <a:cubicBezTo>
                      <a:pt x="17" y="33"/>
                      <a:pt x="17" y="33"/>
                      <a:pt x="17" y="33"/>
                    </a:cubicBezTo>
                    <a:cubicBezTo>
                      <a:pt x="17" y="33"/>
                      <a:pt x="17" y="33"/>
                      <a:pt x="17" y="33"/>
                    </a:cubicBezTo>
                    <a:cubicBezTo>
                      <a:pt x="18" y="33"/>
                      <a:pt x="18" y="32"/>
                      <a:pt x="18" y="32"/>
                    </a:cubicBezTo>
                    <a:cubicBezTo>
                      <a:pt x="18" y="32"/>
                      <a:pt x="18" y="31"/>
                      <a:pt x="18" y="31"/>
                    </a:cubicBezTo>
                    <a:cubicBezTo>
                      <a:pt x="18" y="31"/>
                      <a:pt x="18" y="31"/>
                      <a:pt x="18" y="31"/>
                    </a:cubicBezTo>
                    <a:cubicBezTo>
                      <a:pt x="18" y="31"/>
                      <a:pt x="18" y="31"/>
                      <a:pt x="18" y="31"/>
                    </a:cubicBezTo>
                    <a:cubicBezTo>
                      <a:pt x="18" y="31"/>
                      <a:pt x="18" y="31"/>
                      <a:pt x="18" y="31"/>
                    </a:cubicBezTo>
                    <a:cubicBezTo>
                      <a:pt x="18" y="31"/>
                      <a:pt x="18" y="31"/>
                      <a:pt x="18" y="31"/>
                    </a:cubicBezTo>
                    <a:cubicBezTo>
                      <a:pt x="18" y="31"/>
                      <a:pt x="18" y="30"/>
                      <a:pt x="18" y="30"/>
                    </a:cubicBezTo>
                    <a:cubicBezTo>
                      <a:pt x="18" y="30"/>
                      <a:pt x="18" y="30"/>
                      <a:pt x="18" y="30"/>
                    </a:cubicBezTo>
                    <a:cubicBezTo>
                      <a:pt x="19" y="30"/>
                      <a:pt x="19" y="30"/>
                      <a:pt x="19" y="30"/>
                    </a:cubicBezTo>
                    <a:cubicBezTo>
                      <a:pt x="19" y="30"/>
                      <a:pt x="19" y="30"/>
                      <a:pt x="19" y="30"/>
                    </a:cubicBezTo>
                    <a:cubicBezTo>
                      <a:pt x="19" y="30"/>
                      <a:pt x="19" y="30"/>
                      <a:pt x="19" y="30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20" y="29"/>
                      <a:pt x="20" y="29"/>
                      <a:pt x="20" y="28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1" y="28"/>
                      <a:pt x="21" y="28"/>
                      <a:pt x="21" y="28"/>
                    </a:cubicBezTo>
                    <a:cubicBezTo>
                      <a:pt x="21" y="28"/>
                      <a:pt x="21" y="28"/>
                      <a:pt x="21" y="28"/>
                    </a:cubicBezTo>
                    <a:cubicBezTo>
                      <a:pt x="21" y="28"/>
                      <a:pt x="21" y="28"/>
                      <a:pt x="21" y="28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1" y="27"/>
                      <a:pt x="20" y="27"/>
                      <a:pt x="20" y="27"/>
                    </a:cubicBezTo>
                    <a:cubicBezTo>
                      <a:pt x="20" y="27"/>
                      <a:pt x="20" y="27"/>
                      <a:pt x="20" y="27"/>
                    </a:cubicBezTo>
                    <a:cubicBezTo>
                      <a:pt x="20" y="27"/>
                      <a:pt x="20" y="27"/>
                      <a:pt x="20" y="27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2" y="27"/>
                      <a:pt x="22" y="27"/>
                      <a:pt x="22" y="26"/>
                    </a:cubicBezTo>
                    <a:cubicBezTo>
                      <a:pt x="22" y="26"/>
                      <a:pt x="22" y="26"/>
                      <a:pt x="22" y="26"/>
                    </a:cubicBezTo>
                    <a:cubicBezTo>
                      <a:pt x="23" y="25"/>
                      <a:pt x="23" y="25"/>
                      <a:pt x="23" y="25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5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3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5" y="23"/>
                      <a:pt x="25" y="22"/>
                      <a:pt x="25" y="22"/>
                    </a:cubicBezTo>
                    <a:cubicBezTo>
                      <a:pt x="26" y="22"/>
                      <a:pt x="26" y="21"/>
                      <a:pt x="27" y="21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28" y="21"/>
                      <a:pt x="28" y="21"/>
                      <a:pt x="28" y="21"/>
                    </a:cubicBezTo>
                    <a:cubicBezTo>
                      <a:pt x="28" y="21"/>
                      <a:pt x="28" y="20"/>
                      <a:pt x="28" y="20"/>
                    </a:cubicBezTo>
                    <a:cubicBezTo>
                      <a:pt x="28" y="20"/>
                      <a:pt x="28" y="20"/>
                      <a:pt x="28" y="20"/>
                    </a:cubicBezTo>
                    <a:cubicBezTo>
                      <a:pt x="28" y="20"/>
                      <a:pt x="28" y="20"/>
                      <a:pt x="28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9" y="20"/>
                      <a:pt x="29" y="20"/>
                      <a:pt x="30" y="20"/>
                    </a:cubicBezTo>
                    <a:cubicBezTo>
                      <a:pt x="30" y="19"/>
                      <a:pt x="30" y="19"/>
                      <a:pt x="30" y="19"/>
                    </a:cubicBezTo>
                    <a:cubicBezTo>
                      <a:pt x="30" y="19"/>
                      <a:pt x="30" y="19"/>
                      <a:pt x="30" y="19"/>
                    </a:cubicBezTo>
                    <a:cubicBezTo>
                      <a:pt x="30" y="18"/>
                      <a:pt x="30" y="18"/>
                      <a:pt x="30" y="18"/>
                    </a:cubicBezTo>
                    <a:cubicBezTo>
                      <a:pt x="30" y="18"/>
                      <a:pt x="30" y="18"/>
                      <a:pt x="30" y="18"/>
                    </a:cubicBezTo>
                    <a:cubicBezTo>
                      <a:pt x="30" y="18"/>
                      <a:pt x="30" y="18"/>
                      <a:pt x="30" y="18"/>
                    </a:cubicBezTo>
                    <a:cubicBezTo>
                      <a:pt x="30" y="18"/>
                      <a:pt x="30" y="18"/>
                      <a:pt x="30" y="18"/>
                    </a:cubicBezTo>
                    <a:cubicBezTo>
                      <a:pt x="30" y="18"/>
                      <a:pt x="30" y="18"/>
                      <a:pt x="30" y="18"/>
                    </a:cubicBezTo>
                    <a:cubicBezTo>
                      <a:pt x="30" y="18"/>
                      <a:pt x="30" y="18"/>
                      <a:pt x="30" y="18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1" y="18"/>
                      <a:pt x="31" y="17"/>
                      <a:pt x="31" y="17"/>
                    </a:cubicBezTo>
                    <a:cubicBezTo>
                      <a:pt x="31" y="17"/>
                      <a:pt x="31" y="17"/>
                      <a:pt x="31" y="17"/>
                    </a:cubicBezTo>
                    <a:cubicBezTo>
                      <a:pt x="31" y="17"/>
                      <a:pt x="31" y="17"/>
                      <a:pt x="31" y="17"/>
                    </a:cubicBezTo>
                    <a:cubicBezTo>
                      <a:pt x="31" y="17"/>
                      <a:pt x="31" y="17"/>
                      <a:pt x="31" y="17"/>
                    </a:cubicBezTo>
                    <a:cubicBezTo>
                      <a:pt x="32" y="17"/>
                      <a:pt x="32" y="17"/>
                      <a:pt x="32" y="17"/>
                    </a:cubicBezTo>
                    <a:cubicBezTo>
                      <a:pt x="32" y="17"/>
                      <a:pt x="32" y="17"/>
                      <a:pt x="32" y="17"/>
                    </a:cubicBezTo>
                    <a:cubicBezTo>
                      <a:pt x="32" y="17"/>
                      <a:pt x="32" y="17"/>
                      <a:pt x="32" y="17"/>
                    </a:cubicBezTo>
                    <a:cubicBezTo>
                      <a:pt x="32" y="17"/>
                      <a:pt x="32" y="17"/>
                      <a:pt x="32" y="17"/>
                    </a:cubicBezTo>
                    <a:cubicBezTo>
                      <a:pt x="32" y="17"/>
                      <a:pt x="32" y="17"/>
                      <a:pt x="32" y="17"/>
                    </a:cubicBezTo>
                    <a:cubicBezTo>
                      <a:pt x="33" y="17"/>
                      <a:pt x="33" y="17"/>
                      <a:pt x="33" y="16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4" y="16"/>
                      <a:pt x="34" y="16"/>
                      <a:pt x="34" y="16"/>
                    </a:cubicBezTo>
                    <a:cubicBezTo>
                      <a:pt x="34" y="16"/>
                      <a:pt x="34" y="16"/>
                      <a:pt x="34" y="16"/>
                    </a:cubicBezTo>
                    <a:cubicBezTo>
                      <a:pt x="34" y="16"/>
                      <a:pt x="34" y="16"/>
                      <a:pt x="34" y="16"/>
                    </a:cubicBezTo>
                    <a:cubicBezTo>
                      <a:pt x="34" y="16"/>
                      <a:pt x="34" y="16"/>
                      <a:pt x="34" y="16"/>
                    </a:cubicBezTo>
                    <a:cubicBezTo>
                      <a:pt x="35" y="16"/>
                      <a:pt x="35" y="15"/>
                      <a:pt x="35" y="15"/>
                    </a:cubicBezTo>
                    <a:cubicBezTo>
                      <a:pt x="35" y="15"/>
                      <a:pt x="35" y="15"/>
                      <a:pt x="35" y="15"/>
                    </a:cubicBezTo>
                    <a:cubicBezTo>
                      <a:pt x="34" y="15"/>
                      <a:pt x="34" y="15"/>
                      <a:pt x="34" y="15"/>
                    </a:cubicBezTo>
                    <a:cubicBezTo>
                      <a:pt x="33" y="15"/>
                      <a:pt x="33" y="15"/>
                      <a:pt x="33" y="15"/>
                    </a:cubicBezTo>
                    <a:cubicBezTo>
                      <a:pt x="33" y="15"/>
                      <a:pt x="33" y="15"/>
                      <a:pt x="33" y="15"/>
                    </a:cubicBezTo>
                    <a:cubicBezTo>
                      <a:pt x="33" y="15"/>
                      <a:pt x="33" y="15"/>
                      <a:pt x="33" y="15"/>
                    </a:cubicBezTo>
                    <a:cubicBezTo>
                      <a:pt x="33" y="15"/>
                      <a:pt x="33" y="15"/>
                      <a:pt x="32" y="15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33" y="15"/>
                      <a:pt x="33" y="15"/>
                      <a:pt x="33" y="15"/>
                    </a:cubicBezTo>
                    <a:cubicBezTo>
                      <a:pt x="33" y="15"/>
                      <a:pt x="33" y="14"/>
                      <a:pt x="33" y="14"/>
                    </a:cubicBezTo>
                    <a:cubicBezTo>
                      <a:pt x="33" y="14"/>
                      <a:pt x="33" y="14"/>
                      <a:pt x="33" y="14"/>
                    </a:cubicBezTo>
                    <a:cubicBezTo>
                      <a:pt x="33" y="14"/>
                      <a:pt x="33" y="14"/>
                      <a:pt x="33" y="14"/>
                    </a:cubicBezTo>
                    <a:cubicBezTo>
                      <a:pt x="33" y="14"/>
                      <a:pt x="33" y="14"/>
                      <a:pt x="33" y="14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8" y="14"/>
                      <a:pt x="38" y="14"/>
                      <a:pt x="38" y="14"/>
                    </a:cubicBezTo>
                    <a:cubicBezTo>
                      <a:pt x="38" y="13"/>
                      <a:pt x="38" y="13"/>
                      <a:pt x="38" y="13"/>
                    </a:cubicBezTo>
                    <a:cubicBezTo>
                      <a:pt x="38" y="13"/>
                      <a:pt x="38" y="13"/>
                      <a:pt x="39" y="13"/>
                    </a:cubicBezTo>
                    <a:cubicBezTo>
                      <a:pt x="39" y="13"/>
                      <a:pt x="39" y="13"/>
                      <a:pt x="39" y="13"/>
                    </a:cubicBezTo>
                    <a:cubicBezTo>
                      <a:pt x="39" y="13"/>
                      <a:pt x="39" y="13"/>
                      <a:pt x="39" y="13"/>
                    </a:cubicBezTo>
                    <a:cubicBezTo>
                      <a:pt x="39" y="13"/>
                      <a:pt x="39" y="13"/>
                      <a:pt x="39" y="13"/>
                    </a:cubicBezTo>
                    <a:cubicBezTo>
                      <a:pt x="39" y="13"/>
                      <a:pt x="39" y="13"/>
                      <a:pt x="39" y="13"/>
                    </a:cubicBezTo>
                    <a:cubicBezTo>
                      <a:pt x="39" y="13"/>
                      <a:pt x="39" y="13"/>
                      <a:pt x="39" y="13"/>
                    </a:cubicBezTo>
                    <a:cubicBezTo>
                      <a:pt x="39" y="13"/>
                      <a:pt x="39" y="13"/>
                      <a:pt x="39" y="12"/>
                    </a:cubicBezTo>
                    <a:cubicBezTo>
                      <a:pt x="39" y="12"/>
                      <a:pt x="40" y="12"/>
                      <a:pt x="40" y="12"/>
                    </a:cubicBezTo>
                    <a:cubicBezTo>
                      <a:pt x="40" y="12"/>
                      <a:pt x="40" y="12"/>
                      <a:pt x="40" y="12"/>
                    </a:cubicBezTo>
                    <a:cubicBezTo>
                      <a:pt x="40" y="12"/>
                      <a:pt x="40" y="12"/>
                      <a:pt x="40" y="12"/>
                    </a:cubicBezTo>
                    <a:cubicBezTo>
                      <a:pt x="40" y="12"/>
                      <a:pt x="40" y="12"/>
                      <a:pt x="41" y="12"/>
                    </a:cubicBezTo>
                    <a:cubicBezTo>
                      <a:pt x="41" y="12"/>
                      <a:pt x="41" y="12"/>
                      <a:pt x="41" y="12"/>
                    </a:cubicBezTo>
                    <a:cubicBezTo>
                      <a:pt x="41" y="12"/>
                      <a:pt x="41" y="12"/>
                      <a:pt x="41" y="12"/>
                    </a:cubicBezTo>
                    <a:cubicBezTo>
                      <a:pt x="41" y="12"/>
                      <a:pt x="41" y="12"/>
                      <a:pt x="41" y="12"/>
                    </a:cubicBezTo>
                    <a:cubicBezTo>
                      <a:pt x="41" y="12"/>
                      <a:pt x="41" y="12"/>
                      <a:pt x="42" y="12"/>
                    </a:cubicBezTo>
                    <a:cubicBezTo>
                      <a:pt x="42" y="12"/>
                      <a:pt x="42" y="12"/>
                      <a:pt x="42" y="12"/>
                    </a:cubicBezTo>
                    <a:cubicBezTo>
                      <a:pt x="42" y="12"/>
                      <a:pt x="42" y="11"/>
                      <a:pt x="42" y="11"/>
                    </a:cubicBezTo>
                    <a:cubicBezTo>
                      <a:pt x="42" y="11"/>
                      <a:pt x="42" y="10"/>
                      <a:pt x="42" y="10"/>
                    </a:cubicBezTo>
                    <a:cubicBezTo>
                      <a:pt x="42" y="10"/>
                      <a:pt x="42" y="10"/>
                      <a:pt x="42" y="10"/>
                    </a:cubicBezTo>
                    <a:cubicBezTo>
                      <a:pt x="42" y="10"/>
                      <a:pt x="42" y="10"/>
                      <a:pt x="42" y="10"/>
                    </a:cubicBezTo>
                    <a:cubicBezTo>
                      <a:pt x="42" y="8"/>
                      <a:pt x="42" y="8"/>
                      <a:pt x="42" y="8"/>
                    </a:cubicBezTo>
                    <a:cubicBezTo>
                      <a:pt x="41" y="8"/>
                      <a:pt x="41" y="8"/>
                      <a:pt x="41" y="8"/>
                    </a:cubicBezTo>
                    <a:cubicBezTo>
                      <a:pt x="41" y="8"/>
                      <a:pt x="41" y="8"/>
                      <a:pt x="41" y="8"/>
                    </a:cubicBezTo>
                    <a:cubicBezTo>
                      <a:pt x="41" y="8"/>
                      <a:pt x="40" y="8"/>
                      <a:pt x="40" y="8"/>
                    </a:cubicBezTo>
                    <a:cubicBezTo>
                      <a:pt x="40" y="8"/>
                      <a:pt x="40" y="8"/>
                      <a:pt x="40" y="8"/>
                    </a:cubicBezTo>
                    <a:cubicBezTo>
                      <a:pt x="40" y="8"/>
                      <a:pt x="40" y="8"/>
                      <a:pt x="40" y="8"/>
                    </a:cubicBezTo>
                    <a:cubicBezTo>
                      <a:pt x="40" y="8"/>
                      <a:pt x="40" y="8"/>
                      <a:pt x="40" y="8"/>
                    </a:cubicBezTo>
                    <a:cubicBezTo>
                      <a:pt x="40" y="8"/>
                      <a:pt x="40" y="8"/>
                      <a:pt x="39" y="8"/>
                    </a:cubicBezTo>
                    <a:cubicBezTo>
                      <a:pt x="40" y="8"/>
                      <a:pt x="40" y="8"/>
                      <a:pt x="40" y="8"/>
                    </a:cubicBezTo>
                    <a:cubicBezTo>
                      <a:pt x="40" y="8"/>
                      <a:pt x="40" y="8"/>
                      <a:pt x="40" y="8"/>
                    </a:cubicBezTo>
                    <a:cubicBezTo>
                      <a:pt x="40" y="8"/>
                      <a:pt x="40" y="8"/>
                      <a:pt x="40" y="8"/>
                    </a:cubicBezTo>
                    <a:cubicBezTo>
                      <a:pt x="40" y="7"/>
                      <a:pt x="40" y="7"/>
                      <a:pt x="40" y="7"/>
                    </a:cubicBezTo>
                    <a:cubicBezTo>
                      <a:pt x="40" y="7"/>
                      <a:pt x="40" y="7"/>
                      <a:pt x="40" y="7"/>
                    </a:cubicBezTo>
                    <a:cubicBezTo>
                      <a:pt x="40" y="7"/>
                      <a:pt x="40" y="7"/>
                      <a:pt x="39" y="7"/>
                    </a:cubicBezTo>
                    <a:cubicBezTo>
                      <a:pt x="39" y="7"/>
                      <a:pt x="39" y="7"/>
                      <a:pt x="39" y="7"/>
                    </a:cubicBezTo>
                    <a:cubicBezTo>
                      <a:pt x="37" y="7"/>
                      <a:pt x="37" y="7"/>
                      <a:pt x="37" y="7"/>
                    </a:cubicBezTo>
                    <a:cubicBezTo>
                      <a:pt x="37" y="7"/>
                      <a:pt x="37" y="7"/>
                      <a:pt x="37" y="7"/>
                    </a:cubicBezTo>
                    <a:cubicBezTo>
                      <a:pt x="37" y="7"/>
                      <a:pt x="36" y="8"/>
                      <a:pt x="36" y="8"/>
                    </a:cubicBezTo>
                    <a:cubicBezTo>
                      <a:pt x="36" y="8"/>
                      <a:pt x="36" y="8"/>
                      <a:pt x="36" y="8"/>
                    </a:cubicBezTo>
                    <a:cubicBezTo>
                      <a:pt x="36" y="8"/>
                      <a:pt x="36" y="8"/>
                      <a:pt x="36" y="8"/>
                    </a:cubicBezTo>
                    <a:cubicBezTo>
                      <a:pt x="36" y="8"/>
                      <a:pt x="35" y="8"/>
                      <a:pt x="35" y="8"/>
                    </a:cubicBezTo>
                    <a:cubicBezTo>
                      <a:pt x="34" y="8"/>
                      <a:pt x="34" y="8"/>
                      <a:pt x="34" y="8"/>
                    </a:cubicBezTo>
                    <a:cubicBezTo>
                      <a:pt x="34" y="8"/>
                      <a:pt x="34" y="8"/>
                      <a:pt x="34" y="8"/>
                    </a:cubicBezTo>
                    <a:cubicBezTo>
                      <a:pt x="34" y="8"/>
                      <a:pt x="34" y="8"/>
                      <a:pt x="34" y="8"/>
                    </a:cubicBezTo>
                    <a:cubicBezTo>
                      <a:pt x="34" y="9"/>
                      <a:pt x="34" y="9"/>
                      <a:pt x="34" y="9"/>
                    </a:cubicBezTo>
                    <a:cubicBezTo>
                      <a:pt x="34" y="9"/>
                      <a:pt x="34" y="9"/>
                      <a:pt x="34" y="9"/>
                    </a:cubicBezTo>
                    <a:cubicBezTo>
                      <a:pt x="34" y="9"/>
                      <a:pt x="34" y="10"/>
                      <a:pt x="34" y="10"/>
                    </a:cubicBezTo>
                    <a:cubicBezTo>
                      <a:pt x="34" y="10"/>
                      <a:pt x="34" y="10"/>
                      <a:pt x="34" y="10"/>
                    </a:cubicBezTo>
                    <a:cubicBezTo>
                      <a:pt x="34" y="10"/>
                      <a:pt x="34" y="10"/>
                      <a:pt x="34" y="10"/>
                    </a:cubicBezTo>
                    <a:cubicBezTo>
                      <a:pt x="33" y="10"/>
                      <a:pt x="33" y="10"/>
                      <a:pt x="33" y="10"/>
                    </a:cubicBezTo>
                    <a:cubicBezTo>
                      <a:pt x="33" y="10"/>
                      <a:pt x="33" y="10"/>
                      <a:pt x="33" y="10"/>
                    </a:cubicBezTo>
                    <a:cubicBezTo>
                      <a:pt x="33" y="10"/>
                      <a:pt x="33" y="11"/>
                      <a:pt x="32" y="11"/>
                    </a:cubicBezTo>
                    <a:cubicBezTo>
                      <a:pt x="32" y="11"/>
                      <a:pt x="32" y="11"/>
                      <a:pt x="32" y="11"/>
                    </a:cubicBezTo>
                    <a:cubicBezTo>
                      <a:pt x="32" y="11"/>
                      <a:pt x="32" y="11"/>
                      <a:pt x="31" y="11"/>
                    </a:cubicBezTo>
                    <a:cubicBezTo>
                      <a:pt x="31" y="11"/>
                      <a:pt x="31" y="12"/>
                      <a:pt x="31" y="12"/>
                    </a:cubicBezTo>
                    <a:cubicBezTo>
                      <a:pt x="31" y="12"/>
                      <a:pt x="31" y="12"/>
                      <a:pt x="31" y="12"/>
                    </a:cubicBezTo>
                    <a:cubicBezTo>
                      <a:pt x="31" y="12"/>
                      <a:pt x="31" y="12"/>
                      <a:pt x="31" y="12"/>
                    </a:cubicBezTo>
                    <a:cubicBezTo>
                      <a:pt x="31" y="12"/>
                      <a:pt x="31" y="12"/>
                      <a:pt x="31" y="12"/>
                    </a:cubicBezTo>
                    <a:cubicBezTo>
                      <a:pt x="31" y="12"/>
                      <a:pt x="31" y="12"/>
                      <a:pt x="31" y="12"/>
                    </a:cubicBezTo>
                    <a:cubicBezTo>
                      <a:pt x="31" y="12"/>
                      <a:pt x="31" y="12"/>
                      <a:pt x="31" y="12"/>
                    </a:cubicBezTo>
                    <a:cubicBezTo>
                      <a:pt x="31" y="12"/>
                      <a:pt x="31" y="12"/>
                      <a:pt x="31" y="11"/>
                    </a:cubicBezTo>
                    <a:cubicBezTo>
                      <a:pt x="31" y="11"/>
                      <a:pt x="31" y="11"/>
                      <a:pt x="31" y="10"/>
                    </a:cubicBezTo>
                    <a:cubicBezTo>
                      <a:pt x="31" y="10"/>
                      <a:pt x="31" y="10"/>
                      <a:pt x="31" y="10"/>
                    </a:cubicBezTo>
                    <a:cubicBezTo>
                      <a:pt x="31" y="10"/>
                      <a:pt x="31" y="10"/>
                      <a:pt x="31" y="10"/>
                    </a:cubicBezTo>
                    <a:cubicBezTo>
                      <a:pt x="31" y="10"/>
                      <a:pt x="31" y="10"/>
                      <a:pt x="31" y="10"/>
                    </a:cubicBezTo>
                    <a:cubicBezTo>
                      <a:pt x="31" y="10"/>
                      <a:pt x="31" y="10"/>
                      <a:pt x="31" y="10"/>
                    </a:cubicBezTo>
                    <a:cubicBezTo>
                      <a:pt x="31" y="10"/>
                      <a:pt x="31" y="10"/>
                      <a:pt x="31" y="10"/>
                    </a:cubicBezTo>
                    <a:cubicBezTo>
                      <a:pt x="31" y="9"/>
                      <a:pt x="31" y="9"/>
                      <a:pt x="31" y="9"/>
                    </a:cubicBezTo>
                    <a:cubicBezTo>
                      <a:pt x="31" y="9"/>
                      <a:pt x="31" y="9"/>
                      <a:pt x="31" y="9"/>
                    </a:cubicBezTo>
                    <a:cubicBezTo>
                      <a:pt x="31" y="9"/>
                      <a:pt x="32" y="9"/>
                      <a:pt x="32" y="9"/>
                    </a:cubicBezTo>
                    <a:cubicBezTo>
                      <a:pt x="32" y="9"/>
                      <a:pt x="32" y="9"/>
                      <a:pt x="32" y="9"/>
                    </a:cubicBezTo>
                    <a:cubicBezTo>
                      <a:pt x="32" y="8"/>
                      <a:pt x="32" y="8"/>
                      <a:pt x="32" y="8"/>
                    </a:cubicBezTo>
                    <a:cubicBezTo>
                      <a:pt x="32" y="8"/>
                      <a:pt x="32" y="8"/>
                      <a:pt x="32" y="8"/>
                    </a:cubicBezTo>
                    <a:cubicBezTo>
                      <a:pt x="32" y="8"/>
                      <a:pt x="32" y="8"/>
                      <a:pt x="32" y="7"/>
                    </a:cubicBezTo>
                    <a:cubicBezTo>
                      <a:pt x="32" y="7"/>
                      <a:pt x="32" y="7"/>
                      <a:pt x="32" y="7"/>
                    </a:cubicBezTo>
                    <a:cubicBezTo>
                      <a:pt x="32" y="8"/>
                      <a:pt x="32" y="8"/>
                      <a:pt x="32" y="8"/>
                    </a:cubicBezTo>
                    <a:cubicBezTo>
                      <a:pt x="32" y="7"/>
                      <a:pt x="32" y="7"/>
                      <a:pt x="32" y="7"/>
                    </a:cubicBezTo>
                    <a:cubicBezTo>
                      <a:pt x="32" y="7"/>
                      <a:pt x="32" y="7"/>
                      <a:pt x="32" y="7"/>
                    </a:cubicBezTo>
                    <a:cubicBezTo>
                      <a:pt x="32" y="7"/>
                      <a:pt x="32" y="7"/>
                      <a:pt x="32" y="7"/>
                    </a:cubicBezTo>
                    <a:cubicBezTo>
                      <a:pt x="32" y="7"/>
                      <a:pt x="32" y="7"/>
                      <a:pt x="32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4" y="7"/>
                      <a:pt x="34" y="6"/>
                      <a:pt x="34" y="6"/>
                    </a:cubicBezTo>
                    <a:cubicBezTo>
                      <a:pt x="34" y="6"/>
                      <a:pt x="35" y="6"/>
                      <a:pt x="35" y="6"/>
                    </a:cubicBezTo>
                    <a:cubicBezTo>
                      <a:pt x="35" y="6"/>
                      <a:pt x="35" y="6"/>
                      <a:pt x="35" y="6"/>
                    </a:cubicBezTo>
                    <a:cubicBezTo>
                      <a:pt x="36" y="6"/>
                      <a:pt x="36" y="6"/>
                      <a:pt x="36" y="6"/>
                    </a:cubicBezTo>
                    <a:cubicBezTo>
                      <a:pt x="36" y="6"/>
                      <a:pt x="36" y="6"/>
                      <a:pt x="36" y="6"/>
                    </a:cubicBezTo>
                    <a:cubicBezTo>
                      <a:pt x="36" y="6"/>
                      <a:pt x="36" y="6"/>
                      <a:pt x="36" y="6"/>
                    </a:cubicBezTo>
                    <a:cubicBezTo>
                      <a:pt x="36" y="6"/>
                      <a:pt x="36" y="6"/>
                      <a:pt x="36" y="6"/>
                    </a:cubicBezTo>
                    <a:cubicBezTo>
                      <a:pt x="36" y="6"/>
                      <a:pt x="36" y="6"/>
                      <a:pt x="36" y="6"/>
                    </a:cubicBezTo>
                    <a:cubicBezTo>
                      <a:pt x="36" y="6"/>
                      <a:pt x="36" y="6"/>
                      <a:pt x="36" y="6"/>
                    </a:cubicBezTo>
                    <a:cubicBezTo>
                      <a:pt x="36" y="6"/>
                      <a:pt x="36" y="6"/>
                      <a:pt x="37" y="5"/>
                    </a:cubicBezTo>
                    <a:cubicBezTo>
                      <a:pt x="37" y="5"/>
                      <a:pt x="37" y="5"/>
                      <a:pt x="37" y="4"/>
                    </a:cubicBezTo>
                    <a:cubicBezTo>
                      <a:pt x="37" y="4"/>
                      <a:pt x="37" y="4"/>
                      <a:pt x="37" y="4"/>
                    </a:cubicBezTo>
                    <a:cubicBezTo>
                      <a:pt x="41" y="3"/>
                      <a:pt x="45" y="2"/>
                      <a:pt x="49" y="1"/>
                    </a:cubicBezTo>
                    <a:cubicBezTo>
                      <a:pt x="49" y="1"/>
                      <a:pt x="49" y="1"/>
                      <a:pt x="49" y="1"/>
                    </a:cubicBezTo>
                    <a:cubicBezTo>
                      <a:pt x="49" y="1"/>
                      <a:pt x="49" y="1"/>
                      <a:pt x="49" y="1"/>
                    </a:cubicBezTo>
                    <a:cubicBezTo>
                      <a:pt x="49" y="1"/>
                      <a:pt x="49" y="1"/>
                      <a:pt x="49" y="2"/>
                    </a:cubicBezTo>
                    <a:cubicBezTo>
                      <a:pt x="50" y="2"/>
                      <a:pt x="50" y="2"/>
                      <a:pt x="50" y="2"/>
                    </a:cubicBezTo>
                    <a:cubicBezTo>
                      <a:pt x="50" y="3"/>
                      <a:pt x="50" y="3"/>
                      <a:pt x="50" y="3"/>
                    </a:cubicBezTo>
                    <a:cubicBezTo>
                      <a:pt x="50" y="3"/>
                      <a:pt x="50" y="3"/>
                      <a:pt x="50" y="4"/>
                    </a:cubicBezTo>
                    <a:cubicBezTo>
                      <a:pt x="50" y="4"/>
                      <a:pt x="50" y="4"/>
                      <a:pt x="50" y="4"/>
                    </a:cubicBezTo>
                    <a:cubicBezTo>
                      <a:pt x="49" y="4"/>
                      <a:pt x="49" y="4"/>
                      <a:pt x="49" y="4"/>
                    </a:cubicBezTo>
                    <a:cubicBezTo>
                      <a:pt x="49" y="4"/>
                      <a:pt x="49" y="4"/>
                      <a:pt x="49" y="4"/>
                    </a:cubicBezTo>
                    <a:cubicBezTo>
                      <a:pt x="49" y="5"/>
                      <a:pt x="49" y="5"/>
                      <a:pt x="48" y="5"/>
                    </a:cubicBezTo>
                    <a:cubicBezTo>
                      <a:pt x="48" y="5"/>
                      <a:pt x="48" y="5"/>
                      <a:pt x="48" y="5"/>
                    </a:cubicBezTo>
                    <a:cubicBezTo>
                      <a:pt x="48" y="6"/>
                      <a:pt x="48" y="6"/>
                      <a:pt x="48" y="6"/>
                    </a:cubicBezTo>
                    <a:cubicBezTo>
                      <a:pt x="48" y="6"/>
                      <a:pt x="48" y="6"/>
                      <a:pt x="48" y="6"/>
                    </a:cubicBezTo>
                    <a:cubicBezTo>
                      <a:pt x="48" y="6"/>
                      <a:pt x="48" y="6"/>
                      <a:pt x="48" y="6"/>
                    </a:cubicBezTo>
                    <a:cubicBezTo>
                      <a:pt x="48" y="7"/>
                      <a:pt x="49" y="7"/>
                      <a:pt x="49" y="7"/>
                    </a:cubicBezTo>
                    <a:cubicBezTo>
                      <a:pt x="49" y="7"/>
                      <a:pt x="49" y="8"/>
                      <a:pt x="50" y="8"/>
                    </a:cubicBezTo>
                    <a:cubicBezTo>
                      <a:pt x="50" y="8"/>
                      <a:pt x="50" y="8"/>
                      <a:pt x="50" y="8"/>
                    </a:cubicBezTo>
                    <a:cubicBezTo>
                      <a:pt x="52" y="8"/>
                      <a:pt x="52" y="8"/>
                      <a:pt x="52" y="8"/>
                    </a:cubicBezTo>
                    <a:cubicBezTo>
                      <a:pt x="52" y="8"/>
                      <a:pt x="52" y="8"/>
                      <a:pt x="52" y="8"/>
                    </a:cubicBezTo>
                    <a:cubicBezTo>
                      <a:pt x="52" y="8"/>
                      <a:pt x="52" y="8"/>
                      <a:pt x="52" y="8"/>
                    </a:cubicBezTo>
                    <a:cubicBezTo>
                      <a:pt x="53" y="8"/>
                      <a:pt x="53" y="8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53" y="6"/>
                      <a:pt x="53" y="6"/>
                      <a:pt x="53" y="6"/>
                    </a:cubicBezTo>
                    <a:cubicBezTo>
                      <a:pt x="53" y="6"/>
                      <a:pt x="53" y="6"/>
                      <a:pt x="53" y="6"/>
                    </a:cubicBezTo>
                    <a:cubicBezTo>
                      <a:pt x="53" y="6"/>
                      <a:pt x="53" y="6"/>
                      <a:pt x="53" y="6"/>
                    </a:cubicBezTo>
                    <a:cubicBezTo>
                      <a:pt x="53" y="6"/>
                      <a:pt x="54" y="6"/>
                      <a:pt x="54" y="6"/>
                    </a:cubicBezTo>
                    <a:cubicBezTo>
                      <a:pt x="54" y="6"/>
                      <a:pt x="54" y="6"/>
                      <a:pt x="54" y="6"/>
                    </a:cubicBezTo>
                    <a:cubicBezTo>
                      <a:pt x="54" y="6"/>
                      <a:pt x="54" y="6"/>
                      <a:pt x="54" y="6"/>
                    </a:cubicBezTo>
                    <a:cubicBezTo>
                      <a:pt x="55" y="6"/>
                      <a:pt x="55" y="6"/>
                      <a:pt x="55" y="6"/>
                    </a:cubicBezTo>
                    <a:cubicBezTo>
                      <a:pt x="55" y="6"/>
                      <a:pt x="56" y="6"/>
                      <a:pt x="56" y="5"/>
                    </a:cubicBezTo>
                    <a:cubicBezTo>
                      <a:pt x="56" y="5"/>
                      <a:pt x="56" y="5"/>
                      <a:pt x="56" y="5"/>
                    </a:cubicBezTo>
                    <a:cubicBezTo>
                      <a:pt x="56" y="5"/>
                      <a:pt x="56" y="5"/>
                      <a:pt x="56" y="5"/>
                    </a:cubicBezTo>
                    <a:cubicBezTo>
                      <a:pt x="56" y="5"/>
                      <a:pt x="56" y="5"/>
                      <a:pt x="56" y="5"/>
                    </a:cubicBezTo>
                    <a:cubicBezTo>
                      <a:pt x="56" y="5"/>
                      <a:pt x="56" y="5"/>
                      <a:pt x="57" y="5"/>
                    </a:cubicBezTo>
                    <a:cubicBezTo>
                      <a:pt x="57" y="5"/>
                      <a:pt x="57" y="5"/>
                      <a:pt x="57" y="4"/>
                    </a:cubicBezTo>
                    <a:cubicBezTo>
                      <a:pt x="57" y="4"/>
                      <a:pt x="57" y="4"/>
                      <a:pt x="57" y="4"/>
                    </a:cubicBezTo>
                    <a:cubicBezTo>
                      <a:pt x="58" y="4"/>
                      <a:pt x="58" y="4"/>
                      <a:pt x="58" y="4"/>
                    </a:cubicBezTo>
                    <a:cubicBezTo>
                      <a:pt x="58" y="4"/>
                      <a:pt x="58" y="4"/>
                      <a:pt x="58" y="4"/>
                    </a:cubicBezTo>
                    <a:cubicBezTo>
                      <a:pt x="58" y="4"/>
                      <a:pt x="59" y="4"/>
                      <a:pt x="59" y="4"/>
                    </a:cubicBezTo>
                    <a:cubicBezTo>
                      <a:pt x="59" y="4"/>
                      <a:pt x="59" y="4"/>
                      <a:pt x="59" y="4"/>
                    </a:cubicBezTo>
                    <a:cubicBezTo>
                      <a:pt x="59" y="4"/>
                      <a:pt x="59" y="4"/>
                      <a:pt x="59" y="4"/>
                    </a:cubicBezTo>
                    <a:cubicBezTo>
                      <a:pt x="59" y="4"/>
                      <a:pt x="59" y="4"/>
                      <a:pt x="59" y="4"/>
                    </a:cubicBezTo>
                    <a:cubicBezTo>
                      <a:pt x="59" y="4"/>
                      <a:pt x="59" y="4"/>
                      <a:pt x="59" y="4"/>
                    </a:cubicBezTo>
                    <a:cubicBezTo>
                      <a:pt x="59" y="3"/>
                      <a:pt x="59" y="3"/>
                      <a:pt x="59" y="3"/>
                    </a:cubicBezTo>
                    <a:cubicBezTo>
                      <a:pt x="59" y="3"/>
                      <a:pt x="59" y="3"/>
                      <a:pt x="59" y="3"/>
                    </a:cubicBezTo>
                    <a:cubicBezTo>
                      <a:pt x="59" y="3"/>
                      <a:pt x="59" y="3"/>
                      <a:pt x="59" y="3"/>
                    </a:cubicBezTo>
                    <a:cubicBezTo>
                      <a:pt x="59" y="2"/>
                      <a:pt x="59" y="2"/>
                      <a:pt x="59" y="2"/>
                    </a:cubicBezTo>
                    <a:cubicBezTo>
                      <a:pt x="59" y="2"/>
                      <a:pt x="59" y="2"/>
                      <a:pt x="60" y="1"/>
                    </a:cubicBezTo>
                    <a:cubicBezTo>
                      <a:pt x="60" y="1"/>
                      <a:pt x="60" y="1"/>
                      <a:pt x="60" y="1"/>
                    </a:cubicBezTo>
                    <a:cubicBezTo>
                      <a:pt x="60" y="1"/>
                      <a:pt x="60" y="1"/>
                      <a:pt x="60" y="1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1"/>
                      <a:pt x="75" y="3"/>
                      <a:pt x="82" y="6"/>
                    </a:cubicBezTo>
                    <a:cubicBezTo>
                      <a:pt x="82" y="6"/>
                      <a:pt x="82" y="6"/>
                      <a:pt x="82" y="6"/>
                    </a:cubicBezTo>
                    <a:cubicBezTo>
                      <a:pt x="82" y="6"/>
                      <a:pt x="82" y="6"/>
                      <a:pt x="82" y="6"/>
                    </a:cubicBezTo>
                    <a:cubicBezTo>
                      <a:pt x="82" y="6"/>
                      <a:pt x="82" y="6"/>
                      <a:pt x="82" y="6"/>
                    </a:cubicBezTo>
                    <a:cubicBezTo>
                      <a:pt x="82" y="6"/>
                      <a:pt x="82" y="6"/>
                      <a:pt x="82" y="6"/>
                    </a:cubicBezTo>
                    <a:cubicBezTo>
                      <a:pt x="82" y="6"/>
                      <a:pt x="82" y="6"/>
                      <a:pt x="82" y="6"/>
                    </a:cubicBezTo>
                    <a:cubicBezTo>
                      <a:pt x="82" y="6"/>
                      <a:pt x="82" y="6"/>
                      <a:pt x="82" y="6"/>
                    </a:cubicBezTo>
                    <a:cubicBezTo>
                      <a:pt x="82" y="7"/>
                      <a:pt x="82" y="7"/>
                      <a:pt x="82" y="7"/>
                    </a:cubicBezTo>
                    <a:cubicBezTo>
                      <a:pt x="82" y="7"/>
                      <a:pt x="82" y="7"/>
                      <a:pt x="82" y="7"/>
                    </a:cubicBezTo>
                    <a:cubicBezTo>
                      <a:pt x="82" y="7"/>
                      <a:pt x="82" y="7"/>
                      <a:pt x="82" y="7"/>
                    </a:cubicBezTo>
                    <a:cubicBezTo>
                      <a:pt x="82" y="7"/>
                      <a:pt x="82" y="7"/>
                      <a:pt x="82" y="7"/>
                    </a:cubicBezTo>
                    <a:cubicBezTo>
                      <a:pt x="82" y="7"/>
                      <a:pt x="82" y="7"/>
                      <a:pt x="82" y="7"/>
                    </a:cubicBezTo>
                    <a:cubicBezTo>
                      <a:pt x="82" y="8"/>
                      <a:pt x="82" y="8"/>
                      <a:pt x="82" y="8"/>
                    </a:cubicBezTo>
                    <a:cubicBezTo>
                      <a:pt x="82" y="8"/>
                      <a:pt x="82" y="8"/>
                      <a:pt x="82" y="8"/>
                    </a:cubicBezTo>
                    <a:cubicBezTo>
                      <a:pt x="82" y="8"/>
                      <a:pt x="82" y="9"/>
                      <a:pt x="82" y="9"/>
                    </a:cubicBezTo>
                    <a:cubicBezTo>
                      <a:pt x="82" y="9"/>
                      <a:pt x="82" y="9"/>
                      <a:pt x="82" y="9"/>
                    </a:cubicBezTo>
                    <a:cubicBezTo>
                      <a:pt x="83" y="9"/>
                      <a:pt x="83" y="10"/>
                      <a:pt x="83" y="10"/>
                    </a:cubicBezTo>
                    <a:cubicBezTo>
                      <a:pt x="83" y="10"/>
                      <a:pt x="83" y="10"/>
                      <a:pt x="83" y="10"/>
                    </a:cubicBezTo>
                    <a:cubicBezTo>
                      <a:pt x="83" y="10"/>
                      <a:pt x="83" y="10"/>
                      <a:pt x="83" y="10"/>
                    </a:cubicBezTo>
                    <a:cubicBezTo>
                      <a:pt x="83" y="10"/>
                      <a:pt x="83" y="10"/>
                      <a:pt x="83" y="10"/>
                    </a:cubicBezTo>
                    <a:cubicBezTo>
                      <a:pt x="83" y="10"/>
                      <a:pt x="83" y="10"/>
                      <a:pt x="83" y="10"/>
                    </a:cubicBezTo>
                    <a:cubicBezTo>
                      <a:pt x="83" y="11"/>
                      <a:pt x="83" y="11"/>
                      <a:pt x="83" y="11"/>
                    </a:cubicBezTo>
                    <a:cubicBezTo>
                      <a:pt x="83" y="10"/>
                      <a:pt x="83" y="10"/>
                      <a:pt x="83" y="10"/>
                    </a:cubicBezTo>
                    <a:cubicBezTo>
                      <a:pt x="81" y="10"/>
                      <a:pt x="81" y="10"/>
                      <a:pt x="81" y="10"/>
                    </a:cubicBezTo>
                    <a:cubicBezTo>
                      <a:pt x="81" y="10"/>
                      <a:pt x="81" y="10"/>
                      <a:pt x="81" y="10"/>
                    </a:cubicBezTo>
                    <a:cubicBezTo>
                      <a:pt x="81" y="10"/>
                      <a:pt x="81" y="10"/>
                      <a:pt x="81" y="10"/>
                    </a:cubicBezTo>
                    <a:cubicBezTo>
                      <a:pt x="81" y="10"/>
                      <a:pt x="81" y="11"/>
                      <a:pt x="81" y="11"/>
                    </a:cubicBezTo>
                    <a:cubicBezTo>
                      <a:pt x="81" y="11"/>
                      <a:pt x="81" y="11"/>
                      <a:pt x="81" y="11"/>
                    </a:cubicBezTo>
                    <a:cubicBezTo>
                      <a:pt x="81" y="11"/>
                      <a:pt x="81" y="11"/>
                      <a:pt x="81" y="11"/>
                    </a:cubicBezTo>
                    <a:cubicBezTo>
                      <a:pt x="80" y="11"/>
                      <a:pt x="80" y="11"/>
                      <a:pt x="80" y="11"/>
                    </a:cubicBezTo>
                    <a:cubicBezTo>
                      <a:pt x="80" y="11"/>
                      <a:pt x="80" y="11"/>
                      <a:pt x="80" y="11"/>
                    </a:cubicBezTo>
                    <a:cubicBezTo>
                      <a:pt x="80" y="11"/>
                      <a:pt x="80" y="11"/>
                      <a:pt x="80" y="11"/>
                    </a:cubicBezTo>
                    <a:cubicBezTo>
                      <a:pt x="79" y="11"/>
                      <a:pt x="79" y="11"/>
                      <a:pt x="79" y="11"/>
                    </a:cubicBezTo>
                    <a:cubicBezTo>
                      <a:pt x="79" y="11"/>
                      <a:pt x="79" y="11"/>
                      <a:pt x="79" y="11"/>
                    </a:cubicBezTo>
                    <a:cubicBezTo>
                      <a:pt x="79" y="11"/>
                      <a:pt x="79" y="11"/>
                      <a:pt x="79" y="11"/>
                    </a:cubicBezTo>
                    <a:cubicBezTo>
                      <a:pt x="79" y="11"/>
                      <a:pt x="79" y="11"/>
                      <a:pt x="79" y="11"/>
                    </a:cubicBezTo>
                    <a:cubicBezTo>
                      <a:pt x="78" y="11"/>
                      <a:pt x="78" y="11"/>
                      <a:pt x="78" y="12"/>
                    </a:cubicBezTo>
                    <a:cubicBezTo>
                      <a:pt x="77" y="12"/>
                      <a:pt x="77" y="12"/>
                      <a:pt x="77" y="13"/>
                    </a:cubicBezTo>
                    <a:cubicBezTo>
                      <a:pt x="77" y="13"/>
                      <a:pt x="77" y="13"/>
                      <a:pt x="77" y="13"/>
                    </a:cubicBezTo>
                    <a:cubicBezTo>
                      <a:pt x="77" y="13"/>
                      <a:pt x="77" y="13"/>
                      <a:pt x="77" y="13"/>
                    </a:cubicBezTo>
                    <a:cubicBezTo>
                      <a:pt x="77" y="13"/>
                      <a:pt x="76" y="13"/>
                      <a:pt x="76" y="14"/>
                    </a:cubicBezTo>
                    <a:cubicBezTo>
                      <a:pt x="76" y="14"/>
                      <a:pt x="76" y="14"/>
                      <a:pt x="76" y="14"/>
                    </a:cubicBezTo>
                    <a:cubicBezTo>
                      <a:pt x="76" y="14"/>
                      <a:pt x="76" y="14"/>
                      <a:pt x="76" y="14"/>
                    </a:cubicBezTo>
                    <a:cubicBezTo>
                      <a:pt x="77" y="15"/>
                      <a:pt x="77" y="16"/>
                      <a:pt x="78" y="16"/>
                    </a:cubicBezTo>
                    <a:cubicBezTo>
                      <a:pt x="78" y="16"/>
                      <a:pt x="78" y="17"/>
                      <a:pt x="79" y="17"/>
                    </a:cubicBezTo>
                    <a:cubicBezTo>
                      <a:pt x="79" y="18"/>
                      <a:pt x="80" y="19"/>
                      <a:pt x="80" y="20"/>
                    </a:cubicBezTo>
                    <a:cubicBezTo>
                      <a:pt x="80" y="20"/>
                      <a:pt x="80" y="20"/>
                      <a:pt x="80" y="20"/>
                    </a:cubicBezTo>
                    <a:cubicBezTo>
                      <a:pt x="81" y="20"/>
                      <a:pt x="81" y="20"/>
                      <a:pt x="81" y="20"/>
                    </a:cubicBezTo>
                    <a:cubicBezTo>
                      <a:pt x="81" y="20"/>
                      <a:pt x="81" y="20"/>
                      <a:pt x="81" y="19"/>
                    </a:cubicBezTo>
                    <a:cubicBezTo>
                      <a:pt x="81" y="19"/>
                      <a:pt x="81" y="19"/>
                      <a:pt x="81" y="19"/>
                    </a:cubicBezTo>
                    <a:cubicBezTo>
                      <a:pt x="81" y="19"/>
                      <a:pt x="81" y="19"/>
                      <a:pt x="81" y="19"/>
                    </a:cubicBezTo>
                    <a:cubicBezTo>
                      <a:pt x="81" y="19"/>
                      <a:pt x="81" y="19"/>
                      <a:pt x="81" y="19"/>
                    </a:cubicBezTo>
                    <a:cubicBezTo>
                      <a:pt x="83" y="19"/>
                      <a:pt x="83" y="19"/>
                      <a:pt x="83" y="19"/>
                    </a:cubicBezTo>
                    <a:cubicBezTo>
                      <a:pt x="83" y="19"/>
                      <a:pt x="83" y="19"/>
                      <a:pt x="83" y="19"/>
                    </a:cubicBezTo>
                    <a:cubicBezTo>
                      <a:pt x="83" y="19"/>
                      <a:pt x="83" y="19"/>
                      <a:pt x="83" y="19"/>
                    </a:cubicBezTo>
                    <a:cubicBezTo>
                      <a:pt x="83" y="19"/>
                      <a:pt x="83" y="19"/>
                      <a:pt x="83" y="18"/>
                    </a:cubicBezTo>
                    <a:cubicBezTo>
                      <a:pt x="83" y="18"/>
                      <a:pt x="84" y="18"/>
                      <a:pt x="84" y="18"/>
                    </a:cubicBezTo>
                    <a:cubicBezTo>
                      <a:pt x="84" y="18"/>
                      <a:pt x="84" y="18"/>
                      <a:pt x="84" y="18"/>
                    </a:cubicBezTo>
                    <a:cubicBezTo>
                      <a:pt x="84" y="18"/>
                      <a:pt x="84" y="18"/>
                      <a:pt x="84" y="19"/>
                    </a:cubicBezTo>
                    <a:cubicBezTo>
                      <a:pt x="84" y="19"/>
                      <a:pt x="84" y="19"/>
                      <a:pt x="84" y="19"/>
                    </a:cubicBezTo>
                    <a:cubicBezTo>
                      <a:pt x="84" y="19"/>
                      <a:pt x="85" y="19"/>
                      <a:pt x="85" y="19"/>
                    </a:cubicBezTo>
                    <a:cubicBezTo>
                      <a:pt x="85" y="19"/>
                      <a:pt x="85" y="19"/>
                      <a:pt x="85" y="19"/>
                    </a:cubicBezTo>
                    <a:cubicBezTo>
                      <a:pt x="85" y="19"/>
                      <a:pt x="85" y="19"/>
                      <a:pt x="85" y="19"/>
                    </a:cubicBezTo>
                    <a:cubicBezTo>
                      <a:pt x="85" y="19"/>
                      <a:pt x="85" y="19"/>
                      <a:pt x="85" y="19"/>
                    </a:cubicBezTo>
                    <a:cubicBezTo>
                      <a:pt x="85" y="19"/>
                      <a:pt x="86" y="19"/>
                      <a:pt x="86" y="19"/>
                    </a:cubicBezTo>
                    <a:cubicBezTo>
                      <a:pt x="86" y="19"/>
                      <a:pt x="86" y="19"/>
                      <a:pt x="86" y="20"/>
                    </a:cubicBezTo>
                    <a:cubicBezTo>
                      <a:pt x="86" y="20"/>
                      <a:pt x="86" y="20"/>
                      <a:pt x="86" y="20"/>
                    </a:cubicBezTo>
                    <a:cubicBezTo>
                      <a:pt x="86" y="20"/>
                      <a:pt x="86" y="20"/>
                      <a:pt x="86" y="20"/>
                    </a:cubicBezTo>
                    <a:cubicBezTo>
                      <a:pt x="87" y="20"/>
                      <a:pt x="87" y="20"/>
                      <a:pt x="87" y="20"/>
                    </a:cubicBezTo>
                    <a:cubicBezTo>
                      <a:pt x="87" y="20"/>
                      <a:pt x="87" y="20"/>
                      <a:pt x="87" y="20"/>
                    </a:cubicBezTo>
                    <a:cubicBezTo>
                      <a:pt x="87" y="20"/>
                      <a:pt x="87" y="20"/>
                      <a:pt x="87" y="20"/>
                    </a:cubicBezTo>
                    <a:cubicBezTo>
                      <a:pt x="87" y="20"/>
                      <a:pt x="87" y="20"/>
                      <a:pt x="87" y="20"/>
                    </a:cubicBezTo>
                    <a:cubicBezTo>
                      <a:pt x="88" y="20"/>
                      <a:pt x="88" y="20"/>
                      <a:pt x="88" y="21"/>
                    </a:cubicBezTo>
                    <a:cubicBezTo>
                      <a:pt x="88" y="21"/>
                      <a:pt x="88" y="21"/>
                      <a:pt x="88" y="21"/>
                    </a:cubicBezTo>
                    <a:cubicBezTo>
                      <a:pt x="88" y="23"/>
                      <a:pt x="88" y="23"/>
                      <a:pt x="88" y="23"/>
                    </a:cubicBezTo>
                    <a:cubicBezTo>
                      <a:pt x="89" y="23"/>
                      <a:pt x="89" y="23"/>
                      <a:pt x="89" y="23"/>
                    </a:cubicBezTo>
                    <a:cubicBezTo>
                      <a:pt x="89" y="23"/>
                      <a:pt x="89" y="23"/>
                      <a:pt x="89" y="23"/>
                    </a:cubicBezTo>
                    <a:cubicBezTo>
                      <a:pt x="89" y="23"/>
                      <a:pt x="89" y="23"/>
                      <a:pt x="89" y="23"/>
                    </a:cubicBezTo>
                    <a:cubicBezTo>
                      <a:pt x="89" y="23"/>
                      <a:pt x="89" y="23"/>
                      <a:pt x="89" y="23"/>
                    </a:cubicBezTo>
                    <a:cubicBezTo>
                      <a:pt x="89" y="24"/>
                      <a:pt x="89" y="24"/>
                      <a:pt x="89" y="24"/>
                    </a:cubicBezTo>
                    <a:cubicBezTo>
                      <a:pt x="90" y="24"/>
                      <a:pt x="90" y="24"/>
                      <a:pt x="90" y="24"/>
                    </a:cubicBezTo>
                    <a:cubicBezTo>
                      <a:pt x="90" y="23"/>
                      <a:pt x="90" y="23"/>
                      <a:pt x="90" y="23"/>
                    </a:cubicBezTo>
                    <a:cubicBezTo>
                      <a:pt x="90" y="23"/>
                      <a:pt x="90" y="23"/>
                      <a:pt x="90" y="23"/>
                    </a:cubicBezTo>
                    <a:cubicBezTo>
                      <a:pt x="90" y="23"/>
                      <a:pt x="90" y="23"/>
                      <a:pt x="90" y="23"/>
                    </a:cubicBezTo>
                    <a:cubicBezTo>
                      <a:pt x="90" y="23"/>
                      <a:pt x="91" y="22"/>
                      <a:pt x="91" y="22"/>
                    </a:cubicBezTo>
                    <a:cubicBezTo>
                      <a:pt x="91" y="22"/>
                      <a:pt x="91" y="22"/>
                      <a:pt x="91" y="22"/>
                    </a:cubicBezTo>
                    <a:cubicBezTo>
                      <a:pt x="91" y="20"/>
                      <a:pt x="91" y="20"/>
                      <a:pt x="91" y="20"/>
                    </a:cubicBezTo>
                    <a:cubicBezTo>
                      <a:pt x="91" y="20"/>
                      <a:pt x="90" y="20"/>
                      <a:pt x="90" y="20"/>
                    </a:cubicBezTo>
                    <a:cubicBezTo>
                      <a:pt x="90" y="20"/>
                      <a:pt x="90" y="20"/>
                      <a:pt x="90" y="20"/>
                    </a:cubicBezTo>
                    <a:cubicBezTo>
                      <a:pt x="90" y="19"/>
                      <a:pt x="90" y="19"/>
                      <a:pt x="89" y="19"/>
                    </a:cubicBezTo>
                    <a:cubicBezTo>
                      <a:pt x="89" y="19"/>
                      <a:pt x="89" y="19"/>
                      <a:pt x="89" y="19"/>
                    </a:cubicBezTo>
                    <a:cubicBezTo>
                      <a:pt x="89" y="19"/>
                      <a:pt x="90" y="19"/>
                      <a:pt x="90" y="19"/>
                    </a:cubicBezTo>
                    <a:cubicBezTo>
                      <a:pt x="90" y="19"/>
                      <a:pt x="90" y="19"/>
                      <a:pt x="90" y="19"/>
                    </a:cubicBezTo>
                    <a:cubicBezTo>
                      <a:pt x="90" y="19"/>
                      <a:pt x="90" y="19"/>
                      <a:pt x="90" y="19"/>
                    </a:cubicBezTo>
                    <a:cubicBezTo>
                      <a:pt x="90" y="19"/>
                      <a:pt x="90" y="19"/>
                      <a:pt x="90" y="19"/>
                    </a:cubicBezTo>
                    <a:cubicBezTo>
                      <a:pt x="90" y="19"/>
                      <a:pt x="90" y="19"/>
                      <a:pt x="90" y="19"/>
                    </a:cubicBezTo>
                    <a:cubicBezTo>
                      <a:pt x="90" y="19"/>
                      <a:pt x="90" y="19"/>
                      <a:pt x="90" y="19"/>
                    </a:cubicBezTo>
                    <a:cubicBezTo>
                      <a:pt x="90" y="19"/>
                      <a:pt x="90" y="19"/>
                      <a:pt x="91" y="19"/>
                    </a:cubicBezTo>
                    <a:cubicBezTo>
                      <a:pt x="91" y="19"/>
                      <a:pt x="91" y="19"/>
                      <a:pt x="91" y="19"/>
                    </a:cubicBezTo>
                    <a:cubicBezTo>
                      <a:pt x="91" y="19"/>
                      <a:pt x="91" y="19"/>
                      <a:pt x="91" y="19"/>
                    </a:cubicBezTo>
                    <a:cubicBezTo>
                      <a:pt x="91" y="19"/>
                      <a:pt x="91" y="19"/>
                      <a:pt x="91" y="19"/>
                    </a:cubicBezTo>
                    <a:cubicBezTo>
                      <a:pt x="91" y="20"/>
                      <a:pt x="91" y="20"/>
                      <a:pt x="91" y="20"/>
                    </a:cubicBezTo>
                    <a:cubicBezTo>
                      <a:pt x="91" y="20"/>
                      <a:pt x="91" y="20"/>
                      <a:pt x="91" y="20"/>
                    </a:cubicBezTo>
                    <a:cubicBezTo>
                      <a:pt x="91" y="21"/>
                      <a:pt x="92" y="21"/>
                      <a:pt x="92" y="21"/>
                    </a:cubicBezTo>
                    <a:cubicBezTo>
                      <a:pt x="92" y="21"/>
                      <a:pt x="92" y="21"/>
                      <a:pt x="92" y="21"/>
                    </a:cubicBezTo>
                    <a:cubicBezTo>
                      <a:pt x="92" y="21"/>
                      <a:pt x="92" y="21"/>
                      <a:pt x="92" y="21"/>
                    </a:cubicBezTo>
                    <a:cubicBezTo>
                      <a:pt x="92" y="21"/>
                      <a:pt x="92" y="21"/>
                      <a:pt x="92" y="21"/>
                    </a:cubicBezTo>
                    <a:cubicBezTo>
                      <a:pt x="92" y="21"/>
                      <a:pt x="92" y="21"/>
                      <a:pt x="92" y="21"/>
                    </a:cubicBezTo>
                    <a:cubicBezTo>
                      <a:pt x="92" y="21"/>
                      <a:pt x="92" y="22"/>
                      <a:pt x="93" y="22"/>
                    </a:cubicBezTo>
                    <a:cubicBezTo>
                      <a:pt x="93" y="22"/>
                      <a:pt x="93" y="22"/>
                      <a:pt x="93" y="22"/>
                    </a:cubicBezTo>
                    <a:cubicBezTo>
                      <a:pt x="93" y="22"/>
                      <a:pt x="93" y="22"/>
                      <a:pt x="93" y="22"/>
                    </a:cubicBezTo>
                    <a:cubicBezTo>
                      <a:pt x="93" y="22"/>
                      <a:pt x="93" y="22"/>
                      <a:pt x="93" y="22"/>
                    </a:cubicBezTo>
                    <a:cubicBezTo>
                      <a:pt x="93" y="22"/>
                      <a:pt x="94" y="22"/>
                      <a:pt x="94" y="22"/>
                    </a:cubicBezTo>
                    <a:cubicBezTo>
                      <a:pt x="94" y="21"/>
                      <a:pt x="94" y="21"/>
                      <a:pt x="94" y="21"/>
                    </a:cubicBezTo>
                    <a:cubicBezTo>
                      <a:pt x="94" y="21"/>
                      <a:pt x="94" y="21"/>
                      <a:pt x="94" y="21"/>
                    </a:cubicBezTo>
                    <a:cubicBezTo>
                      <a:pt x="94" y="21"/>
                      <a:pt x="94" y="20"/>
                      <a:pt x="94" y="20"/>
                    </a:cubicBezTo>
                    <a:cubicBezTo>
                      <a:pt x="94" y="19"/>
                      <a:pt x="94" y="18"/>
                      <a:pt x="93" y="18"/>
                    </a:cubicBezTo>
                    <a:cubicBezTo>
                      <a:pt x="93" y="17"/>
                      <a:pt x="93" y="17"/>
                      <a:pt x="93" y="17"/>
                    </a:cubicBezTo>
                    <a:cubicBezTo>
                      <a:pt x="93" y="17"/>
                      <a:pt x="93" y="17"/>
                      <a:pt x="93" y="17"/>
                    </a:cubicBezTo>
                    <a:cubicBezTo>
                      <a:pt x="93" y="17"/>
                      <a:pt x="93" y="17"/>
                      <a:pt x="93" y="17"/>
                    </a:cubicBezTo>
                    <a:cubicBezTo>
                      <a:pt x="93" y="17"/>
                      <a:pt x="93" y="17"/>
                      <a:pt x="93" y="16"/>
                    </a:cubicBezTo>
                    <a:cubicBezTo>
                      <a:pt x="93" y="16"/>
                      <a:pt x="93" y="16"/>
                      <a:pt x="93" y="16"/>
                    </a:cubicBezTo>
                    <a:cubicBezTo>
                      <a:pt x="93" y="16"/>
                      <a:pt x="93" y="16"/>
                      <a:pt x="93" y="16"/>
                    </a:cubicBezTo>
                    <a:cubicBezTo>
                      <a:pt x="94" y="16"/>
                      <a:pt x="94" y="16"/>
                      <a:pt x="94" y="17"/>
                    </a:cubicBezTo>
                    <a:cubicBezTo>
                      <a:pt x="95" y="17"/>
                      <a:pt x="95" y="17"/>
                      <a:pt x="95" y="17"/>
                    </a:cubicBezTo>
                    <a:cubicBezTo>
                      <a:pt x="95" y="17"/>
                      <a:pt x="95" y="17"/>
                      <a:pt x="95" y="17"/>
                    </a:cubicBezTo>
                    <a:cubicBezTo>
                      <a:pt x="95" y="17"/>
                      <a:pt x="95" y="17"/>
                      <a:pt x="96" y="17"/>
                    </a:cubicBezTo>
                    <a:cubicBezTo>
                      <a:pt x="96" y="17"/>
                      <a:pt x="96" y="17"/>
                      <a:pt x="96" y="17"/>
                    </a:cubicBezTo>
                    <a:cubicBezTo>
                      <a:pt x="96" y="17"/>
                      <a:pt x="96" y="18"/>
                      <a:pt x="96" y="18"/>
                    </a:cubicBezTo>
                    <a:cubicBezTo>
                      <a:pt x="96" y="18"/>
                      <a:pt x="96" y="18"/>
                      <a:pt x="96" y="18"/>
                    </a:cubicBezTo>
                    <a:cubicBezTo>
                      <a:pt x="97" y="18"/>
                      <a:pt x="97" y="18"/>
                      <a:pt x="97" y="19"/>
                    </a:cubicBezTo>
                    <a:cubicBezTo>
                      <a:pt x="97" y="19"/>
                      <a:pt x="97" y="19"/>
                      <a:pt x="97" y="19"/>
                    </a:cubicBezTo>
                    <a:cubicBezTo>
                      <a:pt x="97" y="19"/>
                      <a:pt x="97" y="19"/>
                      <a:pt x="97" y="19"/>
                    </a:cubicBezTo>
                    <a:cubicBezTo>
                      <a:pt x="96" y="19"/>
                      <a:pt x="96" y="19"/>
                      <a:pt x="96" y="19"/>
                    </a:cubicBezTo>
                    <a:cubicBezTo>
                      <a:pt x="96" y="19"/>
                      <a:pt x="96" y="19"/>
                      <a:pt x="96" y="20"/>
                    </a:cubicBezTo>
                    <a:cubicBezTo>
                      <a:pt x="96" y="20"/>
                      <a:pt x="96" y="20"/>
                      <a:pt x="96" y="20"/>
                    </a:cubicBezTo>
                    <a:cubicBezTo>
                      <a:pt x="96" y="20"/>
                      <a:pt x="96" y="20"/>
                      <a:pt x="96" y="20"/>
                    </a:cubicBezTo>
                    <a:cubicBezTo>
                      <a:pt x="96" y="20"/>
                      <a:pt x="96" y="20"/>
                      <a:pt x="96" y="20"/>
                    </a:cubicBezTo>
                    <a:cubicBezTo>
                      <a:pt x="95" y="20"/>
                      <a:pt x="95" y="20"/>
                      <a:pt x="95" y="20"/>
                    </a:cubicBezTo>
                    <a:cubicBezTo>
                      <a:pt x="95" y="20"/>
                      <a:pt x="95" y="20"/>
                      <a:pt x="95" y="20"/>
                    </a:cubicBezTo>
                    <a:cubicBezTo>
                      <a:pt x="95" y="21"/>
                      <a:pt x="95" y="21"/>
                      <a:pt x="96" y="21"/>
                    </a:cubicBezTo>
                    <a:cubicBezTo>
                      <a:pt x="96" y="22"/>
                      <a:pt x="96" y="22"/>
                      <a:pt x="96" y="22"/>
                    </a:cubicBezTo>
                    <a:cubicBezTo>
                      <a:pt x="96" y="22"/>
                      <a:pt x="96" y="22"/>
                      <a:pt x="96" y="22"/>
                    </a:cubicBezTo>
                    <a:cubicBezTo>
                      <a:pt x="96" y="22"/>
                      <a:pt x="96" y="22"/>
                      <a:pt x="96" y="22"/>
                    </a:cubicBezTo>
                    <a:cubicBezTo>
                      <a:pt x="96" y="22"/>
                      <a:pt x="96" y="22"/>
                      <a:pt x="96" y="22"/>
                    </a:cubicBezTo>
                    <a:cubicBezTo>
                      <a:pt x="96" y="22"/>
                      <a:pt x="96" y="23"/>
                      <a:pt x="97" y="23"/>
                    </a:cubicBezTo>
                    <a:cubicBezTo>
                      <a:pt x="97" y="23"/>
                      <a:pt x="97" y="23"/>
                      <a:pt x="97" y="23"/>
                    </a:cubicBezTo>
                    <a:cubicBezTo>
                      <a:pt x="97" y="23"/>
                      <a:pt x="97" y="23"/>
                      <a:pt x="97" y="23"/>
                    </a:cubicBezTo>
                    <a:cubicBezTo>
                      <a:pt x="97" y="23"/>
                      <a:pt x="97" y="23"/>
                      <a:pt x="97" y="23"/>
                    </a:cubicBezTo>
                    <a:cubicBezTo>
                      <a:pt x="97" y="23"/>
                      <a:pt x="97" y="23"/>
                      <a:pt x="97" y="23"/>
                    </a:cubicBezTo>
                    <a:cubicBezTo>
                      <a:pt x="98" y="24"/>
                      <a:pt x="98" y="24"/>
                      <a:pt x="98" y="24"/>
                    </a:cubicBezTo>
                    <a:cubicBezTo>
                      <a:pt x="98" y="24"/>
                      <a:pt x="98" y="24"/>
                      <a:pt x="98" y="24"/>
                    </a:cubicBezTo>
                    <a:cubicBezTo>
                      <a:pt x="98" y="24"/>
                      <a:pt x="99" y="24"/>
                      <a:pt x="99" y="24"/>
                    </a:cubicBezTo>
                    <a:cubicBezTo>
                      <a:pt x="99" y="24"/>
                      <a:pt x="99" y="24"/>
                      <a:pt x="99" y="24"/>
                    </a:cubicBezTo>
                    <a:cubicBezTo>
                      <a:pt x="99" y="24"/>
                      <a:pt x="99" y="24"/>
                      <a:pt x="99" y="24"/>
                    </a:cubicBezTo>
                    <a:cubicBezTo>
                      <a:pt x="99" y="24"/>
                      <a:pt x="99" y="24"/>
                      <a:pt x="99" y="24"/>
                    </a:cubicBezTo>
                    <a:cubicBezTo>
                      <a:pt x="99" y="24"/>
                      <a:pt x="99" y="23"/>
                      <a:pt x="100" y="23"/>
                    </a:cubicBezTo>
                    <a:cubicBezTo>
                      <a:pt x="100" y="23"/>
                      <a:pt x="100" y="23"/>
                      <a:pt x="100" y="23"/>
                    </a:cubicBezTo>
                    <a:cubicBezTo>
                      <a:pt x="100" y="24"/>
                      <a:pt x="100" y="24"/>
                      <a:pt x="100" y="24"/>
                    </a:cubicBezTo>
                    <a:cubicBezTo>
                      <a:pt x="100" y="24"/>
                      <a:pt x="100" y="24"/>
                      <a:pt x="100" y="24"/>
                    </a:cubicBezTo>
                    <a:cubicBezTo>
                      <a:pt x="100" y="24"/>
                      <a:pt x="100" y="24"/>
                      <a:pt x="100" y="24"/>
                    </a:cubicBezTo>
                    <a:cubicBezTo>
                      <a:pt x="100" y="24"/>
                      <a:pt x="100" y="24"/>
                      <a:pt x="100" y="24"/>
                    </a:cubicBezTo>
                    <a:cubicBezTo>
                      <a:pt x="100" y="24"/>
                      <a:pt x="100" y="24"/>
                      <a:pt x="100" y="24"/>
                    </a:cubicBezTo>
                    <a:cubicBezTo>
                      <a:pt x="100" y="24"/>
                      <a:pt x="100" y="24"/>
                      <a:pt x="100" y="24"/>
                    </a:cubicBezTo>
                    <a:cubicBezTo>
                      <a:pt x="100" y="24"/>
                      <a:pt x="100" y="24"/>
                      <a:pt x="100" y="24"/>
                    </a:cubicBezTo>
                    <a:cubicBezTo>
                      <a:pt x="100" y="24"/>
                      <a:pt x="100" y="24"/>
                      <a:pt x="100" y="24"/>
                    </a:cubicBezTo>
                    <a:cubicBezTo>
                      <a:pt x="100" y="24"/>
                      <a:pt x="100" y="24"/>
                      <a:pt x="100" y="24"/>
                    </a:cubicBezTo>
                    <a:cubicBezTo>
                      <a:pt x="100" y="25"/>
                      <a:pt x="100" y="25"/>
                      <a:pt x="100" y="25"/>
                    </a:cubicBezTo>
                    <a:cubicBezTo>
                      <a:pt x="100" y="25"/>
                      <a:pt x="100" y="25"/>
                      <a:pt x="100" y="25"/>
                    </a:cubicBezTo>
                    <a:cubicBezTo>
                      <a:pt x="100" y="25"/>
                      <a:pt x="100" y="26"/>
                      <a:pt x="101" y="26"/>
                    </a:cubicBezTo>
                    <a:cubicBezTo>
                      <a:pt x="101" y="26"/>
                      <a:pt x="101" y="26"/>
                      <a:pt x="101" y="26"/>
                    </a:cubicBezTo>
                    <a:cubicBezTo>
                      <a:pt x="101" y="26"/>
                      <a:pt x="101" y="26"/>
                      <a:pt x="101" y="26"/>
                    </a:cubicBezTo>
                    <a:cubicBezTo>
                      <a:pt x="101" y="26"/>
                      <a:pt x="101" y="26"/>
                      <a:pt x="101" y="26"/>
                    </a:cubicBezTo>
                    <a:cubicBezTo>
                      <a:pt x="101" y="27"/>
                      <a:pt x="101" y="27"/>
                      <a:pt x="101" y="27"/>
                    </a:cubicBezTo>
                    <a:cubicBezTo>
                      <a:pt x="101" y="27"/>
                      <a:pt x="101" y="27"/>
                      <a:pt x="101" y="27"/>
                    </a:cubicBezTo>
                    <a:cubicBezTo>
                      <a:pt x="101" y="27"/>
                      <a:pt x="101" y="27"/>
                      <a:pt x="101" y="27"/>
                    </a:cubicBezTo>
                    <a:cubicBezTo>
                      <a:pt x="101" y="27"/>
                      <a:pt x="101" y="27"/>
                      <a:pt x="101" y="27"/>
                    </a:cubicBezTo>
                    <a:cubicBezTo>
                      <a:pt x="101" y="27"/>
                      <a:pt x="101" y="27"/>
                      <a:pt x="101" y="27"/>
                    </a:cubicBezTo>
                    <a:cubicBezTo>
                      <a:pt x="101" y="27"/>
                      <a:pt x="101" y="28"/>
                      <a:pt x="101" y="28"/>
                    </a:cubicBezTo>
                    <a:cubicBezTo>
                      <a:pt x="101" y="28"/>
                      <a:pt x="101" y="27"/>
                      <a:pt x="101" y="27"/>
                    </a:cubicBezTo>
                    <a:cubicBezTo>
                      <a:pt x="100" y="27"/>
                      <a:pt x="100" y="27"/>
                      <a:pt x="100" y="27"/>
                    </a:cubicBezTo>
                    <a:cubicBezTo>
                      <a:pt x="100" y="28"/>
                      <a:pt x="100" y="28"/>
                      <a:pt x="100" y="28"/>
                    </a:cubicBezTo>
                    <a:cubicBezTo>
                      <a:pt x="100" y="28"/>
                      <a:pt x="100" y="28"/>
                      <a:pt x="100" y="28"/>
                    </a:cubicBezTo>
                    <a:cubicBezTo>
                      <a:pt x="100" y="28"/>
                      <a:pt x="100" y="28"/>
                      <a:pt x="100" y="28"/>
                    </a:cubicBezTo>
                    <a:cubicBezTo>
                      <a:pt x="100" y="28"/>
                      <a:pt x="99" y="28"/>
                      <a:pt x="99" y="28"/>
                    </a:cubicBezTo>
                    <a:cubicBezTo>
                      <a:pt x="99" y="27"/>
                      <a:pt x="99" y="27"/>
                      <a:pt x="99" y="27"/>
                    </a:cubicBezTo>
                    <a:cubicBezTo>
                      <a:pt x="99" y="27"/>
                      <a:pt x="99" y="27"/>
                      <a:pt x="98" y="27"/>
                    </a:cubicBezTo>
                    <a:cubicBezTo>
                      <a:pt x="98" y="27"/>
                      <a:pt x="98" y="27"/>
                      <a:pt x="98" y="27"/>
                    </a:cubicBezTo>
                    <a:cubicBezTo>
                      <a:pt x="98" y="27"/>
                      <a:pt x="98" y="27"/>
                      <a:pt x="98" y="27"/>
                    </a:cubicBezTo>
                    <a:cubicBezTo>
                      <a:pt x="98" y="27"/>
                      <a:pt x="98" y="27"/>
                      <a:pt x="98" y="27"/>
                    </a:cubicBezTo>
                    <a:cubicBezTo>
                      <a:pt x="98" y="27"/>
                      <a:pt x="98" y="27"/>
                      <a:pt x="98" y="27"/>
                    </a:cubicBezTo>
                    <a:cubicBezTo>
                      <a:pt x="98" y="27"/>
                      <a:pt x="98" y="27"/>
                      <a:pt x="98" y="27"/>
                    </a:cubicBezTo>
                    <a:cubicBezTo>
                      <a:pt x="97" y="27"/>
                      <a:pt x="97" y="27"/>
                      <a:pt x="97" y="27"/>
                    </a:cubicBezTo>
                    <a:cubicBezTo>
                      <a:pt x="97" y="27"/>
                      <a:pt x="97" y="27"/>
                      <a:pt x="97" y="26"/>
                    </a:cubicBezTo>
                    <a:cubicBezTo>
                      <a:pt x="96" y="26"/>
                      <a:pt x="96" y="26"/>
                      <a:pt x="96" y="26"/>
                    </a:cubicBezTo>
                    <a:cubicBezTo>
                      <a:pt x="96" y="27"/>
                      <a:pt x="96" y="27"/>
                      <a:pt x="96" y="27"/>
                    </a:cubicBezTo>
                    <a:cubicBezTo>
                      <a:pt x="96" y="27"/>
                      <a:pt x="96" y="28"/>
                      <a:pt x="96" y="28"/>
                    </a:cubicBezTo>
                    <a:cubicBezTo>
                      <a:pt x="96" y="28"/>
                      <a:pt x="96" y="28"/>
                      <a:pt x="96" y="28"/>
                    </a:cubicBezTo>
                    <a:cubicBezTo>
                      <a:pt x="96" y="28"/>
                      <a:pt x="96" y="28"/>
                      <a:pt x="95" y="28"/>
                    </a:cubicBezTo>
                    <a:cubicBezTo>
                      <a:pt x="95" y="28"/>
                      <a:pt x="95" y="28"/>
                      <a:pt x="95" y="28"/>
                    </a:cubicBezTo>
                    <a:cubicBezTo>
                      <a:pt x="95" y="28"/>
                      <a:pt x="95" y="28"/>
                      <a:pt x="95" y="28"/>
                    </a:cubicBezTo>
                    <a:cubicBezTo>
                      <a:pt x="95" y="28"/>
                      <a:pt x="95" y="28"/>
                      <a:pt x="95" y="28"/>
                    </a:cubicBezTo>
                    <a:cubicBezTo>
                      <a:pt x="95" y="27"/>
                      <a:pt x="95" y="27"/>
                      <a:pt x="95" y="27"/>
                    </a:cubicBezTo>
                    <a:cubicBezTo>
                      <a:pt x="94" y="27"/>
                      <a:pt x="94" y="27"/>
                      <a:pt x="94" y="27"/>
                    </a:cubicBezTo>
                    <a:cubicBezTo>
                      <a:pt x="94" y="27"/>
                      <a:pt x="94" y="27"/>
                      <a:pt x="94" y="27"/>
                    </a:cubicBezTo>
                    <a:cubicBezTo>
                      <a:pt x="94" y="27"/>
                      <a:pt x="94" y="27"/>
                      <a:pt x="94" y="27"/>
                    </a:cubicBezTo>
                    <a:cubicBezTo>
                      <a:pt x="94" y="27"/>
                      <a:pt x="94" y="27"/>
                      <a:pt x="94" y="27"/>
                    </a:cubicBezTo>
                    <a:cubicBezTo>
                      <a:pt x="94" y="27"/>
                      <a:pt x="94" y="27"/>
                      <a:pt x="94" y="27"/>
                    </a:cubicBezTo>
                    <a:cubicBezTo>
                      <a:pt x="94" y="27"/>
                      <a:pt x="94" y="27"/>
                      <a:pt x="94" y="27"/>
                    </a:cubicBezTo>
                    <a:cubicBezTo>
                      <a:pt x="93" y="27"/>
                      <a:pt x="93" y="27"/>
                      <a:pt x="93" y="27"/>
                    </a:cubicBezTo>
                    <a:cubicBezTo>
                      <a:pt x="93" y="27"/>
                      <a:pt x="93" y="27"/>
                      <a:pt x="93" y="27"/>
                    </a:cubicBezTo>
                    <a:cubicBezTo>
                      <a:pt x="93" y="27"/>
                      <a:pt x="93" y="27"/>
                      <a:pt x="93" y="27"/>
                    </a:cubicBezTo>
                    <a:cubicBezTo>
                      <a:pt x="93" y="27"/>
                      <a:pt x="93" y="27"/>
                      <a:pt x="93" y="27"/>
                    </a:cubicBezTo>
                    <a:cubicBezTo>
                      <a:pt x="93" y="26"/>
                      <a:pt x="93" y="26"/>
                      <a:pt x="93" y="26"/>
                    </a:cubicBezTo>
                    <a:cubicBezTo>
                      <a:pt x="93" y="26"/>
                      <a:pt x="93" y="26"/>
                      <a:pt x="93" y="26"/>
                    </a:cubicBezTo>
                    <a:cubicBezTo>
                      <a:pt x="93" y="26"/>
                      <a:pt x="93" y="26"/>
                      <a:pt x="93" y="26"/>
                    </a:cubicBezTo>
                    <a:cubicBezTo>
                      <a:pt x="92" y="26"/>
                      <a:pt x="92" y="26"/>
                      <a:pt x="92" y="26"/>
                    </a:cubicBezTo>
                    <a:cubicBezTo>
                      <a:pt x="92" y="26"/>
                      <a:pt x="92" y="26"/>
                      <a:pt x="92" y="26"/>
                    </a:cubicBezTo>
                    <a:cubicBezTo>
                      <a:pt x="92" y="26"/>
                      <a:pt x="92" y="26"/>
                      <a:pt x="92" y="26"/>
                    </a:cubicBezTo>
                    <a:cubicBezTo>
                      <a:pt x="92" y="26"/>
                      <a:pt x="92" y="26"/>
                      <a:pt x="92" y="26"/>
                    </a:cubicBezTo>
                    <a:cubicBezTo>
                      <a:pt x="91" y="26"/>
                      <a:pt x="91" y="26"/>
                      <a:pt x="91" y="26"/>
                    </a:cubicBezTo>
                    <a:cubicBezTo>
                      <a:pt x="91" y="26"/>
                      <a:pt x="91" y="26"/>
                      <a:pt x="91" y="26"/>
                    </a:cubicBezTo>
                    <a:cubicBezTo>
                      <a:pt x="91" y="26"/>
                      <a:pt x="91" y="26"/>
                      <a:pt x="91" y="26"/>
                    </a:cubicBezTo>
                    <a:cubicBezTo>
                      <a:pt x="90" y="26"/>
                      <a:pt x="90" y="26"/>
                      <a:pt x="90" y="26"/>
                    </a:cubicBezTo>
                    <a:cubicBezTo>
                      <a:pt x="90" y="26"/>
                      <a:pt x="90" y="26"/>
                      <a:pt x="90" y="26"/>
                    </a:cubicBezTo>
                    <a:cubicBezTo>
                      <a:pt x="90" y="26"/>
                      <a:pt x="90" y="26"/>
                      <a:pt x="90" y="26"/>
                    </a:cubicBezTo>
                    <a:cubicBezTo>
                      <a:pt x="90" y="26"/>
                      <a:pt x="90" y="26"/>
                      <a:pt x="90" y="25"/>
                    </a:cubicBezTo>
                    <a:cubicBezTo>
                      <a:pt x="90" y="25"/>
                      <a:pt x="90" y="25"/>
                      <a:pt x="90" y="25"/>
                    </a:cubicBezTo>
                    <a:cubicBezTo>
                      <a:pt x="89" y="25"/>
                      <a:pt x="89" y="25"/>
                      <a:pt x="89" y="25"/>
                    </a:cubicBezTo>
                    <a:cubicBezTo>
                      <a:pt x="89" y="25"/>
                      <a:pt x="89" y="25"/>
                      <a:pt x="89" y="25"/>
                    </a:cubicBezTo>
                    <a:cubicBezTo>
                      <a:pt x="89" y="25"/>
                      <a:pt x="89" y="25"/>
                      <a:pt x="89" y="25"/>
                    </a:cubicBezTo>
                    <a:cubicBezTo>
                      <a:pt x="89" y="25"/>
                      <a:pt x="89" y="25"/>
                      <a:pt x="89" y="25"/>
                    </a:cubicBezTo>
                    <a:cubicBezTo>
                      <a:pt x="89" y="24"/>
                      <a:pt x="89" y="24"/>
                      <a:pt x="89" y="24"/>
                    </a:cubicBezTo>
                    <a:cubicBezTo>
                      <a:pt x="89" y="24"/>
                      <a:pt x="89" y="24"/>
                      <a:pt x="89" y="24"/>
                    </a:cubicBezTo>
                    <a:cubicBezTo>
                      <a:pt x="89" y="24"/>
                      <a:pt x="89" y="24"/>
                      <a:pt x="89" y="24"/>
                    </a:cubicBezTo>
                    <a:cubicBezTo>
                      <a:pt x="89" y="24"/>
                      <a:pt x="89" y="24"/>
                      <a:pt x="89" y="24"/>
                    </a:cubicBezTo>
                    <a:cubicBezTo>
                      <a:pt x="89" y="24"/>
                      <a:pt x="89" y="24"/>
                      <a:pt x="89" y="24"/>
                    </a:cubicBezTo>
                    <a:cubicBezTo>
                      <a:pt x="89" y="24"/>
                      <a:pt x="89" y="23"/>
                      <a:pt x="89" y="23"/>
                    </a:cubicBezTo>
                    <a:cubicBezTo>
                      <a:pt x="88" y="23"/>
                      <a:pt x="88" y="23"/>
                      <a:pt x="88" y="23"/>
                    </a:cubicBezTo>
                    <a:cubicBezTo>
                      <a:pt x="88" y="23"/>
                      <a:pt x="88" y="23"/>
                      <a:pt x="88" y="23"/>
                    </a:cubicBezTo>
                    <a:cubicBezTo>
                      <a:pt x="88" y="23"/>
                      <a:pt x="88" y="23"/>
                      <a:pt x="88" y="23"/>
                    </a:cubicBezTo>
                    <a:cubicBezTo>
                      <a:pt x="88" y="22"/>
                      <a:pt x="88" y="22"/>
                      <a:pt x="88" y="22"/>
                    </a:cubicBezTo>
                    <a:cubicBezTo>
                      <a:pt x="87" y="22"/>
                      <a:pt x="87" y="22"/>
                      <a:pt x="87" y="22"/>
                    </a:cubicBezTo>
                    <a:cubicBezTo>
                      <a:pt x="87" y="22"/>
                      <a:pt x="86" y="23"/>
                      <a:pt x="86" y="23"/>
                    </a:cubicBezTo>
                    <a:cubicBezTo>
                      <a:pt x="86" y="23"/>
                      <a:pt x="86" y="23"/>
                      <a:pt x="86" y="23"/>
                    </a:cubicBezTo>
                    <a:cubicBezTo>
                      <a:pt x="86" y="23"/>
                      <a:pt x="86" y="23"/>
                      <a:pt x="86" y="23"/>
                    </a:cubicBezTo>
                    <a:cubicBezTo>
                      <a:pt x="85" y="23"/>
                      <a:pt x="85" y="23"/>
                      <a:pt x="85" y="23"/>
                    </a:cubicBezTo>
                    <a:cubicBezTo>
                      <a:pt x="85" y="23"/>
                      <a:pt x="85" y="23"/>
                      <a:pt x="84" y="23"/>
                    </a:cubicBezTo>
                    <a:cubicBezTo>
                      <a:pt x="84" y="23"/>
                      <a:pt x="83" y="23"/>
                      <a:pt x="83" y="23"/>
                    </a:cubicBezTo>
                    <a:cubicBezTo>
                      <a:pt x="83" y="23"/>
                      <a:pt x="83" y="23"/>
                      <a:pt x="83" y="23"/>
                    </a:cubicBezTo>
                    <a:cubicBezTo>
                      <a:pt x="82" y="23"/>
                      <a:pt x="82" y="23"/>
                      <a:pt x="82" y="23"/>
                    </a:cubicBezTo>
                    <a:cubicBezTo>
                      <a:pt x="82" y="23"/>
                      <a:pt x="82" y="23"/>
                      <a:pt x="82" y="23"/>
                    </a:cubicBezTo>
                    <a:cubicBezTo>
                      <a:pt x="82" y="23"/>
                      <a:pt x="82" y="23"/>
                      <a:pt x="82" y="23"/>
                    </a:cubicBezTo>
                    <a:cubicBezTo>
                      <a:pt x="82" y="23"/>
                      <a:pt x="82" y="23"/>
                      <a:pt x="82" y="23"/>
                    </a:cubicBezTo>
                    <a:cubicBezTo>
                      <a:pt x="82" y="23"/>
                      <a:pt x="82" y="23"/>
                      <a:pt x="81" y="23"/>
                    </a:cubicBezTo>
                    <a:cubicBezTo>
                      <a:pt x="81" y="23"/>
                      <a:pt x="81" y="23"/>
                      <a:pt x="81" y="23"/>
                    </a:cubicBezTo>
                    <a:cubicBezTo>
                      <a:pt x="81" y="23"/>
                      <a:pt x="81" y="23"/>
                      <a:pt x="81" y="23"/>
                    </a:cubicBezTo>
                    <a:cubicBezTo>
                      <a:pt x="81" y="23"/>
                      <a:pt x="81" y="23"/>
                      <a:pt x="81" y="23"/>
                    </a:cubicBezTo>
                    <a:cubicBezTo>
                      <a:pt x="81" y="24"/>
                      <a:pt x="81" y="24"/>
                      <a:pt x="81" y="24"/>
                    </a:cubicBezTo>
                    <a:cubicBezTo>
                      <a:pt x="81" y="24"/>
                      <a:pt x="81" y="24"/>
                      <a:pt x="81" y="24"/>
                    </a:cubicBezTo>
                    <a:cubicBezTo>
                      <a:pt x="81" y="24"/>
                      <a:pt x="81" y="24"/>
                      <a:pt x="80" y="24"/>
                    </a:cubicBezTo>
                    <a:cubicBezTo>
                      <a:pt x="80" y="24"/>
                      <a:pt x="80" y="24"/>
                      <a:pt x="80" y="24"/>
                    </a:cubicBezTo>
                    <a:cubicBezTo>
                      <a:pt x="79" y="24"/>
                      <a:pt x="79" y="24"/>
                      <a:pt x="79" y="24"/>
                    </a:cubicBezTo>
                    <a:cubicBezTo>
                      <a:pt x="79" y="24"/>
                      <a:pt x="79" y="24"/>
                      <a:pt x="79" y="24"/>
                    </a:cubicBezTo>
                    <a:cubicBezTo>
                      <a:pt x="79" y="24"/>
                      <a:pt x="79" y="24"/>
                      <a:pt x="78" y="24"/>
                    </a:cubicBezTo>
                    <a:cubicBezTo>
                      <a:pt x="78" y="24"/>
                      <a:pt x="78" y="24"/>
                      <a:pt x="78" y="24"/>
                    </a:cubicBezTo>
                    <a:cubicBezTo>
                      <a:pt x="78" y="24"/>
                      <a:pt x="78" y="24"/>
                      <a:pt x="78" y="24"/>
                    </a:cubicBezTo>
                    <a:cubicBezTo>
                      <a:pt x="78" y="24"/>
                      <a:pt x="78" y="24"/>
                      <a:pt x="78" y="24"/>
                    </a:cubicBezTo>
                    <a:cubicBezTo>
                      <a:pt x="78" y="24"/>
                      <a:pt x="78" y="24"/>
                      <a:pt x="78" y="24"/>
                    </a:cubicBezTo>
                    <a:cubicBezTo>
                      <a:pt x="78" y="24"/>
                      <a:pt x="78" y="24"/>
                      <a:pt x="78" y="25"/>
                    </a:cubicBezTo>
                    <a:cubicBezTo>
                      <a:pt x="78" y="25"/>
                      <a:pt x="78" y="25"/>
                      <a:pt x="77" y="25"/>
                    </a:cubicBezTo>
                    <a:cubicBezTo>
                      <a:pt x="77" y="25"/>
                      <a:pt x="77" y="25"/>
                      <a:pt x="77" y="25"/>
                    </a:cubicBezTo>
                    <a:cubicBezTo>
                      <a:pt x="77" y="25"/>
                      <a:pt x="77" y="25"/>
                      <a:pt x="76" y="25"/>
                    </a:cubicBezTo>
                    <a:cubicBezTo>
                      <a:pt x="76" y="25"/>
                      <a:pt x="76" y="26"/>
                      <a:pt x="76" y="26"/>
                    </a:cubicBezTo>
                    <a:cubicBezTo>
                      <a:pt x="76" y="26"/>
                      <a:pt x="76" y="26"/>
                      <a:pt x="76" y="26"/>
                    </a:cubicBezTo>
                    <a:cubicBezTo>
                      <a:pt x="76" y="26"/>
                      <a:pt x="76" y="26"/>
                      <a:pt x="76" y="26"/>
                    </a:cubicBezTo>
                    <a:cubicBezTo>
                      <a:pt x="76" y="26"/>
                      <a:pt x="76" y="26"/>
                      <a:pt x="76" y="26"/>
                    </a:cubicBezTo>
                    <a:cubicBezTo>
                      <a:pt x="76" y="26"/>
                      <a:pt x="76" y="26"/>
                      <a:pt x="76" y="26"/>
                    </a:cubicBezTo>
                    <a:cubicBezTo>
                      <a:pt x="76" y="26"/>
                      <a:pt x="76" y="26"/>
                      <a:pt x="75" y="26"/>
                    </a:cubicBezTo>
                    <a:cubicBezTo>
                      <a:pt x="75" y="26"/>
                      <a:pt x="75" y="27"/>
                      <a:pt x="75" y="27"/>
                    </a:cubicBezTo>
                    <a:cubicBezTo>
                      <a:pt x="75" y="27"/>
                      <a:pt x="75" y="27"/>
                      <a:pt x="75" y="27"/>
                    </a:cubicBezTo>
                    <a:cubicBezTo>
                      <a:pt x="75" y="28"/>
                      <a:pt x="75" y="28"/>
                      <a:pt x="75" y="28"/>
                    </a:cubicBezTo>
                    <a:cubicBezTo>
                      <a:pt x="74" y="28"/>
                      <a:pt x="74" y="28"/>
                      <a:pt x="74" y="28"/>
                    </a:cubicBezTo>
                    <a:cubicBezTo>
                      <a:pt x="74" y="28"/>
                      <a:pt x="74" y="28"/>
                      <a:pt x="74" y="28"/>
                    </a:cubicBezTo>
                    <a:cubicBezTo>
                      <a:pt x="75" y="29"/>
                      <a:pt x="75" y="29"/>
                      <a:pt x="74" y="30"/>
                    </a:cubicBezTo>
                    <a:cubicBezTo>
                      <a:pt x="74" y="30"/>
                      <a:pt x="74" y="30"/>
                      <a:pt x="74" y="30"/>
                    </a:cubicBezTo>
                    <a:cubicBezTo>
                      <a:pt x="74" y="30"/>
                      <a:pt x="74" y="30"/>
                      <a:pt x="74" y="30"/>
                    </a:cubicBezTo>
                    <a:cubicBezTo>
                      <a:pt x="74" y="30"/>
                      <a:pt x="74" y="30"/>
                      <a:pt x="74" y="30"/>
                    </a:cubicBezTo>
                    <a:cubicBezTo>
                      <a:pt x="74" y="30"/>
                      <a:pt x="73" y="30"/>
                      <a:pt x="73" y="30"/>
                    </a:cubicBezTo>
                    <a:cubicBezTo>
                      <a:pt x="73" y="30"/>
                      <a:pt x="73" y="30"/>
                      <a:pt x="73" y="30"/>
                    </a:cubicBezTo>
                    <a:cubicBezTo>
                      <a:pt x="73" y="30"/>
                      <a:pt x="73" y="30"/>
                      <a:pt x="73" y="30"/>
                    </a:cubicBezTo>
                    <a:cubicBezTo>
                      <a:pt x="73" y="30"/>
                      <a:pt x="73" y="30"/>
                      <a:pt x="72" y="30"/>
                    </a:cubicBezTo>
                    <a:cubicBezTo>
                      <a:pt x="72" y="30"/>
                      <a:pt x="72" y="30"/>
                      <a:pt x="72" y="30"/>
                    </a:cubicBezTo>
                    <a:cubicBezTo>
                      <a:pt x="72" y="30"/>
                      <a:pt x="72" y="30"/>
                      <a:pt x="72" y="30"/>
                    </a:cubicBezTo>
                    <a:cubicBezTo>
                      <a:pt x="72" y="30"/>
                      <a:pt x="72" y="30"/>
                      <a:pt x="72" y="30"/>
                    </a:cubicBezTo>
                    <a:cubicBezTo>
                      <a:pt x="72" y="30"/>
                      <a:pt x="72" y="30"/>
                      <a:pt x="72" y="31"/>
                    </a:cubicBezTo>
                    <a:cubicBezTo>
                      <a:pt x="71" y="31"/>
                      <a:pt x="71" y="31"/>
                      <a:pt x="71" y="32"/>
                    </a:cubicBezTo>
                    <a:cubicBezTo>
                      <a:pt x="71" y="32"/>
                      <a:pt x="71" y="32"/>
                      <a:pt x="71" y="32"/>
                    </a:cubicBezTo>
                    <a:cubicBezTo>
                      <a:pt x="71" y="32"/>
                      <a:pt x="71" y="33"/>
                      <a:pt x="71" y="33"/>
                    </a:cubicBezTo>
                    <a:cubicBezTo>
                      <a:pt x="71" y="33"/>
                      <a:pt x="71" y="33"/>
                      <a:pt x="71" y="33"/>
                    </a:cubicBezTo>
                    <a:cubicBezTo>
                      <a:pt x="71" y="33"/>
                      <a:pt x="71" y="33"/>
                      <a:pt x="71" y="33"/>
                    </a:cubicBezTo>
                    <a:cubicBezTo>
                      <a:pt x="71" y="34"/>
                      <a:pt x="71" y="34"/>
                      <a:pt x="71" y="34"/>
                    </a:cubicBezTo>
                    <a:cubicBezTo>
                      <a:pt x="71" y="34"/>
                      <a:pt x="71" y="34"/>
                      <a:pt x="70" y="35"/>
                    </a:cubicBezTo>
                    <a:cubicBezTo>
                      <a:pt x="70" y="35"/>
                      <a:pt x="70" y="35"/>
                      <a:pt x="70" y="35"/>
                    </a:cubicBezTo>
                    <a:cubicBezTo>
                      <a:pt x="70" y="35"/>
                      <a:pt x="70" y="35"/>
                      <a:pt x="70" y="35"/>
                    </a:cubicBezTo>
                    <a:cubicBezTo>
                      <a:pt x="70" y="35"/>
                      <a:pt x="70" y="35"/>
                      <a:pt x="70" y="35"/>
                    </a:cubicBezTo>
                    <a:cubicBezTo>
                      <a:pt x="70" y="35"/>
                      <a:pt x="70" y="35"/>
                      <a:pt x="70" y="36"/>
                    </a:cubicBezTo>
                    <a:cubicBezTo>
                      <a:pt x="70" y="36"/>
                      <a:pt x="70" y="36"/>
                      <a:pt x="69" y="36"/>
                    </a:cubicBezTo>
                    <a:cubicBezTo>
                      <a:pt x="69" y="36"/>
                      <a:pt x="69" y="36"/>
                      <a:pt x="69" y="36"/>
                    </a:cubicBezTo>
                    <a:cubicBezTo>
                      <a:pt x="69" y="36"/>
                      <a:pt x="69" y="36"/>
                      <a:pt x="69" y="36"/>
                    </a:cubicBezTo>
                    <a:cubicBezTo>
                      <a:pt x="69" y="38"/>
                      <a:pt x="69" y="38"/>
                      <a:pt x="69" y="38"/>
                    </a:cubicBezTo>
                    <a:cubicBezTo>
                      <a:pt x="69" y="38"/>
                      <a:pt x="69" y="38"/>
                      <a:pt x="69" y="38"/>
                    </a:cubicBezTo>
                    <a:cubicBezTo>
                      <a:pt x="69" y="38"/>
                      <a:pt x="69" y="38"/>
                      <a:pt x="69" y="38"/>
                    </a:cubicBezTo>
                    <a:cubicBezTo>
                      <a:pt x="69" y="39"/>
                      <a:pt x="69" y="39"/>
                      <a:pt x="69" y="39"/>
                    </a:cubicBezTo>
                    <a:cubicBezTo>
                      <a:pt x="69" y="39"/>
                      <a:pt x="69" y="39"/>
                      <a:pt x="70" y="39"/>
                    </a:cubicBezTo>
                    <a:cubicBezTo>
                      <a:pt x="70" y="39"/>
                      <a:pt x="70" y="39"/>
                      <a:pt x="70" y="39"/>
                    </a:cubicBezTo>
                    <a:cubicBezTo>
                      <a:pt x="70" y="39"/>
                      <a:pt x="70" y="39"/>
                      <a:pt x="70" y="39"/>
                    </a:cubicBezTo>
                    <a:cubicBezTo>
                      <a:pt x="70" y="39"/>
                      <a:pt x="70" y="39"/>
                      <a:pt x="70" y="39"/>
                    </a:cubicBezTo>
                    <a:cubicBezTo>
                      <a:pt x="70" y="39"/>
                      <a:pt x="70" y="39"/>
                      <a:pt x="70" y="40"/>
                    </a:cubicBezTo>
                    <a:cubicBezTo>
                      <a:pt x="70" y="40"/>
                      <a:pt x="70" y="40"/>
                      <a:pt x="70" y="40"/>
                    </a:cubicBezTo>
                    <a:cubicBezTo>
                      <a:pt x="70" y="40"/>
                      <a:pt x="70" y="40"/>
                      <a:pt x="70" y="40"/>
                    </a:cubicBezTo>
                    <a:cubicBezTo>
                      <a:pt x="70" y="40"/>
                      <a:pt x="70" y="40"/>
                      <a:pt x="70" y="41"/>
                    </a:cubicBezTo>
                    <a:cubicBezTo>
                      <a:pt x="70" y="41"/>
                      <a:pt x="70" y="41"/>
                      <a:pt x="70" y="41"/>
                    </a:cubicBezTo>
                    <a:cubicBezTo>
                      <a:pt x="70" y="41"/>
                      <a:pt x="70" y="42"/>
                      <a:pt x="70" y="42"/>
                    </a:cubicBezTo>
                    <a:cubicBezTo>
                      <a:pt x="70" y="42"/>
                      <a:pt x="70" y="42"/>
                      <a:pt x="70" y="42"/>
                    </a:cubicBezTo>
                    <a:cubicBezTo>
                      <a:pt x="70" y="43"/>
                      <a:pt x="69" y="43"/>
                      <a:pt x="69" y="43"/>
                    </a:cubicBezTo>
                    <a:cubicBezTo>
                      <a:pt x="69" y="44"/>
                      <a:pt x="69" y="44"/>
                      <a:pt x="69" y="44"/>
                    </a:cubicBezTo>
                    <a:cubicBezTo>
                      <a:pt x="70" y="44"/>
                      <a:pt x="70" y="44"/>
                      <a:pt x="70" y="44"/>
                    </a:cubicBezTo>
                    <a:cubicBezTo>
                      <a:pt x="70" y="44"/>
                      <a:pt x="70" y="44"/>
                      <a:pt x="70" y="44"/>
                    </a:cubicBezTo>
                    <a:cubicBezTo>
                      <a:pt x="70" y="44"/>
                      <a:pt x="70" y="44"/>
                      <a:pt x="70" y="44"/>
                    </a:cubicBezTo>
                    <a:cubicBezTo>
                      <a:pt x="70" y="44"/>
                      <a:pt x="70" y="44"/>
                      <a:pt x="70" y="44"/>
                    </a:cubicBezTo>
                    <a:cubicBezTo>
                      <a:pt x="70" y="44"/>
                      <a:pt x="70" y="44"/>
                      <a:pt x="70" y="44"/>
                    </a:cubicBezTo>
                    <a:cubicBezTo>
                      <a:pt x="70" y="44"/>
                      <a:pt x="70" y="44"/>
                      <a:pt x="70" y="45"/>
                    </a:cubicBezTo>
                    <a:cubicBezTo>
                      <a:pt x="70" y="45"/>
                      <a:pt x="70" y="45"/>
                      <a:pt x="70" y="45"/>
                    </a:cubicBezTo>
                    <a:cubicBezTo>
                      <a:pt x="70" y="45"/>
                      <a:pt x="70" y="45"/>
                      <a:pt x="71" y="45"/>
                    </a:cubicBezTo>
                    <a:cubicBezTo>
                      <a:pt x="71" y="46"/>
                      <a:pt x="71" y="46"/>
                      <a:pt x="71" y="46"/>
                    </a:cubicBezTo>
                    <a:cubicBezTo>
                      <a:pt x="71" y="46"/>
                      <a:pt x="71" y="46"/>
                      <a:pt x="71" y="46"/>
                    </a:cubicBezTo>
                    <a:cubicBezTo>
                      <a:pt x="71" y="46"/>
                      <a:pt x="71" y="46"/>
                      <a:pt x="71" y="47"/>
                    </a:cubicBezTo>
                    <a:cubicBezTo>
                      <a:pt x="72" y="47"/>
                      <a:pt x="72" y="47"/>
                      <a:pt x="72" y="47"/>
                    </a:cubicBezTo>
                    <a:cubicBezTo>
                      <a:pt x="72" y="47"/>
                      <a:pt x="72" y="47"/>
                      <a:pt x="72" y="47"/>
                    </a:cubicBezTo>
                    <a:cubicBezTo>
                      <a:pt x="73" y="48"/>
                      <a:pt x="73" y="48"/>
                      <a:pt x="73" y="49"/>
                    </a:cubicBezTo>
                    <a:cubicBezTo>
                      <a:pt x="73" y="49"/>
                      <a:pt x="73" y="49"/>
                      <a:pt x="73" y="49"/>
                    </a:cubicBezTo>
                    <a:cubicBezTo>
                      <a:pt x="73" y="49"/>
                      <a:pt x="73" y="50"/>
                      <a:pt x="73" y="50"/>
                    </a:cubicBezTo>
                    <a:cubicBezTo>
                      <a:pt x="74" y="50"/>
                      <a:pt x="74" y="50"/>
                      <a:pt x="74" y="50"/>
                    </a:cubicBezTo>
                    <a:cubicBezTo>
                      <a:pt x="74" y="50"/>
                      <a:pt x="74" y="50"/>
                      <a:pt x="74" y="50"/>
                    </a:cubicBezTo>
                    <a:cubicBezTo>
                      <a:pt x="74" y="50"/>
                      <a:pt x="74" y="50"/>
                      <a:pt x="74" y="50"/>
                    </a:cubicBezTo>
                    <a:cubicBezTo>
                      <a:pt x="74" y="51"/>
                      <a:pt x="74" y="51"/>
                      <a:pt x="74" y="51"/>
                    </a:cubicBezTo>
                    <a:cubicBezTo>
                      <a:pt x="74" y="51"/>
                      <a:pt x="74" y="51"/>
                      <a:pt x="74" y="51"/>
                    </a:cubicBezTo>
                    <a:cubicBezTo>
                      <a:pt x="75" y="51"/>
                      <a:pt x="75" y="51"/>
                      <a:pt x="75" y="51"/>
                    </a:cubicBezTo>
                    <a:cubicBezTo>
                      <a:pt x="75" y="51"/>
                      <a:pt x="76" y="51"/>
                      <a:pt x="76" y="51"/>
                    </a:cubicBezTo>
                    <a:cubicBezTo>
                      <a:pt x="76" y="51"/>
                      <a:pt x="76" y="51"/>
                      <a:pt x="76" y="51"/>
                    </a:cubicBezTo>
                    <a:cubicBezTo>
                      <a:pt x="76" y="51"/>
                      <a:pt x="76" y="51"/>
                      <a:pt x="76" y="51"/>
                    </a:cubicBezTo>
                    <a:cubicBezTo>
                      <a:pt x="76" y="51"/>
                      <a:pt x="76" y="51"/>
                      <a:pt x="76" y="51"/>
                    </a:cubicBezTo>
                    <a:cubicBezTo>
                      <a:pt x="76" y="51"/>
                      <a:pt x="77" y="51"/>
                      <a:pt x="77" y="51"/>
                    </a:cubicBezTo>
                    <a:cubicBezTo>
                      <a:pt x="77" y="51"/>
                      <a:pt x="77" y="51"/>
                      <a:pt x="77" y="51"/>
                    </a:cubicBezTo>
                    <a:cubicBezTo>
                      <a:pt x="77" y="52"/>
                      <a:pt x="77" y="52"/>
                      <a:pt x="77" y="52"/>
                    </a:cubicBezTo>
                    <a:cubicBezTo>
                      <a:pt x="77" y="52"/>
                      <a:pt x="77" y="52"/>
                      <a:pt x="77" y="52"/>
                    </a:cubicBezTo>
                    <a:cubicBezTo>
                      <a:pt x="77" y="53"/>
                      <a:pt x="77" y="53"/>
                      <a:pt x="78" y="53"/>
                    </a:cubicBezTo>
                    <a:cubicBezTo>
                      <a:pt x="78" y="53"/>
                      <a:pt x="78" y="53"/>
                      <a:pt x="78" y="53"/>
                    </a:cubicBezTo>
                    <a:cubicBezTo>
                      <a:pt x="78" y="53"/>
                      <a:pt x="79" y="53"/>
                      <a:pt x="79" y="54"/>
                    </a:cubicBezTo>
                    <a:cubicBezTo>
                      <a:pt x="79" y="54"/>
                      <a:pt x="79" y="54"/>
                      <a:pt x="79" y="54"/>
                    </a:cubicBezTo>
                    <a:cubicBezTo>
                      <a:pt x="79" y="54"/>
                      <a:pt x="79" y="54"/>
                      <a:pt x="79" y="54"/>
                    </a:cubicBezTo>
                    <a:cubicBezTo>
                      <a:pt x="80" y="54"/>
                      <a:pt x="80" y="54"/>
                      <a:pt x="80" y="54"/>
                    </a:cubicBezTo>
                    <a:cubicBezTo>
                      <a:pt x="80" y="54"/>
                      <a:pt x="80" y="54"/>
                      <a:pt x="80" y="54"/>
                    </a:cubicBezTo>
                    <a:cubicBezTo>
                      <a:pt x="80" y="54"/>
                      <a:pt x="80" y="53"/>
                      <a:pt x="80" y="53"/>
                    </a:cubicBezTo>
                    <a:cubicBezTo>
                      <a:pt x="80" y="53"/>
                      <a:pt x="80" y="53"/>
                      <a:pt x="80" y="53"/>
                    </a:cubicBezTo>
                    <a:cubicBezTo>
                      <a:pt x="81" y="53"/>
                      <a:pt x="81" y="53"/>
                      <a:pt x="81" y="53"/>
                    </a:cubicBezTo>
                    <a:cubicBezTo>
                      <a:pt x="81" y="53"/>
                      <a:pt x="81" y="53"/>
                      <a:pt x="81" y="53"/>
                    </a:cubicBezTo>
                    <a:cubicBezTo>
                      <a:pt x="81" y="53"/>
                      <a:pt x="81" y="53"/>
                      <a:pt x="81" y="53"/>
                    </a:cubicBezTo>
                    <a:cubicBezTo>
                      <a:pt x="81" y="53"/>
                      <a:pt x="81" y="53"/>
                      <a:pt x="81" y="53"/>
                    </a:cubicBezTo>
                    <a:cubicBezTo>
                      <a:pt x="81" y="53"/>
                      <a:pt x="82" y="53"/>
                      <a:pt x="82" y="53"/>
                    </a:cubicBezTo>
                    <a:cubicBezTo>
                      <a:pt x="82" y="53"/>
                      <a:pt x="82" y="53"/>
                      <a:pt x="82" y="53"/>
                    </a:cubicBezTo>
                    <a:cubicBezTo>
                      <a:pt x="82" y="53"/>
                      <a:pt x="82" y="53"/>
                      <a:pt x="82" y="53"/>
                    </a:cubicBezTo>
                    <a:cubicBezTo>
                      <a:pt x="83" y="53"/>
                      <a:pt x="83" y="53"/>
                      <a:pt x="83" y="53"/>
                    </a:cubicBezTo>
                    <a:cubicBezTo>
                      <a:pt x="83" y="53"/>
                      <a:pt x="83" y="53"/>
                      <a:pt x="83" y="53"/>
                    </a:cubicBezTo>
                    <a:cubicBezTo>
                      <a:pt x="83" y="53"/>
                      <a:pt x="83" y="53"/>
                      <a:pt x="83" y="53"/>
                    </a:cubicBezTo>
                    <a:cubicBezTo>
                      <a:pt x="83" y="54"/>
                      <a:pt x="83" y="54"/>
                      <a:pt x="83" y="54"/>
                    </a:cubicBezTo>
                    <a:cubicBezTo>
                      <a:pt x="83" y="54"/>
                      <a:pt x="84" y="54"/>
                      <a:pt x="84" y="54"/>
                    </a:cubicBezTo>
                    <a:cubicBezTo>
                      <a:pt x="84" y="54"/>
                      <a:pt x="84" y="54"/>
                      <a:pt x="84" y="54"/>
                    </a:cubicBezTo>
                    <a:cubicBezTo>
                      <a:pt x="84" y="54"/>
                      <a:pt x="84" y="54"/>
                      <a:pt x="85" y="54"/>
                    </a:cubicBezTo>
                    <a:cubicBezTo>
                      <a:pt x="85" y="54"/>
                      <a:pt x="85" y="54"/>
                      <a:pt x="85" y="54"/>
                    </a:cubicBezTo>
                    <a:cubicBezTo>
                      <a:pt x="85" y="54"/>
                      <a:pt x="85" y="54"/>
                      <a:pt x="85" y="54"/>
                    </a:cubicBezTo>
                    <a:cubicBezTo>
                      <a:pt x="85" y="54"/>
                      <a:pt x="85" y="54"/>
                      <a:pt x="85" y="54"/>
                    </a:cubicBezTo>
                    <a:cubicBezTo>
                      <a:pt x="86" y="54"/>
                      <a:pt x="86" y="53"/>
                      <a:pt x="86" y="53"/>
                    </a:cubicBezTo>
                    <a:cubicBezTo>
                      <a:pt x="86" y="53"/>
                      <a:pt x="86" y="53"/>
                      <a:pt x="86" y="53"/>
                    </a:cubicBezTo>
                    <a:cubicBezTo>
                      <a:pt x="86" y="54"/>
                      <a:pt x="86" y="54"/>
                      <a:pt x="86" y="54"/>
                    </a:cubicBezTo>
                    <a:cubicBezTo>
                      <a:pt x="86" y="53"/>
                      <a:pt x="86" y="53"/>
                      <a:pt x="86" y="53"/>
                    </a:cubicBezTo>
                    <a:cubicBezTo>
                      <a:pt x="86" y="53"/>
                      <a:pt x="86" y="53"/>
                      <a:pt x="86" y="52"/>
                    </a:cubicBezTo>
                    <a:cubicBezTo>
                      <a:pt x="86" y="52"/>
                      <a:pt x="86" y="52"/>
                      <a:pt x="87" y="52"/>
                    </a:cubicBezTo>
                    <a:cubicBezTo>
                      <a:pt x="87" y="52"/>
                      <a:pt x="87" y="52"/>
                      <a:pt x="87" y="52"/>
                    </a:cubicBezTo>
                    <a:cubicBezTo>
                      <a:pt x="87" y="52"/>
                      <a:pt x="87" y="52"/>
                      <a:pt x="87" y="52"/>
                    </a:cubicBezTo>
                    <a:cubicBezTo>
                      <a:pt x="87" y="52"/>
                      <a:pt x="87" y="52"/>
                      <a:pt x="87" y="52"/>
                    </a:cubicBezTo>
                    <a:cubicBezTo>
                      <a:pt x="89" y="52"/>
                      <a:pt x="89" y="52"/>
                      <a:pt x="89" y="52"/>
                    </a:cubicBezTo>
                    <a:cubicBezTo>
                      <a:pt x="89" y="52"/>
                      <a:pt x="89" y="52"/>
                      <a:pt x="89" y="53"/>
                    </a:cubicBezTo>
                    <a:cubicBezTo>
                      <a:pt x="89" y="53"/>
                      <a:pt x="90" y="53"/>
                      <a:pt x="90" y="53"/>
                    </a:cubicBezTo>
                    <a:cubicBezTo>
                      <a:pt x="90" y="53"/>
                      <a:pt x="90" y="53"/>
                      <a:pt x="90" y="53"/>
                    </a:cubicBezTo>
                    <a:cubicBezTo>
                      <a:pt x="90" y="53"/>
                      <a:pt x="90" y="53"/>
                      <a:pt x="90" y="53"/>
                    </a:cubicBezTo>
                    <a:cubicBezTo>
                      <a:pt x="90" y="53"/>
                      <a:pt x="91" y="53"/>
                      <a:pt x="91" y="53"/>
                    </a:cubicBezTo>
                    <a:cubicBezTo>
                      <a:pt x="91" y="53"/>
                      <a:pt x="91" y="53"/>
                      <a:pt x="91" y="53"/>
                    </a:cubicBezTo>
                    <a:cubicBezTo>
                      <a:pt x="90" y="53"/>
                      <a:pt x="90" y="53"/>
                      <a:pt x="90" y="53"/>
                    </a:cubicBezTo>
                    <a:cubicBezTo>
                      <a:pt x="91" y="53"/>
                      <a:pt x="91" y="53"/>
                      <a:pt x="91" y="53"/>
                    </a:cubicBezTo>
                    <a:cubicBezTo>
                      <a:pt x="91" y="53"/>
                      <a:pt x="91" y="53"/>
                      <a:pt x="91" y="53"/>
                    </a:cubicBezTo>
                    <a:cubicBezTo>
                      <a:pt x="91" y="53"/>
                      <a:pt x="91" y="53"/>
                      <a:pt x="92" y="53"/>
                    </a:cubicBezTo>
                    <a:cubicBezTo>
                      <a:pt x="92" y="53"/>
                      <a:pt x="92" y="54"/>
                      <a:pt x="92" y="54"/>
                    </a:cubicBezTo>
                    <a:cubicBezTo>
                      <a:pt x="92" y="54"/>
                      <a:pt x="92" y="54"/>
                      <a:pt x="92" y="54"/>
                    </a:cubicBezTo>
                    <a:cubicBezTo>
                      <a:pt x="92" y="54"/>
                      <a:pt x="92" y="54"/>
                      <a:pt x="92" y="54"/>
                    </a:cubicBezTo>
                    <a:cubicBezTo>
                      <a:pt x="92" y="54"/>
                      <a:pt x="92" y="54"/>
                      <a:pt x="92" y="54"/>
                    </a:cubicBezTo>
                    <a:cubicBezTo>
                      <a:pt x="93" y="54"/>
                      <a:pt x="93" y="54"/>
                      <a:pt x="93" y="54"/>
                    </a:cubicBezTo>
                    <a:cubicBezTo>
                      <a:pt x="93" y="54"/>
                      <a:pt x="93" y="54"/>
                      <a:pt x="94" y="55"/>
                    </a:cubicBezTo>
                    <a:cubicBezTo>
                      <a:pt x="94" y="55"/>
                      <a:pt x="94" y="55"/>
                      <a:pt x="94" y="56"/>
                    </a:cubicBezTo>
                    <a:cubicBezTo>
                      <a:pt x="94" y="56"/>
                      <a:pt x="94" y="56"/>
                      <a:pt x="94" y="57"/>
                    </a:cubicBezTo>
                    <a:cubicBezTo>
                      <a:pt x="94" y="57"/>
                      <a:pt x="94" y="57"/>
                      <a:pt x="94" y="57"/>
                    </a:cubicBezTo>
                    <a:cubicBezTo>
                      <a:pt x="94" y="57"/>
                      <a:pt x="94" y="57"/>
                      <a:pt x="94" y="57"/>
                    </a:cubicBezTo>
                    <a:cubicBezTo>
                      <a:pt x="94" y="57"/>
                      <a:pt x="94" y="57"/>
                      <a:pt x="94" y="57"/>
                    </a:cubicBezTo>
                    <a:cubicBezTo>
                      <a:pt x="94" y="57"/>
                      <a:pt x="94" y="57"/>
                      <a:pt x="93" y="57"/>
                    </a:cubicBezTo>
                    <a:cubicBezTo>
                      <a:pt x="93" y="57"/>
                      <a:pt x="93" y="57"/>
                      <a:pt x="93" y="57"/>
                    </a:cubicBezTo>
                    <a:cubicBezTo>
                      <a:pt x="93" y="58"/>
                      <a:pt x="93" y="58"/>
                      <a:pt x="93" y="58"/>
                    </a:cubicBezTo>
                    <a:cubicBezTo>
                      <a:pt x="93" y="59"/>
                      <a:pt x="93" y="59"/>
                      <a:pt x="93" y="59"/>
                    </a:cubicBezTo>
                    <a:cubicBezTo>
                      <a:pt x="93" y="59"/>
                      <a:pt x="93" y="59"/>
                      <a:pt x="93" y="59"/>
                    </a:cubicBezTo>
                    <a:cubicBezTo>
                      <a:pt x="93" y="59"/>
                      <a:pt x="94" y="59"/>
                      <a:pt x="94" y="59"/>
                    </a:cubicBezTo>
                    <a:cubicBezTo>
                      <a:pt x="94" y="59"/>
                      <a:pt x="94" y="59"/>
                      <a:pt x="94" y="59"/>
                    </a:cubicBezTo>
                    <a:cubicBezTo>
                      <a:pt x="94" y="59"/>
                      <a:pt x="94" y="59"/>
                      <a:pt x="94" y="59"/>
                    </a:cubicBezTo>
                    <a:cubicBezTo>
                      <a:pt x="94" y="59"/>
                      <a:pt x="94" y="59"/>
                      <a:pt x="94" y="59"/>
                    </a:cubicBezTo>
                    <a:cubicBezTo>
                      <a:pt x="94" y="59"/>
                      <a:pt x="94" y="60"/>
                      <a:pt x="94" y="60"/>
                    </a:cubicBezTo>
                    <a:cubicBezTo>
                      <a:pt x="94" y="60"/>
                      <a:pt x="94" y="60"/>
                      <a:pt x="94" y="60"/>
                    </a:cubicBezTo>
                    <a:cubicBezTo>
                      <a:pt x="94" y="60"/>
                      <a:pt x="94" y="60"/>
                      <a:pt x="95" y="60"/>
                    </a:cubicBezTo>
                    <a:cubicBezTo>
                      <a:pt x="95" y="60"/>
                      <a:pt x="95" y="61"/>
                      <a:pt x="95" y="61"/>
                    </a:cubicBezTo>
                    <a:cubicBezTo>
                      <a:pt x="95" y="61"/>
                      <a:pt x="95" y="61"/>
                      <a:pt x="95" y="62"/>
                    </a:cubicBezTo>
                    <a:cubicBezTo>
                      <a:pt x="95" y="62"/>
                      <a:pt x="95" y="62"/>
                      <a:pt x="95" y="62"/>
                    </a:cubicBezTo>
                    <a:cubicBezTo>
                      <a:pt x="95" y="62"/>
                      <a:pt x="95" y="62"/>
                      <a:pt x="95" y="62"/>
                    </a:cubicBezTo>
                    <a:cubicBezTo>
                      <a:pt x="95" y="62"/>
                      <a:pt x="95" y="63"/>
                      <a:pt x="96" y="63"/>
                    </a:cubicBezTo>
                    <a:cubicBezTo>
                      <a:pt x="96" y="63"/>
                      <a:pt x="96" y="63"/>
                      <a:pt x="96" y="63"/>
                    </a:cubicBezTo>
                    <a:cubicBezTo>
                      <a:pt x="96" y="63"/>
                      <a:pt x="96" y="63"/>
                      <a:pt x="96" y="63"/>
                    </a:cubicBezTo>
                    <a:cubicBezTo>
                      <a:pt x="96" y="63"/>
                      <a:pt x="96" y="64"/>
                      <a:pt x="96" y="64"/>
                    </a:cubicBezTo>
                    <a:cubicBezTo>
                      <a:pt x="96" y="64"/>
                      <a:pt x="96" y="64"/>
                      <a:pt x="96" y="64"/>
                    </a:cubicBezTo>
                    <a:cubicBezTo>
                      <a:pt x="96" y="64"/>
                      <a:pt x="96" y="64"/>
                      <a:pt x="96" y="64"/>
                    </a:cubicBezTo>
                    <a:cubicBezTo>
                      <a:pt x="96" y="65"/>
                      <a:pt x="96" y="65"/>
                      <a:pt x="96" y="65"/>
                    </a:cubicBezTo>
                    <a:cubicBezTo>
                      <a:pt x="96" y="65"/>
                      <a:pt x="96" y="65"/>
                      <a:pt x="96" y="65"/>
                    </a:cubicBezTo>
                    <a:cubicBezTo>
                      <a:pt x="97" y="65"/>
                      <a:pt x="97" y="65"/>
                      <a:pt x="97" y="65"/>
                    </a:cubicBezTo>
                    <a:cubicBezTo>
                      <a:pt x="97" y="65"/>
                      <a:pt x="97" y="65"/>
                      <a:pt x="97" y="65"/>
                    </a:cubicBezTo>
                    <a:cubicBezTo>
                      <a:pt x="97" y="65"/>
                      <a:pt x="97" y="65"/>
                      <a:pt x="97" y="65"/>
                    </a:cubicBezTo>
                    <a:cubicBezTo>
                      <a:pt x="97" y="65"/>
                      <a:pt x="97" y="65"/>
                      <a:pt x="97" y="65"/>
                    </a:cubicBezTo>
                    <a:cubicBezTo>
                      <a:pt x="97" y="66"/>
                      <a:pt x="97" y="66"/>
                      <a:pt x="97" y="66"/>
                    </a:cubicBezTo>
                    <a:cubicBezTo>
                      <a:pt x="97" y="66"/>
                      <a:pt x="97" y="66"/>
                      <a:pt x="97" y="66"/>
                    </a:cubicBezTo>
                    <a:cubicBezTo>
                      <a:pt x="97" y="67"/>
                      <a:pt x="97" y="67"/>
                      <a:pt x="97" y="67"/>
                    </a:cubicBezTo>
                    <a:cubicBezTo>
                      <a:pt x="97" y="67"/>
                      <a:pt x="97" y="67"/>
                      <a:pt x="97" y="67"/>
                    </a:cubicBezTo>
                    <a:cubicBezTo>
                      <a:pt x="96" y="67"/>
                      <a:pt x="96" y="67"/>
                      <a:pt x="96" y="67"/>
                    </a:cubicBezTo>
                    <a:cubicBezTo>
                      <a:pt x="96" y="69"/>
                      <a:pt x="96" y="69"/>
                      <a:pt x="96" y="69"/>
                    </a:cubicBezTo>
                    <a:cubicBezTo>
                      <a:pt x="96" y="69"/>
                      <a:pt x="96" y="69"/>
                      <a:pt x="96" y="69"/>
                    </a:cubicBezTo>
                    <a:cubicBezTo>
                      <a:pt x="97" y="69"/>
                      <a:pt x="97" y="69"/>
                      <a:pt x="97" y="69"/>
                    </a:cubicBezTo>
                    <a:cubicBezTo>
                      <a:pt x="97" y="69"/>
                      <a:pt x="97" y="69"/>
                      <a:pt x="97" y="69"/>
                    </a:cubicBezTo>
                    <a:cubicBezTo>
                      <a:pt x="97" y="69"/>
                      <a:pt x="97" y="70"/>
                      <a:pt x="97" y="70"/>
                    </a:cubicBezTo>
                    <a:cubicBezTo>
                      <a:pt x="97" y="70"/>
                      <a:pt x="97" y="70"/>
                      <a:pt x="97" y="70"/>
                    </a:cubicBezTo>
                    <a:cubicBezTo>
                      <a:pt x="97" y="70"/>
                      <a:pt x="96" y="70"/>
                      <a:pt x="96" y="70"/>
                    </a:cubicBezTo>
                    <a:cubicBezTo>
                      <a:pt x="96" y="70"/>
                      <a:pt x="96" y="70"/>
                      <a:pt x="96" y="71"/>
                    </a:cubicBezTo>
                    <a:cubicBezTo>
                      <a:pt x="96" y="71"/>
                      <a:pt x="96" y="71"/>
                      <a:pt x="96" y="71"/>
                    </a:cubicBezTo>
                    <a:cubicBezTo>
                      <a:pt x="96" y="71"/>
                      <a:pt x="96" y="71"/>
                      <a:pt x="96" y="71"/>
                    </a:cubicBezTo>
                    <a:cubicBezTo>
                      <a:pt x="96" y="71"/>
                      <a:pt x="96" y="71"/>
                      <a:pt x="96" y="71"/>
                    </a:cubicBezTo>
                    <a:cubicBezTo>
                      <a:pt x="95" y="71"/>
                      <a:pt x="95" y="71"/>
                      <a:pt x="95" y="71"/>
                    </a:cubicBezTo>
                    <a:cubicBezTo>
                      <a:pt x="95" y="73"/>
                      <a:pt x="95" y="73"/>
                      <a:pt x="95" y="73"/>
                    </a:cubicBezTo>
                    <a:cubicBezTo>
                      <a:pt x="95" y="73"/>
                      <a:pt x="95" y="73"/>
                      <a:pt x="95" y="73"/>
                    </a:cubicBezTo>
                    <a:cubicBezTo>
                      <a:pt x="95" y="73"/>
                      <a:pt x="95" y="73"/>
                      <a:pt x="95" y="73"/>
                    </a:cubicBezTo>
                    <a:cubicBezTo>
                      <a:pt x="95" y="73"/>
                      <a:pt x="95" y="73"/>
                      <a:pt x="95" y="73"/>
                    </a:cubicBezTo>
                    <a:cubicBezTo>
                      <a:pt x="95" y="74"/>
                      <a:pt x="95" y="74"/>
                      <a:pt x="95" y="74"/>
                    </a:cubicBezTo>
                    <a:cubicBezTo>
                      <a:pt x="95" y="74"/>
                      <a:pt x="95" y="74"/>
                      <a:pt x="94" y="74"/>
                    </a:cubicBezTo>
                    <a:cubicBezTo>
                      <a:pt x="94" y="74"/>
                      <a:pt x="94" y="74"/>
                      <a:pt x="94" y="75"/>
                    </a:cubicBezTo>
                    <a:cubicBezTo>
                      <a:pt x="94" y="75"/>
                      <a:pt x="94" y="75"/>
                      <a:pt x="94" y="75"/>
                    </a:cubicBezTo>
                    <a:cubicBezTo>
                      <a:pt x="94" y="75"/>
                      <a:pt x="94" y="75"/>
                      <a:pt x="94" y="75"/>
                    </a:cubicBezTo>
                    <a:cubicBezTo>
                      <a:pt x="94" y="75"/>
                      <a:pt x="94" y="75"/>
                      <a:pt x="94" y="75"/>
                    </a:cubicBezTo>
                    <a:cubicBezTo>
                      <a:pt x="94" y="75"/>
                      <a:pt x="94" y="75"/>
                      <a:pt x="94" y="75"/>
                    </a:cubicBezTo>
                    <a:cubicBezTo>
                      <a:pt x="94" y="80"/>
                      <a:pt x="94" y="80"/>
                      <a:pt x="94" y="80"/>
                    </a:cubicBezTo>
                    <a:cubicBezTo>
                      <a:pt x="94" y="80"/>
                      <a:pt x="94" y="80"/>
                      <a:pt x="94" y="80"/>
                    </a:cubicBezTo>
                    <a:cubicBezTo>
                      <a:pt x="94" y="80"/>
                      <a:pt x="94" y="80"/>
                      <a:pt x="94" y="80"/>
                    </a:cubicBezTo>
                    <a:cubicBezTo>
                      <a:pt x="94" y="80"/>
                      <a:pt x="94" y="80"/>
                      <a:pt x="94" y="80"/>
                    </a:cubicBezTo>
                    <a:cubicBezTo>
                      <a:pt x="94" y="80"/>
                      <a:pt x="94" y="80"/>
                      <a:pt x="94" y="80"/>
                    </a:cubicBezTo>
                    <a:cubicBezTo>
                      <a:pt x="94" y="80"/>
                      <a:pt x="94" y="80"/>
                      <a:pt x="94" y="80"/>
                    </a:cubicBezTo>
                    <a:cubicBezTo>
                      <a:pt x="94" y="80"/>
                      <a:pt x="94" y="80"/>
                      <a:pt x="94" y="80"/>
                    </a:cubicBezTo>
                    <a:cubicBezTo>
                      <a:pt x="94" y="81"/>
                      <a:pt x="94" y="81"/>
                      <a:pt x="95" y="81"/>
                    </a:cubicBezTo>
                    <a:cubicBezTo>
                      <a:pt x="95" y="81"/>
                      <a:pt x="95" y="81"/>
                      <a:pt x="95" y="81"/>
                    </a:cubicBezTo>
                    <a:cubicBezTo>
                      <a:pt x="95" y="81"/>
                      <a:pt x="95" y="81"/>
                      <a:pt x="95" y="81"/>
                    </a:cubicBezTo>
                    <a:cubicBezTo>
                      <a:pt x="95" y="81"/>
                      <a:pt x="95" y="81"/>
                      <a:pt x="95" y="81"/>
                    </a:cubicBezTo>
                    <a:cubicBezTo>
                      <a:pt x="95" y="81"/>
                      <a:pt x="95" y="81"/>
                      <a:pt x="95" y="81"/>
                    </a:cubicBezTo>
                    <a:cubicBezTo>
                      <a:pt x="95" y="81"/>
                      <a:pt x="95" y="81"/>
                      <a:pt x="95" y="81"/>
                    </a:cubicBezTo>
                    <a:cubicBezTo>
                      <a:pt x="95" y="81"/>
                      <a:pt x="95" y="81"/>
                      <a:pt x="95" y="81"/>
                    </a:cubicBezTo>
                    <a:cubicBezTo>
                      <a:pt x="95" y="82"/>
                      <a:pt x="95" y="82"/>
                      <a:pt x="95" y="82"/>
                    </a:cubicBezTo>
                    <a:cubicBezTo>
                      <a:pt x="95" y="82"/>
                      <a:pt x="95" y="82"/>
                      <a:pt x="95" y="82"/>
                    </a:cubicBezTo>
                    <a:cubicBezTo>
                      <a:pt x="94" y="82"/>
                      <a:pt x="94" y="82"/>
                      <a:pt x="94" y="82"/>
                    </a:cubicBezTo>
                    <a:cubicBezTo>
                      <a:pt x="94" y="87"/>
                      <a:pt x="94" y="87"/>
                      <a:pt x="94" y="87"/>
                    </a:cubicBezTo>
                    <a:cubicBezTo>
                      <a:pt x="94" y="87"/>
                      <a:pt x="94" y="87"/>
                      <a:pt x="94" y="87"/>
                    </a:cubicBezTo>
                    <a:cubicBezTo>
                      <a:pt x="94" y="87"/>
                      <a:pt x="95" y="87"/>
                      <a:pt x="95" y="87"/>
                    </a:cubicBezTo>
                    <a:cubicBezTo>
                      <a:pt x="95" y="87"/>
                      <a:pt x="95" y="88"/>
                      <a:pt x="95" y="88"/>
                    </a:cubicBezTo>
                    <a:cubicBezTo>
                      <a:pt x="95" y="88"/>
                      <a:pt x="95" y="89"/>
                      <a:pt x="95" y="89"/>
                    </a:cubicBezTo>
                    <a:cubicBezTo>
                      <a:pt x="95" y="89"/>
                      <a:pt x="95" y="89"/>
                      <a:pt x="95" y="89"/>
                    </a:cubicBezTo>
                    <a:cubicBezTo>
                      <a:pt x="94" y="90"/>
                      <a:pt x="94" y="90"/>
                      <a:pt x="94" y="90"/>
                    </a:cubicBezTo>
                    <a:cubicBezTo>
                      <a:pt x="94" y="90"/>
                      <a:pt x="94" y="90"/>
                      <a:pt x="94" y="90"/>
                    </a:cubicBezTo>
                    <a:cubicBezTo>
                      <a:pt x="94" y="90"/>
                      <a:pt x="93" y="90"/>
                      <a:pt x="93" y="90"/>
                    </a:cubicBezTo>
                    <a:cubicBezTo>
                      <a:pt x="93" y="90"/>
                      <a:pt x="93" y="91"/>
                      <a:pt x="93" y="91"/>
                    </a:cubicBezTo>
                    <a:cubicBezTo>
                      <a:pt x="93" y="91"/>
                      <a:pt x="93" y="91"/>
                      <a:pt x="93" y="91"/>
                    </a:cubicBezTo>
                    <a:cubicBezTo>
                      <a:pt x="93" y="91"/>
                      <a:pt x="93" y="92"/>
                      <a:pt x="93" y="92"/>
                    </a:cubicBezTo>
                    <a:cubicBezTo>
                      <a:pt x="94" y="92"/>
                      <a:pt x="94" y="92"/>
                      <a:pt x="94" y="92"/>
                    </a:cubicBezTo>
                    <a:cubicBezTo>
                      <a:pt x="94" y="92"/>
                      <a:pt x="94" y="92"/>
                      <a:pt x="94" y="92"/>
                    </a:cubicBezTo>
                    <a:cubicBezTo>
                      <a:pt x="94" y="92"/>
                      <a:pt x="94" y="92"/>
                      <a:pt x="95" y="92"/>
                    </a:cubicBezTo>
                    <a:cubicBezTo>
                      <a:pt x="95" y="92"/>
                      <a:pt x="95" y="92"/>
                      <a:pt x="96" y="92"/>
                    </a:cubicBezTo>
                    <a:cubicBezTo>
                      <a:pt x="96" y="92"/>
                      <a:pt x="96" y="92"/>
                      <a:pt x="96" y="92"/>
                    </a:cubicBezTo>
                    <a:cubicBezTo>
                      <a:pt x="97" y="92"/>
                      <a:pt x="98" y="92"/>
                      <a:pt x="98" y="91"/>
                    </a:cubicBezTo>
                    <a:cubicBezTo>
                      <a:pt x="99" y="91"/>
                      <a:pt x="99" y="91"/>
                      <a:pt x="99" y="91"/>
                    </a:cubicBezTo>
                    <a:cubicBezTo>
                      <a:pt x="99" y="91"/>
                      <a:pt x="99" y="91"/>
                      <a:pt x="99" y="91"/>
                    </a:cubicBezTo>
                    <a:cubicBezTo>
                      <a:pt x="99" y="91"/>
                      <a:pt x="99" y="91"/>
                      <a:pt x="99" y="91"/>
                    </a:cubicBezTo>
                    <a:cubicBezTo>
                      <a:pt x="99" y="91"/>
                      <a:pt x="99" y="91"/>
                      <a:pt x="99" y="91"/>
                    </a:cubicBezTo>
                    <a:cubicBezTo>
                      <a:pt x="99" y="91"/>
                      <a:pt x="100" y="91"/>
                      <a:pt x="100" y="91"/>
                    </a:cubicBezTo>
                    <a:cubicBezTo>
                      <a:pt x="100" y="90"/>
                      <a:pt x="100" y="90"/>
                      <a:pt x="100" y="90"/>
                    </a:cubicBezTo>
                    <a:cubicBezTo>
                      <a:pt x="100" y="90"/>
                      <a:pt x="100" y="90"/>
                      <a:pt x="100" y="90"/>
                    </a:cubicBezTo>
                    <a:cubicBezTo>
                      <a:pt x="100" y="90"/>
                      <a:pt x="100" y="90"/>
                      <a:pt x="100" y="90"/>
                    </a:cubicBezTo>
                    <a:cubicBezTo>
                      <a:pt x="100" y="89"/>
                      <a:pt x="101" y="88"/>
                      <a:pt x="101" y="88"/>
                    </a:cubicBezTo>
                    <a:cubicBezTo>
                      <a:pt x="102" y="88"/>
                      <a:pt x="102" y="88"/>
                      <a:pt x="102" y="88"/>
                    </a:cubicBezTo>
                    <a:cubicBezTo>
                      <a:pt x="102" y="88"/>
                      <a:pt x="103" y="88"/>
                      <a:pt x="103" y="88"/>
                    </a:cubicBezTo>
                    <a:cubicBezTo>
                      <a:pt x="103" y="88"/>
                      <a:pt x="103" y="88"/>
                      <a:pt x="103" y="88"/>
                    </a:cubicBezTo>
                    <a:cubicBezTo>
                      <a:pt x="103" y="88"/>
                      <a:pt x="103" y="88"/>
                      <a:pt x="104" y="88"/>
                    </a:cubicBezTo>
                    <a:cubicBezTo>
                      <a:pt x="104" y="88"/>
                      <a:pt x="104" y="88"/>
                      <a:pt x="104" y="88"/>
                    </a:cubicBezTo>
                    <a:cubicBezTo>
                      <a:pt x="105" y="87"/>
                      <a:pt x="105" y="87"/>
                      <a:pt x="105" y="87"/>
                    </a:cubicBezTo>
                    <a:cubicBezTo>
                      <a:pt x="105" y="87"/>
                      <a:pt x="105" y="86"/>
                      <a:pt x="105" y="86"/>
                    </a:cubicBezTo>
                    <a:cubicBezTo>
                      <a:pt x="105" y="86"/>
                      <a:pt x="105" y="86"/>
                      <a:pt x="105" y="86"/>
                    </a:cubicBezTo>
                    <a:cubicBezTo>
                      <a:pt x="105" y="85"/>
                      <a:pt x="105" y="85"/>
                      <a:pt x="105" y="85"/>
                    </a:cubicBezTo>
                    <a:cubicBezTo>
                      <a:pt x="105" y="85"/>
                      <a:pt x="104" y="85"/>
                      <a:pt x="104" y="85"/>
                    </a:cubicBezTo>
                    <a:cubicBezTo>
                      <a:pt x="104" y="85"/>
                      <a:pt x="104" y="85"/>
                      <a:pt x="104" y="85"/>
                    </a:cubicBezTo>
                    <a:cubicBezTo>
                      <a:pt x="104" y="84"/>
                      <a:pt x="104" y="84"/>
                      <a:pt x="104" y="84"/>
                    </a:cubicBezTo>
                    <a:cubicBezTo>
                      <a:pt x="104" y="84"/>
                      <a:pt x="104" y="84"/>
                      <a:pt x="104" y="84"/>
                    </a:cubicBezTo>
                    <a:cubicBezTo>
                      <a:pt x="105" y="84"/>
                      <a:pt x="105" y="84"/>
                      <a:pt x="105" y="84"/>
                    </a:cubicBezTo>
                    <a:cubicBezTo>
                      <a:pt x="105" y="84"/>
                      <a:pt x="105" y="84"/>
                      <a:pt x="105" y="83"/>
                    </a:cubicBezTo>
                    <a:cubicBezTo>
                      <a:pt x="105" y="83"/>
                      <a:pt x="105" y="83"/>
                      <a:pt x="105" y="83"/>
                    </a:cubicBezTo>
                    <a:cubicBezTo>
                      <a:pt x="105" y="83"/>
                      <a:pt x="105" y="83"/>
                      <a:pt x="105" y="83"/>
                    </a:cubicBezTo>
                    <a:cubicBezTo>
                      <a:pt x="105" y="83"/>
                      <a:pt x="105" y="83"/>
                      <a:pt x="105" y="83"/>
                    </a:cubicBezTo>
                    <a:cubicBezTo>
                      <a:pt x="105" y="84"/>
                      <a:pt x="105" y="84"/>
                      <a:pt x="105" y="84"/>
                    </a:cubicBezTo>
                    <a:cubicBezTo>
                      <a:pt x="105" y="83"/>
                      <a:pt x="105" y="83"/>
                      <a:pt x="105" y="83"/>
                    </a:cubicBezTo>
                    <a:cubicBezTo>
                      <a:pt x="105" y="83"/>
                      <a:pt x="105" y="83"/>
                      <a:pt x="105" y="83"/>
                    </a:cubicBezTo>
                    <a:cubicBezTo>
                      <a:pt x="105" y="83"/>
                      <a:pt x="105" y="83"/>
                      <a:pt x="105" y="83"/>
                    </a:cubicBezTo>
                    <a:cubicBezTo>
                      <a:pt x="105" y="83"/>
                      <a:pt x="105" y="83"/>
                      <a:pt x="105" y="83"/>
                    </a:cubicBezTo>
                    <a:cubicBezTo>
                      <a:pt x="106" y="83"/>
                      <a:pt x="106" y="83"/>
                      <a:pt x="106" y="83"/>
                    </a:cubicBezTo>
                    <a:cubicBezTo>
                      <a:pt x="106" y="83"/>
                      <a:pt x="107" y="82"/>
                      <a:pt x="107" y="82"/>
                    </a:cubicBezTo>
                    <a:cubicBezTo>
                      <a:pt x="107" y="81"/>
                      <a:pt x="107" y="81"/>
                      <a:pt x="107" y="80"/>
                    </a:cubicBezTo>
                    <a:cubicBezTo>
                      <a:pt x="107" y="80"/>
                      <a:pt x="107" y="80"/>
                      <a:pt x="107" y="80"/>
                    </a:cubicBezTo>
                    <a:cubicBezTo>
                      <a:pt x="107" y="80"/>
                      <a:pt x="107" y="79"/>
                      <a:pt x="107" y="79"/>
                    </a:cubicBezTo>
                    <a:cubicBezTo>
                      <a:pt x="107" y="79"/>
                      <a:pt x="107" y="79"/>
                      <a:pt x="107" y="79"/>
                    </a:cubicBezTo>
                    <a:cubicBezTo>
                      <a:pt x="107" y="79"/>
                      <a:pt x="107" y="79"/>
                      <a:pt x="107" y="79"/>
                    </a:cubicBezTo>
                    <a:cubicBezTo>
                      <a:pt x="107" y="79"/>
                      <a:pt x="107" y="79"/>
                      <a:pt x="107" y="79"/>
                    </a:cubicBezTo>
                    <a:cubicBezTo>
                      <a:pt x="107" y="79"/>
                      <a:pt x="107" y="78"/>
                      <a:pt x="107" y="78"/>
                    </a:cubicBezTo>
                    <a:cubicBezTo>
                      <a:pt x="107" y="78"/>
                      <a:pt x="108" y="78"/>
                      <a:pt x="108" y="78"/>
                    </a:cubicBezTo>
                    <a:cubicBezTo>
                      <a:pt x="108" y="78"/>
                      <a:pt x="108" y="78"/>
                      <a:pt x="108" y="78"/>
                    </a:cubicBezTo>
                    <a:cubicBezTo>
                      <a:pt x="108" y="78"/>
                      <a:pt x="108" y="78"/>
                      <a:pt x="108" y="78"/>
                    </a:cubicBezTo>
                    <a:cubicBezTo>
                      <a:pt x="109" y="77"/>
                      <a:pt x="109" y="77"/>
                      <a:pt x="109" y="77"/>
                    </a:cubicBezTo>
                    <a:cubicBezTo>
                      <a:pt x="109" y="77"/>
                      <a:pt x="109" y="76"/>
                      <a:pt x="109" y="76"/>
                    </a:cubicBezTo>
                    <a:cubicBezTo>
                      <a:pt x="109" y="76"/>
                      <a:pt x="109" y="76"/>
                      <a:pt x="109" y="76"/>
                    </a:cubicBezTo>
                    <a:cubicBezTo>
                      <a:pt x="109" y="76"/>
                      <a:pt x="109" y="75"/>
                      <a:pt x="109" y="75"/>
                    </a:cubicBezTo>
                    <a:cubicBezTo>
                      <a:pt x="110" y="75"/>
                      <a:pt x="110" y="74"/>
                      <a:pt x="111" y="74"/>
                    </a:cubicBezTo>
                    <a:cubicBezTo>
                      <a:pt x="111" y="74"/>
                      <a:pt x="111" y="74"/>
                      <a:pt x="111" y="74"/>
                    </a:cubicBezTo>
                    <a:cubicBezTo>
                      <a:pt x="111" y="74"/>
                      <a:pt x="111" y="73"/>
                      <a:pt x="111" y="73"/>
                    </a:cubicBezTo>
                    <a:cubicBezTo>
                      <a:pt x="111" y="73"/>
                      <a:pt x="111" y="72"/>
                      <a:pt x="111" y="72"/>
                    </a:cubicBezTo>
                    <a:cubicBezTo>
                      <a:pt x="111" y="72"/>
                      <a:pt x="111" y="72"/>
                      <a:pt x="111" y="72"/>
                    </a:cubicBezTo>
                    <a:cubicBezTo>
                      <a:pt x="111" y="71"/>
                      <a:pt x="111" y="71"/>
                      <a:pt x="111" y="70"/>
                    </a:cubicBezTo>
                    <a:cubicBezTo>
                      <a:pt x="111" y="70"/>
                      <a:pt x="111" y="70"/>
                      <a:pt x="112" y="69"/>
                    </a:cubicBezTo>
                    <a:cubicBezTo>
                      <a:pt x="112" y="69"/>
                      <a:pt x="112" y="69"/>
                      <a:pt x="112" y="69"/>
                    </a:cubicBezTo>
                    <a:cubicBezTo>
                      <a:pt x="112" y="69"/>
                      <a:pt x="112" y="69"/>
                      <a:pt x="112" y="69"/>
                    </a:cubicBezTo>
                    <a:cubicBezTo>
                      <a:pt x="112" y="68"/>
                      <a:pt x="112" y="68"/>
                      <a:pt x="112" y="68"/>
                    </a:cubicBezTo>
                    <a:cubicBezTo>
                      <a:pt x="112" y="68"/>
                      <a:pt x="112" y="68"/>
                      <a:pt x="112" y="68"/>
                    </a:cubicBezTo>
                    <a:cubicBezTo>
                      <a:pt x="112" y="68"/>
                      <a:pt x="112" y="68"/>
                      <a:pt x="112" y="68"/>
                    </a:cubicBezTo>
                    <a:cubicBezTo>
                      <a:pt x="112" y="68"/>
                      <a:pt x="112" y="68"/>
                      <a:pt x="112" y="68"/>
                    </a:cubicBezTo>
                    <a:cubicBezTo>
                      <a:pt x="112" y="69"/>
                      <a:pt x="112" y="69"/>
                      <a:pt x="112" y="69"/>
                    </a:cubicBezTo>
                    <a:cubicBezTo>
                      <a:pt x="112" y="68"/>
                      <a:pt x="112" y="68"/>
                      <a:pt x="112" y="68"/>
                    </a:cubicBezTo>
                    <a:cubicBezTo>
                      <a:pt x="112" y="67"/>
                      <a:pt x="112" y="66"/>
                      <a:pt x="112" y="65"/>
                    </a:cubicBezTo>
                    <a:cubicBezTo>
                      <a:pt x="112" y="65"/>
                      <a:pt x="112" y="64"/>
                      <a:pt x="112" y="64"/>
                    </a:cubicBezTo>
                    <a:cubicBezTo>
                      <a:pt x="112" y="63"/>
                      <a:pt x="112" y="62"/>
                      <a:pt x="113" y="62"/>
                    </a:cubicBezTo>
                    <a:cubicBezTo>
                      <a:pt x="113" y="61"/>
                      <a:pt x="113" y="61"/>
                      <a:pt x="113" y="61"/>
                    </a:cubicBezTo>
                    <a:cubicBezTo>
                      <a:pt x="113" y="61"/>
                      <a:pt x="113" y="61"/>
                      <a:pt x="113" y="61"/>
                    </a:cubicBezTo>
                    <a:cubicBezTo>
                      <a:pt x="113" y="61"/>
                      <a:pt x="113" y="61"/>
                      <a:pt x="113" y="61"/>
                    </a:cubicBezTo>
                    <a:cubicBezTo>
                      <a:pt x="113" y="61"/>
                      <a:pt x="113" y="61"/>
                      <a:pt x="113" y="61"/>
                    </a:cubicBezTo>
                    <a:cubicBezTo>
                      <a:pt x="113" y="61"/>
                      <a:pt x="113" y="61"/>
                      <a:pt x="113" y="61"/>
                    </a:cubicBezTo>
                    <a:cubicBezTo>
                      <a:pt x="113" y="61"/>
                      <a:pt x="113" y="61"/>
                      <a:pt x="113" y="61"/>
                    </a:cubicBezTo>
                    <a:cubicBezTo>
                      <a:pt x="113" y="60"/>
                      <a:pt x="113" y="60"/>
                      <a:pt x="113" y="60"/>
                    </a:cubicBezTo>
                    <a:cubicBezTo>
                      <a:pt x="113" y="60"/>
                      <a:pt x="113" y="60"/>
                      <a:pt x="113" y="60"/>
                    </a:cubicBezTo>
                    <a:cubicBezTo>
                      <a:pt x="113" y="60"/>
                      <a:pt x="113" y="60"/>
                      <a:pt x="113" y="60"/>
                    </a:cubicBezTo>
                    <a:cubicBezTo>
                      <a:pt x="113" y="60"/>
                      <a:pt x="113" y="60"/>
                      <a:pt x="114" y="60"/>
                    </a:cubicBezTo>
                    <a:cubicBezTo>
                      <a:pt x="114" y="60"/>
                      <a:pt x="114" y="60"/>
                      <a:pt x="114" y="60"/>
                    </a:cubicBezTo>
                    <a:cubicBezTo>
                      <a:pt x="114" y="58"/>
                      <a:pt x="114" y="58"/>
                      <a:pt x="114" y="58"/>
                    </a:cubicBezTo>
                    <a:cubicBezTo>
                      <a:pt x="114" y="58"/>
                      <a:pt x="114" y="58"/>
                      <a:pt x="114" y="57"/>
                    </a:cubicBezTo>
                    <a:cubicBezTo>
                      <a:pt x="114" y="57"/>
                      <a:pt x="114" y="57"/>
                      <a:pt x="114" y="57"/>
                    </a:cubicBezTo>
                    <a:cubicBezTo>
                      <a:pt x="113" y="57"/>
                      <a:pt x="113" y="57"/>
                      <a:pt x="113" y="57"/>
                    </a:cubicBezTo>
                    <a:cubicBezTo>
                      <a:pt x="113" y="57"/>
                      <a:pt x="113" y="56"/>
                      <a:pt x="113" y="56"/>
                    </a:cubicBezTo>
                    <a:cubicBezTo>
                      <a:pt x="113" y="56"/>
                      <a:pt x="113" y="56"/>
                      <a:pt x="113" y="56"/>
                    </a:cubicBezTo>
                    <a:cubicBezTo>
                      <a:pt x="113" y="56"/>
                      <a:pt x="113" y="55"/>
                      <a:pt x="114" y="55"/>
                    </a:cubicBezTo>
                    <a:cubicBezTo>
                      <a:pt x="114" y="55"/>
                      <a:pt x="114" y="55"/>
                      <a:pt x="114" y="55"/>
                    </a:cubicBezTo>
                    <a:cubicBezTo>
                      <a:pt x="114" y="55"/>
                      <a:pt x="114" y="55"/>
                      <a:pt x="114" y="55"/>
                    </a:cubicBezTo>
                    <a:cubicBezTo>
                      <a:pt x="114" y="54"/>
                      <a:pt x="114" y="54"/>
                      <a:pt x="114" y="54"/>
                    </a:cubicBezTo>
                    <a:cubicBezTo>
                      <a:pt x="114" y="54"/>
                      <a:pt x="114" y="54"/>
                      <a:pt x="114" y="54"/>
                    </a:cubicBezTo>
                    <a:cubicBezTo>
                      <a:pt x="114" y="53"/>
                      <a:pt x="114" y="53"/>
                      <a:pt x="114" y="53"/>
                    </a:cubicBezTo>
                    <a:cubicBezTo>
                      <a:pt x="114" y="53"/>
                      <a:pt x="114" y="53"/>
                      <a:pt x="114" y="53"/>
                    </a:cubicBezTo>
                    <a:cubicBezTo>
                      <a:pt x="114" y="52"/>
                      <a:pt x="114" y="52"/>
                      <a:pt x="114" y="52"/>
                    </a:cubicBezTo>
                    <a:cubicBezTo>
                      <a:pt x="114" y="52"/>
                      <a:pt x="114" y="52"/>
                      <a:pt x="114" y="52"/>
                    </a:cubicBezTo>
                    <a:cubicBezTo>
                      <a:pt x="114" y="50"/>
                      <a:pt x="114" y="50"/>
                      <a:pt x="114" y="50"/>
                    </a:cubicBezTo>
                    <a:cubicBezTo>
                      <a:pt x="114" y="50"/>
                      <a:pt x="114" y="50"/>
                      <a:pt x="114" y="50"/>
                    </a:cubicBezTo>
                    <a:cubicBezTo>
                      <a:pt x="114" y="49"/>
                      <a:pt x="115" y="49"/>
                      <a:pt x="114" y="49"/>
                    </a:cubicBezTo>
                    <a:cubicBezTo>
                      <a:pt x="114" y="48"/>
                      <a:pt x="113" y="48"/>
                      <a:pt x="113" y="48"/>
                    </a:cubicBezTo>
                    <a:cubicBezTo>
                      <a:pt x="113" y="47"/>
                      <a:pt x="113" y="47"/>
                      <a:pt x="113" y="47"/>
                    </a:cubicBezTo>
                    <a:cubicBezTo>
                      <a:pt x="113" y="46"/>
                      <a:pt x="113" y="46"/>
                      <a:pt x="113" y="46"/>
                    </a:cubicBezTo>
                    <a:cubicBezTo>
                      <a:pt x="113" y="46"/>
                      <a:pt x="112" y="46"/>
                      <a:pt x="112" y="46"/>
                    </a:cubicBezTo>
                    <a:cubicBezTo>
                      <a:pt x="112" y="46"/>
                      <a:pt x="112" y="46"/>
                      <a:pt x="112" y="45"/>
                    </a:cubicBezTo>
                    <a:cubicBezTo>
                      <a:pt x="112" y="45"/>
                      <a:pt x="112" y="45"/>
                      <a:pt x="112" y="45"/>
                    </a:cubicBezTo>
                    <a:cubicBezTo>
                      <a:pt x="112" y="45"/>
                      <a:pt x="112" y="45"/>
                      <a:pt x="112" y="45"/>
                    </a:cubicBezTo>
                    <a:cubicBezTo>
                      <a:pt x="112" y="45"/>
                      <a:pt x="112" y="45"/>
                      <a:pt x="112" y="45"/>
                    </a:cubicBezTo>
                    <a:cubicBezTo>
                      <a:pt x="112" y="45"/>
                      <a:pt x="112" y="45"/>
                      <a:pt x="112" y="44"/>
                    </a:cubicBezTo>
                    <a:cubicBezTo>
                      <a:pt x="112" y="44"/>
                      <a:pt x="112" y="44"/>
                      <a:pt x="111" y="44"/>
                    </a:cubicBezTo>
                    <a:cubicBezTo>
                      <a:pt x="111" y="44"/>
                      <a:pt x="111" y="44"/>
                      <a:pt x="111" y="44"/>
                    </a:cubicBezTo>
                    <a:cubicBezTo>
                      <a:pt x="111" y="44"/>
                      <a:pt x="111" y="44"/>
                      <a:pt x="111" y="44"/>
                    </a:cubicBezTo>
                    <a:cubicBezTo>
                      <a:pt x="111" y="44"/>
                      <a:pt x="111" y="43"/>
                      <a:pt x="111" y="43"/>
                    </a:cubicBezTo>
                    <a:cubicBezTo>
                      <a:pt x="111" y="43"/>
                      <a:pt x="111" y="43"/>
                      <a:pt x="111" y="43"/>
                    </a:cubicBezTo>
                    <a:cubicBezTo>
                      <a:pt x="111" y="43"/>
                      <a:pt x="111" y="43"/>
                      <a:pt x="111" y="43"/>
                    </a:cubicBezTo>
                    <a:cubicBezTo>
                      <a:pt x="111" y="43"/>
                      <a:pt x="111" y="42"/>
                      <a:pt x="111" y="42"/>
                    </a:cubicBezTo>
                    <a:cubicBezTo>
                      <a:pt x="111" y="42"/>
                      <a:pt x="110" y="42"/>
                      <a:pt x="110" y="42"/>
                    </a:cubicBezTo>
                    <a:cubicBezTo>
                      <a:pt x="110" y="42"/>
                      <a:pt x="110" y="42"/>
                      <a:pt x="110" y="42"/>
                    </a:cubicBezTo>
                    <a:cubicBezTo>
                      <a:pt x="110" y="41"/>
                      <a:pt x="110" y="41"/>
                      <a:pt x="110" y="41"/>
                    </a:cubicBezTo>
                    <a:cubicBezTo>
                      <a:pt x="109" y="41"/>
                      <a:pt x="109" y="40"/>
                      <a:pt x="109" y="39"/>
                    </a:cubicBezTo>
                    <a:cubicBezTo>
                      <a:pt x="109" y="39"/>
                      <a:pt x="109" y="39"/>
                      <a:pt x="109" y="39"/>
                    </a:cubicBezTo>
                    <a:cubicBezTo>
                      <a:pt x="109" y="39"/>
                      <a:pt x="109" y="39"/>
                      <a:pt x="109" y="39"/>
                    </a:cubicBezTo>
                    <a:cubicBezTo>
                      <a:pt x="109" y="39"/>
                      <a:pt x="109" y="39"/>
                      <a:pt x="109" y="39"/>
                    </a:cubicBezTo>
                    <a:cubicBezTo>
                      <a:pt x="109" y="38"/>
                      <a:pt x="108" y="38"/>
                      <a:pt x="108" y="38"/>
                    </a:cubicBezTo>
                    <a:cubicBezTo>
                      <a:pt x="108" y="38"/>
                      <a:pt x="108" y="38"/>
                      <a:pt x="108" y="38"/>
                    </a:cubicBezTo>
                    <a:cubicBezTo>
                      <a:pt x="108" y="37"/>
                      <a:pt x="108" y="37"/>
                      <a:pt x="108" y="37"/>
                    </a:cubicBezTo>
                    <a:cubicBezTo>
                      <a:pt x="108" y="37"/>
                      <a:pt x="107" y="37"/>
                      <a:pt x="107" y="37"/>
                    </a:cubicBezTo>
                    <a:cubicBezTo>
                      <a:pt x="107" y="37"/>
                      <a:pt x="107" y="37"/>
                      <a:pt x="107" y="37"/>
                    </a:cubicBezTo>
                    <a:cubicBezTo>
                      <a:pt x="107" y="37"/>
                      <a:pt x="107" y="36"/>
                      <a:pt x="107" y="36"/>
                    </a:cubicBezTo>
                    <a:cubicBezTo>
                      <a:pt x="107" y="36"/>
                      <a:pt x="107" y="36"/>
                      <a:pt x="107" y="36"/>
                    </a:cubicBezTo>
                    <a:cubicBezTo>
                      <a:pt x="107" y="36"/>
                      <a:pt x="107" y="36"/>
                      <a:pt x="107" y="36"/>
                    </a:cubicBezTo>
                    <a:cubicBezTo>
                      <a:pt x="107" y="36"/>
                      <a:pt x="107" y="36"/>
                      <a:pt x="107" y="36"/>
                    </a:cubicBezTo>
                    <a:cubicBezTo>
                      <a:pt x="107" y="36"/>
                      <a:pt x="107" y="36"/>
                      <a:pt x="107" y="36"/>
                    </a:cubicBezTo>
                    <a:cubicBezTo>
                      <a:pt x="107" y="36"/>
                      <a:pt x="107" y="36"/>
                      <a:pt x="107" y="36"/>
                    </a:cubicBezTo>
                    <a:cubicBezTo>
                      <a:pt x="107" y="35"/>
                      <a:pt x="107" y="35"/>
                      <a:pt x="107" y="35"/>
                    </a:cubicBezTo>
                    <a:cubicBezTo>
                      <a:pt x="107" y="35"/>
                      <a:pt x="107" y="35"/>
                      <a:pt x="107" y="35"/>
                    </a:cubicBezTo>
                    <a:cubicBezTo>
                      <a:pt x="106" y="35"/>
                      <a:pt x="106" y="35"/>
                      <a:pt x="106" y="35"/>
                    </a:cubicBezTo>
                    <a:cubicBezTo>
                      <a:pt x="106" y="34"/>
                      <a:pt x="105" y="34"/>
                      <a:pt x="105" y="33"/>
                    </a:cubicBezTo>
                    <a:cubicBezTo>
                      <a:pt x="105" y="32"/>
                      <a:pt x="105" y="32"/>
                      <a:pt x="105" y="32"/>
                    </a:cubicBezTo>
                    <a:cubicBezTo>
                      <a:pt x="104" y="32"/>
                      <a:pt x="104" y="31"/>
                      <a:pt x="103" y="31"/>
                    </a:cubicBezTo>
                    <a:cubicBezTo>
                      <a:pt x="104" y="31"/>
                      <a:pt x="104" y="31"/>
                      <a:pt x="104" y="31"/>
                    </a:cubicBezTo>
                    <a:cubicBezTo>
                      <a:pt x="104" y="30"/>
                      <a:pt x="104" y="30"/>
                      <a:pt x="104" y="30"/>
                    </a:cubicBezTo>
                    <a:cubicBezTo>
                      <a:pt x="104" y="31"/>
                      <a:pt x="104" y="31"/>
                      <a:pt x="104" y="31"/>
                    </a:cubicBezTo>
                    <a:cubicBezTo>
                      <a:pt x="105" y="31"/>
                      <a:pt x="105" y="31"/>
                      <a:pt x="105" y="31"/>
                    </a:cubicBezTo>
                    <a:cubicBezTo>
                      <a:pt x="105" y="31"/>
                      <a:pt x="105" y="31"/>
                      <a:pt x="105" y="31"/>
                    </a:cubicBezTo>
                    <a:cubicBezTo>
                      <a:pt x="105" y="31"/>
                      <a:pt x="105" y="31"/>
                      <a:pt x="105" y="31"/>
                    </a:cubicBezTo>
                    <a:cubicBezTo>
                      <a:pt x="105" y="31"/>
                      <a:pt x="105" y="31"/>
                      <a:pt x="105" y="31"/>
                    </a:cubicBezTo>
                    <a:cubicBezTo>
                      <a:pt x="105" y="32"/>
                      <a:pt x="105" y="32"/>
                      <a:pt x="105" y="32"/>
                    </a:cubicBezTo>
                    <a:cubicBezTo>
                      <a:pt x="105" y="32"/>
                      <a:pt x="105" y="32"/>
                      <a:pt x="105" y="32"/>
                    </a:cubicBezTo>
                    <a:cubicBezTo>
                      <a:pt x="105" y="32"/>
                      <a:pt x="105" y="32"/>
                      <a:pt x="105" y="32"/>
                    </a:cubicBezTo>
                    <a:cubicBezTo>
                      <a:pt x="105" y="32"/>
                      <a:pt x="105" y="32"/>
                      <a:pt x="105" y="32"/>
                    </a:cubicBezTo>
                    <a:cubicBezTo>
                      <a:pt x="105" y="33"/>
                      <a:pt x="105" y="33"/>
                      <a:pt x="105" y="33"/>
                    </a:cubicBezTo>
                    <a:cubicBezTo>
                      <a:pt x="106" y="33"/>
                      <a:pt x="106" y="33"/>
                      <a:pt x="106" y="33"/>
                    </a:cubicBezTo>
                    <a:cubicBezTo>
                      <a:pt x="106" y="33"/>
                      <a:pt x="106" y="33"/>
                      <a:pt x="106" y="33"/>
                    </a:cubicBezTo>
                    <a:cubicBezTo>
                      <a:pt x="106" y="33"/>
                      <a:pt x="106" y="33"/>
                      <a:pt x="106" y="33"/>
                    </a:cubicBezTo>
                    <a:cubicBezTo>
                      <a:pt x="106" y="33"/>
                      <a:pt x="106" y="33"/>
                      <a:pt x="106" y="33"/>
                    </a:cubicBezTo>
                    <a:cubicBezTo>
                      <a:pt x="106" y="34"/>
                      <a:pt x="106" y="34"/>
                      <a:pt x="106" y="34"/>
                    </a:cubicBezTo>
                    <a:cubicBezTo>
                      <a:pt x="106" y="34"/>
                      <a:pt x="107" y="34"/>
                      <a:pt x="107" y="34"/>
                    </a:cubicBezTo>
                    <a:cubicBezTo>
                      <a:pt x="107" y="34"/>
                      <a:pt x="107" y="34"/>
                      <a:pt x="107" y="34"/>
                    </a:cubicBezTo>
                    <a:cubicBezTo>
                      <a:pt x="107" y="34"/>
                      <a:pt x="107" y="35"/>
                      <a:pt x="107" y="35"/>
                    </a:cubicBezTo>
                    <a:cubicBezTo>
                      <a:pt x="108" y="35"/>
                      <a:pt x="108" y="35"/>
                      <a:pt x="108" y="35"/>
                    </a:cubicBezTo>
                    <a:cubicBezTo>
                      <a:pt x="108" y="36"/>
                      <a:pt x="108" y="36"/>
                      <a:pt x="108" y="36"/>
                    </a:cubicBezTo>
                    <a:cubicBezTo>
                      <a:pt x="108" y="36"/>
                      <a:pt x="108" y="36"/>
                      <a:pt x="108" y="36"/>
                    </a:cubicBezTo>
                    <a:cubicBezTo>
                      <a:pt x="108" y="36"/>
                      <a:pt x="108" y="36"/>
                      <a:pt x="108" y="36"/>
                    </a:cubicBezTo>
                    <a:cubicBezTo>
                      <a:pt x="108" y="36"/>
                      <a:pt x="108" y="37"/>
                      <a:pt x="108" y="37"/>
                    </a:cubicBezTo>
                    <a:cubicBezTo>
                      <a:pt x="109" y="37"/>
                      <a:pt x="109" y="37"/>
                      <a:pt x="109" y="37"/>
                    </a:cubicBezTo>
                    <a:cubicBezTo>
                      <a:pt x="109" y="37"/>
                      <a:pt x="109" y="37"/>
                      <a:pt x="109" y="37"/>
                    </a:cubicBezTo>
                    <a:cubicBezTo>
                      <a:pt x="109" y="38"/>
                      <a:pt x="109" y="38"/>
                      <a:pt x="109" y="38"/>
                    </a:cubicBezTo>
                    <a:cubicBezTo>
                      <a:pt x="109" y="38"/>
                      <a:pt x="109" y="38"/>
                      <a:pt x="109" y="38"/>
                    </a:cubicBezTo>
                    <a:cubicBezTo>
                      <a:pt x="109" y="38"/>
                      <a:pt x="109" y="38"/>
                      <a:pt x="109" y="38"/>
                    </a:cubicBezTo>
                    <a:cubicBezTo>
                      <a:pt x="109" y="38"/>
                      <a:pt x="109" y="38"/>
                      <a:pt x="109" y="38"/>
                    </a:cubicBezTo>
                    <a:cubicBezTo>
                      <a:pt x="109" y="38"/>
                      <a:pt x="109" y="38"/>
                      <a:pt x="109" y="38"/>
                    </a:cubicBezTo>
                    <a:cubicBezTo>
                      <a:pt x="109" y="38"/>
                      <a:pt x="109" y="38"/>
                      <a:pt x="109" y="38"/>
                    </a:cubicBezTo>
                    <a:cubicBezTo>
                      <a:pt x="109" y="39"/>
                      <a:pt x="109" y="39"/>
                      <a:pt x="109" y="39"/>
                    </a:cubicBezTo>
                    <a:cubicBezTo>
                      <a:pt x="110" y="39"/>
                      <a:pt x="110" y="39"/>
                      <a:pt x="110" y="39"/>
                    </a:cubicBezTo>
                    <a:cubicBezTo>
                      <a:pt x="110" y="39"/>
                      <a:pt x="110" y="40"/>
                      <a:pt x="110" y="40"/>
                    </a:cubicBezTo>
                    <a:cubicBezTo>
                      <a:pt x="110" y="40"/>
                      <a:pt x="110" y="40"/>
                      <a:pt x="110" y="40"/>
                    </a:cubicBezTo>
                    <a:cubicBezTo>
                      <a:pt x="110" y="40"/>
                      <a:pt x="110" y="40"/>
                      <a:pt x="110" y="40"/>
                    </a:cubicBezTo>
                    <a:cubicBezTo>
                      <a:pt x="110" y="40"/>
                      <a:pt x="110" y="41"/>
                      <a:pt x="111" y="41"/>
                    </a:cubicBezTo>
                    <a:cubicBezTo>
                      <a:pt x="111" y="41"/>
                      <a:pt x="111" y="41"/>
                      <a:pt x="111" y="41"/>
                    </a:cubicBezTo>
                    <a:cubicBezTo>
                      <a:pt x="111" y="41"/>
                      <a:pt x="111" y="41"/>
                      <a:pt x="111" y="41"/>
                    </a:cubicBezTo>
                    <a:cubicBezTo>
                      <a:pt x="111" y="42"/>
                      <a:pt x="111" y="42"/>
                      <a:pt x="111" y="42"/>
                    </a:cubicBezTo>
                    <a:cubicBezTo>
                      <a:pt x="111" y="42"/>
                      <a:pt x="111" y="42"/>
                      <a:pt x="111" y="42"/>
                    </a:cubicBezTo>
                    <a:cubicBezTo>
                      <a:pt x="111" y="42"/>
                      <a:pt x="111" y="42"/>
                      <a:pt x="111" y="42"/>
                    </a:cubicBezTo>
                    <a:cubicBezTo>
                      <a:pt x="111" y="42"/>
                      <a:pt x="111" y="43"/>
                      <a:pt x="111" y="43"/>
                    </a:cubicBezTo>
                    <a:cubicBezTo>
                      <a:pt x="112" y="43"/>
                      <a:pt x="112" y="43"/>
                      <a:pt x="112" y="44"/>
                    </a:cubicBezTo>
                    <a:cubicBezTo>
                      <a:pt x="113" y="44"/>
                      <a:pt x="113" y="44"/>
                      <a:pt x="113" y="44"/>
                    </a:cubicBezTo>
                    <a:cubicBezTo>
                      <a:pt x="113" y="43"/>
                      <a:pt x="113" y="43"/>
                      <a:pt x="113" y="43"/>
                    </a:cubicBezTo>
                    <a:cubicBezTo>
                      <a:pt x="113" y="42"/>
                      <a:pt x="112" y="41"/>
                      <a:pt x="112" y="39"/>
                    </a:cubicBezTo>
                    <a:cubicBezTo>
                      <a:pt x="112" y="38"/>
                      <a:pt x="112" y="38"/>
                      <a:pt x="112" y="37"/>
                    </a:cubicBezTo>
                    <a:close/>
                    <a:moveTo>
                      <a:pt x="79" y="5"/>
                    </a:moveTo>
                    <a:cubicBezTo>
                      <a:pt x="79" y="5"/>
                      <a:pt x="78" y="5"/>
                      <a:pt x="78" y="6"/>
                    </a:cubicBezTo>
                    <a:cubicBezTo>
                      <a:pt x="78" y="6"/>
                      <a:pt x="78" y="6"/>
                      <a:pt x="78" y="6"/>
                    </a:cubicBezTo>
                    <a:cubicBezTo>
                      <a:pt x="78" y="6"/>
                      <a:pt x="78" y="6"/>
                      <a:pt x="78" y="6"/>
                    </a:cubicBezTo>
                    <a:cubicBezTo>
                      <a:pt x="78" y="7"/>
                      <a:pt x="78" y="7"/>
                      <a:pt x="78" y="7"/>
                    </a:cubicBezTo>
                    <a:cubicBezTo>
                      <a:pt x="78" y="7"/>
                      <a:pt x="79" y="7"/>
                      <a:pt x="79" y="7"/>
                    </a:cubicBezTo>
                    <a:cubicBezTo>
                      <a:pt x="79" y="8"/>
                      <a:pt x="79" y="8"/>
                      <a:pt x="79" y="8"/>
                    </a:cubicBezTo>
                    <a:cubicBezTo>
                      <a:pt x="79" y="7"/>
                      <a:pt x="79" y="7"/>
                      <a:pt x="79" y="7"/>
                    </a:cubicBezTo>
                    <a:cubicBezTo>
                      <a:pt x="79" y="7"/>
                      <a:pt x="79" y="7"/>
                      <a:pt x="79" y="7"/>
                    </a:cubicBezTo>
                    <a:cubicBezTo>
                      <a:pt x="79" y="7"/>
                      <a:pt x="79" y="8"/>
                      <a:pt x="79" y="8"/>
                    </a:cubicBezTo>
                    <a:cubicBezTo>
                      <a:pt x="79" y="8"/>
                      <a:pt x="79" y="8"/>
                      <a:pt x="79" y="8"/>
                    </a:cubicBezTo>
                    <a:cubicBezTo>
                      <a:pt x="78" y="8"/>
                      <a:pt x="78" y="8"/>
                      <a:pt x="78" y="8"/>
                    </a:cubicBezTo>
                    <a:cubicBezTo>
                      <a:pt x="78" y="8"/>
                      <a:pt x="78" y="8"/>
                      <a:pt x="78" y="8"/>
                    </a:cubicBezTo>
                    <a:cubicBezTo>
                      <a:pt x="78" y="8"/>
                      <a:pt x="78" y="8"/>
                      <a:pt x="78" y="8"/>
                    </a:cubicBezTo>
                    <a:cubicBezTo>
                      <a:pt x="78" y="8"/>
                      <a:pt x="78" y="8"/>
                      <a:pt x="78" y="8"/>
                    </a:cubicBezTo>
                    <a:cubicBezTo>
                      <a:pt x="78" y="10"/>
                      <a:pt x="78" y="10"/>
                      <a:pt x="78" y="10"/>
                    </a:cubicBezTo>
                    <a:cubicBezTo>
                      <a:pt x="79" y="10"/>
                      <a:pt x="79" y="10"/>
                      <a:pt x="79" y="10"/>
                    </a:cubicBezTo>
                    <a:cubicBezTo>
                      <a:pt x="79" y="10"/>
                      <a:pt x="79" y="10"/>
                      <a:pt x="79" y="10"/>
                    </a:cubicBezTo>
                    <a:cubicBezTo>
                      <a:pt x="80" y="10"/>
                      <a:pt x="80" y="10"/>
                      <a:pt x="80" y="10"/>
                    </a:cubicBezTo>
                    <a:cubicBezTo>
                      <a:pt x="80" y="10"/>
                      <a:pt x="80" y="10"/>
                      <a:pt x="80" y="10"/>
                    </a:cubicBezTo>
                    <a:cubicBezTo>
                      <a:pt x="81" y="10"/>
                      <a:pt x="81" y="10"/>
                      <a:pt x="81" y="10"/>
                    </a:cubicBezTo>
                    <a:cubicBezTo>
                      <a:pt x="81" y="10"/>
                      <a:pt x="81" y="10"/>
                      <a:pt x="81" y="10"/>
                    </a:cubicBezTo>
                    <a:cubicBezTo>
                      <a:pt x="81" y="9"/>
                      <a:pt x="81" y="9"/>
                      <a:pt x="81" y="9"/>
                    </a:cubicBezTo>
                    <a:cubicBezTo>
                      <a:pt x="81" y="9"/>
                      <a:pt x="81" y="9"/>
                      <a:pt x="81" y="9"/>
                    </a:cubicBezTo>
                    <a:cubicBezTo>
                      <a:pt x="81" y="9"/>
                      <a:pt x="81" y="8"/>
                      <a:pt x="80" y="8"/>
                    </a:cubicBezTo>
                    <a:cubicBezTo>
                      <a:pt x="80" y="8"/>
                      <a:pt x="80" y="8"/>
                      <a:pt x="80" y="8"/>
                    </a:cubicBezTo>
                    <a:cubicBezTo>
                      <a:pt x="80" y="8"/>
                      <a:pt x="80" y="8"/>
                      <a:pt x="80" y="8"/>
                    </a:cubicBezTo>
                    <a:cubicBezTo>
                      <a:pt x="80" y="8"/>
                      <a:pt x="80" y="8"/>
                      <a:pt x="80" y="8"/>
                    </a:cubicBezTo>
                    <a:cubicBezTo>
                      <a:pt x="80" y="8"/>
                      <a:pt x="80" y="8"/>
                      <a:pt x="80" y="8"/>
                    </a:cubicBezTo>
                    <a:cubicBezTo>
                      <a:pt x="80" y="8"/>
                      <a:pt x="80" y="8"/>
                      <a:pt x="80" y="8"/>
                    </a:cubicBezTo>
                    <a:cubicBezTo>
                      <a:pt x="80" y="8"/>
                      <a:pt x="80" y="8"/>
                      <a:pt x="81" y="7"/>
                    </a:cubicBezTo>
                    <a:cubicBezTo>
                      <a:pt x="81" y="7"/>
                      <a:pt x="81" y="7"/>
                      <a:pt x="81" y="6"/>
                    </a:cubicBezTo>
                    <a:cubicBezTo>
                      <a:pt x="81" y="6"/>
                      <a:pt x="81" y="6"/>
                      <a:pt x="81" y="6"/>
                    </a:cubicBezTo>
                    <a:cubicBezTo>
                      <a:pt x="81" y="6"/>
                      <a:pt x="81" y="6"/>
                      <a:pt x="81" y="6"/>
                    </a:cubicBezTo>
                    <a:cubicBezTo>
                      <a:pt x="81" y="6"/>
                      <a:pt x="81" y="6"/>
                      <a:pt x="81" y="6"/>
                    </a:cubicBezTo>
                    <a:cubicBezTo>
                      <a:pt x="80" y="6"/>
                      <a:pt x="80" y="6"/>
                      <a:pt x="80" y="6"/>
                    </a:cubicBezTo>
                    <a:cubicBezTo>
                      <a:pt x="80" y="6"/>
                      <a:pt x="80" y="6"/>
                      <a:pt x="80" y="6"/>
                    </a:cubicBezTo>
                    <a:cubicBezTo>
                      <a:pt x="80" y="5"/>
                      <a:pt x="80" y="5"/>
                      <a:pt x="80" y="5"/>
                    </a:cubicBezTo>
                    <a:cubicBezTo>
                      <a:pt x="80" y="5"/>
                      <a:pt x="80" y="5"/>
                      <a:pt x="80" y="5"/>
                    </a:cubicBezTo>
                    <a:cubicBezTo>
                      <a:pt x="80" y="5"/>
                      <a:pt x="80" y="5"/>
                      <a:pt x="80" y="5"/>
                    </a:cubicBezTo>
                    <a:cubicBezTo>
                      <a:pt x="79" y="5"/>
                      <a:pt x="79" y="5"/>
                      <a:pt x="79" y="5"/>
                    </a:cubicBezTo>
                    <a:cubicBezTo>
                      <a:pt x="79" y="5"/>
                      <a:pt x="79" y="5"/>
                      <a:pt x="79" y="5"/>
                    </a:cubicBezTo>
                    <a:close/>
                    <a:moveTo>
                      <a:pt x="75" y="5"/>
                    </a:moveTo>
                    <a:cubicBezTo>
                      <a:pt x="75" y="5"/>
                      <a:pt x="75" y="5"/>
                      <a:pt x="75" y="5"/>
                    </a:cubicBezTo>
                    <a:cubicBezTo>
                      <a:pt x="75" y="5"/>
                      <a:pt x="75" y="5"/>
                      <a:pt x="75" y="5"/>
                    </a:cubicBezTo>
                    <a:cubicBezTo>
                      <a:pt x="75" y="5"/>
                      <a:pt x="75" y="5"/>
                      <a:pt x="75" y="5"/>
                    </a:cubicBezTo>
                    <a:cubicBezTo>
                      <a:pt x="75" y="5"/>
                      <a:pt x="75" y="5"/>
                      <a:pt x="74" y="5"/>
                    </a:cubicBezTo>
                    <a:cubicBezTo>
                      <a:pt x="74" y="5"/>
                      <a:pt x="74" y="5"/>
                      <a:pt x="74" y="5"/>
                    </a:cubicBezTo>
                    <a:cubicBezTo>
                      <a:pt x="74" y="5"/>
                      <a:pt x="74" y="5"/>
                      <a:pt x="74" y="5"/>
                    </a:cubicBezTo>
                    <a:cubicBezTo>
                      <a:pt x="74" y="6"/>
                      <a:pt x="74" y="6"/>
                      <a:pt x="74" y="6"/>
                    </a:cubicBezTo>
                    <a:cubicBezTo>
                      <a:pt x="74" y="6"/>
                      <a:pt x="74" y="6"/>
                      <a:pt x="74" y="6"/>
                    </a:cubicBezTo>
                    <a:cubicBezTo>
                      <a:pt x="74" y="6"/>
                      <a:pt x="74" y="6"/>
                      <a:pt x="74" y="6"/>
                    </a:cubicBezTo>
                    <a:cubicBezTo>
                      <a:pt x="74" y="6"/>
                      <a:pt x="74" y="6"/>
                      <a:pt x="74" y="6"/>
                    </a:cubicBezTo>
                    <a:cubicBezTo>
                      <a:pt x="73" y="6"/>
                      <a:pt x="73" y="6"/>
                      <a:pt x="73" y="6"/>
                    </a:cubicBezTo>
                    <a:cubicBezTo>
                      <a:pt x="73" y="6"/>
                      <a:pt x="73" y="6"/>
                      <a:pt x="73" y="6"/>
                    </a:cubicBezTo>
                    <a:cubicBezTo>
                      <a:pt x="73" y="6"/>
                      <a:pt x="73" y="6"/>
                      <a:pt x="73" y="6"/>
                    </a:cubicBezTo>
                    <a:cubicBezTo>
                      <a:pt x="73" y="6"/>
                      <a:pt x="73" y="6"/>
                      <a:pt x="73" y="6"/>
                    </a:cubicBezTo>
                    <a:cubicBezTo>
                      <a:pt x="73" y="7"/>
                      <a:pt x="73" y="7"/>
                      <a:pt x="73" y="7"/>
                    </a:cubicBezTo>
                    <a:cubicBezTo>
                      <a:pt x="73" y="7"/>
                      <a:pt x="73" y="7"/>
                      <a:pt x="73" y="7"/>
                    </a:cubicBezTo>
                    <a:cubicBezTo>
                      <a:pt x="73" y="8"/>
                      <a:pt x="73" y="8"/>
                      <a:pt x="73" y="8"/>
                    </a:cubicBezTo>
                    <a:cubicBezTo>
                      <a:pt x="73" y="8"/>
                      <a:pt x="73" y="8"/>
                      <a:pt x="73" y="8"/>
                    </a:cubicBezTo>
                    <a:cubicBezTo>
                      <a:pt x="73" y="8"/>
                      <a:pt x="73" y="8"/>
                      <a:pt x="73" y="8"/>
                    </a:cubicBezTo>
                    <a:cubicBezTo>
                      <a:pt x="73" y="8"/>
                      <a:pt x="73" y="8"/>
                      <a:pt x="73" y="8"/>
                    </a:cubicBezTo>
                    <a:cubicBezTo>
                      <a:pt x="74" y="8"/>
                      <a:pt x="74" y="8"/>
                      <a:pt x="74" y="8"/>
                    </a:cubicBezTo>
                    <a:cubicBezTo>
                      <a:pt x="74" y="8"/>
                      <a:pt x="74" y="8"/>
                      <a:pt x="74" y="8"/>
                    </a:cubicBezTo>
                    <a:cubicBezTo>
                      <a:pt x="74" y="8"/>
                      <a:pt x="74" y="8"/>
                      <a:pt x="74" y="8"/>
                    </a:cubicBezTo>
                    <a:cubicBezTo>
                      <a:pt x="74" y="8"/>
                      <a:pt x="74" y="8"/>
                      <a:pt x="74" y="8"/>
                    </a:cubicBezTo>
                    <a:cubicBezTo>
                      <a:pt x="74" y="8"/>
                      <a:pt x="74" y="9"/>
                      <a:pt x="74" y="9"/>
                    </a:cubicBezTo>
                    <a:cubicBezTo>
                      <a:pt x="74" y="9"/>
                      <a:pt x="75" y="9"/>
                      <a:pt x="75" y="9"/>
                    </a:cubicBezTo>
                    <a:cubicBezTo>
                      <a:pt x="75" y="9"/>
                      <a:pt x="75" y="9"/>
                      <a:pt x="75" y="9"/>
                    </a:cubicBezTo>
                    <a:cubicBezTo>
                      <a:pt x="75" y="9"/>
                      <a:pt x="75" y="9"/>
                      <a:pt x="75" y="9"/>
                    </a:cubicBezTo>
                    <a:cubicBezTo>
                      <a:pt x="76" y="9"/>
                      <a:pt x="76" y="9"/>
                      <a:pt x="76" y="9"/>
                    </a:cubicBezTo>
                    <a:cubicBezTo>
                      <a:pt x="76" y="9"/>
                      <a:pt x="76" y="9"/>
                      <a:pt x="76" y="9"/>
                    </a:cubicBezTo>
                    <a:cubicBezTo>
                      <a:pt x="77" y="9"/>
                      <a:pt x="77" y="9"/>
                      <a:pt x="77" y="9"/>
                    </a:cubicBezTo>
                    <a:cubicBezTo>
                      <a:pt x="77" y="9"/>
                      <a:pt x="77" y="9"/>
                      <a:pt x="77" y="9"/>
                    </a:cubicBezTo>
                    <a:cubicBezTo>
                      <a:pt x="77" y="9"/>
                      <a:pt x="77" y="9"/>
                      <a:pt x="77" y="8"/>
                    </a:cubicBezTo>
                    <a:cubicBezTo>
                      <a:pt x="78" y="8"/>
                      <a:pt x="78" y="8"/>
                      <a:pt x="78" y="7"/>
                    </a:cubicBezTo>
                    <a:cubicBezTo>
                      <a:pt x="78" y="7"/>
                      <a:pt x="78" y="7"/>
                      <a:pt x="77" y="7"/>
                    </a:cubicBezTo>
                    <a:cubicBezTo>
                      <a:pt x="77" y="6"/>
                      <a:pt x="77" y="6"/>
                      <a:pt x="77" y="6"/>
                    </a:cubicBezTo>
                    <a:cubicBezTo>
                      <a:pt x="77" y="6"/>
                      <a:pt x="77" y="6"/>
                      <a:pt x="77" y="6"/>
                    </a:cubicBezTo>
                    <a:cubicBezTo>
                      <a:pt x="77" y="6"/>
                      <a:pt x="77" y="6"/>
                      <a:pt x="77" y="6"/>
                    </a:cubicBezTo>
                    <a:cubicBezTo>
                      <a:pt x="77" y="6"/>
                      <a:pt x="78" y="6"/>
                      <a:pt x="78" y="5"/>
                    </a:cubicBezTo>
                    <a:cubicBezTo>
                      <a:pt x="78" y="5"/>
                      <a:pt x="78" y="5"/>
                      <a:pt x="78" y="5"/>
                    </a:cubicBezTo>
                    <a:cubicBezTo>
                      <a:pt x="78" y="5"/>
                      <a:pt x="78" y="5"/>
                      <a:pt x="78" y="5"/>
                    </a:cubicBezTo>
                    <a:cubicBezTo>
                      <a:pt x="77" y="5"/>
                      <a:pt x="77" y="5"/>
                      <a:pt x="77" y="5"/>
                    </a:cubicBezTo>
                    <a:cubicBezTo>
                      <a:pt x="77" y="5"/>
                      <a:pt x="77" y="5"/>
                      <a:pt x="77" y="5"/>
                    </a:cubicBezTo>
                    <a:cubicBezTo>
                      <a:pt x="77" y="5"/>
                      <a:pt x="77" y="5"/>
                      <a:pt x="77" y="5"/>
                    </a:cubicBezTo>
                    <a:cubicBezTo>
                      <a:pt x="77" y="4"/>
                      <a:pt x="76" y="4"/>
                      <a:pt x="76" y="4"/>
                    </a:cubicBezTo>
                    <a:cubicBezTo>
                      <a:pt x="76" y="4"/>
                      <a:pt x="76" y="4"/>
                      <a:pt x="76" y="4"/>
                    </a:cubicBezTo>
                    <a:cubicBezTo>
                      <a:pt x="76" y="4"/>
                      <a:pt x="76" y="4"/>
                      <a:pt x="76" y="4"/>
                    </a:cubicBezTo>
                    <a:cubicBezTo>
                      <a:pt x="76" y="4"/>
                      <a:pt x="76" y="4"/>
                      <a:pt x="76" y="4"/>
                    </a:cubicBezTo>
                    <a:cubicBezTo>
                      <a:pt x="76" y="4"/>
                      <a:pt x="75" y="4"/>
                      <a:pt x="75" y="4"/>
                    </a:cubicBezTo>
                    <a:cubicBezTo>
                      <a:pt x="75" y="4"/>
                      <a:pt x="75" y="4"/>
                      <a:pt x="75" y="4"/>
                    </a:cubicBezTo>
                    <a:cubicBezTo>
                      <a:pt x="75" y="4"/>
                      <a:pt x="75" y="4"/>
                      <a:pt x="75" y="4"/>
                    </a:cubicBezTo>
                    <a:cubicBezTo>
                      <a:pt x="75" y="4"/>
                      <a:pt x="75" y="4"/>
                      <a:pt x="75" y="4"/>
                    </a:cubicBezTo>
                    <a:cubicBezTo>
                      <a:pt x="75" y="4"/>
                      <a:pt x="75" y="4"/>
                      <a:pt x="75" y="4"/>
                    </a:cubicBezTo>
                    <a:cubicBezTo>
                      <a:pt x="75" y="4"/>
                      <a:pt x="75" y="4"/>
                      <a:pt x="75" y="4"/>
                    </a:cubicBezTo>
                    <a:cubicBezTo>
                      <a:pt x="75" y="3"/>
                      <a:pt x="75" y="3"/>
                      <a:pt x="75" y="3"/>
                    </a:cubicBezTo>
                    <a:cubicBezTo>
                      <a:pt x="73" y="3"/>
                      <a:pt x="73" y="3"/>
                      <a:pt x="73" y="3"/>
                    </a:cubicBezTo>
                    <a:cubicBezTo>
                      <a:pt x="73" y="4"/>
                      <a:pt x="73" y="4"/>
                      <a:pt x="73" y="4"/>
                    </a:cubicBezTo>
                    <a:cubicBezTo>
                      <a:pt x="73" y="4"/>
                      <a:pt x="73" y="4"/>
                      <a:pt x="73" y="4"/>
                    </a:cubicBezTo>
                    <a:cubicBezTo>
                      <a:pt x="73" y="4"/>
                      <a:pt x="73" y="5"/>
                      <a:pt x="73" y="5"/>
                    </a:cubicBezTo>
                    <a:cubicBezTo>
                      <a:pt x="73" y="5"/>
                      <a:pt x="73" y="5"/>
                      <a:pt x="73" y="5"/>
                    </a:cubicBezTo>
                    <a:cubicBezTo>
                      <a:pt x="75" y="5"/>
                      <a:pt x="75" y="5"/>
                      <a:pt x="75" y="5"/>
                    </a:cubicBezTo>
                    <a:cubicBezTo>
                      <a:pt x="75" y="5"/>
                      <a:pt x="75" y="5"/>
                      <a:pt x="75" y="5"/>
                    </a:cubicBezTo>
                    <a:close/>
                    <a:moveTo>
                      <a:pt x="112" y="77"/>
                    </a:moveTo>
                    <a:cubicBezTo>
                      <a:pt x="113" y="76"/>
                      <a:pt x="113" y="75"/>
                      <a:pt x="113" y="74"/>
                    </a:cubicBezTo>
                    <a:cubicBezTo>
                      <a:pt x="113" y="74"/>
                      <a:pt x="113" y="74"/>
                      <a:pt x="113" y="74"/>
                    </a:cubicBezTo>
                    <a:cubicBezTo>
                      <a:pt x="113" y="74"/>
                      <a:pt x="113" y="74"/>
                      <a:pt x="113" y="74"/>
                    </a:cubicBezTo>
                    <a:cubicBezTo>
                      <a:pt x="113" y="74"/>
                      <a:pt x="113" y="74"/>
                      <a:pt x="113" y="74"/>
                    </a:cubicBezTo>
                    <a:cubicBezTo>
                      <a:pt x="113" y="74"/>
                      <a:pt x="113" y="74"/>
                      <a:pt x="113" y="74"/>
                    </a:cubicBezTo>
                    <a:cubicBezTo>
                      <a:pt x="113" y="74"/>
                      <a:pt x="113" y="74"/>
                      <a:pt x="112" y="73"/>
                    </a:cubicBezTo>
                    <a:cubicBezTo>
                      <a:pt x="112" y="74"/>
                      <a:pt x="112" y="74"/>
                      <a:pt x="112" y="74"/>
                    </a:cubicBezTo>
                    <a:cubicBezTo>
                      <a:pt x="112" y="74"/>
                      <a:pt x="112" y="74"/>
                      <a:pt x="112" y="74"/>
                    </a:cubicBezTo>
                    <a:cubicBezTo>
                      <a:pt x="112" y="74"/>
                      <a:pt x="112" y="74"/>
                      <a:pt x="111" y="74"/>
                    </a:cubicBezTo>
                    <a:cubicBezTo>
                      <a:pt x="111" y="75"/>
                      <a:pt x="111" y="75"/>
                      <a:pt x="111" y="75"/>
                    </a:cubicBezTo>
                    <a:cubicBezTo>
                      <a:pt x="111" y="75"/>
                      <a:pt x="110" y="76"/>
                      <a:pt x="110" y="76"/>
                    </a:cubicBezTo>
                    <a:cubicBezTo>
                      <a:pt x="110" y="76"/>
                      <a:pt x="110" y="76"/>
                      <a:pt x="110" y="76"/>
                    </a:cubicBezTo>
                    <a:cubicBezTo>
                      <a:pt x="110" y="76"/>
                      <a:pt x="110" y="76"/>
                      <a:pt x="110" y="76"/>
                    </a:cubicBezTo>
                    <a:cubicBezTo>
                      <a:pt x="110" y="76"/>
                      <a:pt x="110" y="77"/>
                      <a:pt x="110" y="77"/>
                    </a:cubicBezTo>
                    <a:cubicBezTo>
                      <a:pt x="110" y="77"/>
                      <a:pt x="110" y="77"/>
                      <a:pt x="110" y="77"/>
                    </a:cubicBezTo>
                    <a:cubicBezTo>
                      <a:pt x="110" y="77"/>
                      <a:pt x="110" y="77"/>
                      <a:pt x="110" y="77"/>
                    </a:cubicBezTo>
                    <a:cubicBezTo>
                      <a:pt x="109" y="78"/>
                      <a:pt x="109" y="78"/>
                      <a:pt x="109" y="79"/>
                    </a:cubicBezTo>
                    <a:cubicBezTo>
                      <a:pt x="109" y="79"/>
                      <a:pt x="109" y="79"/>
                      <a:pt x="109" y="79"/>
                    </a:cubicBezTo>
                    <a:cubicBezTo>
                      <a:pt x="109" y="79"/>
                      <a:pt x="109" y="79"/>
                      <a:pt x="109" y="79"/>
                    </a:cubicBezTo>
                    <a:cubicBezTo>
                      <a:pt x="109" y="79"/>
                      <a:pt x="109" y="80"/>
                      <a:pt x="109" y="81"/>
                    </a:cubicBezTo>
                    <a:cubicBezTo>
                      <a:pt x="109" y="81"/>
                      <a:pt x="109" y="81"/>
                      <a:pt x="109" y="81"/>
                    </a:cubicBezTo>
                    <a:cubicBezTo>
                      <a:pt x="109" y="82"/>
                      <a:pt x="109" y="82"/>
                      <a:pt x="109" y="82"/>
                    </a:cubicBezTo>
                    <a:cubicBezTo>
                      <a:pt x="109" y="82"/>
                      <a:pt x="109" y="82"/>
                      <a:pt x="109" y="82"/>
                    </a:cubicBezTo>
                    <a:cubicBezTo>
                      <a:pt x="109" y="82"/>
                      <a:pt x="109" y="82"/>
                      <a:pt x="109" y="82"/>
                    </a:cubicBezTo>
                    <a:cubicBezTo>
                      <a:pt x="110" y="82"/>
                      <a:pt x="111" y="81"/>
                      <a:pt x="111" y="81"/>
                    </a:cubicBezTo>
                    <a:cubicBezTo>
                      <a:pt x="111" y="81"/>
                      <a:pt x="111" y="80"/>
                      <a:pt x="111" y="80"/>
                    </a:cubicBezTo>
                    <a:cubicBezTo>
                      <a:pt x="111" y="80"/>
                      <a:pt x="111" y="80"/>
                      <a:pt x="111" y="80"/>
                    </a:cubicBezTo>
                    <a:cubicBezTo>
                      <a:pt x="111" y="80"/>
                      <a:pt x="111" y="80"/>
                      <a:pt x="111" y="79"/>
                    </a:cubicBezTo>
                    <a:cubicBezTo>
                      <a:pt x="111" y="79"/>
                      <a:pt x="111" y="79"/>
                      <a:pt x="111" y="79"/>
                    </a:cubicBezTo>
                    <a:cubicBezTo>
                      <a:pt x="111" y="79"/>
                      <a:pt x="111" y="79"/>
                      <a:pt x="111" y="79"/>
                    </a:cubicBezTo>
                    <a:cubicBezTo>
                      <a:pt x="111" y="79"/>
                      <a:pt x="111" y="79"/>
                      <a:pt x="111" y="78"/>
                    </a:cubicBezTo>
                    <a:cubicBezTo>
                      <a:pt x="111" y="78"/>
                      <a:pt x="111" y="78"/>
                      <a:pt x="111" y="78"/>
                    </a:cubicBezTo>
                    <a:cubicBezTo>
                      <a:pt x="111" y="78"/>
                      <a:pt x="111" y="78"/>
                      <a:pt x="111" y="78"/>
                    </a:cubicBezTo>
                    <a:cubicBezTo>
                      <a:pt x="111" y="78"/>
                      <a:pt x="112" y="78"/>
                      <a:pt x="112" y="78"/>
                    </a:cubicBezTo>
                    <a:cubicBezTo>
                      <a:pt x="112" y="77"/>
                      <a:pt x="112" y="77"/>
                      <a:pt x="112" y="77"/>
                    </a:cubicBezTo>
                    <a:cubicBezTo>
                      <a:pt x="112" y="77"/>
                      <a:pt x="112" y="77"/>
                      <a:pt x="112" y="77"/>
                    </a:cubicBezTo>
                    <a:cubicBezTo>
                      <a:pt x="112" y="77"/>
                      <a:pt x="112" y="77"/>
                      <a:pt x="112" y="77"/>
                    </a:cubicBezTo>
                    <a:cubicBezTo>
                      <a:pt x="112" y="77"/>
                      <a:pt x="112" y="77"/>
                      <a:pt x="112" y="77"/>
                    </a:cubicBezTo>
                    <a:close/>
                  </a:path>
                </a:pathLst>
              </a:custGeom>
              <a:solidFill>
                <a:srgbClr val="FFC00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88" name="矩形 87"/>
            <p:cNvSpPr/>
            <p:nvPr/>
          </p:nvSpPr>
          <p:spPr>
            <a:xfrm>
              <a:off x="10956875" y="916528"/>
              <a:ext cx="996247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PART 05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 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1" name="TextBox 90"/>
          <p:cNvSpPr txBox="1"/>
          <p:nvPr userDrawn="1"/>
        </p:nvSpPr>
        <p:spPr>
          <a:xfrm>
            <a:off x="398570" y="476888"/>
            <a:ext cx="23394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方正兰亭粗黑_GBK" pitchFamily="2" charset="-122"/>
                <a:ea typeface="方正兰亭粗黑_GBK" pitchFamily="2" charset="-122"/>
                <a:cs typeface="+mn-cs"/>
              </a:rPr>
              <a:t>明年工作计划</a:t>
            </a: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1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2024/5/11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2024/5/11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2024/5/11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2024/5/11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4" y="273052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2024/5/11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2024/5/11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2024/5/11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1" y="274640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2024/5/11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9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Relationship Id="rId1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0.xml"/><Relationship Id="rId13" Type="http://schemas.openxmlformats.org/officeDocument/2006/relationships/slideLayout" Target="../slideLayouts/slideLayout65.xml"/><Relationship Id="rId3" Type="http://schemas.openxmlformats.org/officeDocument/2006/relationships/slideLayout" Target="../slideLayouts/slideLayout55.xml"/><Relationship Id="rId7" Type="http://schemas.openxmlformats.org/officeDocument/2006/relationships/slideLayout" Target="../slideLayouts/slideLayout59.xml"/><Relationship Id="rId12" Type="http://schemas.openxmlformats.org/officeDocument/2006/relationships/slideLayout" Target="../slideLayouts/slideLayout64.xml"/><Relationship Id="rId2" Type="http://schemas.openxmlformats.org/officeDocument/2006/relationships/slideLayout" Target="../slideLayouts/slideLayout54.xml"/><Relationship Id="rId1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63.xml"/><Relationship Id="rId5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62.xml"/><Relationship Id="rId4" Type="http://schemas.openxmlformats.org/officeDocument/2006/relationships/slideLayout" Target="../slideLayouts/slideLayout56.xml"/><Relationship Id="rId9" Type="http://schemas.openxmlformats.org/officeDocument/2006/relationships/slideLayout" Target="../slideLayouts/slideLayout61.xml"/><Relationship Id="rId1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3.xml"/><Relationship Id="rId13" Type="http://schemas.openxmlformats.org/officeDocument/2006/relationships/slideLayout" Target="../slideLayouts/slideLayout78.xml"/><Relationship Id="rId3" Type="http://schemas.openxmlformats.org/officeDocument/2006/relationships/slideLayout" Target="../slideLayouts/slideLayout68.xml"/><Relationship Id="rId7" Type="http://schemas.openxmlformats.org/officeDocument/2006/relationships/slideLayout" Target="../slideLayouts/slideLayout72.xml"/><Relationship Id="rId12" Type="http://schemas.openxmlformats.org/officeDocument/2006/relationships/slideLayout" Target="../slideLayouts/slideLayout77.xml"/><Relationship Id="rId2" Type="http://schemas.openxmlformats.org/officeDocument/2006/relationships/slideLayout" Target="../slideLayouts/slideLayout67.xml"/><Relationship Id="rId1" Type="http://schemas.openxmlformats.org/officeDocument/2006/relationships/slideLayout" Target="../slideLayouts/slideLayout66.xml"/><Relationship Id="rId6" Type="http://schemas.openxmlformats.org/officeDocument/2006/relationships/slideLayout" Target="../slideLayouts/slideLayout71.xml"/><Relationship Id="rId11" Type="http://schemas.openxmlformats.org/officeDocument/2006/relationships/slideLayout" Target="../slideLayouts/slideLayout76.xml"/><Relationship Id="rId5" Type="http://schemas.openxmlformats.org/officeDocument/2006/relationships/slideLayout" Target="../slideLayouts/slideLayout70.xml"/><Relationship Id="rId10" Type="http://schemas.openxmlformats.org/officeDocument/2006/relationships/slideLayout" Target="../slideLayouts/slideLayout75.xml"/><Relationship Id="rId4" Type="http://schemas.openxmlformats.org/officeDocument/2006/relationships/slideLayout" Target="../slideLayouts/slideLayout69.xml"/><Relationship Id="rId9" Type="http://schemas.openxmlformats.org/officeDocument/2006/relationships/slideLayout" Target="../slideLayouts/slideLayout74.xml"/><Relationship Id="rId14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6.xml"/><Relationship Id="rId13" Type="http://schemas.openxmlformats.org/officeDocument/2006/relationships/slideLayout" Target="../slideLayouts/slideLayout91.xml"/><Relationship Id="rId3" Type="http://schemas.openxmlformats.org/officeDocument/2006/relationships/slideLayout" Target="../slideLayouts/slideLayout81.xml"/><Relationship Id="rId7" Type="http://schemas.openxmlformats.org/officeDocument/2006/relationships/slideLayout" Target="../slideLayouts/slideLayout85.xml"/><Relationship Id="rId12" Type="http://schemas.openxmlformats.org/officeDocument/2006/relationships/slideLayout" Target="../slideLayouts/slideLayout90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80.xml"/><Relationship Id="rId16" Type="http://schemas.openxmlformats.org/officeDocument/2006/relationships/theme" Target="../theme/theme7.xml"/><Relationship Id="rId1" Type="http://schemas.openxmlformats.org/officeDocument/2006/relationships/slideLayout" Target="../slideLayouts/slideLayout79.xml"/><Relationship Id="rId6" Type="http://schemas.openxmlformats.org/officeDocument/2006/relationships/slideLayout" Target="../slideLayouts/slideLayout84.xml"/><Relationship Id="rId11" Type="http://schemas.openxmlformats.org/officeDocument/2006/relationships/slideLayout" Target="../slideLayouts/slideLayout89.xml"/><Relationship Id="rId5" Type="http://schemas.openxmlformats.org/officeDocument/2006/relationships/slideLayout" Target="../slideLayouts/slideLayout83.xml"/><Relationship Id="rId15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88.xml"/><Relationship Id="rId4" Type="http://schemas.openxmlformats.org/officeDocument/2006/relationships/slideLayout" Target="../slideLayouts/slideLayout82.xml"/><Relationship Id="rId9" Type="http://schemas.openxmlformats.org/officeDocument/2006/relationships/slideLayout" Target="../slideLayouts/slideLayout87.xml"/><Relationship Id="rId14" Type="http://schemas.openxmlformats.org/officeDocument/2006/relationships/slideLayout" Target="../slideLayouts/slideLayout9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33"/>
          <p:cNvGrpSpPr/>
          <p:nvPr/>
        </p:nvGrpSpPr>
        <p:grpSpPr bwMode="auto">
          <a:xfrm>
            <a:off x="0" y="27"/>
            <a:ext cx="1447800" cy="6854825"/>
            <a:chOff x="0" y="0"/>
            <a:chExt cx="684" cy="4318"/>
          </a:xfrm>
        </p:grpSpPr>
        <p:sp>
          <p:nvSpPr>
            <p:cNvPr id="2" name="Rectangle 2"/>
            <p:cNvSpPr>
              <a:spLocks noChangeArrowheads="1"/>
            </p:cNvSpPr>
            <p:nvPr/>
          </p:nvSpPr>
          <p:spPr bwMode="invGray">
            <a:xfrm>
              <a:off x="0" y="0"/>
              <a:ext cx="684" cy="4318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6699FF"/>
                </a:buClr>
                <a:buSzPct val="75000"/>
                <a:buFont typeface="Monotype Sorts" pitchFamily="2" charset="2"/>
                <a:buNone/>
                <a:defRPr/>
              </a:pP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033" name="Group 32"/>
            <p:cNvGrpSpPr/>
            <p:nvPr/>
          </p:nvGrpSpPr>
          <p:grpSpPr bwMode="auto">
            <a:xfrm>
              <a:off x="48" y="102"/>
              <a:ext cx="96" cy="4128"/>
              <a:chOff x="48" y="102"/>
              <a:chExt cx="96" cy="4128"/>
            </a:xfrm>
          </p:grpSpPr>
          <p:sp>
            <p:nvSpPr>
              <p:cNvPr id="1034" name="Rectangle 3"/>
              <p:cNvSpPr>
                <a:spLocks noChangeArrowheads="1"/>
              </p:cNvSpPr>
              <p:nvPr/>
            </p:nvSpPr>
            <p:spPr bwMode="auto">
              <a:xfrm>
                <a:off x="48" y="1105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35" name="Rectangle 4"/>
              <p:cNvSpPr>
                <a:spLocks noChangeArrowheads="1"/>
              </p:cNvSpPr>
              <p:nvPr/>
            </p:nvSpPr>
            <p:spPr bwMode="auto">
              <a:xfrm>
                <a:off x="48" y="1250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36" name="Rectangle 5"/>
              <p:cNvSpPr>
                <a:spLocks noChangeArrowheads="1"/>
              </p:cNvSpPr>
              <p:nvPr/>
            </p:nvSpPr>
            <p:spPr bwMode="auto">
              <a:xfrm>
                <a:off x="48" y="1393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37" name="Rectangle 6"/>
              <p:cNvSpPr>
                <a:spLocks noChangeArrowheads="1"/>
              </p:cNvSpPr>
              <p:nvPr/>
            </p:nvSpPr>
            <p:spPr bwMode="auto">
              <a:xfrm>
                <a:off x="48" y="1538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38" name="Rectangle 7"/>
              <p:cNvSpPr>
                <a:spLocks noChangeArrowheads="1"/>
              </p:cNvSpPr>
              <p:nvPr/>
            </p:nvSpPr>
            <p:spPr bwMode="auto">
              <a:xfrm>
                <a:off x="48" y="1683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39" name="Rectangle 8"/>
              <p:cNvSpPr>
                <a:spLocks noChangeArrowheads="1"/>
              </p:cNvSpPr>
              <p:nvPr/>
            </p:nvSpPr>
            <p:spPr bwMode="auto">
              <a:xfrm>
                <a:off x="48" y="1826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0" name="Rectangle 9"/>
              <p:cNvSpPr>
                <a:spLocks noChangeArrowheads="1"/>
              </p:cNvSpPr>
              <p:nvPr/>
            </p:nvSpPr>
            <p:spPr bwMode="auto">
              <a:xfrm>
                <a:off x="48" y="1971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1" name="Rectangle 10"/>
              <p:cNvSpPr>
                <a:spLocks noChangeArrowheads="1"/>
              </p:cNvSpPr>
              <p:nvPr/>
            </p:nvSpPr>
            <p:spPr bwMode="auto">
              <a:xfrm>
                <a:off x="48" y="2115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2" name="Rectangle 11"/>
              <p:cNvSpPr>
                <a:spLocks noChangeArrowheads="1"/>
              </p:cNvSpPr>
              <p:nvPr/>
            </p:nvSpPr>
            <p:spPr bwMode="auto">
              <a:xfrm>
                <a:off x="48" y="2259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3" name="Rectangle 12"/>
              <p:cNvSpPr>
                <a:spLocks noChangeArrowheads="1"/>
              </p:cNvSpPr>
              <p:nvPr/>
            </p:nvSpPr>
            <p:spPr bwMode="auto">
              <a:xfrm>
                <a:off x="48" y="2403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4" name="Rectangle 13"/>
              <p:cNvSpPr>
                <a:spLocks noChangeArrowheads="1"/>
              </p:cNvSpPr>
              <p:nvPr/>
            </p:nvSpPr>
            <p:spPr bwMode="auto">
              <a:xfrm>
                <a:off x="48" y="2548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5" name="Rectangle 14"/>
              <p:cNvSpPr>
                <a:spLocks noChangeArrowheads="1"/>
              </p:cNvSpPr>
              <p:nvPr/>
            </p:nvSpPr>
            <p:spPr bwMode="auto">
              <a:xfrm>
                <a:off x="48" y="2692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6" name="Rectangle 15"/>
              <p:cNvSpPr>
                <a:spLocks noChangeArrowheads="1"/>
              </p:cNvSpPr>
              <p:nvPr/>
            </p:nvSpPr>
            <p:spPr bwMode="auto">
              <a:xfrm>
                <a:off x="48" y="2836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7" name="Rectangle 16"/>
              <p:cNvSpPr>
                <a:spLocks noChangeArrowheads="1"/>
              </p:cNvSpPr>
              <p:nvPr/>
            </p:nvSpPr>
            <p:spPr bwMode="auto">
              <a:xfrm>
                <a:off x="48" y="2980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8" name="Rectangle 17"/>
              <p:cNvSpPr>
                <a:spLocks noChangeArrowheads="1"/>
              </p:cNvSpPr>
              <p:nvPr/>
            </p:nvSpPr>
            <p:spPr bwMode="auto">
              <a:xfrm>
                <a:off x="48" y="3124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9" name="Rectangle 18"/>
              <p:cNvSpPr>
                <a:spLocks noChangeArrowheads="1"/>
              </p:cNvSpPr>
              <p:nvPr/>
            </p:nvSpPr>
            <p:spPr bwMode="auto">
              <a:xfrm>
                <a:off x="48" y="3269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0" name="Rectangle 19"/>
              <p:cNvSpPr>
                <a:spLocks noChangeArrowheads="1"/>
              </p:cNvSpPr>
              <p:nvPr/>
            </p:nvSpPr>
            <p:spPr bwMode="auto">
              <a:xfrm>
                <a:off x="48" y="3412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1" name="Rectangle 20"/>
              <p:cNvSpPr>
                <a:spLocks noChangeArrowheads="1"/>
              </p:cNvSpPr>
              <p:nvPr/>
            </p:nvSpPr>
            <p:spPr bwMode="auto">
              <a:xfrm>
                <a:off x="48" y="3557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2" name="Rectangle 21"/>
              <p:cNvSpPr>
                <a:spLocks noChangeArrowheads="1"/>
              </p:cNvSpPr>
              <p:nvPr/>
            </p:nvSpPr>
            <p:spPr bwMode="auto">
              <a:xfrm>
                <a:off x="48" y="3702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3" name="Rectangle 22"/>
              <p:cNvSpPr>
                <a:spLocks noChangeArrowheads="1"/>
              </p:cNvSpPr>
              <p:nvPr/>
            </p:nvSpPr>
            <p:spPr bwMode="auto">
              <a:xfrm>
                <a:off x="48" y="3845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4" name="Rectangle 23"/>
              <p:cNvSpPr>
                <a:spLocks noChangeArrowheads="1"/>
              </p:cNvSpPr>
              <p:nvPr/>
            </p:nvSpPr>
            <p:spPr bwMode="auto">
              <a:xfrm>
                <a:off x="48" y="3990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5" name="Rectangle 24"/>
              <p:cNvSpPr>
                <a:spLocks noChangeArrowheads="1"/>
              </p:cNvSpPr>
              <p:nvPr/>
            </p:nvSpPr>
            <p:spPr bwMode="auto">
              <a:xfrm>
                <a:off x="48" y="4133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6" name="Rectangle 25"/>
              <p:cNvSpPr>
                <a:spLocks noChangeArrowheads="1"/>
              </p:cNvSpPr>
              <p:nvPr/>
            </p:nvSpPr>
            <p:spPr bwMode="auto">
              <a:xfrm>
                <a:off x="48" y="102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7" name="Rectangle 26"/>
              <p:cNvSpPr>
                <a:spLocks noChangeArrowheads="1"/>
              </p:cNvSpPr>
              <p:nvPr/>
            </p:nvSpPr>
            <p:spPr bwMode="auto">
              <a:xfrm>
                <a:off x="48" y="246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8" name="Rectangle 27"/>
              <p:cNvSpPr>
                <a:spLocks noChangeArrowheads="1"/>
              </p:cNvSpPr>
              <p:nvPr/>
            </p:nvSpPr>
            <p:spPr bwMode="auto">
              <a:xfrm>
                <a:off x="48" y="391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" name="Rectangle 28"/>
              <p:cNvSpPr>
                <a:spLocks noChangeArrowheads="1"/>
              </p:cNvSpPr>
              <p:nvPr/>
            </p:nvSpPr>
            <p:spPr bwMode="auto">
              <a:xfrm>
                <a:off x="48" y="535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" name="Rectangle 29"/>
              <p:cNvSpPr>
                <a:spLocks noChangeArrowheads="1"/>
              </p:cNvSpPr>
              <p:nvPr/>
            </p:nvSpPr>
            <p:spPr bwMode="auto">
              <a:xfrm>
                <a:off x="48" y="679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" name="Rectangle 30"/>
              <p:cNvSpPr>
                <a:spLocks noChangeArrowheads="1"/>
              </p:cNvSpPr>
              <p:nvPr/>
            </p:nvSpPr>
            <p:spPr bwMode="auto">
              <a:xfrm>
                <a:off x="48" y="823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" name="Rectangle 31"/>
              <p:cNvSpPr>
                <a:spLocks noChangeArrowheads="1"/>
              </p:cNvSpPr>
              <p:nvPr/>
            </p:nvSpPr>
            <p:spPr bwMode="auto">
              <a:xfrm>
                <a:off x="48" y="968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1027" name="Rectangle 34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609600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/>
          <a:lstStyle/>
          <a:p>
            <a:pPr lvl="0"/>
            <a:r>
              <a:rPr lang="en-US" altLang="zh-CN" smtClean="0"/>
              <a:t>Click to edit Master title style</a:t>
            </a:r>
          </a:p>
        </p:txBody>
      </p:sp>
      <p:sp>
        <p:nvSpPr>
          <p:cNvPr id="1059" name="Rectangle 35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00" y="1981200"/>
            <a:ext cx="10363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t" anchorCtr="0" compatLnSpc="1"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sp>
        <p:nvSpPr>
          <p:cNvPr id="1060" name="Rectangle 3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5240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l">
              <a:buClrTx/>
              <a:buSzTx/>
              <a:buFontTx/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CC1063FF-56C7-475D-BF91-5127C9BD9A97}" type="datetime1">
              <a:rPr kumimoji="1" lang="zh-CN" altLang="en-US" smtClean="0">
                <a:solidFill>
                  <a:srgbClr val="FFFFFF"/>
                </a:solidFill>
              </a:rPr>
              <a:t>2024/5/11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1061" name="Rectangle 3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7752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ctr">
              <a:buClrTx/>
              <a:buSzTx/>
              <a:buFontTx/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1062" name="Rectangle 3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3472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r">
              <a:defRPr sz="14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D8B19AF4-52AA-48FF-A4F6-F77D0775A8BF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Monotype Sorts" pitchFamily="2" charset="2"/>
        <a:buChar char="n"/>
        <a:defRPr kumimoji="1"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75000"/>
        <a:buFont typeface="Monotype Sorts" pitchFamily="2" charset="2"/>
        <a:buChar char="u"/>
        <a:defRPr kumimoji="1"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Monotype Sorts" pitchFamily="2" charset="2"/>
        <a:buChar char="F"/>
        <a:defRPr kumimoji="1"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•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33"/>
          <p:cNvGrpSpPr/>
          <p:nvPr/>
        </p:nvGrpSpPr>
        <p:grpSpPr bwMode="auto">
          <a:xfrm>
            <a:off x="0" y="27"/>
            <a:ext cx="1447800" cy="6854825"/>
            <a:chOff x="0" y="0"/>
            <a:chExt cx="684" cy="4318"/>
          </a:xfrm>
        </p:grpSpPr>
        <p:sp>
          <p:nvSpPr>
            <p:cNvPr id="2" name="Rectangle 2"/>
            <p:cNvSpPr>
              <a:spLocks noChangeArrowheads="1"/>
            </p:cNvSpPr>
            <p:nvPr/>
          </p:nvSpPr>
          <p:spPr bwMode="invGray">
            <a:xfrm>
              <a:off x="0" y="0"/>
              <a:ext cx="684" cy="4318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6699FF"/>
                </a:buClr>
                <a:buSzPct val="75000"/>
                <a:buFont typeface="Monotype Sorts" pitchFamily="2" charset="2"/>
                <a:buNone/>
                <a:defRPr/>
              </a:pP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033" name="Group 32"/>
            <p:cNvGrpSpPr/>
            <p:nvPr/>
          </p:nvGrpSpPr>
          <p:grpSpPr bwMode="auto">
            <a:xfrm>
              <a:off x="48" y="102"/>
              <a:ext cx="96" cy="4128"/>
              <a:chOff x="48" y="102"/>
              <a:chExt cx="96" cy="4128"/>
            </a:xfrm>
          </p:grpSpPr>
          <p:sp>
            <p:nvSpPr>
              <p:cNvPr id="1034" name="Rectangle 3"/>
              <p:cNvSpPr>
                <a:spLocks noChangeArrowheads="1"/>
              </p:cNvSpPr>
              <p:nvPr/>
            </p:nvSpPr>
            <p:spPr bwMode="auto">
              <a:xfrm>
                <a:off x="48" y="1105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35" name="Rectangle 4"/>
              <p:cNvSpPr>
                <a:spLocks noChangeArrowheads="1"/>
              </p:cNvSpPr>
              <p:nvPr/>
            </p:nvSpPr>
            <p:spPr bwMode="auto">
              <a:xfrm>
                <a:off x="48" y="1250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36" name="Rectangle 5"/>
              <p:cNvSpPr>
                <a:spLocks noChangeArrowheads="1"/>
              </p:cNvSpPr>
              <p:nvPr/>
            </p:nvSpPr>
            <p:spPr bwMode="auto">
              <a:xfrm>
                <a:off x="48" y="1393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37" name="Rectangle 6"/>
              <p:cNvSpPr>
                <a:spLocks noChangeArrowheads="1"/>
              </p:cNvSpPr>
              <p:nvPr/>
            </p:nvSpPr>
            <p:spPr bwMode="auto">
              <a:xfrm>
                <a:off x="48" y="1538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38" name="Rectangle 7"/>
              <p:cNvSpPr>
                <a:spLocks noChangeArrowheads="1"/>
              </p:cNvSpPr>
              <p:nvPr/>
            </p:nvSpPr>
            <p:spPr bwMode="auto">
              <a:xfrm>
                <a:off x="48" y="1683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39" name="Rectangle 8"/>
              <p:cNvSpPr>
                <a:spLocks noChangeArrowheads="1"/>
              </p:cNvSpPr>
              <p:nvPr/>
            </p:nvSpPr>
            <p:spPr bwMode="auto">
              <a:xfrm>
                <a:off x="48" y="1826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0" name="Rectangle 9"/>
              <p:cNvSpPr>
                <a:spLocks noChangeArrowheads="1"/>
              </p:cNvSpPr>
              <p:nvPr/>
            </p:nvSpPr>
            <p:spPr bwMode="auto">
              <a:xfrm>
                <a:off x="48" y="1971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1" name="Rectangle 10"/>
              <p:cNvSpPr>
                <a:spLocks noChangeArrowheads="1"/>
              </p:cNvSpPr>
              <p:nvPr/>
            </p:nvSpPr>
            <p:spPr bwMode="auto">
              <a:xfrm>
                <a:off x="48" y="2115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2" name="Rectangle 11"/>
              <p:cNvSpPr>
                <a:spLocks noChangeArrowheads="1"/>
              </p:cNvSpPr>
              <p:nvPr/>
            </p:nvSpPr>
            <p:spPr bwMode="auto">
              <a:xfrm>
                <a:off x="48" y="2259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3" name="Rectangle 12"/>
              <p:cNvSpPr>
                <a:spLocks noChangeArrowheads="1"/>
              </p:cNvSpPr>
              <p:nvPr/>
            </p:nvSpPr>
            <p:spPr bwMode="auto">
              <a:xfrm>
                <a:off x="48" y="2403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4" name="Rectangle 13"/>
              <p:cNvSpPr>
                <a:spLocks noChangeArrowheads="1"/>
              </p:cNvSpPr>
              <p:nvPr/>
            </p:nvSpPr>
            <p:spPr bwMode="auto">
              <a:xfrm>
                <a:off x="48" y="2548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5" name="Rectangle 14"/>
              <p:cNvSpPr>
                <a:spLocks noChangeArrowheads="1"/>
              </p:cNvSpPr>
              <p:nvPr/>
            </p:nvSpPr>
            <p:spPr bwMode="auto">
              <a:xfrm>
                <a:off x="48" y="2692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6" name="Rectangle 15"/>
              <p:cNvSpPr>
                <a:spLocks noChangeArrowheads="1"/>
              </p:cNvSpPr>
              <p:nvPr/>
            </p:nvSpPr>
            <p:spPr bwMode="auto">
              <a:xfrm>
                <a:off x="48" y="2836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7" name="Rectangle 16"/>
              <p:cNvSpPr>
                <a:spLocks noChangeArrowheads="1"/>
              </p:cNvSpPr>
              <p:nvPr/>
            </p:nvSpPr>
            <p:spPr bwMode="auto">
              <a:xfrm>
                <a:off x="48" y="2980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8" name="Rectangle 17"/>
              <p:cNvSpPr>
                <a:spLocks noChangeArrowheads="1"/>
              </p:cNvSpPr>
              <p:nvPr/>
            </p:nvSpPr>
            <p:spPr bwMode="auto">
              <a:xfrm>
                <a:off x="48" y="3124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9" name="Rectangle 18"/>
              <p:cNvSpPr>
                <a:spLocks noChangeArrowheads="1"/>
              </p:cNvSpPr>
              <p:nvPr/>
            </p:nvSpPr>
            <p:spPr bwMode="auto">
              <a:xfrm>
                <a:off x="48" y="3269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0" name="Rectangle 19"/>
              <p:cNvSpPr>
                <a:spLocks noChangeArrowheads="1"/>
              </p:cNvSpPr>
              <p:nvPr/>
            </p:nvSpPr>
            <p:spPr bwMode="auto">
              <a:xfrm>
                <a:off x="48" y="3412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1" name="Rectangle 20"/>
              <p:cNvSpPr>
                <a:spLocks noChangeArrowheads="1"/>
              </p:cNvSpPr>
              <p:nvPr/>
            </p:nvSpPr>
            <p:spPr bwMode="auto">
              <a:xfrm>
                <a:off x="48" y="3557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2" name="Rectangle 21"/>
              <p:cNvSpPr>
                <a:spLocks noChangeArrowheads="1"/>
              </p:cNvSpPr>
              <p:nvPr/>
            </p:nvSpPr>
            <p:spPr bwMode="auto">
              <a:xfrm>
                <a:off x="48" y="3702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3" name="Rectangle 22"/>
              <p:cNvSpPr>
                <a:spLocks noChangeArrowheads="1"/>
              </p:cNvSpPr>
              <p:nvPr/>
            </p:nvSpPr>
            <p:spPr bwMode="auto">
              <a:xfrm>
                <a:off x="48" y="3845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4" name="Rectangle 23"/>
              <p:cNvSpPr>
                <a:spLocks noChangeArrowheads="1"/>
              </p:cNvSpPr>
              <p:nvPr/>
            </p:nvSpPr>
            <p:spPr bwMode="auto">
              <a:xfrm>
                <a:off x="48" y="3990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5" name="Rectangle 24"/>
              <p:cNvSpPr>
                <a:spLocks noChangeArrowheads="1"/>
              </p:cNvSpPr>
              <p:nvPr/>
            </p:nvSpPr>
            <p:spPr bwMode="auto">
              <a:xfrm>
                <a:off x="48" y="4133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6" name="Rectangle 25"/>
              <p:cNvSpPr>
                <a:spLocks noChangeArrowheads="1"/>
              </p:cNvSpPr>
              <p:nvPr/>
            </p:nvSpPr>
            <p:spPr bwMode="auto">
              <a:xfrm>
                <a:off x="48" y="102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7" name="Rectangle 26"/>
              <p:cNvSpPr>
                <a:spLocks noChangeArrowheads="1"/>
              </p:cNvSpPr>
              <p:nvPr/>
            </p:nvSpPr>
            <p:spPr bwMode="auto">
              <a:xfrm>
                <a:off x="48" y="246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8" name="Rectangle 27"/>
              <p:cNvSpPr>
                <a:spLocks noChangeArrowheads="1"/>
              </p:cNvSpPr>
              <p:nvPr/>
            </p:nvSpPr>
            <p:spPr bwMode="auto">
              <a:xfrm>
                <a:off x="48" y="391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" name="Rectangle 28"/>
              <p:cNvSpPr>
                <a:spLocks noChangeArrowheads="1"/>
              </p:cNvSpPr>
              <p:nvPr/>
            </p:nvSpPr>
            <p:spPr bwMode="auto">
              <a:xfrm>
                <a:off x="48" y="535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" name="Rectangle 29"/>
              <p:cNvSpPr>
                <a:spLocks noChangeArrowheads="1"/>
              </p:cNvSpPr>
              <p:nvPr/>
            </p:nvSpPr>
            <p:spPr bwMode="auto">
              <a:xfrm>
                <a:off x="48" y="679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" name="Rectangle 30"/>
              <p:cNvSpPr>
                <a:spLocks noChangeArrowheads="1"/>
              </p:cNvSpPr>
              <p:nvPr/>
            </p:nvSpPr>
            <p:spPr bwMode="auto">
              <a:xfrm>
                <a:off x="48" y="823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" name="Rectangle 31"/>
              <p:cNvSpPr>
                <a:spLocks noChangeArrowheads="1"/>
              </p:cNvSpPr>
              <p:nvPr/>
            </p:nvSpPr>
            <p:spPr bwMode="auto">
              <a:xfrm>
                <a:off x="48" y="968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1027" name="Rectangle 34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609600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/>
          <a:lstStyle/>
          <a:p>
            <a:pPr lvl="0"/>
            <a:r>
              <a:rPr lang="en-US" altLang="zh-CN" smtClean="0"/>
              <a:t>Click to edit Master title style</a:t>
            </a:r>
          </a:p>
        </p:txBody>
      </p:sp>
      <p:sp>
        <p:nvSpPr>
          <p:cNvPr id="1059" name="Rectangle 35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00" y="1981200"/>
            <a:ext cx="10363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t" anchorCtr="0" compatLnSpc="1"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sp>
        <p:nvSpPr>
          <p:cNvPr id="1060" name="Rectangle 3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5240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l">
              <a:buClrTx/>
              <a:buSzTx/>
              <a:buFontTx/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CC1063FF-56C7-475D-BF91-5127C9BD9A97}" type="datetime1">
              <a:rPr kumimoji="1" lang="zh-CN" altLang="en-US" smtClean="0">
                <a:solidFill>
                  <a:srgbClr val="FFFFFF"/>
                </a:solidFill>
              </a:rPr>
              <a:t>2024/5/11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1061" name="Rectangle 3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7752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ctr">
              <a:buClrTx/>
              <a:buSzTx/>
              <a:buFontTx/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1062" name="Rectangle 3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3472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r">
              <a:defRPr sz="14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D8B19AF4-52AA-48FF-A4F6-F77D0775A8BF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26" r:id="rId11"/>
    <p:sldLayoutId id="2147483727" r:id="rId12"/>
    <p:sldLayoutId id="2147483728" r:id="rId13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Monotype Sorts" pitchFamily="2" charset="2"/>
        <a:buChar char="n"/>
        <a:defRPr kumimoji="1"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75000"/>
        <a:buFont typeface="Monotype Sorts" pitchFamily="2" charset="2"/>
        <a:buChar char="u"/>
        <a:defRPr kumimoji="1"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Monotype Sorts" pitchFamily="2" charset="2"/>
        <a:buChar char="F"/>
        <a:defRPr kumimoji="1"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•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33"/>
          <p:cNvGrpSpPr/>
          <p:nvPr/>
        </p:nvGrpSpPr>
        <p:grpSpPr bwMode="auto">
          <a:xfrm>
            <a:off x="0" y="27"/>
            <a:ext cx="1447800" cy="6854825"/>
            <a:chOff x="0" y="0"/>
            <a:chExt cx="684" cy="4318"/>
          </a:xfrm>
        </p:grpSpPr>
        <p:sp>
          <p:nvSpPr>
            <p:cNvPr id="2" name="Rectangle 2"/>
            <p:cNvSpPr>
              <a:spLocks noChangeArrowheads="1"/>
            </p:cNvSpPr>
            <p:nvPr/>
          </p:nvSpPr>
          <p:spPr bwMode="invGray">
            <a:xfrm>
              <a:off x="0" y="0"/>
              <a:ext cx="684" cy="4318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6699FF"/>
                </a:buClr>
                <a:buSzPct val="75000"/>
                <a:buFont typeface="Monotype Sorts" pitchFamily="2" charset="2"/>
                <a:buNone/>
                <a:defRPr/>
              </a:pP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033" name="Group 32"/>
            <p:cNvGrpSpPr/>
            <p:nvPr/>
          </p:nvGrpSpPr>
          <p:grpSpPr bwMode="auto">
            <a:xfrm>
              <a:off x="48" y="102"/>
              <a:ext cx="96" cy="4128"/>
              <a:chOff x="48" y="102"/>
              <a:chExt cx="96" cy="4128"/>
            </a:xfrm>
          </p:grpSpPr>
          <p:sp>
            <p:nvSpPr>
              <p:cNvPr id="1034" name="Rectangle 3"/>
              <p:cNvSpPr>
                <a:spLocks noChangeArrowheads="1"/>
              </p:cNvSpPr>
              <p:nvPr/>
            </p:nvSpPr>
            <p:spPr bwMode="auto">
              <a:xfrm>
                <a:off x="48" y="1105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35" name="Rectangle 4"/>
              <p:cNvSpPr>
                <a:spLocks noChangeArrowheads="1"/>
              </p:cNvSpPr>
              <p:nvPr/>
            </p:nvSpPr>
            <p:spPr bwMode="auto">
              <a:xfrm>
                <a:off x="48" y="1250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36" name="Rectangle 5"/>
              <p:cNvSpPr>
                <a:spLocks noChangeArrowheads="1"/>
              </p:cNvSpPr>
              <p:nvPr/>
            </p:nvSpPr>
            <p:spPr bwMode="auto">
              <a:xfrm>
                <a:off x="48" y="1393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37" name="Rectangle 6"/>
              <p:cNvSpPr>
                <a:spLocks noChangeArrowheads="1"/>
              </p:cNvSpPr>
              <p:nvPr/>
            </p:nvSpPr>
            <p:spPr bwMode="auto">
              <a:xfrm>
                <a:off x="48" y="1538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38" name="Rectangle 7"/>
              <p:cNvSpPr>
                <a:spLocks noChangeArrowheads="1"/>
              </p:cNvSpPr>
              <p:nvPr/>
            </p:nvSpPr>
            <p:spPr bwMode="auto">
              <a:xfrm>
                <a:off x="48" y="1683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39" name="Rectangle 8"/>
              <p:cNvSpPr>
                <a:spLocks noChangeArrowheads="1"/>
              </p:cNvSpPr>
              <p:nvPr/>
            </p:nvSpPr>
            <p:spPr bwMode="auto">
              <a:xfrm>
                <a:off x="48" y="1826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0" name="Rectangle 9"/>
              <p:cNvSpPr>
                <a:spLocks noChangeArrowheads="1"/>
              </p:cNvSpPr>
              <p:nvPr/>
            </p:nvSpPr>
            <p:spPr bwMode="auto">
              <a:xfrm>
                <a:off x="48" y="1971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1" name="Rectangle 10"/>
              <p:cNvSpPr>
                <a:spLocks noChangeArrowheads="1"/>
              </p:cNvSpPr>
              <p:nvPr/>
            </p:nvSpPr>
            <p:spPr bwMode="auto">
              <a:xfrm>
                <a:off x="48" y="2115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2" name="Rectangle 11"/>
              <p:cNvSpPr>
                <a:spLocks noChangeArrowheads="1"/>
              </p:cNvSpPr>
              <p:nvPr/>
            </p:nvSpPr>
            <p:spPr bwMode="auto">
              <a:xfrm>
                <a:off x="48" y="2259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3" name="Rectangle 12"/>
              <p:cNvSpPr>
                <a:spLocks noChangeArrowheads="1"/>
              </p:cNvSpPr>
              <p:nvPr/>
            </p:nvSpPr>
            <p:spPr bwMode="auto">
              <a:xfrm>
                <a:off x="48" y="2403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4" name="Rectangle 13"/>
              <p:cNvSpPr>
                <a:spLocks noChangeArrowheads="1"/>
              </p:cNvSpPr>
              <p:nvPr/>
            </p:nvSpPr>
            <p:spPr bwMode="auto">
              <a:xfrm>
                <a:off x="48" y="2548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5" name="Rectangle 14"/>
              <p:cNvSpPr>
                <a:spLocks noChangeArrowheads="1"/>
              </p:cNvSpPr>
              <p:nvPr/>
            </p:nvSpPr>
            <p:spPr bwMode="auto">
              <a:xfrm>
                <a:off x="48" y="2692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6" name="Rectangle 15"/>
              <p:cNvSpPr>
                <a:spLocks noChangeArrowheads="1"/>
              </p:cNvSpPr>
              <p:nvPr/>
            </p:nvSpPr>
            <p:spPr bwMode="auto">
              <a:xfrm>
                <a:off x="48" y="2836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7" name="Rectangle 16"/>
              <p:cNvSpPr>
                <a:spLocks noChangeArrowheads="1"/>
              </p:cNvSpPr>
              <p:nvPr/>
            </p:nvSpPr>
            <p:spPr bwMode="auto">
              <a:xfrm>
                <a:off x="48" y="2980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8" name="Rectangle 17"/>
              <p:cNvSpPr>
                <a:spLocks noChangeArrowheads="1"/>
              </p:cNvSpPr>
              <p:nvPr/>
            </p:nvSpPr>
            <p:spPr bwMode="auto">
              <a:xfrm>
                <a:off x="48" y="3124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9" name="Rectangle 18"/>
              <p:cNvSpPr>
                <a:spLocks noChangeArrowheads="1"/>
              </p:cNvSpPr>
              <p:nvPr/>
            </p:nvSpPr>
            <p:spPr bwMode="auto">
              <a:xfrm>
                <a:off x="48" y="3269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0" name="Rectangle 19"/>
              <p:cNvSpPr>
                <a:spLocks noChangeArrowheads="1"/>
              </p:cNvSpPr>
              <p:nvPr/>
            </p:nvSpPr>
            <p:spPr bwMode="auto">
              <a:xfrm>
                <a:off x="48" y="3412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1" name="Rectangle 20"/>
              <p:cNvSpPr>
                <a:spLocks noChangeArrowheads="1"/>
              </p:cNvSpPr>
              <p:nvPr/>
            </p:nvSpPr>
            <p:spPr bwMode="auto">
              <a:xfrm>
                <a:off x="48" y="3557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2" name="Rectangle 21"/>
              <p:cNvSpPr>
                <a:spLocks noChangeArrowheads="1"/>
              </p:cNvSpPr>
              <p:nvPr/>
            </p:nvSpPr>
            <p:spPr bwMode="auto">
              <a:xfrm>
                <a:off x="48" y="3702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3" name="Rectangle 22"/>
              <p:cNvSpPr>
                <a:spLocks noChangeArrowheads="1"/>
              </p:cNvSpPr>
              <p:nvPr/>
            </p:nvSpPr>
            <p:spPr bwMode="auto">
              <a:xfrm>
                <a:off x="48" y="3845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4" name="Rectangle 23"/>
              <p:cNvSpPr>
                <a:spLocks noChangeArrowheads="1"/>
              </p:cNvSpPr>
              <p:nvPr/>
            </p:nvSpPr>
            <p:spPr bwMode="auto">
              <a:xfrm>
                <a:off x="48" y="3990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5" name="Rectangle 24"/>
              <p:cNvSpPr>
                <a:spLocks noChangeArrowheads="1"/>
              </p:cNvSpPr>
              <p:nvPr/>
            </p:nvSpPr>
            <p:spPr bwMode="auto">
              <a:xfrm>
                <a:off x="48" y="4133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6" name="Rectangle 25"/>
              <p:cNvSpPr>
                <a:spLocks noChangeArrowheads="1"/>
              </p:cNvSpPr>
              <p:nvPr/>
            </p:nvSpPr>
            <p:spPr bwMode="auto">
              <a:xfrm>
                <a:off x="48" y="102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7" name="Rectangle 26"/>
              <p:cNvSpPr>
                <a:spLocks noChangeArrowheads="1"/>
              </p:cNvSpPr>
              <p:nvPr/>
            </p:nvSpPr>
            <p:spPr bwMode="auto">
              <a:xfrm>
                <a:off x="48" y="246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8" name="Rectangle 27"/>
              <p:cNvSpPr>
                <a:spLocks noChangeArrowheads="1"/>
              </p:cNvSpPr>
              <p:nvPr/>
            </p:nvSpPr>
            <p:spPr bwMode="auto">
              <a:xfrm>
                <a:off x="48" y="391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" name="Rectangle 28"/>
              <p:cNvSpPr>
                <a:spLocks noChangeArrowheads="1"/>
              </p:cNvSpPr>
              <p:nvPr/>
            </p:nvSpPr>
            <p:spPr bwMode="auto">
              <a:xfrm>
                <a:off x="48" y="535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" name="Rectangle 29"/>
              <p:cNvSpPr>
                <a:spLocks noChangeArrowheads="1"/>
              </p:cNvSpPr>
              <p:nvPr/>
            </p:nvSpPr>
            <p:spPr bwMode="auto">
              <a:xfrm>
                <a:off x="48" y="679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" name="Rectangle 30"/>
              <p:cNvSpPr>
                <a:spLocks noChangeArrowheads="1"/>
              </p:cNvSpPr>
              <p:nvPr/>
            </p:nvSpPr>
            <p:spPr bwMode="auto">
              <a:xfrm>
                <a:off x="48" y="823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" name="Rectangle 31"/>
              <p:cNvSpPr>
                <a:spLocks noChangeArrowheads="1"/>
              </p:cNvSpPr>
              <p:nvPr/>
            </p:nvSpPr>
            <p:spPr bwMode="auto">
              <a:xfrm>
                <a:off x="48" y="968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1027" name="Rectangle 34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609600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/>
          <a:lstStyle/>
          <a:p>
            <a:pPr lvl="0"/>
            <a:r>
              <a:rPr lang="en-US" altLang="zh-CN" smtClean="0"/>
              <a:t>Click to edit Master title style</a:t>
            </a:r>
          </a:p>
        </p:txBody>
      </p:sp>
      <p:sp>
        <p:nvSpPr>
          <p:cNvPr id="1059" name="Rectangle 35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00" y="1981200"/>
            <a:ext cx="10363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t" anchorCtr="0" compatLnSpc="1"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sp>
        <p:nvSpPr>
          <p:cNvPr id="1060" name="Rectangle 3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5240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l">
              <a:buClrTx/>
              <a:buSzTx/>
              <a:buFontTx/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CC1063FF-56C7-475D-BF91-5127C9BD9A97}" type="datetime1">
              <a:rPr kumimoji="1" lang="zh-CN" altLang="en-US" smtClean="0">
                <a:solidFill>
                  <a:srgbClr val="FFFFFF"/>
                </a:solidFill>
              </a:rPr>
              <a:t>2024/5/11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1061" name="Rectangle 3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7752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ctr">
              <a:buClrTx/>
              <a:buSzTx/>
              <a:buFontTx/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1062" name="Rectangle 3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3472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r">
              <a:defRPr sz="14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D8B19AF4-52AA-48FF-A4F6-F77D0775A8BF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  <p:sldLayoutId id="2147483741" r:id="rId12"/>
    <p:sldLayoutId id="2147483742" r:id="rId13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Monotype Sorts" pitchFamily="2" charset="2"/>
        <a:buChar char="n"/>
        <a:defRPr kumimoji="1"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75000"/>
        <a:buFont typeface="Monotype Sorts" pitchFamily="2" charset="2"/>
        <a:buChar char="u"/>
        <a:defRPr kumimoji="1"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Monotype Sorts" pitchFamily="2" charset="2"/>
        <a:buChar char="F"/>
        <a:defRPr kumimoji="1"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•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33"/>
          <p:cNvGrpSpPr/>
          <p:nvPr/>
        </p:nvGrpSpPr>
        <p:grpSpPr bwMode="auto">
          <a:xfrm>
            <a:off x="0" y="27"/>
            <a:ext cx="1447800" cy="6854825"/>
            <a:chOff x="0" y="0"/>
            <a:chExt cx="684" cy="4318"/>
          </a:xfrm>
        </p:grpSpPr>
        <p:sp>
          <p:nvSpPr>
            <p:cNvPr id="2" name="Rectangle 2"/>
            <p:cNvSpPr>
              <a:spLocks noChangeArrowheads="1"/>
            </p:cNvSpPr>
            <p:nvPr/>
          </p:nvSpPr>
          <p:spPr bwMode="invGray">
            <a:xfrm>
              <a:off x="0" y="0"/>
              <a:ext cx="684" cy="4318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6699FF"/>
                </a:buClr>
                <a:buSzPct val="75000"/>
                <a:buFont typeface="Monotype Sorts" pitchFamily="2" charset="2"/>
                <a:buNone/>
                <a:defRPr/>
              </a:pP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033" name="Group 32"/>
            <p:cNvGrpSpPr/>
            <p:nvPr/>
          </p:nvGrpSpPr>
          <p:grpSpPr bwMode="auto">
            <a:xfrm>
              <a:off x="48" y="102"/>
              <a:ext cx="96" cy="4128"/>
              <a:chOff x="48" y="102"/>
              <a:chExt cx="96" cy="4128"/>
            </a:xfrm>
          </p:grpSpPr>
          <p:sp>
            <p:nvSpPr>
              <p:cNvPr id="1034" name="Rectangle 3"/>
              <p:cNvSpPr>
                <a:spLocks noChangeArrowheads="1"/>
              </p:cNvSpPr>
              <p:nvPr/>
            </p:nvSpPr>
            <p:spPr bwMode="auto">
              <a:xfrm>
                <a:off x="48" y="1105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35" name="Rectangle 4"/>
              <p:cNvSpPr>
                <a:spLocks noChangeArrowheads="1"/>
              </p:cNvSpPr>
              <p:nvPr/>
            </p:nvSpPr>
            <p:spPr bwMode="auto">
              <a:xfrm>
                <a:off x="48" y="1250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36" name="Rectangle 5"/>
              <p:cNvSpPr>
                <a:spLocks noChangeArrowheads="1"/>
              </p:cNvSpPr>
              <p:nvPr/>
            </p:nvSpPr>
            <p:spPr bwMode="auto">
              <a:xfrm>
                <a:off x="48" y="1393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37" name="Rectangle 6"/>
              <p:cNvSpPr>
                <a:spLocks noChangeArrowheads="1"/>
              </p:cNvSpPr>
              <p:nvPr/>
            </p:nvSpPr>
            <p:spPr bwMode="auto">
              <a:xfrm>
                <a:off x="48" y="1538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38" name="Rectangle 7"/>
              <p:cNvSpPr>
                <a:spLocks noChangeArrowheads="1"/>
              </p:cNvSpPr>
              <p:nvPr/>
            </p:nvSpPr>
            <p:spPr bwMode="auto">
              <a:xfrm>
                <a:off x="48" y="1683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39" name="Rectangle 8"/>
              <p:cNvSpPr>
                <a:spLocks noChangeArrowheads="1"/>
              </p:cNvSpPr>
              <p:nvPr/>
            </p:nvSpPr>
            <p:spPr bwMode="auto">
              <a:xfrm>
                <a:off x="48" y="1826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0" name="Rectangle 9"/>
              <p:cNvSpPr>
                <a:spLocks noChangeArrowheads="1"/>
              </p:cNvSpPr>
              <p:nvPr/>
            </p:nvSpPr>
            <p:spPr bwMode="auto">
              <a:xfrm>
                <a:off x="48" y="1971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1" name="Rectangle 10"/>
              <p:cNvSpPr>
                <a:spLocks noChangeArrowheads="1"/>
              </p:cNvSpPr>
              <p:nvPr/>
            </p:nvSpPr>
            <p:spPr bwMode="auto">
              <a:xfrm>
                <a:off x="48" y="2115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2" name="Rectangle 11"/>
              <p:cNvSpPr>
                <a:spLocks noChangeArrowheads="1"/>
              </p:cNvSpPr>
              <p:nvPr/>
            </p:nvSpPr>
            <p:spPr bwMode="auto">
              <a:xfrm>
                <a:off x="48" y="2259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3" name="Rectangle 12"/>
              <p:cNvSpPr>
                <a:spLocks noChangeArrowheads="1"/>
              </p:cNvSpPr>
              <p:nvPr/>
            </p:nvSpPr>
            <p:spPr bwMode="auto">
              <a:xfrm>
                <a:off x="48" y="2403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4" name="Rectangle 13"/>
              <p:cNvSpPr>
                <a:spLocks noChangeArrowheads="1"/>
              </p:cNvSpPr>
              <p:nvPr/>
            </p:nvSpPr>
            <p:spPr bwMode="auto">
              <a:xfrm>
                <a:off x="48" y="2548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5" name="Rectangle 14"/>
              <p:cNvSpPr>
                <a:spLocks noChangeArrowheads="1"/>
              </p:cNvSpPr>
              <p:nvPr/>
            </p:nvSpPr>
            <p:spPr bwMode="auto">
              <a:xfrm>
                <a:off x="48" y="2692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6" name="Rectangle 15"/>
              <p:cNvSpPr>
                <a:spLocks noChangeArrowheads="1"/>
              </p:cNvSpPr>
              <p:nvPr/>
            </p:nvSpPr>
            <p:spPr bwMode="auto">
              <a:xfrm>
                <a:off x="48" y="2836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7" name="Rectangle 16"/>
              <p:cNvSpPr>
                <a:spLocks noChangeArrowheads="1"/>
              </p:cNvSpPr>
              <p:nvPr/>
            </p:nvSpPr>
            <p:spPr bwMode="auto">
              <a:xfrm>
                <a:off x="48" y="2980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8" name="Rectangle 17"/>
              <p:cNvSpPr>
                <a:spLocks noChangeArrowheads="1"/>
              </p:cNvSpPr>
              <p:nvPr/>
            </p:nvSpPr>
            <p:spPr bwMode="auto">
              <a:xfrm>
                <a:off x="48" y="3124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9" name="Rectangle 18"/>
              <p:cNvSpPr>
                <a:spLocks noChangeArrowheads="1"/>
              </p:cNvSpPr>
              <p:nvPr/>
            </p:nvSpPr>
            <p:spPr bwMode="auto">
              <a:xfrm>
                <a:off x="48" y="3269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0" name="Rectangle 19"/>
              <p:cNvSpPr>
                <a:spLocks noChangeArrowheads="1"/>
              </p:cNvSpPr>
              <p:nvPr/>
            </p:nvSpPr>
            <p:spPr bwMode="auto">
              <a:xfrm>
                <a:off x="48" y="3412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1" name="Rectangle 20"/>
              <p:cNvSpPr>
                <a:spLocks noChangeArrowheads="1"/>
              </p:cNvSpPr>
              <p:nvPr/>
            </p:nvSpPr>
            <p:spPr bwMode="auto">
              <a:xfrm>
                <a:off x="48" y="3557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2" name="Rectangle 21"/>
              <p:cNvSpPr>
                <a:spLocks noChangeArrowheads="1"/>
              </p:cNvSpPr>
              <p:nvPr/>
            </p:nvSpPr>
            <p:spPr bwMode="auto">
              <a:xfrm>
                <a:off x="48" y="3702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3" name="Rectangle 22"/>
              <p:cNvSpPr>
                <a:spLocks noChangeArrowheads="1"/>
              </p:cNvSpPr>
              <p:nvPr/>
            </p:nvSpPr>
            <p:spPr bwMode="auto">
              <a:xfrm>
                <a:off x="48" y="3845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4" name="Rectangle 23"/>
              <p:cNvSpPr>
                <a:spLocks noChangeArrowheads="1"/>
              </p:cNvSpPr>
              <p:nvPr/>
            </p:nvSpPr>
            <p:spPr bwMode="auto">
              <a:xfrm>
                <a:off x="48" y="3990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5" name="Rectangle 24"/>
              <p:cNvSpPr>
                <a:spLocks noChangeArrowheads="1"/>
              </p:cNvSpPr>
              <p:nvPr/>
            </p:nvSpPr>
            <p:spPr bwMode="auto">
              <a:xfrm>
                <a:off x="48" y="4133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6" name="Rectangle 25"/>
              <p:cNvSpPr>
                <a:spLocks noChangeArrowheads="1"/>
              </p:cNvSpPr>
              <p:nvPr/>
            </p:nvSpPr>
            <p:spPr bwMode="auto">
              <a:xfrm>
                <a:off x="48" y="102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7" name="Rectangle 26"/>
              <p:cNvSpPr>
                <a:spLocks noChangeArrowheads="1"/>
              </p:cNvSpPr>
              <p:nvPr/>
            </p:nvSpPr>
            <p:spPr bwMode="auto">
              <a:xfrm>
                <a:off x="48" y="246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8" name="Rectangle 27"/>
              <p:cNvSpPr>
                <a:spLocks noChangeArrowheads="1"/>
              </p:cNvSpPr>
              <p:nvPr/>
            </p:nvSpPr>
            <p:spPr bwMode="auto">
              <a:xfrm>
                <a:off x="48" y="391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" name="Rectangle 28"/>
              <p:cNvSpPr>
                <a:spLocks noChangeArrowheads="1"/>
              </p:cNvSpPr>
              <p:nvPr/>
            </p:nvSpPr>
            <p:spPr bwMode="auto">
              <a:xfrm>
                <a:off x="48" y="535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" name="Rectangle 29"/>
              <p:cNvSpPr>
                <a:spLocks noChangeArrowheads="1"/>
              </p:cNvSpPr>
              <p:nvPr/>
            </p:nvSpPr>
            <p:spPr bwMode="auto">
              <a:xfrm>
                <a:off x="48" y="679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" name="Rectangle 30"/>
              <p:cNvSpPr>
                <a:spLocks noChangeArrowheads="1"/>
              </p:cNvSpPr>
              <p:nvPr/>
            </p:nvSpPr>
            <p:spPr bwMode="auto">
              <a:xfrm>
                <a:off x="48" y="823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" name="Rectangle 31"/>
              <p:cNvSpPr>
                <a:spLocks noChangeArrowheads="1"/>
              </p:cNvSpPr>
              <p:nvPr/>
            </p:nvSpPr>
            <p:spPr bwMode="auto">
              <a:xfrm>
                <a:off x="48" y="968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1027" name="Rectangle 34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609600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/>
          <a:lstStyle/>
          <a:p>
            <a:pPr lvl="0"/>
            <a:r>
              <a:rPr lang="en-US" altLang="zh-CN" smtClean="0"/>
              <a:t>Click to edit Master title style</a:t>
            </a:r>
          </a:p>
        </p:txBody>
      </p:sp>
      <p:sp>
        <p:nvSpPr>
          <p:cNvPr id="1059" name="Rectangle 35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00" y="1981200"/>
            <a:ext cx="10363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t" anchorCtr="0" compatLnSpc="1"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sp>
        <p:nvSpPr>
          <p:cNvPr id="1060" name="Rectangle 3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5240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l">
              <a:buClrTx/>
              <a:buSzTx/>
              <a:buFontTx/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CC1063FF-56C7-475D-BF91-5127C9BD9A97}" type="datetime1">
              <a:rPr kumimoji="1" lang="zh-CN" altLang="en-US" smtClean="0">
                <a:solidFill>
                  <a:srgbClr val="FFFFFF"/>
                </a:solidFill>
              </a:rPr>
              <a:t>2024/5/11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1061" name="Rectangle 3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7752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ctr">
              <a:buClrTx/>
              <a:buSzTx/>
              <a:buFontTx/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1062" name="Rectangle 3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3472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r">
              <a:defRPr sz="14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D8B19AF4-52AA-48FF-A4F6-F77D0775A8BF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  <p:sldLayoutId id="2147483755" r:id="rId12"/>
    <p:sldLayoutId id="2147483756" r:id="rId13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Monotype Sorts" pitchFamily="2" charset="2"/>
        <a:buChar char="n"/>
        <a:defRPr kumimoji="1"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75000"/>
        <a:buFont typeface="Monotype Sorts" pitchFamily="2" charset="2"/>
        <a:buChar char="u"/>
        <a:defRPr kumimoji="1"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Monotype Sorts" pitchFamily="2" charset="2"/>
        <a:buChar char="F"/>
        <a:defRPr kumimoji="1"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•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33"/>
          <p:cNvGrpSpPr/>
          <p:nvPr/>
        </p:nvGrpSpPr>
        <p:grpSpPr bwMode="auto">
          <a:xfrm>
            <a:off x="0" y="27"/>
            <a:ext cx="1447800" cy="6854825"/>
            <a:chOff x="0" y="0"/>
            <a:chExt cx="684" cy="4318"/>
          </a:xfrm>
        </p:grpSpPr>
        <p:sp>
          <p:nvSpPr>
            <p:cNvPr id="2" name="Rectangle 2"/>
            <p:cNvSpPr>
              <a:spLocks noChangeArrowheads="1"/>
            </p:cNvSpPr>
            <p:nvPr/>
          </p:nvSpPr>
          <p:spPr bwMode="invGray">
            <a:xfrm>
              <a:off x="0" y="0"/>
              <a:ext cx="684" cy="4318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6699FF"/>
                </a:buClr>
                <a:buSzPct val="75000"/>
                <a:buFont typeface="Monotype Sorts" pitchFamily="2" charset="2"/>
                <a:buNone/>
                <a:defRPr/>
              </a:pP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033" name="Group 32"/>
            <p:cNvGrpSpPr/>
            <p:nvPr/>
          </p:nvGrpSpPr>
          <p:grpSpPr bwMode="auto">
            <a:xfrm>
              <a:off x="48" y="102"/>
              <a:ext cx="96" cy="4128"/>
              <a:chOff x="48" y="102"/>
              <a:chExt cx="96" cy="4128"/>
            </a:xfrm>
          </p:grpSpPr>
          <p:sp>
            <p:nvSpPr>
              <p:cNvPr id="1034" name="Rectangle 3"/>
              <p:cNvSpPr>
                <a:spLocks noChangeArrowheads="1"/>
              </p:cNvSpPr>
              <p:nvPr/>
            </p:nvSpPr>
            <p:spPr bwMode="auto">
              <a:xfrm>
                <a:off x="48" y="1105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35" name="Rectangle 4"/>
              <p:cNvSpPr>
                <a:spLocks noChangeArrowheads="1"/>
              </p:cNvSpPr>
              <p:nvPr/>
            </p:nvSpPr>
            <p:spPr bwMode="auto">
              <a:xfrm>
                <a:off x="48" y="1250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36" name="Rectangle 5"/>
              <p:cNvSpPr>
                <a:spLocks noChangeArrowheads="1"/>
              </p:cNvSpPr>
              <p:nvPr/>
            </p:nvSpPr>
            <p:spPr bwMode="auto">
              <a:xfrm>
                <a:off x="48" y="1393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37" name="Rectangle 6"/>
              <p:cNvSpPr>
                <a:spLocks noChangeArrowheads="1"/>
              </p:cNvSpPr>
              <p:nvPr/>
            </p:nvSpPr>
            <p:spPr bwMode="auto">
              <a:xfrm>
                <a:off x="48" y="1538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38" name="Rectangle 7"/>
              <p:cNvSpPr>
                <a:spLocks noChangeArrowheads="1"/>
              </p:cNvSpPr>
              <p:nvPr/>
            </p:nvSpPr>
            <p:spPr bwMode="auto">
              <a:xfrm>
                <a:off x="48" y="1683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39" name="Rectangle 8"/>
              <p:cNvSpPr>
                <a:spLocks noChangeArrowheads="1"/>
              </p:cNvSpPr>
              <p:nvPr/>
            </p:nvSpPr>
            <p:spPr bwMode="auto">
              <a:xfrm>
                <a:off x="48" y="1826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0" name="Rectangle 9"/>
              <p:cNvSpPr>
                <a:spLocks noChangeArrowheads="1"/>
              </p:cNvSpPr>
              <p:nvPr/>
            </p:nvSpPr>
            <p:spPr bwMode="auto">
              <a:xfrm>
                <a:off x="48" y="1971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1" name="Rectangle 10"/>
              <p:cNvSpPr>
                <a:spLocks noChangeArrowheads="1"/>
              </p:cNvSpPr>
              <p:nvPr/>
            </p:nvSpPr>
            <p:spPr bwMode="auto">
              <a:xfrm>
                <a:off x="48" y="2115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2" name="Rectangle 11"/>
              <p:cNvSpPr>
                <a:spLocks noChangeArrowheads="1"/>
              </p:cNvSpPr>
              <p:nvPr/>
            </p:nvSpPr>
            <p:spPr bwMode="auto">
              <a:xfrm>
                <a:off x="48" y="2259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3" name="Rectangle 12"/>
              <p:cNvSpPr>
                <a:spLocks noChangeArrowheads="1"/>
              </p:cNvSpPr>
              <p:nvPr/>
            </p:nvSpPr>
            <p:spPr bwMode="auto">
              <a:xfrm>
                <a:off x="48" y="2403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4" name="Rectangle 13"/>
              <p:cNvSpPr>
                <a:spLocks noChangeArrowheads="1"/>
              </p:cNvSpPr>
              <p:nvPr/>
            </p:nvSpPr>
            <p:spPr bwMode="auto">
              <a:xfrm>
                <a:off x="48" y="2548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5" name="Rectangle 14"/>
              <p:cNvSpPr>
                <a:spLocks noChangeArrowheads="1"/>
              </p:cNvSpPr>
              <p:nvPr/>
            </p:nvSpPr>
            <p:spPr bwMode="auto">
              <a:xfrm>
                <a:off x="48" y="2692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6" name="Rectangle 15"/>
              <p:cNvSpPr>
                <a:spLocks noChangeArrowheads="1"/>
              </p:cNvSpPr>
              <p:nvPr/>
            </p:nvSpPr>
            <p:spPr bwMode="auto">
              <a:xfrm>
                <a:off x="48" y="2836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7" name="Rectangle 16"/>
              <p:cNvSpPr>
                <a:spLocks noChangeArrowheads="1"/>
              </p:cNvSpPr>
              <p:nvPr/>
            </p:nvSpPr>
            <p:spPr bwMode="auto">
              <a:xfrm>
                <a:off x="48" y="2980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8" name="Rectangle 17"/>
              <p:cNvSpPr>
                <a:spLocks noChangeArrowheads="1"/>
              </p:cNvSpPr>
              <p:nvPr/>
            </p:nvSpPr>
            <p:spPr bwMode="auto">
              <a:xfrm>
                <a:off x="48" y="3124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9" name="Rectangle 18"/>
              <p:cNvSpPr>
                <a:spLocks noChangeArrowheads="1"/>
              </p:cNvSpPr>
              <p:nvPr/>
            </p:nvSpPr>
            <p:spPr bwMode="auto">
              <a:xfrm>
                <a:off x="48" y="3269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0" name="Rectangle 19"/>
              <p:cNvSpPr>
                <a:spLocks noChangeArrowheads="1"/>
              </p:cNvSpPr>
              <p:nvPr/>
            </p:nvSpPr>
            <p:spPr bwMode="auto">
              <a:xfrm>
                <a:off x="48" y="3412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1" name="Rectangle 20"/>
              <p:cNvSpPr>
                <a:spLocks noChangeArrowheads="1"/>
              </p:cNvSpPr>
              <p:nvPr/>
            </p:nvSpPr>
            <p:spPr bwMode="auto">
              <a:xfrm>
                <a:off x="48" y="3557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2" name="Rectangle 21"/>
              <p:cNvSpPr>
                <a:spLocks noChangeArrowheads="1"/>
              </p:cNvSpPr>
              <p:nvPr/>
            </p:nvSpPr>
            <p:spPr bwMode="auto">
              <a:xfrm>
                <a:off x="48" y="3702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3" name="Rectangle 22"/>
              <p:cNvSpPr>
                <a:spLocks noChangeArrowheads="1"/>
              </p:cNvSpPr>
              <p:nvPr/>
            </p:nvSpPr>
            <p:spPr bwMode="auto">
              <a:xfrm>
                <a:off x="48" y="3845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4" name="Rectangle 23"/>
              <p:cNvSpPr>
                <a:spLocks noChangeArrowheads="1"/>
              </p:cNvSpPr>
              <p:nvPr/>
            </p:nvSpPr>
            <p:spPr bwMode="auto">
              <a:xfrm>
                <a:off x="48" y="3990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5" name="Rectangle 24"/>
              <p:cNvSpPr>
                <a:spLocks noChangeArrowheads="1"/>
              </p:cNvSpPr>
              <p:nvPr/>
            </p:nvSpPr>
            <p:spPr bwMode="auto">
              <a:xfrm>
                <a:off x="48" y="4133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6" name="Rectangle 25"/>
              <p:cNvSpPr>
                <a:spLocks noChangeArrowheads="1"/>
              </p:cNvSpPr>
              <p:nvPr/>
            </p:nvSpPr>
            <p:spPr bwMode="auto">
              <a:xfrm>
                <a:off x="48" y="102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7" name="Rectangle 26"/>
              <p:cNvSpPr>
                <a:spLocks noChangeArrowheads="1"/>
              </p:cNvSpPr>
              <p:nvPr/>
            </p:nvSpPr>
            <p:spPr bwMode="auto">
              <a:xfrm>
                <a:off x="48" y="246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58" name="Rectangle 27"/>
              <p:cNvSpPr>
                <a:spLocks noChangeArrowheads="1"/>
              </p:cNvSpPr>
              <p:nvPr/>
            </p:nvSpPr>
            <p:spPr bwMode="auto">
              <a:xfrm>
                <a:off x="48" y="391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" name="Rectangle 28"/>
              <p:cNvSpPr>
                <a:spLocks noChangeArrowheads="1"/>
              </p:cNvSpPr>
              <p:nvPr/>
            </p:nvSpPr>
            <p:spPr bwMode="auto">
              <a:xfrm>
                <a:off x="48" y="535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" name="Rectangle 29"/>
              <p:cNvSpPr>
                <a:spLocks noChangeArrowheads="1"/>
              </p:cNvSpPr>
              <p:nvPr/>
            </p:nvSpPr>
            <p:spPr bwMode="auto">
              <a:xfrm>
                <a:off x="48" y="679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" name="Rectangle 30"/>
              <p:cNvSpPr>
                <a:spLocks noChangeArrowheads="1"/>
              </p:cNvSpPr>
              <p:nvPr/>
            </p:nvSpPr>
            <p:spPr bwMode="auto">
              <a:xfrm>
                <a:off x="48" y="823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" name="Rectangle 31"/>
              <p:cNvSpPr>
                <a:spLocks noChangeArrowheads="1"/>
              </p:cNvSpPr>
              <p:nvPr/>
            </p:nvSpPr>
            <p:spPr bwMode="auto">
              <a:xfrm>
                <a:off x="48" y="968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6699FF"/>
                  </a:buClr>
                  <a:buSzPct val="75000"/>
                  <a:buFont typeface="Monotype Sorts" pitchFamily="2" charset="2"/>
                  <a:buNone/>
                  <a:defRPr/>
                </a:pPr>
                <a:endParaRPr kumimoji="1" lang="zh-CN" alt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1027" name="Rectangle 34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609600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/>
          <a:lstStyle/>
          <a:p>
            <a:pPr lvl="0"/>
            <a:r>
              <a:rPr lang="en-US" altLang="zh-CN" smtClean="0"/>
              <a:t>Click to edit Master title style</a:t>
            </a:r>
          </a:p>
        </p:txBody>
      </p:sp>
      <p:sp>
        <p:nvSpPr>
          <p:cNvPr id="1059" name="Rectangle 35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00" y="1981200"/>
            <a:ext cx="10363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t" anchorCtr="0" compatLnSpc="1"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sp>
        <p:nvSpPr>
          <p:cNvPr id="1060" name="Rectangle 3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5240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l">
              <a:buClrTx/>
              <a:buSzTx/>
              <a:buFontTx/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CC1063FF-56C7-475D-BF91-5127C9BD9A97}" type="datetime1">
              <a:rPr kumimoji="1" lang="zh-CN" altLang="en-US" smtClean="0">
                <a:solidFill>
                  <a:srgbClr val="FFFFFF"/>
                </a:solidFill>
              </a:rPr>
              <a:t>2024/5/11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1061" name="Rectangle 3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7752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ctr">
              <a:buClrTx/>
              <a:buSzTx/>
              <a:buFontTx/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1062" name="Rectangle 3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3472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r">
              <a:defRPr sz="14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D8B19AF4-52AA-48FF-A4F6-F77D0775A8BF}" type="slidenum">
              <a:rPr kumimoji="1" lang="en-US" altLang="zh-CN" smtClean="0">
                <a:solidFill>
                  <a:srgbClr val="FFFFFF"/>
                </a:solidFill>
              </a:rPr>
              <a:t>‹#›</a:t>
            </a:fld>
            <a:endParaRPr kumimoji="1" lang="en-US" altLang="zh-CN">
              <a:solidFill>
                <a:srgbClr val="FFFFFF"/>
              </a:solidFill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  <p:sldLayoutId id="2147483770" r:id="rId13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Monotype Sorts" pitchFamily="2" charset="2"/>
        <a:buChar char="n"/>
        <a:defRPr kumimoji="1"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75000"/>
        <a:buFont typeface="Monotype Sorts" pitchFamily="2" charset="2"/>
        <a:buChar char="u"/>
        <a:defRPr kumimoji="1"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Monotype Sorts" pitchFamily="2" charset="2"/>
        <a:buChar char="F"/>
        <a:defRPr kumimoji="1"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•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33"/>
          <p:cNvGrpSpPr/>
          <p:nvPr/>
        </p:nvGrpSpPr>
        <p:grpSpPr bwMode="auto">
          <a:xfrm>
            <a:off x="0" y="26"/>
            <a:ext cx="1447800" cy="6854825"/>
            <a:chOff x="0" y="0"/>
            <a:chExt cx="684" cy="4318"/>
          </a:xfrm>
        </p:grpSpPr>
        <p:sp>
          <p:nvSpPr>
            <p:cNvPr id="2" name="Rectangle 2"/>
            <p:cNvSpPr>
              <a:spLocks noChangeArrowheads="1"/>
            </p:cNvSpPr>
            <p:nvPr/>
          </p:nvSpPr>
          <p:spPr bwMode="invGray">
            <a:xfrm>
              <a:off x="0" y="0"/>
              <a:ext cx="684" cy="4318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algn="ctr">
                <a:buClr>
                  <a:schemeClr val="folHlink"/>
                </a:buClr>
                <a:buSzPct val="75000"/>
                <a:buFont typeface="Monotype Sorts" pitchFamily="2" charset="2"/>
                <a:buNone/>
                <a:defRPr/>
              </a:pPr>
              <a:endParaRPr lang="zh-CN" altLang="en-US" sz="2400"/>
            </a:p>
          </p:txBody>
        </p:sp>
        <p:grpSp>
          <p:nvGrpSpPr>
            <p:cNvPr id="1033" name="Group 32"/>
            <p:cNvGrpSpPr/>
            <p:nvPr/>
          </p:nvGrpSpPr>
          <p:grpSpPr bwMode="auto">
            <a:xfrm>
              <a:off x="48" y="102"/>
              <a:ext cx="96" cy="4128"/>
              <a:chOff x="48" y="102"/>
              <a:chExt cx="96" cy="4128"/>
            </a:xfrm>
          </p:grpSpPr>
          <p:sp>
            <p:nvSpPr>
              <p:cNvPr id="1034" name="Rectangle 3"/>
              <p:cNvSpPr>
                <a:spLocks noChangeArrowheads="1"/>
              </p:cNvSpPr>
              <p:nvPr/>
            </p:nvSpPr>
            <p:spPr bwMode="auto">
              <a:xfrm>
                <a:off x="48" y="1105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 smtClean="0"/>
              </a:p>
            </p:txBody>
          </p:sp>
          <p:sp>
            <p:nvSpPr>
              <p:cNvPr id="1035" name="Rectangle 4"/>
              <p:cNvSpPr>
                <a:spLocks noChangeArrowheads="1"/>
              </p:cNvSpPr>
              <p:nvPr/>
            </p:nvSpPr>
            <p:spPr bwMode="auto">
              <a:xfrm>
                <a:off x="48" y="1250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 smtClean="0"/>
              </a:p>
            </p:txBody>
          </p:sp>
          <p:sp>
            <p:nvSpPr>
              <p:cNvPr id="1036" name="Rectangle 5"/>
              <p:cNvSpPr>
                <a:spLocks noChangeArrowheads="1"/>
              </p:cNvSpPr>
              <p:nvPr/>
            </p:nvSpPr>
            <p:spPr bwMode="auto">
              <a:xfrm>
                <a:off x="48" y="1393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 smtClean="0"/>
              </a:p>
            </p:txBody>
          </p:sp>
          <p:sp>
            <p:nvSpPr>
              <p:cNvPr id="1037" name="Rectangle 6"/>
              <p:cNvSpPr>
                <a:spLocks noChangeArrowheads="1"/>
              </p:cNvSpPr>
              <p:nvPr/>
            </p:nvSpPr>
            <p:spPr bwMode="auto">
              <a:xfrm>
                <a:off x="48" y="1538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 smtClean="0"/>
              </a:p>
            </p:txBody>
          </p:sp>
          <p:sp>
            <p:nvSpPr>
              <p:cNvPr id="1038" name="Rectangle 7"/>
              <p:cNvSpPr>
                <a:spLocks noChangeArrowheads="1"/>
              </p:cNvSpPr>
              <p:nvPr/>
            </p:nvSpPr>
            <p:spPr bwMode="auto">
              <a:xfrm>
                <a:off x="48" y="1683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 smtClean="0"/>
              </a:p>
            </p:txBody>
          </p:sp>
          <p:sp>
            <p:nvSpPr>
              <p:cNvPr id="1039" name="Rectangle 8"/>
              <p:cNvSpPr>
                <a:spLocks noChangeArrowheads="1"/>
              </p:cNvSpPr>
              <p:nvPr/>
            </p:nvSpPr>
            <p:spPr bwMode="auto">
              <a:xfrm>
                <a:off x="48" y="1826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 smtClean="0"/>
              </a:p>
            </p:txBody>
          </p:sp>
          <p:sp>
            <p:nvSpPr>
              <p:cNvPr id="1040" name="Rectangle 9"/>
              <p:cNvSpPr>
                <a:spLocks noChangeArrowheads="1"/>
              </p:cNvSpPr>
              <p:nvPr/>
            </p:nvSpPr>
            <p:spPr bwMode="auto">
              <a:xfrm>
                <a:off x="48" y="1971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 smtClean="0"/>
              </a:p>
            </p:txBody>
          </p:sp>
          <p:sp>
            <p:nvSpPr>
              <p:cNvPr id="1041" name="Rectangle 10"/>
              <p:cNvSpPr>
                <a:spLocks noChangeArrowheads="1"/>
              </p:cNvSpPr>
              <p:nvPr/>
            </p:nvSpPr>
            <p:spPr bwMode="auto">
              <a:xfrm>
                <a:off x="48" y="2115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 smtClean="0"/>
              </a:p>
            </p:txBody>
          </p:sp>
          <p:sp>
            <p:nvSpPr>
              <p:cNvPr id="1042" name="Rectangle 11"/>
              <p:cNvSpPr>
                <a:spLocks noChangeArrowheads="1"/>
              </p:cNvSpPr>
              <p:nvPr/>
            </p:nvSpPr>
            <p:spPr bwMode="auto">
              <a:xfrm>
                <a:off x="48" y="2259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 smtClean="0"/>
              </a:p>
            </p:txBody>
          </p:sp>
          <p:sp>
            <p:nvSpPr>
              <p:cNvPr id="1043" name="Rectangle 12"/>
              <p:cNvSpPr>
                <a:spLocks noChangeArrowheads="1"/>
              </p:cNvSpPr>
              <p:nvPr/>
            </p:nvSpPr>
            <p:spPr bwMode="auto">
              <a:xfrm>
                <a:off x="48" y="2403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 smtClean="0"/>
              </a:p>
            </p:txBody>
          </p:sp>
          <p:sp>
            <p:nvSpPr>
              <p:cNvPr id="1044" name="Rectangle 13"/>
              <p:cNvSpPr>
                <a:spLocks noChangeArrowheads="1"/>
              </p:cNvSpPr>
              <p:nvPr/>
            </p:nvSpPr>
            <p:spPr bwMode="auto">
              <a:xfrm>
                <a:off x="48" y="2548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 smtClean="0"/>
              </a:p>
            </p:txBody>
          </p:sp>
          <p:sp>
            <p:nvSpPr>
              <p:cNvPr id="1045" name="Rectangle 14"/>
              <p:cNvSpPr>
                <a:spLocks noChangeArrowheads="1"/>
              </p:cNvSpPr>
              <p:nvPr/>
            </p:nvSpPr>
            <p:spPr bwMode="auto">
              <a:xfrm>
                <a:off x="48" y="2692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 smtClean="0"/>
              </a:p>
            </p:txBody>
          </p:sp>
          <p:sp>
            <p:nvSpPr>
              <p:cNvPr id="1046" name="Rectangle 15"/>
              <p:cNvSpPr>
                <a:spLocks noChangeArrowheads="1"/>
              </p:cNvSpPr>
              <p:nvPr/>
            </p:nvSpPr>
            <p:spPr bwMode="auto">
              <a:xfrm>
                <a:off x="48" y="2836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 smtClean="0"/>
              </a:p>
            </p:txBody>
          </p:sp>
          <p:sp>
            <p:nvSpPr>
              <p:cNvPr id="1047" name="Rectangle 16"/>
              <p:cNvSpPr>
                <a:spLocks noChangeArrowheads="1"/>
              </p:cNvSpPr>
              <p:nvPr/>
            </p:nvSpPr>
            <p:spPr bwMode="auto">
              <a:xfrm>
                <a:off x="48" y="2980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 smtClean="0"/>
              </a:p>
            </p:txBody>
          </p:sp>
          <p:sp>
            <p:nvSpPr>
              <p:cNvPr id="1048" name="Rectangle 17"/>
              <p:cNvSpPr>
                <a:spLocks noChangeArrowheads="1"/>
              </p:cNvSpPr>
              <p:nvPr/>
            </p:nvSpPr>
            <p:spPr bwMode="auto">
              <a:xfrm>
                <a:off x="48" y="3124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 smtClean="0"/>
              </a:p>
            </p:txBody>
          </p:sp>
          <p:sp>
            <p:nvSpPr>
              <p:cNvPr id="1049" name="Rectangle 18"/>
              <p:cNvSpPr>
                <a:spLocks noChangeArrowheads="1"/>
              </p:cNvSpPr>
              <p:nvPr/>
            </p:nvSpPr>
            <p:spPr bwMode="auto">
              <a:xfrm>
                <a:off x="48" y="3269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 smtClean="0"/>
              </a:p>
            </p:txBody>
          </p:sp>
          <p:sp>
            <p:nvSpPr>
              <p:cNvPr id="1050" name="Rectangle 19"/>
              <p:cNvSpPr>
                <a:spLocks noChangeArrowheads="1"/>
              </p:cNvSpPr>
              <p:nvPr/>
            </p:nvSpPr>
            <p:spPr bwMode="auto">
              <a:xfrm>
                <a:off x="48" y="3412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 smtClean="0"/>
              </a:p>
            </p:txBody>
          </p:sp>
          <p:sp>
            <p:nvSpPr>
              <p:cNvPr id="1051" name="Rectangle 20"/>
              <p:cNvSpPr>
                <a:spLocks noChangeArrowheads="1"/>
              </p:cNvSpPr>
              <p:nvPr/>
            </p:nvSpPr>
            <p:spPr bwMode="auto">
              <a:xfrm>
                <a:off x="48" y="3557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 smtClean="0"/>
              </a:p>
            </p:txBody>
          </p:sp>
          <p:sp>
            <p:nvSpPr>
              <p:cNvPr id="1052" name="Rectangle 21"/>
              <p:cNvSpPr>
                <a:spLocks noChangeArrowheads="1"/>
              </p:cNvSpPr>
              <p:nvPr/>
            </p:nvSpPr>
            <p:spPr bwMode="auto">
              <a:xfrm>
                <a:off x="48" y="3702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 smtClean="0"/>
              </a:p>
            </p:txBody>
          </p:sp>
          <p:sp>
            <p:nvSpPr>
              <p:cNvPr id="1053" name="Rectangle 22"/>
              <p:cNvSpPr>
                <a:spLocks noChangeArrowheads="1"/>
              </p:cNvSpPr>
              <p:nvPr/>
            </p:nvSpPr>
            <p:spPr bwMode="auto">
              <a:xfrm>
                <a:off x="48" y="3845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 smtClean="0"/>
              </a:p>
            </p:txBody>
          </p:sp>
          <p:sp>
            <p:nvSpPr>
              <p:cNvPr id="1054" name="Rectangle 23"/>
              <p:cNvSpPr>
                <a:spLocks noChangeArrowheads="1"/>
              </p:cNvSpPr>
              <p:nvPr/>
            </p:nvSpPr>
            <p:spPr bwMode="auto">
              <a:xfrm>
                <a:off x="48" y="3990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 smtClean="0"/>
              </a:p>
            </p:txBody>
          </p:sp>
          <p:sp>
            <p:nvSpPr>
              <p:cNvPr id="1055" name="Rectangle 24"/>
              <p:cNvSpPr>
                <a:spLocks noChangeArrowheads="1"/>
              </p:cNvSpPr>
              <p:nvPr/>
            </p:nvSpPr>
            <p:spPr bwMode="auto">
              <a:xfrm>
                <a:off x="48" y="4133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 smtClean="0"/>
              </a:p>
            </p:txBody>
          </p:sp>
          <p:sp>
            <p:nvSpPr>
              <p:cNvPr id="1056" name="Rectangle 25"/>
              <p:cNvSpPr>
                <a:spLocks noChangeArrowheads="1"/>
              </p:cNvSpPr>
              <p:nvPr/>
            </p:nvSpPr>
            <p:spPr bwMode="auto">
              <a:xfrm>
                <a:off x="48" y="102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 smtClean="0"/>
              </a:p>
            </p:txBody>
          </p:sp>
          <p:sp>
            <p:nvSpPr>
              <p:cNvPr id="1057" name="Rectangle 26"/>
              <p:cNvSpPr>
                <a:spLocks noChangeArrowheads="1"/>
              </p:cNvSpPr>
              <p:nvPr/>
            </p:nvSpPr>
            <p:spPr bwMode="auto">
              <a:xfrm>
                <a:off x="48" y="246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 smtClean="0"/>
              </a:p>
            </p:txBody>
          </p:sp>
          <p:sp>
            <p:nvSpPr>
              <p:cNvPr id="1058" name="Rectangle 27"/>
              <p:cNvSpPr>
                <a:spLocks noChangeArrowheads="1"/>
              </p:cNvSpPr>
              <p:nvPr/>
            </p:nvSpPr>
            <p:spPr bwMode="auto">
              <a:xfrm>
                <a:off x="48" y="391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 smtClean="0"/>
              </a:p>
            </p:txBody>
          </p:sp>
          <p:sp>
            <p:nvSpPr>
              <p:cNvPr id="3" name="Rectangle 28"/>
              <p:cNvSpPr>
                <a:spLocks noChangeArrowheads="1"/>
              </p:cNvSpPr>
              <p:nvPr/>
            </p:nvSpPr>
            <p:spPr bwMode="auto">
              <a:xfrm>
                <a:off x="48" y="535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 smtClean="0"/>
              </a:p>
            </p:txBody>
          </p:sp>
          <p:sp>
            <p:nvSpPr>
              <p:cNvPr id="4" name="Rectangle 29"/>
              <p:cNvSpPr>
                <a:spLocks noChangeArrowheads="1"/>
              </p:cNvSpPr>
              <p:nvPr/>
            </p:nvSpPr>
            <p:spPr bwMode="auto">
              <a:xfrm>
                <a:off x="48" y="679"/>
                <a:ext cx="96" cy="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 smtClean="0"/>
              </a:p>
            </p:txBody>
          </p:sp>
          <p:sp>
            <p:nvSpPr>
              <p:cNvPr id="5" name="Rectangle 30"/>
              <p:cNvSpPr>
                <a:spLocks noChangeArrowheads="1"/>
              </p:cNvSpPr>
              <p:nvPr/>
            </p:nvSpPr>
            <p:spPr bwMode="auto">
              <a:xfrm>
                <a:off x="48" y="823"/>
                <a:ext cx="96" cy="97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 smtClean="0"/>
              </a:p>
            </p:txBody>
          </p:sp>
          <p:sp>
            <p:nvSpPr>
              <p:cNvPr id="6" name="Rectangle 31"/>
              <p:cNvSpPr>
                <a:spLocks noChangeArrowheads="1"/>
              </p:cNvSpPr>
              <p:nvPr/>
            </p:nvSpPr>
            <p:spPr bwMode="auto">
              <a:xfrm>
                <a:off x="48" y="968"/>
                <a:ext cx="96" cy="95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algn="ctr"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Monotype Sorts" pitchFamily="2" charset="2"/>
                  <a:defRPr kumimoji="1" sz="2400" b="1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 smtClean="0"/>
              </a:p>
            </p:txBody>
          </p:sp>
        </p:grpSp>
      </p:grpSp>
      <p:sp>
        <p:nvSpPr>
          <p:cNvPr id="1027" name="Rectangle 34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609600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/>
          <a:lstStyle/>
          <a:p>
            <a:pPr lvl="0"/>
            <a:r>
              <a:rPr lang="en-US" altLang="zh-CN" smtClean="0"/>
              <a:t>Click to edit Master title style</a:t>
            </a:r>
          </a:p>
        </p:txBody>
      </p:sp>
      <p:sp>
        <p:nvSpPr>
          <p:cNvPr id="1059" name="Rectangle 35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00" y="1981200"/>
            <a:ext cx="10363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t" anchorCtr="0" compatLnSpc="1"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sp>
        <p:nvSpPr>
          <p:cNvPr id="1060" name="Rectangle 3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5240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l">
              <a:buClrTx/>
              <a:buSzTx/>
              <a:buFontTx/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CC1063FF-56C7-475D-BF91-5127C9BD9A97}" type="datetime1">
              <a:rPr lang="zh-CN" altLang="en-US"/>
              <a:t>2024/5/11</a:t>
            </a:fld>
            <a:endParaRPr lang="en-US" altLang="zh-CN"/>
          </a:p>
        </p:txBody>
      </p:sp>
      <p:sp>
        <p:nvSpPr>
          <p:cNvPr id="1061" name="Rectangle 3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7752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ctr">
              <a:buClrTx/>
              <a:buSzTx/>
              <a:buFontTx/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62" name="Rectangle 3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3472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r">
              <a:defRPr sz="14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D8B19AF4-52AA-48FF-A4F6-F77D0775A8BF}" type="slidenum">
              <a:rPr lang="en-US" altLang="zh-CN"/>
              <a:t>‹#›</a:t>
            </a:fld>
            <a:endParaRPr lang="en-US" altLang="zh-CN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7" r:id="rId6"/>
    <p:sldLayoutId id="2147483778" r:id="rId7"/>
    <p:sldLayoutId id="2147483779" r:id="rId8"/>
    <p:sldLayoutId id="2147483780" r:id="rId9"/>
    <p:sldLayoutId id="2147483781" r:id="rId10"/>
    <p:sldLayoutId id="2147483782" r:id="rId11"/>
    <p:sldLayoutId id="2147483783" r:id="rId12"/>
    <p:sldLayoutId id="2147483784" r:id="rId13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Monotype Sorts" pitchFamily="2" charset="2"/>
        <a:buChar char="n"/>
        <a:defRPr kumimoji="1"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75000"/>
        <a:buFont typeface="Monotype Sorts" pitchFamily="2" charset="2"/>
        <a:buChar char="u"/>
        <a:defRPr kumimoji="1"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Monotype Sorts" pitchFamily="2" charset="2"/>
        <a:buChar char="F"/>
        <a:defRPr kumimoji="1"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•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1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1" y="1600202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1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2024/5/11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1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6" r:id="rId1"/>
    <p:sldLayoutId id="2147483847" r:id="rId2"/>
    <p:sldLayoutId id="2147483848" r:id="rId3"/>
    <p:sldLayoutId id="2147483849" r:id="rId4"/>
    <p:sldLayoutId id="2147483850" r:id="rId5"/>
    <p:sldLayoutId id="2147483851" r:id="rId6"/>
    <p:sldLayoutId id="2147483852" r:id="rId7"/>
    <p:sldLayoutId id="2147483853" r:id="rId8"/>
    <p:sldLayoutId id="2147483854" r:id="rId9"/>
    <p:sldLayoutId id="2147483855" r:id="rId10"/>
    <p:sldLayoutId id="2147483856" r:id="rId11"/>
    <p:sldLayoutId id="2147483857" r:id="rId12"/>
    <p:sldLayoutId id="2147483858" r:id="rId13"/>
    <p:sldLayoutId id="2147483859" r:id="rId14"/>
    <p:sldLayoutId id="2147483860" r:id="rId15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1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EAD2C2E-DD7A-4D58-A6B7-D7A06978242D}" type="datetime1">
              <a:rPr kumimoji="1" lang="zh-CN" altLang="en-US" smtClean="0">
                <a:solidFill>
                  <a:srgbClr val="FFFFFF"/>
                </a:solidFill>
              </a:rPr>
              <a:t>2024/5/11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6D65DC9E-0A63-4A15-BADC-DB1EB51A89BD}" type="slidenum">
              <a:rPr kumimoji="1" lang="en-US" altLang="zh-CN" smtClean="0">
                <a:solidFill>
                  <a:srgbClr val="FFFFFF"/>
                </a:solidFill>
              </a:rPr>
              <a:t>1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28679" name="Rectangle 5"/>
          <p:cNvSpPr>
            <a:spLocks noChangeArrowheads="1"/>
          </p:cNvSpPr>
          <p:nvPr/>
        </p:nvSpPr>
        <p:spPr bwMode="auto">
          <a:xfrm>
            <a:off x="2062480" y="1541145"/>
            <a:ext cx="8251825" cy="4408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Char char="u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F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dist" eaLnBrk="1" hangingPunct="1">
              <a:lnSpc>
                <a:spcPct val="90000"/>
              </a:lnSpc>
              <a:buClrTx/>
              <a:buSzPct val="80000"/>
              <a:buFontTx/>
              <a:buBlip>
                <a:blip r:embed="rId2"/>
              </a:buBlip>
            </a:pPr>
            <a:endParaRPr lang="zh-CN" altLang="zh-CN" sz="2800"/>
          </a:p>
        </p:txBody>
      </p:sp>
      <p:sp>
        <p:nvSpPr>
          <p:cNvPr id="741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72285" y="1475105"/>
            <a:ext cx="8273503" cy="3210407"/>
          </a:xfrm>
          <a:solidFill>
            <a:schemeClr val="accent4"/>
          </a:solidFill>
        </p:spPr>
        <p:txBody>
          <a:bodyPr/>
          <a:lstStyle/>
          <a:p>
            <a:pPr marL="0" indent="0" latinLnBrk="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zh-CN" altLang="en-US" sz="2800" dirty="0" smtClean="0">
                <a:solidFill>
                  <a:schemeClr val="bg2"/>
                </a:solidFill>
                <a:effectLst/>
                <a:sym typeface="Wingdings 2" panose="05020102010507070707" charset="0"/>
              </a:rPr>
              <a:t></a:t>
            </a:r>
            <a:r>
              <a:rPr lang="zh-CN" altLang="en-US" sz="2800" dirty="0" smtClean="0">
                <a:solidFill>
                  <a:schemeClr val="bg2"/>
                </a:solidFill>
                <a:effectLst/>
                <a:sym typeface="+mn-ea"/>
              </a:rPr>
              <a:t>输入：词法分析程序输出的符号串</a:t>
            </a:r>
          </a:p>
          <a:p>
            <a:pPr marL="0" indent="0" algn="l" latinLnBrk="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zh-CN" altLang="en-US" sz="2800" dirty="0" smtClean="0">
                <a:solidFill>
                  <a:schemeClr val="bg2"/>
                </a:solidFill>
                <a:effectLst/>
                <a:sym typeface="Wingdings 2" panose="05020102010507070707" charset="0"/>
              </a:rPr>
              <a:t></a:t>
            </a:r>
            <a:r>
              <a:rPr lang="zh-CN" altLang="en-US" sz="2800" dirty="0" smtClean="0">
                <a:solidFill>
                  <a:schemeClr val="bg2"/>
                </a:solidFill>
                <a:effectLst/>
                <a:sym typeface="+mn-ea"/>
              </a:rPr>
              <a:t>任务：检查这个符号串是否为该程序语言的句子</a:t>
            </a:r>
          </a:p>
          <a:p>
            <a:pPr marL="0" indent="0" algn="l" latinLnBrk="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zh-CN" altLang="en-US" sz="2800" dirty="0" smtClean="0">
                <a:solidFill>
                  <a:schemeClr val="bg2"/>
                </a:solidFill>
                <a:effectLst/>
                <a:sym typeface="Wingdings 2" panose="05020102010507070707" charset="0"/>
              </a:rPr>
              <a:t></a:t>
            </a:r>
            <a:r>
              <a:rPr lang="zh-CN" altLang="en-US" sz="2800" dirty="0" smtClean="0">
                <a:solidFill>
                  <a:schemeClr val="bg2"/>
                </a:solidFill>
                <a:effectLst/>
                <a:sym typeface="+mn-ea"/>
              </a:rPr>
              <a:t>依据：程序语言的语法规则</a:t>
            </a:r>
            <a:endParaRPr lang="zh-CN" altLang="en-US" sz="2800" dirty="0" smtClean="0">
              <a:solidFill>
                <a:schemeClr val="bg2"/>
              </a:solidFill>
              <a:effectLst/>
            </a:endParaRPr>
          </a:p>
          <a:p>
            <a:pPr marL="0" indent="0" algn="l" latinLnBrk="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zh-CN" altLang="en-US" sz="2800" dirty="0" smtClean="0">
                <a:solidFill>
                  <a:schemeClr val="bg2"/>
                </a:solidFill>
                <a:effectLst/>
                <a:sym typeface="Wingdings 2" panose="05020102010507070707" charset="0"/>
              </a:rPr>
              <a:t></a:t>
            </a:r>
            <a:r>
              <a:rPr lang="zh-CN" altLang="en-US" sz="2800" dirty="0" smtClean="0">
                <a:solidFill>
                  <a:schemeClr val="bg2"/>
                </a:solidFill>
                <a:effectLst/>
                <a:sym typeface="+mn-ea"/>
              </a:rPr>
              <a:t>输出：是句子，输出该句子的语法树；若不是，</a:t>
            </a:r>
          </a:p>
          <a:p>
            <a:pPr marL="0" indent="0" algn="l" latinLnBrk="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zh-CN" altLang="en-US" sz="2800" dirty="0" smtClean="0">
                <a:solidFill>
                  <a:schemeClr val="bg2"/>
                </a:solidFill>
                <a:effectLst/>
                <a:sym typeface="+mn-ea"/>
              </a:rPr>
              <a:t> </a:t>
            </a:r>
            <a:r>
              <a:rPr lang="en-US" altLang="zh-CN" sz="2800" dirty="0" smtClean="0">
                <a:solidFill>
                  <a:schemeClr val="bg2"/>
                </a:solidFill>
                <a:effectLst/>
                <a:sym typeface="+mn-ea"/>
              </a:rPr>
              <a:t>             </a:t>
            </a:r>
            <a:r>
              <a:rPr lang="zh-CN" altLang="en-US" sz="2800" dirty="0" smtClean="0">
                <a:solidFill>
                  <a:schemeClr val="bg2"/>
                </a:solidFill>
                <a:effectLst/>
                <a:sym typeface="+mn-ea"/>
              </a:rPr>
              <a:t>报告错误信息</a:t>
            </a:r>
          </a:p>
        </p:txBody>
      </p:sp>
      <p:sp>
        <p:nvSpPr>
          <p:cNvPr id="2" name="Rectangle 5"/>
          <p:cNvSpPr>
            <a:spLocks noGrp="1" noChangeArrowheads="1"/>
          </p:cNvSpPr>
          <p:nvPr/>
        </p:nvSpPr>
        <p:spPr>
          <a:xfrm>
            <a:off x="216239" y="203518"/>
            <a:ext cx="8853488" cy="669925"/>
          </a:xfrm>
          <a:prstGeom prst="rect">
            <a:avLst/>
          </a:prstGeom>
          <a:noFill/>
          <a:ln>
            <a:noFill/>
          </a:ln>
        </p:spPr>
        <p:txBody>
          <a:bodyPr vert="horz" wrap="square" lIns="92075" tIns="46038" rIns="92075" bIns="46038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  <a:defRPr/>
            </a:pPr>
            <a:r>
              <a:rPr lang="en-US" altLang="zh-CN" sz="4000" b="1" kern="12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3200" b="1" kern="1200" dirty="0" smtClean="0">
                <a:solidFill>
                  <a:srgbClr val="0070C0"/>
                </a:solidFill>
              </a:rPr>
              <a:t>语法分析</a:t>
            </a:r>
            <a:r>
              <a:rPr lang="en-US" altLang="zh-CN" sz="3200" b="1" dirty="0" smtClean="0">
                <a:solidFill>
                  <a:srgbClr val="0070C0"/>
                </a:solidFill>
              </a:rPr>
              <a:t>—</a:t>
            </a:r>
            <a:r>
              <a:rPr lang="en-US" altLang="zh-CN" sz="2800" b="1" kern="1200" dirty="0" smtClean="0">
                <a:solidFill>
                  <a:srgbClr val="0070C0"/>
                </a:solidFill>
              </a:rPr>
              <a:t>TEST</a:t>
            </a:r>
            <a:r>
              <a:rPr lang="zh-CN" altLang="en-US" sz="2800" b="1" kern="1200" dirty="0">
                <a:solidFill>
                  <a:srgbClr val="0070C0"/>
                </a:solidFill>
              </a:rPr>
              <a:t>语言的语法分析程序的设计</a:t>
            </a:r>
            <a:endParaRPr lang="zh-CN" altLang="en-US" sz="2800" b="1" kern="1200" dirty="0">
              <a:solidFill>
                <a:srgbClr val="0070C0"/>
              </a:solidFill>
              <a:cs typeface="+mn-cs"/>
            </a:endParaRPr>
          </a:p>
        </p:txBody>
      </p:sp>
      <p:cxnSp>
        <p:nvCxnSpPr>
          <p:cNvPr id="27" name="直接连接符 26"/>
          <p:cNvCxnSpPr/>
          <p:nvPr/>
        </p:nvCxnSpPr>
        <p:spPr>
          <a:xfrm>
            <a:off x="29210" y="941705"/>
            <a:ext cx="12162790" cy="0"/>
          </a:xfrm>
          <a:prstGeom prst="line">
            <a:avLst/>
          </a:prstGeom>
          <a:solidFill>
            <a:srgbClr val="FFFFCC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41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41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41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41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41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41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41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41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41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41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1379" grpId="0" build="p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EAD2C2E-DD7A-4D58-A6B7-D7A06978242D}" type="datetime1">
              <a:rPr kumimoji="1" lang="zh-CN" altLang="en-US" smtClean="0">
                <a:solidFill>
                  <a:srgbClr val="FFFFFF"/>
                </a:solidFill>
              </a:rPr>
              <a:t>2024/5/11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6D65DC9E-0A63-4A15-BADC-DB1EB51A89BD}" type="slidenum">
              <a:rPr kumimoji="1" lang="en-US" altLang="zh-CN" smtClean="0">
                <a:solidFill>
                  <a:srgbClr val="FFFFFF"/>
                </a:solidFill>
              </a:rPr>
              <a:t>2</a:t>
            </a:fld>
            <a:endParaRPr kumimoji="1" lang="en-US" altLang="zh-CN">
              <a:solidFill>
                <a:srgbClr val="FFFFFF"/>
              </a:solidFill>
            </a:endParaRPr>
          </a:p>
        </p:txBody>
      </p:sp>
      <p:sp>
        <p:nvSpPr>
          <p:cNvPr id="28679" name="Rectangle 5"/>
          <p:cNvSpPr>
            <a:spLocks noChangeArrowheads="1"/>
          </p:cNvSpPr>
          <p:nvPr/>
        </p:nvSpPr>
        <p:spPr bwMode="auto">
          <a:xfrm>
            <a:off x="2062480" y="1541145"/>
            <a:ext cx="8251825" cy="4408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Char char="u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F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dist" eaLnBrk="1" hangingPunct="1">
              <a:lnSpc>
                <a:spcPct val="90000"/>
              </a:lnSpc>
              <a:buClrTx/>
              <a:buSzPct val="80000"/>
              <a:buFontTx/>
              <a:buBlip>
                <a:blip r:embed="rId2"/>
              </a:buBlip>
            </a:pPr>
            <a:endParaRPr lang="zh-CN" altLang="zh-CN" sz="2800"/>
          </a:p>
        </p:txBody>
      </p:sp>
      <p:sp>
        <p:nvSpPr>
          <p:cNvPr id="74137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22758" y="1240156"/>
            <a:ext cx="4128694" cy="5170918"/>
          </a:xfr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/>
          <a:lstStyle/>
          <a:p>
            <a:pPr marL="0" indent="0" latinLnBrk="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zh-CN" altLang="en-US" sz="2800" dirty="0" smtClean="0">
                <a:solidFill>
                  <a:schemeClr val="bg2"/>
                </a:solidFill>
                <a:effectLst/>
                <a:sym typeface="Wingdings 2" panose="05020102010507070707" charset="0"/>
              </a:rPr>
              <a:t>语法规则</a:t>
            </a:r>
            <a:endParaRPr lang="en-US" altLang="zh-CN" sz="2800" dirty="0" smtClean="0">
              <a:solidFill>
                <a:schemeClr val="bg2"/>
              </a:solidFill>
              <a:effectLst/>
              <a:sym typeface="Wingdings 2" panose="05020102010507070707" charset="0"/>
            </a:endParaRPr>
          </a:p>
          <a:p>
            <a:pPr marL="0" indent="0" latinLnBrk="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zh-CN" sz="2400" dirty="0" smtClean="0">
                <a:solidFill>
                  <a:schemeClr val="bg2"/>
                </a:solidFill>
                <a:effectLst/>
                <a:sym typeface="Wingdings 2" panose="05020102010507070707" charset="0"/>
              </a:rPr>
              <a:t>&lt;</a:t>
            </a:r>
            <a:r>
              <a:rPr lang="zh-CN" altLang="en-US" sz="2400" dirty="0">
                <a:solidFill>
                  <a:schemeClr val="bg2"/>
                </a:solidFill>
                <a:effectLst/>
                <a:sym typeface="Wingdings 2" panose="05020102010507070707" charset="0"/>
              </a:rPr>
              <a:t>句子</a:t>
            </a:r>
            <a:r>
              <a:rPr lang="en-US" altLang="zh-CN" sz="2400" dirty="0" smtClean="0">
                <a:solidFill>
                  <a:schemeClr val="bg2"/>
                </a:solidFill>
                <a:effectLst/>
                <a:sym typeface="Wingdings 2" panose="05020102010507070707" charset="0"/>
              </a:rPr>
              <a:t>&gt;:=</a:t>
            </a:r>
            <a:r>
              <a:rPr lang="en-US" altLang="zh-CN" sz="2400" dirty="0">
                <a:solidFill>
                  <a:schemeClr val="bg2"/>
                </a:solidFill>
                <a:effectLst/>
                <a:sym typeface="Wingdings 2" panose="05020102010507070707" charset="0"/>
              </a:rPr>
              <a:t>&lt;</a:t>
            </a:r>
            <a:r>
              <a:rPr lang="zh-CN" altLang="en-US" sz="2400" dirty="0">
                <a:solidFill>
                  <a:schemeClr val="bg2"/>
                </a:solidFill>
                <a:effectLst/>
                <a:sym typeface="Wingdings 2" panose="05020102010507070707" charset="0"/>
              </a:rPr>
              <a:t>主语</a:t>
            </a:r>
            <a:r>
              <a:rPr lang="en-US" altLang="zh-CN" sz="2400" dirty="0" smtClean="0">
                <a:solidFill>
                  <a:schemeClr val="bg2"/>
                </a:solidFill>
                <a:effectLst/>
                <a:sym typeface="Wingdings 2" panose="05020102010507070707" charset="0"/>
              </a:rPr>
              <a:t>&gt;&lt;</a:t>
            </a:r>
            <a:r>
              <a:rPr lang="zh-CN" altLang="en-US" sz="2400" dirty="0" smtClean="0">
                <a:solidFill>
                  <a:schemeClr val="bg2"/>
                </a:solidFill>
                <a:effectLst/>
                <a:sym typeface="Wingdings 2" panose="05020102010507070707" charset="0"/>
              </a:rPr>
              <a:t>谓语</a:t>
            </a:r>
            <a:r>
              <a:rPr lang="en-US" altLang="zh-CN" sz="2400" dirty="0" smtClean="0">
                <a:solidFill>
                  <a:schemeClr val="bg2"/>
                </a:solidFill>
                <a:effectLst/>
                <a:sym typeface="Wingdings 2" panose="05020102010507070707" charset="0"/>
              </a:rPr>
              <a:t>&gt;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zh-CN" sz="2400" dirty="0">
                <a:solidFill>
                  <a:schemeClr val="bg2"/>
                </a:solidFill>
                <a:effectLst/>
                <a:sym typeface="Wingdings 2" panose="05020102010507070707" charset="0"/>
              </a:rPr>
              <a:t>&lt;</a:t>
            </a:r>
            <a:r>
              <a:rPr lang="zh-CN" altLang="en-US" sz="2400" dirty="0">
                <a:solidFill>
                  <a:schemeClr val="bg2"/>
                </a:solidFill>
                <a:effectLst/>
                <a:sym typeface="Wingdings 2" panose="05020102010507070707" charset="0"/>
              </a:rPr>
              <a:t>主语</a:t>
            </a:r>
            <a:r>
              <a:rPr lang="en-US" altLang="zh-CN" sz="2400" dirty="0">
                <a:solidFill>
                  <a:schemeClr val="bg2"/>
                </a:solidFill>
                <a:effectLst/>
                <a:sym typeface="Wingdings 2" panose="05020102010507070707" charset="0"/>
              </a:rPr>
              <a:t>&gt;:=&lt;</a:t>
            </a:r>
            <a:r>
              <a:rPr lang="zh-CN" altLang="en-US" sz="2400" dirty="0">
                <a:solidFill>
                  <a:schemeClr val="bg2"/>
                </a:solidFill>
                <a:effectLst/>
                <a:sym typeface="Wingdings 2" panose="05020102010507070707" charset="0"/>
              </a:rPr>
              <a:t>名词</a:t>
            </a:r>
            <a:r>
              <a:rPr lang="en-US" altLang="zh-CN" sz="2400" dirty="0">
                <a:solidFill>
                  <a:schemeClr val="bg2"/>
                </a:solidFill>
                <a:effectLst/>
                <a:sym typeface="Wingdings 2" panose="05020102010507070707" charset="0"/>
              </a:rPr>
              <a:t>&gt;</a:t>
            </a:r>
            <a:endParaRPr lang="zh-CN" altLang="en-US" sz="2400" dirty="0">
              <a:solidFill>
                <a:schemeClr val="bg2"/>
              </a:solidFill>
              <a:effectLst/>
              <a:sym typeface="+mn-ea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zh-CN" sz="2400" dirty="0" smtClean="0">
                <a:solidFill>
                  <a:schemeClr val="bg2"/>
                </a:solidFill>
                <a:effectLst/>
                <a:sym typeface="Wingdings 2" panose="05020102010507070707" charset="0"/>
              </a:rPr>
              <a:t>&lt;</a:t>
            </a:r>
            <a:r>
              <a:rPr lang="zh-CN" altLang="en-US" sz="2400" dirty="0" smtClean="0">
                <a:solidFill>
                  <a:schemeClr val="bg2"/>
                </a:solidFill>
                <a:effectLst/>
                <a:sym typeface="Wingdings 2" panose="05020102010507070707" charset="0"/>
              </a:rPr>
              <a:t>谓语</a:t>
            </a:r>
            <a:r>
              <a:rPr lang="en-US" altLang="zh-CN" sz="2400" dirty="0" smtClean="0">
                <a:solidFill>
                  <a:schemeClr val="bg2"/>
                </a:solidFill>
                <a:effectLst/>
                <a:sym typeface="Wingdings 2" panose="05020102010507070707" charset="0"/>
              </a:rPr>
              <a:t>&gt;:=&lt;</a:t>
            </a:r>
            <a:r>
              <a:rPr lang="zh-CN" altLang="en-US" sz="2400" dirty="0" smtClean="0">
                <a:solidFill>
                  <a:schemeClr val="bg2"/>
                </a:solidFill>
                <a:effectLst/>
                <a:sym typeface="Wingdings 2" panose="05020102010507070707" charset="0"/>
              </a:rPr>
              <a:t>动词</a:t>
            </a:r>
            <a:r>
              <a:rPr lang="en-US" altLang="zh-CN" sz="2400" dirty="0" smtClean="0">
                <a:solidFill>
                  <a:schemeClr val="bg2"/>
                </a:solidFill>
                <a:effectLst/>
                <a:sym typeface="Wingdings 2" panose="05020102010507070707" charset="0"/>
              </a:rPr>
              <a:t>&gt;&lt;</a:t>
            </a:r>
            <a:r>
              <a:rPr lang="zh-CN" altLang="en-US" sz="2400" dirty="0" smtClean="0">
                <a:solidFill>
                  <a:schemeClr val="bg2"/>
                </a:solidFill>
                <a:effectLst/>
                <a:sym typeface="Wingdings 2" panose="05020102010507070707" charset="0"/>
              </a:rPr>
              <a:t>直接宾语</a:t>
            </a:r>
            <a:r>
              <a:rPr lang="en-US" altLang="zh-CN" sz="2400" dirty="0" smtClean="0">
                <a:solidFill>
                  <a:schemeClr val="bg2"/>
                </a:solidFill>
                <a:effectLst/>
                <a:sym typeface="Wingdings 2" panose="05020102010507070707" charset="0"/>
              </a:rPr>
              <a:t>&gt;</a:t>
            </a:r>
            <a:endParaRPr lang="zh-CN" altLang="en-US" sz="2400" dirty="0">
              <a:solidFill>
                <a:schemeClr val="bg2"/>
              </a:solidFill>
              <a:effectLst/>
              <a:sym typeface="+mn-ea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zh-CN" sz="2400" dirty="0" smtClean="0">
                <a:solidFill>
                  <a:schemeClr val="bg2"/>
                </a:solidFill>
                <a:effectLst/>
                <a:sym typeface="Wingdings 2" panose="05020102010507070707" charset="0"/>
              </a:rPr>
              <a:t>&lt;</a:t>
            </a:r>
            <a:r>
              <a:rPr lang="zh-CN" altLang="en-US" sz="2400" dirty="0" smtClean="0">
                <a:solidFill>
                  <a:schemeClr val="bg2"/>
                </a:solidFill>
                <a:effectLst/>
                <a:sym typeface="Wingdings 2" panose="05020102010507070707" charset="0"/>
              </a:rPr>
              <a:t>直接宾语</a:t>
            </a:r>
            <a:r>
              <a:rPr lang="en-US" altLang="zh-CN" sz="2400" dirty="0" smtClean="0">
                <a:solidFill>
                  <a:schemeClr val="bg2"/>
                </a:solidFill>
                <a:effectLst/>
                <a:sym typeface="Wingdings 2" panose="05020102010507070707" charset="0"/>
              </a:rPr>
              <a:t>&gt;:=&lt;</a:t>
            </a:r>
            <a:r>
              <a:rPr lang="zh-CN" altLang="en-US" sz="2400" dirty="0">
                <a:solidFill>
                  <a:schemeClr val="bg2"/>
                </a:solidFill>
                <a:effectLst/>
                <a:sym typeface="Wingdings 2" panose="05020102010507070707" charset="0"/>
              </a:rPr>
              <a:t>名词</a:t>
            </a:r>
            <a:r>
              <a:rPr lang="en-US" altLang="zh-CN" sz="2400" dirty="0" smtClean="0">
                <a:solidFill>
                  <a:schemeClr val="bg2"/>
                </a:solidFill>
                <a:effectLst/>
                <a:sym typeface="Wingdings 2" panose="05020102010507070707" charset="0"/>
              </a:rPr>
              <a:t>&gt;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zh-CN" sz="2400" dirty="0" smtClean="0">
                <a:solidFill>
                  <a:schemeClr val="bg2"/>
                </a:solidFill>
                <a:effectLst/>
                <a:sym typeface="Wingdings 2" panose="05020102010507070707" charset="0"/>
              </a:rPr>
              <a:t>&lt;</a:t>
            </a:r>
            <a:r>
              <a:rPr lang="zh-CN" altLang="en-US" sz="2400" dirty="0" smtClean="0">
                <a:solidFill>
                  <a:schemeClr val="bg2"/>
                </a:solidFill>
                <a:effectLst/>
                <a:sym typeface="Wingdings 2" panose="05020102010507070707" charset="0"/>
              </a:rPr>
              <a:t>名词</a:t>
            </a:r>
            <a:r>
              <a:rPr lang="en-US" altLang="zh-CN" sz="2400" dirty="0" smtClean="0">
                <a:solidFill>
                  <a:schemeClr val="bg2"/>
                </a:solidFill>
                <a:effectLst/>
                <a:sym typeface="Wingdings 2" panose="05020102010507070707" charset="0"/>
              </a:rPr>
              <a:t>&gt;:=&lt;monkey&gt;</a:t>
            </a:r>
            <a:endParaRPr lang="zh-CN" altLang="en-US" sz="2400" dirty="0">
              <a:solidFill>
                <a:schemeClr val="bg2"/>
              </a:solidFill>
              <a:effectLst/>
              <a:sym typeface="+mn-ea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zh-CN" sz="2400" dirty="0">
                <a:solidFill>
                  <a:schemeClr val="bg2"/>
                </a:solidFill>
                <a:effectLst/>
                <a:sym typeface="Wingdings 2" panose="05020102010507070707" charset="0"/>
              </a:rPr>
              <a:t>&lt;</a:t>
            </a:r>
            <a:r>
              <a:rPr lang="zh-CN" altLang="en-US" sz="2400" dirty="0">
                <a:solidFill>
                  <a:schemeClr val="bg2"/>
                </a:solidFill>
                <a:effectLst/>
                <a:sym typeface="Wingdings 2" panose="05020102010507070707" charset="0"/>
              </a:rPr>
              <a:t>名词</a:t>
            </a:r>
            <a:r>
              <a:rPr lang="en-US" altLang="zh-CN" sz="2400" dirty="0" smtClean="0">
                <a:solidFill>
                  <a:schemeClr val="bg2"/>
                </a:solidFill>
                <a:effectLst/>
                <a:sym typeface="Wingdings 2" panose="05020102010507070707" charset="0"/>
              </a:rPr>
              <a:t>&gt;:=&lt;banana&gt;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zh-CN" sz="2400" dirty="0">
                <a:solidFill>
                  <a:schemeClr val="bg2"/>
                </a:solidFill>
                <a:effectLst/>
                <a:sym typeface="Wingdings 2" panose="05020102010507070707" charset="0"/>
              </a:rPr>
              <a:t>&lt;</a:t>
            </a:r>
            <a:r>
              <a:rPr lang="zh-CN" altLang="en-US" sz="2400" dirty="0">
                <a:solidFill>
                  <a:schemeClr val="bg2"/>
                </a:solidFill>
                <a:effectLst/>
                <a:sym typeface="Wingdings 2" panose="05020102010507070707" charset="0"/>
              </a:rPr>
              <a:t>名词</a:t>
            </a:r>
            <a:r>
              <a:rPr lang="en-US" altLang="zh-CN" sz="2400" dirty="0" smtClean="0">
                <a:solidFill>
                  <a:schemeClr val="bg2"/>
                </a:solidFill>
                <a:effectLst/>
                <a:sym typeface="Wingdings 2" panose="05020102010507070707" charset="0"/>
              </a:rPr>
              <a:t>&gt;:=&lt;apple&gt;</a:t>
            </a:r>
            <a:endParaRPr lang="zh-CN" altLang="en-US" sz="2400" dirty="0">
              <a:solidFill>
                <a:schemeClr val="bg2"/>
              </a:solidFill>
              <a:effectLst/>
              <a:sym typeface="+mn-ea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zh-CN" sz="2400" dirty="0" smtClean="0">
                <a:solidFill>
                  <a:schemeClr val="bg2"/>
                </a:solidFill>
                <a:effectLst/>
                <a:sym typeface="Wingdings 2" panose="05020102010507070707" charset="0"/>
              </a:rPr>
              <a:t>&lt;</a:t>
            </a:r>
            <a:r>
              <a:rPr lang="zh-CN" altLang="en-US" sz="2400" dirty="0" smtClean="0">
                <a:solidFill>
                  <a:schemeClr val="bg2"/>
                </a:solidFill>
                <a:effectLst/>
                <a:sym typeface="Wingdings 2" panose="05020102010507070707" charset="0"/>
              </a:rPr>
              <a:t>动词</a:t>
            </a:r>
            <a:r>
              <a:rPr lang="en-US" altLang="zh-CN" sz="2400" dirty="0" smtClean="0">
                <a:solidFill>
                  <a:schemeClr val="bg2"/>
                </a:solidFill>
                <a:effectLst/>
                <a:sym typeface="Wingdings 2" panose="05020102010507070707" charset="0"/>
              </a:rPr>
              <a:t>&gt;:=&lt;eat&gt;</a:t>
            </a:r>
            <a:endParaRPr lang="zh-CN" altLang="en-US" sz="2400" dirty="0">
              <a:solidFill>
                <a:schemeClr val="bg2"/>
              </a:solidFill>
              <a:effectLst/>
              <a:sym typeface="+mn-ea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  <a:defRPr/>
            </a:pPr>
            <a:endParaRPr lang="zh-CN" altLang="en-US" sz="2800" dirty="0">
              <a:solidFill>
                <a:schemeClr val="bg2"/>
              </a:solidFill>
              <a:effectLst/>
              <a:sym typeface="+mn-ea"/>
            </a:endParaRPr>
          </a:p>
          <a:p>
            <a:pPr marL="0" indent="0" latinLnBrk="0">
              <a:lnSpc>
                <a:spcPct val="150000"/>
              </a:lnSpc>
              <a:spcBef>
                <a:spcPts val="0"/>
              </a:spcBef>
              <a:buNone/>
              <a:defRPr/>
            </a:pPr>
            <a:endParaRPr lang="zh-CN" altLang="en-US" sz="2800" dirty="0" smtClean="0">
              <a:solidFill>
                <a:schemeClr val="bg2"/>
              </a:solidFill>
              <a:effectLst/>
              <a:sym typeface="+mn-ea"/>
            </a:endParaRPr>
          </a:p>
          <a:p>
            <a:pPr marL="0" indent="0" algn="l" latinLnBrk="0">
              <a:lnSpc>
                <a:spcPct val="150000"/>
              </a:lnSpc>
              <a:spcBef>
                <a:spcPts val="0"/>
              </a:spcBef>
              <a:buNone/>
              <a:defRPr/>
            </a:pPr>
            <a:endParaRPr lang="zh-CN" altLang="en-US" sz="2800" dirty="0" smtClean="0">
              <a:solidFill>
                <a:schemeClr val="bg2"/>
              </a:solidFill>
              <a:effectLst/>
              <a:sym typeface="+mn-ea"/>
            </a:endParaRPr>
          </a:p>
        </p:txBody>
      </p:sp>
      <p:sp>
        <p:nvSpPr>
          <p:cNvPr id="2" name="Rectangle 5"/>
          <p:cNvSpPr>
            <a:spLocks noGrp="1" noChangeArrowheads="1"/>
          </p:cNvSpPr>
          <p:nvPr/>
        </p:nvSpPr>
        <p:spPr>
          <a:xfrm>
            <a:off x="216239" y="203518"/>
            <a:ext cx="8853488" cy="669925"/>
          </a:xfrm>
          <a:prstGeom prst="rect">
            <a:avLst/>
          </a:prstGeom>
          <a:noFill/>
          <a:ln>
            <a:noFill/>
          </a:ln>
        </p:spPr>
        <p:txBody>
          <a:bodyPr vert="horz" wrap="square" lIns="92075" tIns="46038" rIns="92075" bIns="46038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  <a:defRPr/>
            </a:pPr>
            <a:r>
              <a:rPr lang="en-US" altLang="zh-CN" sz="4000" b="1" kern="12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3200" b="1" kern="1200" dirty="0" smtClean="0">
                <a:solidFill>
                  <a:srgbClr val="0070C0"/>
                </a:solidFill>
              </a:rPr>
              <a:t>语法分析</a:t>
            </a:r>
            <a:endParaRPr lang="zh-CN" altLang="en-US" sz="2800" b="1" kern="1200" dirty="0">
              <a:solidFill>
                <a:srgbClr val="0070C0"/>
              </a:solidFill>
              <a:cs typeface="+mn-cs"/>
            </a:endParaRPr>
          </a:p>
        </p:txBody>
      </p:sp>
      <p:cxnSp>
        <p:nvCxnSpPr>
          <p:cNvPr id="27" name="直接连接符 26"/>
          <p:cNvCxnSpPr/>
          <p:nvPr/>
        </p:nvCxnSpPr>
        <p:spPr>
          <a:xfrm>
            <a:off x="29210" y="941705"/>
            <a:ext cx="12162790" cy="0"/>
          </a:xfrm>
          <a:prstGeom prst="line">
            <a:avLst/>
          </a:prstGeom>
          <a:solidFill>
            <a:srgbClr val="FFFFCC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文本框 8"/>
          <p:cNvSpPr txBox="1"/>
          <p:nvPr/>
        </p:nvSpPr>
        <p:spPr>
          <a:xfrm>
            <a:off x="5003017" y="1939541"/>
            <a:ext cx="676436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600" b="1" dirty="0" smtClean="0">
                <a:solidFill>
                  <a:srgbClr val="FF99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1.   monkey   </a:t>
            </a:r>
            <a:r>
              <a:rPr kumimoji="1" lang="en-US" altLang="zh-CN" sz="3600" b="1" dirty="0">
                <a:solidFill>
                  <a:srgbClr val="FF99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apple    </a:t>
            </a:r>
            <a:r>
              <a:rPr kumimoji="1" lang="en-US" altLang="zh-CN" sz="3600" b="1" dirty="0" smtClean="0">
                <a:solidFill>
                  <a:srgbClr val="FF99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eat   banana </a:t>
            </a:r>
          </a:p>
          <a:p>
            <a:endParaRPr kumimoji="1" lang="en-US" altLang="zh-CN" sz="3600" b="1" dirty="0" smtClean="0">
              <a:solidFill>
                <a:srgbClr val="FF99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kumimoji="1" lang="en-US" altLang="zh-CN" sz="3600" b="1" dirty="0" smtClean="0">
                <a:solidFill>
                  <a:srgbClr val="FF99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2.    apple    </a:t>
            </a:r>
            <a:r>
              <a:rPr kumimoji="1" lang="en-US" altLang="zh-CN" sz="3600" b="1" dirty="0">
                <a:solidFill>
                  <a:srgbClr val="FF99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eat </a:t>
            </a:r>
            <a:r>
              <a:rPr kumimoji="1" lang="en-US" altLang="zh-CN" sz="3600" b="1" dirty="0" smtClean="0">
                <a:solidFill>
                  <a:srgbClr val="FF99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apple    </a:t>
            </a:r>
            <a:endParaRPr lang="zh-CN" altLang="en-US" sz="3600" dirty="0">
              <a:solidFill>
                <a:srgbClr val="FF99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5366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D33C69C-2043-4B8D-A453-9D3FCAFC0D98}" type="datetime1">
              <a:rPr lang="zh-CN" altLang="en-US"/>
              <a:t>2024/5/11</a:t>
            </a:fld>
            <a:endParaRPr lang="en-US" altLang="zh-CN"/>
          </a:p>
        </p:txBody>
      </p:sp>
      <p:sp>
        <p:nvSpPr>
          <p:cNvPr id="48131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Char char="u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F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8AABE6F-406C-41CD-B869-ED960FB6B6AA}" type="slidenum">
              <a:rPr lang="en-US" altLang="zh-CN" sz="1400"/>
              <a:t>3</a:t>
            </a:fld>
            <a:endParaRPr lang="en-US" altLang="zh-CN" sz="1400"/>
          </a:p>
        </p:txBody>
      </p:sp>
      <p:sp>
        <p:nvSpPr>
          <p:cNvPr id="45061" name="Text Box 6"/>
          <p:cNvSpPr txBox="1">
            <a:spLocks noChangeArrowheads="1"/>
          </p:cNvSpPr>
          <p:nvPr/>
        </p:nvSpPr>
        <p:spPr bwMode="auto">
          <a:xfrm>
            <a:off x="1647508" y="1176657"/>
            <a:ext cx="9357579" cy="50774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SzPct val="75000"/>
              <a:buFont typeface="+mj-lt"/>
              <a:buAutoNum type="arabicPeriod"/>
              <a:defRPr/>
            </a:pPr>
            <a:r>
              <a:rPr kumimoji="1" lang="en-US" altLang="en-US" sz="24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&lt;program&gt; →{ fun_declaration }&lt;main_declaration&gt;</a:t>
            </a:r>
          </a:p>
          <a:p>
            <a:pPr marL="457200" indent="-457200">
              <a:lnSpc>
                <a:spcPct val="150000"/>
              </a:lnSpc>
              <a:buSzPct val="75000"/>
              <a:buFont typeface="+mj-lt"/>
              <a:buAutoNum type="arabicPeriod"/>
              <a:defRPr/>
            </a:pPr>
            <a:r>
              <a:rPr kumimoji="1" lang="en-US" altLang="en-US" sz="24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&lt;fun_declaration&gt; → function </a:t>
            </a:r>
            <a:r>
              <a:rPr kumimoji="1" lang="en-US" altLang="en-US" sz="2400" b="1" dirty="0" smtClean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ID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‘</a:t>
            </a:r>
            <a:r>
              <a:rPr kumimoji="1" lang="en-US" altLang="en-US" sz="2400" b="1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’</a:t>
            </a:r>
            <a:r>
              <a:rPr kumimoji="1" lang="en-US" altLang="en-US" sz="2400" b="1" dirty="0" smtClean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‘ </a:t>
            </a:r>
            <a:r>
              <a:rPr kumimoji="1" lang="en-US" altLang="en-US" sz="24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)’&lt; function_body&gt;</a:t>
            </a:r>
          </a:p>
          <a:p>
            <a:pPr marL="457200" indent="-457200">
              <a:lnSpc>
                <a:spcPct val="150000"/>
              </a:lnSpc>
              <a:buSzPct val="75000"/>
              <a:buFont typeface="+mj-lt"/>
              <a:buAutoNum type="arabicPeriod"/>
              <a:defRPr/>
            </a:pPr>
            <a:r>
              <a:rPr kumimoji="1" lang="en-US" altLang="en-US" sz="24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&lt;main_declaration&gt;→</a:t>
            </a:r>
            <a:r>
              <a:rPr kumimoji="1" lang="en-US" altLang="en-US" sz="2400" b="1" dirty="0">
                <a:solidFill>
                  <a:srgbClr val="000000"/>
                </a:solidFill>
                <a:ea typeface="宋体" panose="02010600030101010101" pitchFamily="2" charset="-122"/>
              </a:rPr>
              <a:t>main‘ </a:t>
            </a:r>
            <a:r>
              <a:rPr kumimoji="1" lang="en-US" altLang="en-US" sz="2400" b="1" dirty="0" smtClean="0">
                <a:solidFill>
                  <a:srgbClr val="000000"/>
                </a:solidFill>
                <a:ea typeface="宋体" panose="02010600030101010101" pitchFamily="2" charset="-122"/>
              </a:rPr>
              <a:t>(’‘ </a:t>
            </a:r>
            <a:r>
              <a:rPr kumimoji="1" lang="en-US" altLang="en-US" sz="24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)’ &lt; function_body&gt;</a:t>
            </a:r>
          </a:p>
          <a:p>
            <a:pPr marL="457200" indent="-457200">
              <a:lnSpc>
                <a:spcPct val="150000"/>
              </a:lnSpc>
              <a:buSzPct val="75000"/>
              <a:buFont typeface="+mj-lt"/>
              <a:buAutoNum type="arabicPeriod"/>
              <a:defRPr/>
            </a:pPr>
            <a:r>
              <a:rPr kumimoji="1" lang="en-US" altLang="en-US" sz="24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&lt;function_body&gt;→ </a:t>
            </a:r>
            <a:r>
              <a:rPr kumimoji="1" lang="en-US" altLang="en-US" sz="2400" b="1" dirty="0" smtClean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‘{</a:t>
            </a:r>
            <a:r>
              <a:rPr kumimoji="1" lang="en-US" altLang="en-US" sz="2400" b="1" dirty="0">
                <a:solidFill>
                  <a:srgbClr val="000000"/>
                </a:solidFill>
                <a:ea typeface="宋体" panose="02010600030101010101" pitchFamily="2" charset="-122"/>
              </a:rPr>
              <a:t>’</a:t>
            </a:r>
            <a:r>
              <a:rPr kumimoji="1" lang="en-US" altLang="en-US" sz="2400" b="1" dirty="0" smtClean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&lt;</a:t>
            </a:r>
            <a:r>
              <a:rPr kumimoji="1" lang="en-US" altLang="en-US" sz="24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declaration_list&gt;&lt;</a:t>
            </a:r>
            <a:r>
              <a:rPr kumimoji="1" lang="en-US" altLang="en-US" sz="2400" b="1" dirty="0" err="1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statement_list</a:t>
            </a:r>
            <a:r>
              <a:rPr kumimoji="1" lang="en-US" altLang="en-US" sz="2400" b="1" dirty="0" smtClean="0">
                <a:solidFill>
                  <a:srgbClr val="000000"/>
                </a:solidFill>
                <a:ea typeface="宋体" panose="02010600030101010101" pitchFamily="2" charset="-122"/>
              </a:rPr>
              <a:t>&gt;‘}’</a:t>
            </a:r>
            <a:endParaRPr kumimoji="1" lang="en-US" altLang="en-US" sz="2400" b="1" dirty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</a:endParaRPr>
          </a:p>
          <a:p>
            <a:pPr marL="457200" indent="-457200">
              <a:lnSpc>
                <a:spcPct val="150000"/>
              </a:lnSpc>
              <a:buSzPct val="75000"/>
              <a:buFont typeface="+mj-lt"/>
              <a:buAutoNum type="arabicPeriod"/>
              <a:defRPr/>
            </a:pPr>
            <a:r>
              <a:rPr kumimoji="1" lang="en-US" altLang="en-US" sz="24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&lt;declaration_list&gt;→&lt;declaration_list&gt;&lt;declaration_stat&gt; |ε</a:t>
            </a:r>
          </a:p>
          <a:p>
            <a:pPr marL="457200" indent="-457200">
              <a:lnSpc>
                <a:spcPct val="150000"/>
              </a:lnSpc>
              <a:buSzPct val="75000"/>
              <a:defRPr/>
            </a:pPr>
            <a:r>
              <a:rPr kumimoji="1" lang="en-US" altLang="en-US" sz="24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   &lt;declaration_list&gt;→{&lt;declaration_stat&gt;}</a:t>
            </a:r>
          </a:p>
          <a:p>
            <a:pPr marL="457200" indent="-457200">
              <a:lnSpc>
                <a:spcPct val="150000"/>
              </a:lnSpc>
              <a:buSzPct val="75000"/>
              <a:buFont typeface="+mj-lt"/>
              <a:buAutoNum type="arabicPeriod" startAt="6"/>
              <a:defRPr/>
            </a:pPr>
            <a:r>
              <a:rPr kumimoji="1" lang="en-US" altLang="en-US" sz="24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&lt;declaration_stat&gt;→int ID; </a:t>
            </a:r>
          </a:p>
          <a:p>
            <a:pPr marL="457200" indent="-457200">
              <a:lnSpc>
                <a:spcPct val="150000"/>
              </a:lnSpc>
              <a:buSzPct val="75000"/>
              <a:buFont typeface="+mj-lt"/>
              <a:buAutoNum type="arabicPeriod" startAt="6"/>
              <a:defRPr/>
            </a:pPr>
            <a:r>
              <a:rPr kumimoji="1" lang="en-US" altLang="en-US" sz="24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&lt;statement_list&gt;→&lt;statement_list&gt;&lt;statement&gt;| ε </a:t>
            </a:r>
          </a:p>
          <a:p>
            <a:pPr marL="457200" indent="-457200">
              <a:lnSpc>
                <a:spcPct val="150000"/>
              </a:lnSpc>
              <a:buSzPct val="75000"/>
              <a:defRPr/>
            </a:pPr>
            <a:r>
              <a:rPr kumimoji="1" lang="en-US" altLang="en-US" sz="24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    &lt;statement_list&gt;→{&lt;statement&gt;}</a:t>
            </a:r>
          </a:p>
        </p:txBody>
      </p:sp>
      <p:sp>
        <p:nvSpPr>
          <p:cNvPr id="8" name="Rectangle 5"/>
          <p:cNvSpPr>
            <a:spLocks noGrp="1" noChangeArrowheads="1"/>
          </p:cNvSpPr>
          <p:nvPr/>
        </p:nvSpPr>
        <p:spPr>
          <a:xfrm>
            <a:off x="493712" y="155575"/>
            <a:ext cx="8853488" cy="669925"/>
          </a:xfrm>
          <a:prstGeom prst="rect">
            <a:avLst/>
          </a:prstGeom>
          <a:noFill/>
          <a:ln>
            <a:noFill/>
          </a:ln>
        </p:spPr>
        <p:txBody>
          <a:bodyPr vert="horz" wrap="square" lIns="92075" tIns="46038" rIns="92075" bIns="46038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zh-CN" sz="4000" b="1" kern="12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3200" b="1" kern="1200" dirty="0" smtClean="0">
                <a:solidFill>
                  <a:srgbClr val="0070C0"/>
                </a:solidFill>
              </a:rPr>
              <a:t>语法分析</a:t>
            </a:r>
            <a:r>
              <a:rPr lang="en-US" altLang="zh-CN" sz="3200" b="1" dirty="0" smtClean="0">
                <a:solidFill>
                  <a:srgbClr val="0070C0"/>
                </a:solidFill>
              </a:rPr>
              <a:t>—</a:t>
            </a:r>
            <a:r>
              <a:rPr lang="zh-CN" altLang="en-US" sz="2800" b="1" dirty="0" smtClean="0">
                <a:solidFill>
                  <a:srgbClr val="0070C0"/>
                </a:solidFill>
                <a:sym typeface="+mn-ea"/>
              </a:rPr>
              <a:t>TEST</a:t>
            </a:r>
            <a:r>
              <a:rPr lang="zh-CN" altLang="en-US" sz="2800" b="1" dirty="0">
                <a:solidFill>
                  <a:srgbClr val="0070C0"/>
                </a:solidFill>
                <a:sym typeface="+mn-ea"/>
              </a:rPr>
              <a:t>语言的语法规则(</a:t>
            </a:r>
            <a:r>
              <a:rPr lang="en-US" altLang="zh-CN" sz="2800" b="1" dirty="0">
                <a:solidFill>
                  <a:srgbClr val="0070C0"/>
                </a:solidFill>
                <a:sym typeface="+mn-ea"/>
              </a:rPr>
              <a:t>1</a:t>
            </a:r>
            <a:r>
              <a:rPr lang="zh-CN" altLang="en-US" sz="2800" b="1" dirty="0" smtClean="0">
                <a:solidFill>
                  <a:srgbClr val="0070C0"/>
                </a:solidFill>
                <a:sym typeface="+mn-ea"/>
              </a:rPr>
              <a:t>)</a:t>
            </a:r>
            <a:endParaRPr lang="zh-CN" altLang="en-US" sz="2800" b="1" dirty="0">
              <a:solidFill>
                <a:srgbClr val="0070C0"/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29210" y="941705"/>
            <a:ext cx="12162790" cy="0"/>
          </a:xfrm>
          <a:prstGeom prst="line">
            <a:avLst/>
          </a:prstGeom>
          <a:solidFill>
            <a:srgbClr val="FFFFCC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9EE2E90D-50ED-4916-B6D9-B0EC71457478}" type="datetime1">
              <a:rPr kumimoji="1" lang="zh-CN" altLang="en-US">
                <a:solidFill>
                  <a:srgbClr val="FFFFFF"/>
                </a:solidFill>
                <a:latin typeface="Times New Roman" panose="02020603050405020304"/>
                <a:ea typeface="宋体" panose="02010600030101010101" pitchFamily="2" charset="-122"/>
              </a:rPr>
              <a:t>2024/5/11</a:t>
            </a:fld>
            <a:endParaRPr kumimoji="1" lang="en-US" altLang="zh-CN">
              <a:solidFill>
                <a:srgbClr val="FFFFFF"/>
              </a:solidFill>
              <a:latin typeface="Times New Roman" panose="02020603050405020304"/>
              <a:ea typeface="宋体" panose="02010600030101010101" pitchFamily="2" charset="-122"/>
            </a:endParaRPr>
          </a:p>
        </p:txBody>
      </p:sp>
      <p:sp>
        <p:nvSpPr>
          <p:cNvPr id="49155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Char char="u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F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fld id="{181E165E-CBD6-4C83-A2FE-3E9C104C7AD9}" type="slidenum">
              <a:rPr lang="en-US" altLang="zh-CN" sz="1400">
                <a:solidFill>
                  <a:srgbClr val="FFFFFF"/>
                </a:solidFill>
              </a:rPr>
              <a:t>4</a:t>
            </a:fld>
            <a:endParaRPr lang="en-US" altLang="zh-CN" sz="1400">
              <a:solidFill>
                <a:srgbClr val="FFFFFF"/>
              </a:solidFill>
            </a:endParaRPr>
          </a:p>
        </p:txBody>
      </p:sp>
      <p:sp>
        <p:nvSpPr>
          <p:cNvPr id="46084" name="Text Box 6"/>
          <p:cNvSpPr txBox="1">
            <a:spLocks noChangeArrowheads="1"/>
          </p:cNvSpPr>
          <p:nvPr/>
        </p:nvSpPr>
        <p:spPr bwMode="auto">
          <a:xfrm>
            <a:off x="1524000" y="1196975"/>
            <a:ext cx="9747250" cy="526297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en-US" altLang="en-US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8</a:t>
            </a:r>
            <a:r>
              <a:rPr kumimoji="1" lang="en-US" altLang="en-US" sz="2000" b="1" dirty="0" smtClean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.    &lt;</a:t>
            </a:r>
            <a:r>
              <a:rPr kumimoji="1" lang="en-US" altLang="en-US" sz="24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statement&gt;→&lt;</a:t>
            </a:r>
            <a:r>
              <a:rPr kumimoji="1" lang="en-US" altLang="en-US" sz="2400" b="1" dirty="0" err="1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if_stat</a:t>
            </a:r>
            <a:r>
              <a:rPr kumimoji="1" lang="en-US" altLang="en-US" sz="24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&gt;|&lt;</a:t>
            </a:r>
            <a:r>
              <a:rPr kumimoji="1" lang="en-US" altLang="en-US" sz="2400" b="1" dirty="0" err="1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while_stat</a:t>
            </a:r>
            <a:r>
              <a:rPr kumimoji="1" lang="en-US" altLang="en-US" sz="24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&gt;|&lt;</a:t>
            </a:r>
            <a:r>
              <a:rPr kumimoji="1" lang="en-US" altLang="en-US" sz="2400" b="1" dirty="0" err="1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for_stat</a:t>
            </a:r>
            <a:r>
              <a:rPr kumimoji="1" lang="en-US" altLang="en-US" sz="24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&gt;|&lt;</a:t>
            </a:r>
            <a:r>
              <a:rPr kumimoji="1" lang="en-US" altLang="en-US" sz="2400" b="1" dirty="0" err="1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read_stat</a:t>
            </a:r>
            <a:r>
              <a:rPr kumimoji="1" lang="en-US" altLang="en-US" sz="24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&gt; </a:t>
            </a:r>
            <a:endParaRPr kumimoji="1" lang="zh-CN" altLang="en-US" sz="2400" b="1" dirty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</a:endParaRP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defRPr/>
            </a:pPr>
            <a:r>
              <a:rPr kumimoji="1" lang="en-US" altLang="en-US" sz="24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      |&lt;</a:t>
            </a:r>
            <a:r>
              <a:rPr kumimoji="1" lang="en-US" altLang="en-US" sz="2400" b="1" dirty="0" err="1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write_stat</a:t>
            </a:r>
            <a:r>
              <a:rPr kumimoji="1" lang="en-US" altLang="en-US" sz="24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&gt;|&lt;</a:t>
            </a:r>
            <a:r>
              <a:rPr kumimoji="1" lang="en-US" altLang="en-US" sz="2400" b="1" dirty="0" err="1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compound_stat</a:t>
            </a:r>
            <a:r>
              <a:rPr kumimoji="1" lang="en-US" altLang="en-US" sz="24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&gt; |&lt;</a:t>
            </a:r>
            <a:r>
              <a:rPr kumimoji="1" lang="en-US" altLang="en-US" sz="2400" b="1" dirty="0" err="1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expression_stat</a:t>
            </a:r>
            <a:r>
              <a:rPr kumimoji="1" lang="en-US" altLang="en-US" sz="24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&gt;  | &lt; call _stat&gt;</a:t>
            </a:r>
            <a:endParaRPr kumimoji="1" lang="en-US" altLang="zh-CN" sz="2400" b="1" dirty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</a:endParaRPr>
          </a:p>
          <a:p>
            <a:pPr marL="45720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ct val="75000"/>
              <a:buFont typeface="+mj-lt"/>
              <a:buAutoNum type="arabicPeriod" startAt="9"/>
              <a:defRPr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</a:t>
            </a:r>
            <a:r>
              <a:rPr kumimoji="1" lang="en-US" sz="24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&lt;</a:t>
            </a:r>
            <a:r>
              <a:rPr kumimoji="1" lang="en-US" sz="2400" b="1" dirty="0" err="1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if_stat</a:t>
            </a:r>
            <a:r>
              <a:rPr kumimoji="1" lang="en-US" sz="24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&gt;→ if </a:t>
            </a:r>
            <a:r>
              <a:rPr kumimoji="1" lang="en-US" sz="2400" b="1" dirty="0" smtClean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‘(</a:t>
            </a:r>
            <a:r>
              <a:rPr kumimoji="1" lang="en-US" altLang="zh-CN" sz="2400" b="1" dirty="0" smtClean="0">
                <a:solidFill>
                  <a:srgbClr val="000000"/>
                </a:solidFill>
                <a:ea typeface="宋体" panose="02010600030101010101" pitchFamily="2" charset="-122"/>
              </a:rPr>
              <a:t>’</a:t>
            </a:r>
            <a:r>
              <a:rPr kumimoji="1" lang="en-US" sz="2400" b="1" dirty="0" smtClean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&lt;</a:t>
            </a:r>
            <a:r>
              <a:rPr kumimoji="1" lang="en-US" sz="24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expr</a:t>
            </a:r>
            <a:r>
              <a:rPr kumimoji="1" lang="en-US" sz="2400" b="1" dirty="0" smtClean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&gt;</a:t>
            </a:r>
            <a:r>
              <a:rPr kumimoji="1"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‘</a:t>
            </a:r>
            <a:r>
              <a:rPr kumimoji="1" lang="en-US" sz="2400" b="1" dirty="0" smtClean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)’ </a:t>
            </a:r>
            <a:r>
              <a:rPr kumimoji="1" lang="en-US" sz="24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&lt;statement &gt; [else &lt; statement &gt;] </a:t>
            </a:r>
            <a:endParaRPr kumimoji="1" lang="zh-CN" altLang="en-US" sz="2400" b="1" dirty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</a:endParaRPr>
          </a:p>
          <a:p>
            <a:pPr marL="45720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ct val="75000"/>
              <a:buFont typeface="+mj-lt"/>
              <a:buAutoNum type="arabicPeriod" startAt="9"/>
              <a:defRPr/>
            </a:pPr>
            <a:r>
              <a:rPr kumimoji="1" lang="en-US" sz="24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&lt;</a:t>
            </a:r>
            <a:r>
              <a:rPr kumimoji="1" lang="en-US" sz="2400" b="1" dirty="0" err="1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while_stat</a:t>
            </a:r>
            <a:r>
              <a:rPr kumimoji="1" lang="en-US" sz="24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&gt;→ while </a:t>
            </a:r>
            <a:r>
              <a:rPr kumimoji="1" lang="en-US" sz="2400" b="1" dirty="0" smtClean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‘(</a:t>
            </a:r>
            <a:r>
              <a:rPr kumimoji="1"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’</a:t>
            </a:r>
            <a:r>
              <a:rPr kumimoji="1" lang="en-US" sz="2400" b="1" dirty="0" smtClean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&lt;</a:t>
            </a:r>
            <a:r>
              <a:rPr kumimoji="1" lang="en-US" sz="24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expr </a:t>
            </a:r>
            <a:r>
              <a:rPr kumimoji="1" lang="en-US" sz="2400" b="1" dirty="0" smtClean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&gt;</a:t>
            </a:r>
            <a:r>
              <a:rPr kumimoji="1" lang="en-US" altLang="zh-CN" sz="2400" b="1" dirty="0" smtClean="0">
                <a:solidFill>
                  <a:srgbClr val="000000"/>
                </a:solidFill>
                <a:ea typeface="宋体" panose="02010600030101010101" pitchFamily="2" charset="-122"/>
              </a:rPr>
              <a:t>‘</a:t>
            </a:r>
            <a:r>
              <a:rPr kumimoji="1" lang="en-US" sz="2400" b="1" dirty="0" smtClean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)’ </a:t>
            </a:r>
            <a:r>
              <a:rPr kumimoji="1" lang="en-US" sz="24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&lt; statement &gt; </a:t>
            </a:r>
            <a:endParaRPr kumimoji="1" lang="zh-CN" altLang="en-US" sz="2400" b="1" dirty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</a:endParaRPr>
          </a:p>
          <a:p>
            <a:pPr marL="45720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ct val="75000"/>
              <a:buFont typeface="+mj-lt"/>
              <a:buAutoNum type="arabicPeriod" startAt="9"/>
              <a:defRPr/>
            </a:pPr>
            <a:r>
              <a:rPr kumimoji="1" lang="en-US" sz="24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&lt;</a:t>
            </a:r>
            <a:r>
              <a:rPr kumimoji="1" lang="en-US" sz="2400" b="1" dirty="0" err="1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for_stat</a:t>
            </a:r>
            <a:r>
              <a:rPr kumimoji="1" lang="en-US" sz="24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&gt;→ </a:t>
            </a:r>
            <a:r>
              <a:rPr kumimoji="1" lang="en-US" sz="2400" b="1" dirty="0" smtClean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for</a:t>
            </a:r>
            <a:r>
              <a:rPr kumimoji="1" lang="en-US" altLang="zh-CN" sz="2400" b="1" dirty="0" smtClean="0">
                <a:solidFill>
                  <a:srgbClr val="000000"/>
                </a:solidFill>
                <a:ea typeface="宋体" panose="02010600030101010101" pitchFamily="2" charset="-122"/>
              </a:rPr>
              <a:t> ‘</a:t>
            </a:r>
            <a:r>
              <a:rPr kumimoji="1" lang="en-US" sz="2400" b="1" dirty="0" smtClean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(</a:t>
            </a:r>
            <a:r>
              <a:rPr kumimoji="1"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’</a:t>
            </a:r>
            <a:r>
              <a:rPr kumimoji="1" lang="en-US" sz="2400" b="1" dirty="0" smtClean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&lt;</a:t>
            </a:r>
            <a:r>
              <a:rPr kumimoji="1" lang="en-US" sz="24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expr&gt;;&lt;expr&gt;;&lt;expr</a:t>
            </a:r>
            <a:r>
              <a:rPr kumimoji="1" lang="en-US" sz="2400" b="1" dirty="0" smtClean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&gt;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‘</a:t>
            </a:r>
            <a:r>
              <a:rPr kumimoji="1" lang="en-US" sz="2400" b="1" dirty="0" smtClean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)’&lt;</a:t>
            </a:r>
            <a:r>
              <a:rPr kumimoji="1" lang="en-US" sz="24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statement&gt;</a:t>
            </a:r>
            <a:endParaRPr kumimoji="1" lang="zh-CN" altLang="en-US" sz="2400" b="1" dirty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</a:endParaRPr>
          </a:p>
          <a:p>
            <a:pPr marL="45720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ct val="75000"/>
              <a:buFont typeface="+mj-lt"/>
              <a:buAutoNum type="arabicPeriod" startAt="9"/>
              <a:defRPr/>
            </a:pPr>
            <a:r>
              <a:rPr kumimoji="1" lang="en-US" sz="24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&lt;</a:t>
            </a:r>
            <a:r>
              <a:rPr kumimoji="1" lang="en-US" sz="2400" b="1" dirty="0" err="1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write_stat</a:t>
            </a:r>
            <a:r>
              <a:rPr kumimoji="1" lang="en-US" sz="24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&gt;→write &lt;expression&gt;; </a:t>
            </a:r>
            <a:endParaRPr kumimoji="1" lang="zh-CN" altLang="en-US" sz="2400" b="1" dirty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</a:endParaRPr>
          </a:p>
          <a:p>
            <a:pPr marL="45720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ct val="75000"/>
              <a:buFont typeface="+mj-lt"/>
              <a:buAutoNum type="arabicPeriod" startAt="9"/>
              <a:defRPr/>
            </a:pPr>
            <a:r>
              <a:rPr kumimoji="1" lang="en-US" sz="24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&lt;</a:t>
            </a:r>
            <a:r>
              <a:rPr kumimoji="1" lang="en-US" sz="2400" b="1" dirty="0" err="1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read_stat</a:t>
            </a:r>
            <a:r>
              <a:rPr kumimoji="1" lang="en-US" sz="24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&gt;→read ID; </a:t>
            </a:r>
            <a:endParaRPr kumimoji="1" lang="zh-CN" altLang="en-US" sz="2400" b="1" dirty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</a:endParaRPr>
          </a:p>
          <a:p>
            <a:pPr marL="45720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ct val="75000"/>
              <a:buFont typeface="+mj-lt"/>
              <a:buAutoNum type="arabicPeriod" startAt="9"/>
              <a:defRPr/>
            </a:pPr>
            <a:r>
              <a:rPr kumimoji="1" lang="en-US" sz="24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&lt;</a:t>
            </a:r>
            <a:r>
              <a:rPr kumimoji="1" lang="en-US" sz="2400" b="1" dirty="0" err="1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compound_stat</a:t>
            </a:r>
            <a:r>
              <a:rPr kumimoji="1" lang="en-US" sz="24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&gt;</a:t>
            </a:r>
            <a:r>
              <a:rPr kumimoji="1" lang="en-US" sz="2400" b="1" dirty="0" smtClean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→ </a:t>
            </a:r>
            <a:r>
              <a:rPr kumimoji="1" lang="en-US" altLang="zh-CN" sz="2400" b="1" dirty="0" smtClean="0">
                <a:solidFill>
                  <a:srgbClr val="000000"/>
                </a:solidFill>
                <a:ea typeface="宋体" panose="02010600030101010101" pitchFamily="2" charset="-122"/>
              </a:rPr>
              <a:t>‘</a:t>
            </a:r>
            <a:r>
              <a:rPr kumimoji="1" lang="en-US" sz="2400" b="1" dirty="0" smtClean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{</a:t>
            </a:r>
            <a:r>
              <a:rPr kumimoji="1" lang="en-US" altLang="zh-CN" sz="2400" b="1" dirty="0" smtClean="0">
                <a:solidFill>
                  <a:srgbClr val="000000"/>
                </a:solidFill>
                <a:ea typeface="宋体" panose="02010600030101010101" pitchFamily="2" charset="-122"/>
              </a:rPr>
              <a:t>’ </a:t>
            </a:r>
            <a:r>
              <a:rPr kumimoji="1" lang="en-US" sz="2400" b="1" dirty="0" smtClean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&lt;</a:t>
            </a:r>
            <a:r>
              <a:rPr kumimoji="1" lang="en-US" sz="2400" b="1" dirty="0" err="1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statement_list</a:t>
            </a:r>
            <a:r>
              <a:rPr kumimoji="1" lang="en-US" sz="2400" b="1" dirty="0" smtClean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&gt;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‘</a:t>
            </a:r>
            <a:r>
              <a:rPr kumimoji="1" lang="en-US" sz="2400" b="1" dirty="0" smtClean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}’ </a:t>
            </a:r>
            <a:endParaRPr kumimoji="1" lang="zh-CN" altLang="en-US" sz="2400" b="1" dirty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</a:endParaRPr>
          </a:p>
          <a:p>
            <a:pPr marL="45720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ct val="75000"/>
              <a:buFont typeface="+mj-lt"/>
              <a:buAutoNum type="arabicPeriod" startAt="9"/>
              <a:defRPr/>
            </a:pPr>
            <a:r>
              <a:rPr kumimoji="1" lang="en-US" sz="24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&lt;</a:t>
            </a:r>
            <a:r>
              <a:rPr kumimoji="1" lang="en-US" sz="2400" b="1" dirty="0" err="1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expression_stat</a:t>
            </a:r>
            <a:r>
              <a:rPr kumimoji="1" lang="en-US" sz="24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&gt;→&lt; expression &gt;;|; </a:t>
            </a:r>
          </a:p>
          <a:p>
            <a:pPr marL="45720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ct val="75000"/>
              <a:buFont typeface="+mj-lt"/>
              <a:buAutoNum type="arabicPeriod" startAt="9"/>
              <a:defRPr/>
            </a:pPr>
            <a:r>
              <a:rPr kumimoji="1" lang="en-US" sz="24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&lt; call _stat&gt;→ call </a:t>
            </a:r>
            <a:r>
              <a:rPr kumimoji="1" lang="en-US" sz="2400" b="1" dirty="0" smtClean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ID</a:t>
            </a:r>
            <a:r>
              <a:rPr kumimoji="1" lang="en-US" altLang="zh-CN" sz="2400" b="1" dirty="0" smtClean="0">
                <a:solidFill>
                  <a:srgbClr val="000000"/>
                </a:solidFill>
                <a:ea typeface="宋体" panose="02010600030101010101" pitchFamily="2" charset="-122"/>
              </a:rPr>
              <a:t>‘</a:t>
            </a:r>
            <a:r>
              <a:rPr kumimoji="1" lang="en-US" sz="2400" b="1" dirty="0" smtClean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(’ ‘)</a:t>
            </a:r>
            <a:r>
              <a:rPr kumimoji="1"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 ’</a:t>
            </a:r>
            <a:r>
              <a:rPr kumimoji="1" lang="en-US" sz="2400" b="1" i="1" dirty="0" smtClean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</a:t>
            </a:r>
          </a:p>
        </p:txBody>
      </p:sp>
      <p:cxnSp>
        <p:nvCxnSpPr>
          <p:cNvPr id="27" name="直接连接符 26"/>
          <p:cNvCxnSpPr/>
          <p:nvPr/>
        </p:nvCxnSpPr>
        <p:spPr>
          <a:xfrm>
            <a:off x="29210" y="941705"/>
            <a:ext cx="12162790" cy="0"/>
          </a:xfrm>
          <a:prstGeom prst="line">
            <a:avLst/>
          </a:prstGeom>
          <a:solidFill>
            <a:srgbClr val="FFFFCC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Rectangle 5"/>
          <p:cNvSpPr>
            <a:spLocks noGrp="1" noChangeArrowheads="1"/>
          </p:cNvSpPr>
          <p:nvPr/>
        </p:nvSpPr>
        <p:spPr>
          <a:xfrm>
            <a:off x="493712" y="144145"/>
            <a:ext cx="8853488" cy="669925"/>
          </a:xfrm>
          <a:prstGeom prst="rect">
            <a:avLst/>
          </a:prstGeom>
          <a:noFill/>
          <a:ln>
            <a:noFill/>
          </a:ln>
        </p:spPr>
        <p:txBody>
          <a:bodyPr vert="horz" wrap="square" lIns="92075" tIns="46038" rIns="92075" bIns="46038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zh-CN" sz="4000" b="1" kern="12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3200" b="1" kern="1200" dirty="0" smtClean="0">
                <a:solidFill>
                  <a:srgbClr val="0070C0"/>
                </a:solidFill>
              </a:rPr>
              <a:t>语法分析</a:t>
            </a:r>
            <a:r>
              <a:rPr lang="en-US" altLang="zh-CN" sz="3200" b="1" dirty="0" smtClean="0">
                <a:solidFill>
                  <a:srgbClr val="0070C0"/>
                </a:solidFill>
              </a:rPr>
              <a:t>—</a:t>
            </a:r>
            <a:r>
              <a:rPr lang="zh-CN" altLang="en-US" sz="3200" b="1" dirty="0" smtClean="0">
                <a:solidFill>
                  <a:srgbClr val="0070C0"/>
                </a:solidFill>
                <a:sym typeface="+mn-ea"/>
              </a:rPr>
              <a:t>TEST</a:t>
            </a:r>
            <a:r>
              <a:rPr lang="zh-CN" altLang="en-US" sz="3200" b="1" dirty="0">
                <a:solidFill>
                  <a:srgbClr val="0070C0"/>
                </a:solidFill>
                <a:sym typeface="+mn-ea"/>
              </a:rPr>
              <a:t>语言的语法规则</a:t>
            </a:r>
            <a:r>
              <a:rPr lang="zh-CN" altLang="en-US" sz="3200" b="1" dirty="0" smtClean="0">
                <a:solidFill>
                  <a:srgbClr val="0070C0"/>
                </a:solidFill>
                <a:sym typeface="+mn-ea"/>
              </a:rPr>
              <a:t>(</a:t>
            </a:r>
            <a:r>
              <a:rPr lang="en-US" altLang="zh-CN" sz="3200" b="1" dirty="0" smtClean="0">
                <a:solidFill>
                  <a:srgbClr val="0070C0"/>
                </a:solidFill>
                <a:sym typeface="+mn-ea"/>
              </a:rPr>
              <a:t>2</a:t>
            </a:r>
            <a:r>
              <a:rPr lang="zh-CN" altLang="en-US" sz="3200" b="1" dirty="0" smtClean="0">
                <a:solidFill>
                  <a:srgbClr val="0070C0"/>
                </a:solidFill>
                <a:sym typeface="+mn-ea"/>
              </a:rPr>
              <a:t>)</a:t>
            </a:r>
            <a:endParaRPr lang="zh-CN" altLang="en-US" sz="3200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1D17D05-D258-45E2-93B0-76462ABA2EFC}" type="datetime1">
              <a:rPr kumimoji="1" lang="zh-CN" altLang="en-US">
                <a:solidFill>
                  <a:srgbClr val="FFFFFF"/>
                </a:solidFill>
                <a:latin typeface="Times New Roman" panose="02020603050405020304"/>
                <a:ea typeface="宋体" panose="02010600030101010101" pitchFamily="2" charset="-122"/>
              </a:rPr>
              <a:t>2024/5/11</a:t>
            </a:fld>
            <a:endParaRPr kumimoji="1" lang="en-US" altLang="zh-CN">
              <a:solidFill>
                <a:srgbClr val="FFFFFF"/>
              </a:solidFill>
              <a:latin typeface="Times New Roman" panose="02020603050405020304"/>
              <a:ea typeface="宋体" panose="02010600030101010101" pitchFamily="2" charset="-122"/>
            </a:endParaRPr>
          </a:p>
        </p:txBody>
      </p:sp>
      <p:sp>
        <p:nvSpPr>
          <p:cNvPr id="50179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Char char="u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F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fld id="{E74C15AD-8444-4416-9F06-6A76ECCFB524}" type="slidenum">
              <a:rPr lang="en-US" altLang="zh-CN" sz="1400">
                <a:solidFill>
                  <a:srgbClr val="FFFFFF"/>
                </a:solidFill>
              </a:rPr>
              <a:t>5</a:t>
            </a:fld>
            <a:endParaRPr lang="en-US" altLang="zh-CN" sz="1400">
              <a:solidFill>
                <a:srgbClr val="FFFFFF"/>
              </a:solidFill>
            </a:endParaRP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1076850" y="1474121"/>
            <a:ext cx="9144000" cy="378565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en-US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17</a:t>
            </a:r>
            <a:r>
              <a:rPr kumimoji="1" lang="en-US" sz="2000" b="1" dirty="0" smtClean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. </a:t>
            </a:r>
            <a:r>
              <a:rPr kumimoji="1" lang="en-US" sz="2400" b="1" dirty="0" smtClean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&lt; </a:t>
            </a:r>
            <a:r>
              <a:rPr kumimoji="1" lang="en-US" sz="24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expression &gt;→ ID=&lt;</a:t>
            </a:r>
            <a:r>
              <a:rPr kumimoji="1" lang="en-US" sz="2400" b="1" dirty="0" err="1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bool_expr</a:t>
            </a:r>
            <a:r>
              <a:rPr kumimoji="1" lang="en-US" sz="24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&gt;|&lt;</a:t>
            </a:r>
            <a:r>
              <a:rPr kumimoji="1" lang="en-US" sz="2400" b="1" dirty="0" err="1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bool_expr</a:t>
            </a:r>
            <a:r>
              <a:rPr kumimoji="1" lang="en-US" sz="24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&gt; </a:t>
            </a:r>
            <a:endParaRPr kumimoji="1" lang="zh-CN" altLang="en-US" sz="2400" b="1" dirty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ct val="75000"/>
              <a:defRPr/>
            </a:pPr>
            <a:r>
              <a:rPr kumimoji="1" lang="en-US" sz="2000" b="1" dirty="0" smtClean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18. </a:t>
            </a:r>
            <a:r>
              <a:rPr kumimoji="1" lang="en-US" sz="2400" b="1" dirty="0" smtClean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&lt;</a:t>
            </a:r>
            <a:r>
              <a:rPr kumimoji="1" lang="en-US" sz="2400" b="1" dirty="0" err="1" smtClean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bool_expr</a:t>
            </a:r>
            <a:r>
              <a:rPr kumimoji="1" lang="en-US" sz="24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&gt;</a:t>
            </a:r>
            <a:r>
              <a:rPr kumimoji="1"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→ </a:t>
            </a:r>
            <a:r>
              <a:rPr kumimoji="1" lang="en-US" sz="24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&lt;</a:t>
            </a:r>
            <a:r>
              <a:rPr kumimoji="1" lang="en-US" sz="2400" b="1" dirty="0" err="1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additive_expr</a:t>
            </a:r>
            <a:r>
              <a:rPr kumimoji="1" lang="en-US" sz="24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&gt; </a:t>
            </a:r>
            <a:endParaRPr kumimoji="1" lang="zh-CN" altLang="en-US" sz="2400" b="1" dirty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</a:endParaRPr>
          </a:p>
          <a:p>
            <a:pPr marL="45720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ct val="75000"/>
              <a:defRPr/>
            </a:pPr>
            <a:r>
              <a:rPr kumimoji="1" lang="en-US" sz="24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             |&lt; </a:t>
            </a:r>
            <a:r>
              <a:rPr kumimoji="1" lang="en-US" sz="2400" b="1" dirty="0" err="1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additive_expr</a:t>
            </a:r>
            <a:r>
              <a:rPr kumimoji="1" lang="en-US" sz="24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&gt;(&gt;|&lt;|&gt;=|&lt;=|==|!=)&lt; </a:t>
            </a:r>
            <a:r>
              <a:rPr kumimoji="1" lang="en-US" sz="2400" b="1" dirty="0" err="1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additive_expr</a:t>
            </a:r>
            <a:r>
              <a:rPr kumimoji="1" lang="en-US" sz="24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&gt;</a:t>
            </a:r>
          </a:p>
          <a:p>
            <a:pPr marL="45720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ct val="75000"/>
              <a:buFont typeface="+mj-lt"/>
              <a:buAutoNum type="arabicPeriod" startAt="19"/>
              <a:defRPr/>
            </a:pPr>
            <a:r>
              <a:rPr kumimoji="1" lang="en-US" sz="24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&lt; </a:t>
            </a:r>
            <a:r>
              <a:rPr kumimoji="1" lang="en-US" sz="2400" b="1" dirty="0" err="1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additive_expr</a:t>
            </a:r>
            <a:r>
              <a:rPr kumimoji="1" lang="en-US" sz="24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&gt;→&lt;term</a:t>
            </a:r>
            <a:r>
              <a:rPr kumimoji="1" lang="en-US" sz="2400" b="1" dirty="0" smtClean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&gt;{(+|-)&lt; </a:t>
            </a:r>
            <a:r>
              <a:rPr kumimoji="1" lang="en-US" sz="24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term &gt;}  </a:t>
            </a:r>
            <a:endParaRPr kumimoji="1" lang="zh-CN" altLang="en-US" sz="2400" b="1" dirty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</a:endParaRPr>
          </a:p>
          <a:p>
            <a:pPr marL="45720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ct val="75000"/>
              <a:buFont typeface="+mj-lt"/>
              <a:buAutoNum type="arabicPeriod" startAt="19"/>
              <a:defRPr/>
            </a:pPr>
            <a:r>
              <a:rPr kumimoji="1" lang="en-US" sz="24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&lt; term &gt;→&lt;factor&gt;{(*| /)&lt; factor &gt;} </a:t>
            </a:r>
            <a:endParaRPr kumimoji="1" lang="zh-CN" altLang="en-US" sz="2400" b="1" dirty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</a:endParaRPr>
          </a:p>
          <a:p>
            <a:pPr marL="45720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ct val="75000"/>
              <a:buFont typeface="+mj-lt"/>
              <a:buAutoNum type="arabicPeriod" startAt="19"/>
              <a:defRPr/>
            </a:pPr>
            <a:r>
              <a:rPr kumimoji="1" lang="en-US" sz="24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&lt; factor &gt;</a:t>
            </a:r>
            <a:r>
              <a:rPr kumimoji="1" lang="en-US" sz="2400" b="1" dirty="0" smtClean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→</a:t>
            </a:r>
            <a:r>
              <a:rPr kumimoji="1" lang="en-US" altLang="zh-CN" sz="2400" b="1" dirty="0" smtClean="0">
                <a:solidFill>
                  <a:srgbClr val="000000"/>
                </a:solidFill>
                <a:ea typeface="宋体" panose="02010600030101010101" pitchFamily="2" charset="-122"/>
              </a:rPr>
              <a:t> ‘</a:t>
            </a:r>
            <a:r>
              <a:rPr kumimoji="1" lang="en-US" sz="2400" b="1" dirty="0" smtClean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(</a:t>
            </a:r>
            <a:r>
              <a:rPr kumimoji="1"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’</a:t>
            </a:r>
            <a:r>
              <a:rPr kumimoji="1" lang="en-US" sz="2400" b="1" dirty="0" smtClean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&lt; </a:t>
            </a:r>
            <a:r>
              <a:rPr kumimoji="1" lang="en-US" sz="2400" b="1" dirty="0" err="1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additive_expr</a:t>
            </a:r>
            <a:r>
              <a:rPr kumimoji="1" lang="en-US" sz="24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</a:t>
            </a:r>
            <a:r>
              <a:rPr kumimoji="1" lang="en-US" sz="2400" b="1" dirty="0" smtClean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&gt;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‘</a:t>
            </a:r>
            <a:r>
              <a:rPr kumimoji="1" lang="en-US" sz="2400" b="1" dirty="0" smtClean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)’|</a:t>
            </a:r>
            <a:r>
              <a:rPr kumimoji="1" lang="en-US" sz="24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ID|NUM</a:t>
            </a:r>
            <a:endParaRPr kumimoji="1" lang="zh-CN" altLang="en-US" sz="2400" b="1" dirty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</a:endParaRPr>
          </a:p>
          <a:p>
            <a:pPr algn="just" fontAlgn="base">
              <a:spcBef>
                <a:spcPct val="50000"/>
              </a:spcBef>
              <a:spcAft>
                <a:spcPct val="0"/>
              </a:spcAft>
              <a:defRPr/>
            </a:pPr>
            <a:endParaRPr kumimoji="1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/>
        </p:nvSpPr>
        <p:spPr>
          <a:xfrm>
            <a:off x="493712" y="155575"/>
            <a:ext cx="8853488" cy="669925"/>
          </a:xfrm>
          <a:prstGeom prst="rect">
            <a:avLst/>
          </a:prstGeom>
          <a:noFill/>
          <a:ln>
            <a:noFill/>
          </a:ln>
        </p:spPr>
        <p:txBody>
          <a:bodyPr vert="horz" wrap="square" lIns="92075" tIns="46038" rIns="92075" bIns="46038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zh-CN" sz="4000" b="1" kern="12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3200" b="1" kern="1200" dirty="0" smtClean="0">
                <a:solidFill>
                  <a:srgbClr val="0070C0"/>
                </a:solidFill>
              </a:rPr>
              <a:t>语法分析</a:t>
            </a:r>
            <a:r>
              <a:rPr lang="en-US" altLang="zh-CN" sz="3200" b="1" dirty="0" smtClean="0">
                <a:solidFill>
                  <a:srgbClr val="0070C0"/>
                </a:solidFill>
              </a:rPr>
              <a:t>—</a:t>
            </a:r>
            <a:r>
              <a:rPr lang="zh-CN" altLang="en-US" sz="2800" b="1" dirty="0" smtClean="0">
                <a:solidFill>
                  <a:srgbClr val="0070C0"/>
                </a:solidFill>
                <a:sym typeface="+mn-ea"/>
              </a:rPr>
              <a:t>TEST</a:t>
            </a:r>
            <a:r>
              <a:rPr lang="zh-CN" altLang="en-US" sz="2800" b="1" dirty="0">
                <a:solidFill>
                  <a:srgbClr val="0070C0"/>
                </a:solidFill>
                <a:sym typeface="+mn-ea"/>
              </a:rPr>
              <a:t>语言的语法规则</a:t>
            </a:r>
            <a:r>
              <a:rPr lang="zh-CN" altLang="en-US" sz="2800" b="1" dirty="0" smtClean="0">
                <a:solidFill>
                  <a:srgbClr val="0070C0"/>
                </a:solidFill>
                <a:sym typeface="+mn-ea"/>
              </a:rPr>
              <a:t>(</a:t>
            </a:r>
            <a:r>
              <a:rPr lang="en-US" altLang="zh-CN" sz="2800" b="1" dirty="0" smtClean="0">
                <a:solidFill>
                  <a:srgbClr val="0070C0"/>
                </a:solidFill>
                <a:sym typeface="+mn-ea"/>
              </a:rPr>
              <a:t>3</a:t>
            </a:r>
            <a:r>
              <a:rPr lang="zh-CN" altLang="en-US" sz="2800" b="1" dirty="0" smtClean="0">
                <a:solidFill>
                  <a:srgbClr val="0070C0"/>
                </a:solidFill>
                <a:sym typeface="+mn-ea"/>
              </a:rPr>
              <a:t>)</a:t>
            </a:r>
            <a:endParaRPr lang="zh-CN" altLang="en-US" sz="2800" b="1" dirty="0">
              <a:solidFill>
                <a:srgbClr val="0070C0"/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29210" y="941705"/>
            <a:ext cx="12162790" cy="0"/>
          </a:xfrm>
          <a:prstGeom prst="line">
            <a:avLst/>
          </a:prstGeom>
          <a:solidFill>
            <a:srgbClr val="FFFFCC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599" name="Text Box 7"/>
          <p:cNvSpPr txBox="1">
            <a:spLocks noChangeArrowheads="1"/>
          </p:cNvSpPr>
          <p:nvPr/>
        </p:nvSpPr>
        <p:spPr bwMode="auto">
          <a:xfrm>
            <a:off x="627062" y="1423828"/>
            <a:ext cx="10967085" cy="36671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no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Char char="u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F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FFFF"/>
              </a:buClr>
              <a:buSzPts val="2100"/>
              <a:defRPr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/>
              </a:rPr>
              <a:t>自顶向下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/>
              </a:rPr>
              <a:t>（递归下降分析、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/>
              </a:rPr>
              <a:t>LL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/>
              </a:rPr>
              <a:t>（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/>
              </a:rPr>
              <a:t>1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/>
              </a:rPr>
              <a:t>）分析）</a:t>
            </a:r>
            <a:endParaRPr lang="zh-CN" altLang="en-US" sz="3600" b="1" dirty="0">
              <a:solidFill>
                <a:schemeClr val="bg2"/>
              </a:solidFill>
              <a:latin typeface="Times New Roman" panose="02020603050405020304"/>
            </a:endParaRPr>
          </a:p>
          <a:p>
            <a:pPr lvl="1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6699FF"/>
              </a:buClr>
              <a:defRPr/>
            </a:pP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从顶部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树根、语言的开始符号出发，按最左推导方式向下推导，推出要分析的字符串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到底部（叶子、语言的终结符）为输入的符号串建立分析树。</a:t>
            </a:r>
          </a:p>
          <a:p>
            <a:pPr lvl="1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6699FF"/>
              </a:buClr>
              <a:defRPr/>
            </a:pP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推导序列</a:t>
            </a:r>
          </a:p>
          <a:p>
            <a:pPr marL="266700" indent="-2667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FFFF"/>
              </a:buClr>
              <a:buSzPts val="2100"/>
              <a:defRPr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/>
                <a:sym typeface="+mn-ea"/>
              </a:rPr>
              <a:t>自底向上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/>
                <a:sym typeface="+mn-ea"/>
              </a:rPr>
              <a:t>（</a:t>
            </a: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/>
                <a:sym typeface="+mn-ea"/>
              </a:rPr>
              <a:t>LR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/>
                <a:sym typeface="+mn-ea"/>
              </a:rPr>
              <a:t>分析）</a:t>
            </a:r>
            <a:endParaRPr lang="zh-CN" altLang="en-US" sz="2400" b="1" dirty="0">
              <a:solidFill>
                <a:schemeClr val="bg2"/>
              </a:solidFill>
              <a:latin typeface="Times New Roman" panose="02020603050405020304"/>
            </a:endParaRPr>
          </a:p>
          <a:p>
            <a:pPr lvl="1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6699FF"/>
              </a:buClr>
              <a:defRPr/>
            </a:pP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  <a:sym typeface="+mn-ea"/>
              </a:rPr>
              <a:t>从底部到顶部为输入的符号串建立分析树</a:t>
            </a:r>
            <a:endParaRPr lang="zh-CN" altLang="en-US" sz="2400" b="1" dirty="0">
              <a:solidFill>
                <a:schemeClr val="bg2"/>
              </a:solidFill>
              <a:latin typeface="宋体" panose="02010600030101010101" pitchFamily="2" charset="-122"/>
            </a:endParaRPr>
          </a:p>
          <a:p>
            <a:pPr lvl="1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6699FF"/>
              </a:buClr>
              <a:defRPr/>
            </a:pP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  <a:sym typeface="+mn-ea"/>
              </a:rPr>
              <a:t>归约序列</a:t>
            </a:r>
            <a:endParaRPr lang="zh-CN" altLang="en-US" sz="2400" b="1" dirty="0">
              <a:solidFill>
                <a:schemeClr val="bg2"/>
              </a:solidFill>
              <a:latin typeface="宋体" panose="02010600030101010101" pitchFamily="2" charset="-122"/>
            </a:endParaRPr>
          </a:p>
        </p:txBody>
      </p:sp>
      <p:sp>
        <p:nvSpPr>
          <p:cNvPr id="878601" name="Text Box 9"/>
          <p:cNvSpPr txBox="1">
            <a:spLocks noChangeArrowheads="1"/>
          </p:cNvSpPr>
          <p:nvPr/>
        </p:nvSpPr>
        <p:spPr bwMode="auto">
          <a:xfrm>
            <a:off x="627062" y="5135773"/>
            <a:ext cx="5668952" cy="46230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Char char="u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F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6699FF"/>
              </a:buClr>
              <a:buNone/>
            </a:pP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语法分析都是</a:t>
            </a:r>
            <a:r>
              <a:rPr lang="zh-CN" altLang="en-US" sz="2400" dirty="0">
                <a:solidFill>
                  <a:srgbClr val="CC3300"/>
                </a:solidFill>
                <a:latin typeface="宋体" panose="02010600030101010101" pitchFamily="2" charset="-122"/>
              </a:rPr>
              <a:t>自左向右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地读入符号。</a:t>
            </a:r>
          </a:p>
        </p:txBody>
      </p:sp>
      <p:sp>
        <p:nvSpPr>
          <p:cNvPr id="9" name="AutoShape 2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10377488" y="6567515"/>
            <a:ext cx="290512" cy="274637"/>
          </a:xfrm>
          <a:prstGeom prst="actionButtonForwardNext">
            <a:avLst/>
          </a:prstGeom>
          <a:solidFill>
            <a:schemeClr val="tx1">
              <a:lumMod val="95000"/>
            </a:schemeClr>
          </a:solidFill>
          <a:ln w="9525">
            <a:solidFill>
              <a:schemeClr val="tx1">
                <a:lumMod val="75000"/>
              </a:schemeClr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Char char="u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F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>
                <a:srgbClr val="6699FF"/>
              </a:buClr>
              <a:buNone/>
              <a:defRPr/>
            </a:pPr>
            <a:endParaRPr lang="zh-CN" altLang="en-US" sz="2400" b="1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/>
        </p:nvSpPr>
        <p:spPr>
          <a:xfrm>
            <a:off x="493712" y="155575"/>
            <a:ext cx="8853488" cy="669925"/>
          </a:xfrm>
          <a:prstGeom prst="rect">
            <a:avLst/>
          </a:prstGeom>
          <a:noFill/>
          <a:ln>
            <a:noFill/>
          </a:ln>
        </p:spPr>
        <p:txBody>
          <a:bodyPr vert="horz" wrap="square" lIns="92075" tIns="46038" rIns="92075" bIns="46038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  <a:defRPr/>
            </a:pPr>
            <a:r>
              <a:rPr lang="en-US" altLang="zh-CN" sz="4000" b="1" kern="12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3200" b="1" kern="1200" dirty="0" smtClean="0">
                <a:solidFill>
                  <a:srgbClr val="0070C0"/>
                </a:solidFill>
              </a:rPr>
              <a:t>语法分析</a:t>
            </a:r>
            <a:r>
              <a:rPr lang="en-US" altLang="zh-CN" sz="3200" b="1" kern="1200" dirty="0" smtClean="0">
                <a:solidFill>
                  <a:srgbClr val="0070C0"/>
                </a:solidFill>
              </a:rPr>
              <a:t>—</a:t>
            </a:r>
            <a:r>
              <a:rPr lang="zh-CN" altLang="en-US" sz="2800" b="1" kern="1200" dirty="0" smtClean="0">
                <a:solidFill>
                  <a:srgbClr val="0070C0"/>
                </a:solidFill>
              </a:rPr>
              <a:t>语法分析方法</a:t>
            </a:r>
            <a:endParaRPr lang="zh-CN" altLang="en-US" sz="2800" b="1" kern="1200" dirty="0">
              <a:solidFill>
                <a:srgbClr val="0070C0"/>
              </a:solidFill>
              <a:cs typeface="+mn-cs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29210" y="941705"/>
            <a:ext cx="12162790" cy="0"/>
          </a:xfrm>
          <a:prstGeom prst="line">
            <a:avLst/>
          </a:prstGeom>
          <a:solidFill>
            <a:srgbClr val="FFFFCC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5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785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5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785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5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785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5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785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5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785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878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8601" grpId="0" bldLvl="0" animBg="1"/>
      <p:bldP spid="9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07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29210" y="1151342"/>
            <a:ext cx="6400727" cy="5111750"/>
          </a:xfrm>
        </p:spPr>
        <p:txBody>
          <a:bodyPr/>
          <a:lstStyle/>
          <a:p>
            <a:pPr>
              <a:lnSpc>
                <a:spcPts val="3500"/>
              </a:lnSpc>
              <a:buClrTx/>
              <a:defRPr/>
            </a:pPr>
            <a:r>
              <a:rPr lang="zh-CN" altLang="en-US" sz="1800" dirty="0" smtClean="0">
                <a:solidFill>
                  <a:schemeClr val="bg2"/>
                </a:solidFill>
                <a:effectLst/>
              </a:rPr>
              <a:t>每个</a:t>
            </a:r>
            <a:r>
              <a:rPr lang="zh-CN" altLang="en-US" sz="1800" b="1" dirty="0" smtClean="0">
                <a:solidFill>
                  <a:schemeClr val="accent6">
                    <a:lumMod val="75000"/>
                  </a:schemeClr>
                </a:solidFill>
                <a:effectLst/>
              </a:rPr>
              <a:t>非终结符</a:t>
            </a:r>
            <a:r>
              <a:rPr lang="zh-CN" altLang="en-US" sz="1800" dirty="0" smtClean="0">
                <a:solidFill>
                  <a:schemeClr val="bg2"/>
                </a:solidFill>
                <a:effectLst/>
              </a:rPr>
              <a:t>：一个</a:t>
            </a:r>
            <a:r>
              <a:rPr lang="zh-CN" altLang="en-US" sz="1800" b="1" dirty="0">
                <a:solidFill>
                  <a:schemeClr val="accent6">
                    <a:lumMod val="75000"/>
                  </a:schemeClr>
                </a:solidFill>
                <a:effectLst/>
              </a:rPr>
              <a:t>函数</a:t>
            </a:r>
          </a:p>
          <a:p>
            <a:pPr>
              <a:lnSpc>
                <a:spcPts val="3500"/>
              </a:lnSpc>
              <a:buClrTx/>
              <a:defRPr/>
            </a:pPr>
            <a:r>
              <a:rPr lang="zh-CN" altLang="en-US" sz="1800" dirty="0" smtClean="0">
                <a:solidFill>
                  <a:schemeClr val="bg2"/>
                </a:solidFill>
                <a:effectLst/>
              </a:rPr>
              <a:t>功能：识别由该非终结符推出的串</a:t>
            </a:r>
          </a:p>
          <a:p>
            <a:pPr lvl="1">
              <a:lnSpc>
                <a:spcPts val="3500"/>
              </a:lnSpc>
              <a:buClrTx/>
              <a:defRPr/>
            </a:pPr>
            <a:r>
              <a:rPr lang="zh-CN" altLang="en-US" sz="1800" dirty="0" smtClean="0">
                <a:solidFill>
                  <a:schemeClr val="bg2"/>
                </a:solidFill>
                <a:effectLst/>
              </a:rPr>
              <a:t>某非终结符有</a:t>
            </a:r>
            <a:r>
              <a:rPr lang="zh-CN" altLang="en-US" sz="1800" dirty="0" smtClean="0">
                <a:solidFill>
                  <a:schemeClr val="accent6">
                    <a:lumMod val="75000"/>
                  </a:schemeClr>
                </a:solidFill>
                <a:effectLst/>
              </a:rPr>
              <a:t>多个侯选式</a:t>
            </a:r>
            <a:r>
              <a:rPr lang="zh-CN" altLang="en-US" sz="1800" dirty="0" smtClean="0">
                <a:solidFill>
                  <a:schemeClr val="bg2"/>
                </a:solidFill>
                <a:effectLst/>
              </a:rPr>
              <a:t>：根据第一个符号，能够</a:t>
            </a:r>
            <a:endParaRPr lang="en-US" altLang="zh-CN" sz="1800" dirty="0" smtClean="0">
              <a:solidFill>
                <a:schemeClr val="bg2"/>
              </a:solidFill>
              <a:effectLst/>
            </a:endParaRPr>
          </a:p>
          <a:p>
            <a:pPr marL="457200" lvl="1" indent="0">
              <a:lnSpc>
                <a:spcPts val="3500"/>
              </a:lnSpc>
              <a:buClrTx/>
              <a:buNone/>
              <a:defRPr/>
            </a:pPr>
            <a:r>
              <a:rPr lang="en-US" altLang="zh-CN" sz="1800" b="1" dirty="0">
                <a:solidFill>
                  <a:schemeClr val="bg2"/>
                </a:solidFill>
                <a:effectLst/>
              </a:rPr>
              <a:t> </a:t>
            </a:r>
            <a:r>
              <a:rPr lang="en-US" altLang="zh-CN" sz="1800" b="1" dirty="0" smtClean="0">
                <a:solidFill>
                  <a:schemeClr val="bg2"/>
                </a:solidFill>
                <a:effectLst/>
              </a:rPr>
              <a:t>   </a:t>
            </a:r>
            <a:r>
              <a:rPr lang="zh-CN" altLang="en-US" sz="1800" b="1" dirty="0" smtClean="0">
                <a:solidFill>
                  <a:schemeClr val="accent6">
                    <a:lumMod val="75000"/>
                  </a:schemeClr>
                </a:solidFill>
                <a:effectLst/>
              </a:rPr>
              <a:t>唯一地确定选择</a:t>
            </a:r>
            <a:r>
              <a:rPr lang="zh-CN" altLang="en-US" sz="1800" dirty="0" smtClean="0">
                <a:solidFill>
                  <a:schemeClr val="bg2"/>
                </a:solidFill>
                <a:effectLst/>
              </a:rPr>
              <a:t>哪个</a:t>
            </a:r>
          </a:p>
          <a:p>
            <a:pPr lvl="1">
              <a:lnSpc>
                <a:spcPts val="3500"/>
              </a:lnSpc>
              <a:buClrTx/>
              <a:defRPr/>
            </a:pPr>
            <a:r>
              <a:rPr lang="zh-CN" altLang="en-US" sz="1800" dirty="0" smtClean="0">
                <a:solidFill>
                  <a:schemeClr val="bg2"/>
                </a:solidFill>
                <a:effectLst/>
              </a:rPr>
              <a:t>每个侯选式</a:t>
            </a:r>
          </a:p>
          <a:p>
            <a:pPr lvl="2">
              <a:lnSpc>
                <a:spcPts val="3500"/>
              </a:lnSpc>
              <a:buClrTx/>
              <a:buFont typeface="Wingdings" panose="05000000000000000000" pitchFamily="2" charset="2"/>
              <a:buChar char="u"/>
              <a:defRPr/>
            </a:pPr>
            <a:r>
              <a:rPr lang="zh-CN" altLang="en-US" sz="1800" dirty="0">
                <a:solidFill>
                  <a:schemeClr val="accent6">
                    <a:lumMod val="75000"/>
                  </a:schemeClr>
                </a:solidFill>
                <a:effectLst/>
              </a:rPr>
              <a:t>终结符号</a:t>
            </a:r>
            <a:r>
              <a:rPr lang="zh-CN" altLang="en-US" sz="1800" dirty="0">
                <a:solidFill>
                  <a:schemeClr val="bg2"/>
                </a:solidFill>
                <a:effectLst/>
              </a:rPr>
              <a:t>：判断是否与当前输入符号相等，</a:t>
            </a:r>
          </a:p>
          <a:p>
            <a:pPr lvl="3">
              <a:lnSpc>
                <a:spcPts val="3500"/>
              </a:lnSpc>
              <a:buClrTx/>
              <a:buFont typeface="Wingdings" panose="05000000000000000000" pitchFamily="2" charset="2"/>
              <a:buChar char="u"/>
              <a:defRPr/>
            </a:pPr>
            <a:r>
              <a:rPr lang="zh-CN" altLang="en-US" sz="1800" dirty="0">
                <a:solidFill>
                  <a:schemeClr val="bg2"/>
                </a:solidFill>
                <a:effectLst/>
              </a:rPr>
              <a:t>是：匹配，读入指针后移</a:t>
            </a:r>
            <a:endParaRPr lang="en-US" altLang="zh-CN" sz="1800" dirty="0">
              <a:solidFill>
                <a:schemeClr val="bg2"/>
              </a:solidFill>
              <a:effectLst/>
            </a:endParaRPr>
          </a:p>
          <a:p>
            <a:pPr lvl="3">
              <a:lnSpc>
                <a:spcPts val="3500"/>
              </a:lnSpc>
              <a:buClrTx/>
              <a:buFont typeface="Wingdings" panose="05000000000000000000" pitchFamily="2" charset="2"/>
              <a:buChar char="u"/>
              <a:defRPr/>
            </a:pPr>
            <a:r>
              <a:rPr lang="zh-CN" altLang="en-US" sz="1800" dirty="0">
                <a:solidFill>
                  <a:schemeClr val="bg2"/>
                </a:solidFill>
                <a:effectLst/>
              </a:rPr>
              <a:t>否：语法错误。</a:t>
            </a:r>
          </a:p>
          <a:p>
            <a:pPr lvl="2">
              <a:lnSpc>
                <a:spcPts val="3500"/>
              </a:lnSpc>
              <a:buClrTx/>
              <a:buFont typeface="Wingdings" panose="05000000000000000000" pitchFamily="2" charset="2"/>
              <a:buChar char="u"/>
              <a:defRPr/>
            </a:pPr>
            <a:r>
              <a:rPr lang="zh-CN" altLang="en-US" sz="1800" dirty="0">
                <a:solidFill>
                  <a:schemeClr val="accent6">
                    <a:lumMod val="75000"/>
                  </a:schemeClr>
                </a:solidFill>
                <a:effectLst/>
              </a:rPr>
              <a:t>非终结符号</a:t>
            </a:r>
            <a:r>
              <a:rPr lang="zh-CN" altLang="en-US" sz="1800" dirty="0">
                <a:solidFill>
                  <a:schemeClr val="bg2"/>
                </a:solidFill>
                <a:effectLst/>
              </a:rPr>
              <a:t>：调用对应的函数，完成右部的分析。</a:t>
            </a:r>
          </a:p>
        </p:txBody>
      </p:sp>
      <p:sp>
        <p:nvSpPr>
          <p:cNvPr id="7" name="AutoShape 2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10377488" y="6567489"/>
            <a:ext cx="290512" cy="274637"/>
          </a:xfrm>
          <a:prstGeom prst="actionButtonForwardNext">
            <a:avLst/>
          </a:prstGeom>
          <a:solidFill>
            <a:schemeClr val="tx1">
              <a:lumMod val="95000"/>
            </a:schemeClr>
          </a:solidFill>
          <a:ln w="9525">
            <a:solidFill>
              <a:schemeClr val="tx1">
                <a:lumMod val="75000"/>
              </a:schemeClr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Char char="u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F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>
                <a:schemeClr val="folHlink"/>
              </a:buClr>
              <a:buFont typeface="Monotype Sorts" pitchFamily="2" charset="2"/>
              <a:buNone/>
              <a:defRPr/>
            </a:pPr>
            <a:endParaRPr lang="zh-CN" altLang="en-US" sz="2400">
              <a:solidFill>
                <a:schemeClr val="bg2"/>
              </a:solidFill>
              <a:latin typeface="宋体" panose="02010600030101010101" pitchFamily="2" charset="-122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/>
        </p:nvSpPr>
        <p:spPr>
          <a:xfrm>
            <a:off x="493712" y="155575"/>
            <a:ext cx="8853488" cy="669925"/>
          </a:xfrm>
          <a:prstGeom prst="rect">
            <a:avLst/>
          </a:prstGeom>
          <a:noFill/>
          <a:ln>
            <a:noFill/>
          </a:ln>
        </p:spPr>
        <p:txBody>
          <a:bodyPr vert="horz" wrap="square" lIns="92075" tIns="46038" rIns="92075" bIns="46038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zh-CN" sz="4000" b="1" kern="12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3200" b="1" kern="1200" dirty="0" smtClean="0">
                <a:solidFill>
                  <a:srgbClr val="0070C0"/>
                </a:solidFill>
              </a:rPr>
              <a:t>语法分析</a:t>
            </a:r>
            <a:r>
              <a:rPr lang="en-US" altLang="zh-CN" sz="3200" b="1" dirty="0" smtClean="0">
                <a:solidFill>
                  <a:srgbClr val="0070C0"/>
                </a:solidFill>
              </a:rPr>
              <a:t>—</a:t>
            </a:r>
            <a:r>
              <a:rPr lang="zh-CN" altLang="en-US" sz="2800" b="1" dirty="0">
                <a:solidFill>
                  <a:srgbClr val="336699"/>
                </a:solidFill>
              </a:rPr>
              <a:t>递归下降分析的基本方法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29210" y="941705"/>
            <a:ext cx="12162790" cy="0"/>
          </a:xfrm>
          <a:prstGeom prst="line">
            <a:avLst/>
          </a:prstGeom>
          <a:solidFill>
            <a:srgbClr val="FFFFCC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6193411" y="1092446"/>
            <a:ext cx="5998589" cy="517064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SzPct val="75000"/>
              <a:defRPr/>
            </a:pPr>
            <a:r>
              <a:rPr kumimoji="1" lang="en-US" altLang="en-US" sz="2000" b="1" dirty="0" smtClean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1.&lt;program</a:t>
            </a:r>
            <a:r>
              <a:rPr kumimoji="1" lang="en-US" altLang="en-US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&gt; →{ </a:t>
            </a:r>
            <a:r>
              <a:rPr kumimoji="1" lang="en-US" altLang="en-US" sz="2000" b="1" dirty="0" err="1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fun_declaration</a:t>
            </a:r>
            <a:r>
              <a:rPr kumimoji="1" lang="en-US" altLang="en-US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</a:t>
            </a:r>
            <a:r>
              <a:rPr kumimoji="1" lang="en-US" altLang="en-US" sz="2000" b="1" dirty="0" smtClean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}</a:t>
            </a:r>
          </a:p>
          <a:p>
            <a:pPr>
              <a:lnSpc>
                <a:spcPct val="150000"/>
              </a:lnSpc>
              <a:buSzPct val="75000"/>
              <a:defRPr/>
            </a:pPr>
            <a:r>
              <a:rPr kumimoji="1" lang="en-US" altLang="en-US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</a:t>
            </a:r>
            <a:r>
              <a:rPr kumimoji="1" lang="en-US" altLang="en-US" sz="2000" b="1" dirty="0" smtClean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                              &lt;</a:t>
            </a:r>
            <a:r>
              <a:rPr kumimoji="1" lang="en-US" altLang="en-US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main_declaration&gt;</a:t>
            </a:r>
          </a:p>
          <a:p>
            <a:pPr>
              <a:lnSpc>
                <a:spcPct val="150000"/>
              </a:lnSpc>
              <a:buSzPct val="75000"/>
              <a:defRPr/>
            </a:pPr>
            <a:r>
              <a:rPr kumimoji="1" lang="en-US" altLang="en-US" sz="2000" b="1" dirty="0" smtClean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2.&lt;</a:t>
            </a:r>
            <a:r>
              <a:rPr kumimoji="1" lang="en-US" altLang="en-US" sz="2000" b="1" dirty="0" err="1" smtClean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fun_declaration</a:t>
            </a:r>
            <a:r>
              <a:rPr kumimoji="1" lang="en-US" altLang="en-US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&gt; → function </a:t>
            </a:r>
            <a:r>
              <a:rPr kumimoji="1" lang="en-US" altLang="en-US" sz="2000" b="1" dirty="0" smtClean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ID</a:t>
            </a:r>
            <a:r>
              <a:rPr kumimoji="1" lang="zh-CN" altLang="en-US" sz="2000" b="1" dirty="0" smtClean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‘</a:t>
            </a:r>
            <a:r>
              <a:rPr kumimoji="1" lang="en-US" altLang="en-US" sz="2000" b="1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kumimoji="1" lang="zh-CN" altLang="en-US" sz="2000" b="1" dirty="0" smtClean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’</a:t>
            </a:r>
            <a:r>
              <a:rPr kumimoji="1" lang="en-US" altLang="en-US" sz="2000" b="1" dirty="0" smtClean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‘ )’</a:t>
            </a:r>
          </a:p>
          <a:p>
            <a:pPr>
              <a:lnSpc>
                <a:spcPct val="150000"/>
              </a:lnSpc>
              <a:buSzPct val="75000"/>
              <a:defRPr/>
            </a:pPr>
            <a:r>
              <a:rPr kumimoji="1" lang="en-US" altLang="en-US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</a:t>
            </a:r>
            <a:r>
              <a:rPr kumimoji="1" lang="en-US" altLang="en-US" sz="2000" b="1" dirty="0" smtClean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                              &lt; </a:t>
            </a:r>
            <a:r>
              <a:rPr kumimoji="1" lang="en-US" altLang="en-US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function_body&gt;</a:t>
            </a:r>
          </a:p>
          <a:p>
            <a:pPr>
              <a:lnSpc>
                <a:spcPct val="150000"/>
              </a:lnSpc>
              <a:buSzPct val="75000"/>
              <a:defRPr/>
            </a:pPr>
            <a:r>
              <a:rPr kumimoji="1" lang="en-US" altLang="en-US" sz="2000" b="1" dirty="0" smtClean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3.&lt;</a:t>
            </a:r>
            <a:r>
              <a:rPr kumimoji="1" lang="en-US" altLang="en-US" sz="2000" b="1" dirty="0" err="1" smtClean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main_declaration</a:t>
            </a:r>
            <a:r>
              <a:rPr kumimoji="1" lang="en-US" altLang="en-US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&gt;→</a:t>
            </a:r>
            <a:r>
              <a:rPr kumimoji="1" lang="en-US" altLang="en-US" sz="2000" b="1" dirty="0">
                <a:solidFill>
                  <a:srgbClr val="000000"/>
                </a:solidFill>
                <a:ea typeface="宋体" panose="02010600030101010101" pitchFamily="2" charset="-122"/>
              </a:rPr>
              <a:t>main‘ </a:t>
            </a:r>
            <a:r>
              <a:rPr kumimoji="1" lang="en-US" altLang="en-US" sz="2000" b="1" dirty="0" smtClean="0">
                <a:solidFill>
                  <a:srgbClr val="000000"/>
                </a:solidFill>
                <a:ea typeface="宋体" panose="02010600030101010101" pitchFamily="2" charset="-122"/>
              </a:rPr>
              <a:t>(’‘ </a:t>
            </a:r>
            <a:r>
              <a:rPr kumimoji="1" lang="en-US" altLang="en-US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)’ &lt; function_body&gt;</a:t>
            </a:r>
          </a:p>
          <a:p>
            <a:pPr>
              <a:lnSpc>
                <a:spcPct val="150000"/>
              </a:lnSpc>
              <a:buSzPct val="75000"/>
              <a:defRPr/>
            </a:pPr>
            <a:r>
              <a:rPr kumimoji="1" lang="en-US" altLang="en-US" sz="2000" b="1" dirty="0" smtClean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4.&lt;</a:t>
            </a:r>
            <a:r>
              <a:rPr kumimoji="1" lang="en-US" altLang="en-US" sz="2000" b="1" dirty="0" err="1" smtClean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function_body</a:t>
            </a:r>
            <a:r>
              <a:rPr kumimoji="1" lang="en-US" altLang="en-US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&gt;</a:t>
            </a:r>
            <a:r>
              <a:rPr kumimoji="1" lang="en-US" altLang="en-US" sz="2000" b="1" dirty="0" smtClean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→‘{</a:t>
            </a:r>
            <a:r>
              <a:rPr kumimoji="1" lang="en-US" altLang="en-US" sz="2000" b="1" dirty="0" smtClean="0">
                <a:solidFill>
                  <a:srgbClr val="000000"/>
                </a:solidFill>
                <a:ea typeface="宋体" panose="02010600030101010101" pitchFamily="2" charset="-122"/>
              </a:rPr>
              <a:t>’</a:t>
            </a:r>
            <a:r>
              <a:rPr kumimoji="1" lang="en-US" altLang="en-US" sz="2000" b="1" dirty="0" smtClean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&lt;</a:t>
            </a:r>
            <a:r>
              <a:rPr kumimoji="1" lang="en-US" altLang="en-US" sz="2000" b="1" dirty="0" err="1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declaration_list</a:t>
            </a:r>
            <a:r>
              <a:rPr kumimoji="1" lang="en-US" altLang="en-US" sz="2000" b="1" dirty="0" smtClean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&gt;</a:t>
            </a:r>
          </a:p>
          <a:p>
            <a:pPr>
              <a:lnSpc>
                <a:spcPct val="150000"/>
              </a:lnSpc>
              <a:buSzPct val="75000"/>
              <a:defRPr/>
            </a:pPr>
            <a:r>
              <a:rPr kumimoji="1" lang="en-US" altLang="en-US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</a:t>
            </a:r>
            <a:r>
              <a:rPr kumimoji="1" lang="en-US" altLang="en-US" sz="2000" b="1" dirty="0" smtClean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                                   &lt;</a:t>
            </a:r>
            <a:r>
              <a:rPr kumimoji="1" lang="en-US" altLang="en-US" sz="2000" b="1" dirty="0" err="1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statement_list</a:t>
            </a:r>
            <a:r>
              <a:rPr kumimoji="1" lang="en-US" altLang="en-US" sz="2000" b="1" dirty="0" smtClean="0">
                <a:solidFill>
                  <a:srgbClr val="000000"/>
                </a:solidFill>
                <a:ea typeface="宋体" panose="02010600030101010101" pitchFamily="2" charset="-122"/>
              </a:rPr>
              <a:t>&gt;‘}’</a:t>
            </a:r>
            <a:endParaRPr kumimoji="1" lang="en-US" altLang="en-US" sz="2000" b="1" dirty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buSzPct val="75000"/>
              <a:defRPr/>
            </a:pPr>
            <a:r>
              <a:rPr kumimoji="1" lang="en-US" altLang="en-US" sz="2000" b="1" dirty="0" smtClean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5.&lt;</a:t>
            </a:r>
            <a:r>
              <a:rPr kumimoji="1" lang="en-US" altLang="en-US" sz="2000" b="1" dirty="0" err="1" smtClean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declaration_list</a:t>
            </a:r>
            <a:r>
              <a:rPr kumimoji="1" lang="en-US" altLang="en-US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&gt;→&lt;</a:t>
            </a:r>
            <a:r>
              <a:rPr kumimoji="1" lang="en-US" altLang="en-US" sz="2000" b="1" dirty="0" err="1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declaration_list</a:t>
            </a:r>
            <a:r>
              <a:rPr kumimoji="1" lang="en-US" altLang="en-US" sz="2000" b="1" dirty="0" smtClean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&gt;</a:t>
            </a:r>
          </a:p>
          <a:p>
            <a:pPr>
              <a:lnSpc>
                <a:spcPct val="150000"/>
              </a:lnSpc>
              <a:buSzPct val="75000"/>
              <a:defRPr/>
            </a:pPr>
            <a:r>
              <a:rPr kumimoji="1" lang="en-US" altLang="en-US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</a:t>
            </a:r>
            <a:r>
              <a:rPr kumimoji="1" lang="en-US" altLang="en-US" sz="2000" b="1" dirty="0" smtClean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                                   &lt;</a:t>
            </a:r>
            <a:r>
              <a:rPr kumimoji="1" lang="en-US" altLang="en-US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declaration_stat&gt; |ε</a:t>
            </a:r>
          </a:p>
          <a:p>
            <a:pPr marL="457200" indent="-457200">
              <a:lnSpc>
                <a:spcPct val="150000"/>
              </a:lnSpc>
              <a:buSzPct val="75000"/>
              <a:defRPr/>
            </a:pPr>
            <a:r>
              <a:rPr kumimoji="1" lang="en-US" altLang="en-US" sz="20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   &lt;declaration_list&gt;→{&lt;</a:t>
            </a:r>
            <a:r>
              <a:rPr kumimoji="1" lang="en-US" altLang="en-US" sz="2000" b="1" dirty="0" err="1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declaration_stat</a:t>
            </a:r>
            <a:r>
              <a:rPr kumimoji="1" lang="en-US" altLang="en-US" sz="2000" b="1" dirty="0" smtClean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&gt;}</a:t>
            </a:r>
          </a:p>
          <a:p>
            <a:pPr marL="457200" indent="-457200">
              <a:lnSpc>
                <a:spcPct val="150000"/>
              </a:lnSpc>
              <a:buSzPct val="75000"/>
              <a:defRPr/>
            </a:pPr>
            <a:r>
              <a:rPr kumimoji="1" lang="en-US" altLang="en-US" sz="2000" b="1" dirty="0" smtClean="0">
                <a:solidFill>
                  <a:srgbClr val="000000"/>
                </a:solidFill>
                <a:ea typeface="宋体" panose="02010600030101010101" pitchFamily="2" charset="-122"/>
              </a:rPr>
              <a:t>6. </a:t>
            </a:r>
            <a:r>
              <a:rPr kumimoji="1" lang="en-US" altLang="en-US" sz="2000" b="1" dirty="0">
                <a:solidFill>
                  <a:srgbClr val="000000"/>
                </a:solidFill>
                <a:ea typeface="宋体" panose="02010600030101010101" pitchFamily="2" charset="-122"/>
              </a:rPr>
              <a:t>&lt;</a:t>
            </a:r>
            <a:r>
              <a:rPr kumimoji="1" lang="en-US" altLang="en-US" sz="2000" b="1" dirty="0" err="1">
                <a:solidFill>
                  <a:srgbClr val="000000"/>
                </a:solidFill>
                <a:ea typeface="宋体" panose="02010600030101010101" pitchFamily="2" charset="-122"/>
              </a:rPr>
              <a:t>declaration_stat</a:t>
            </a:r>
            <a:r>
              <a:rPr kumimoji="1" lang="en-US" altLang="en-US" sz="2000" b="1" dirty="0">
                <a:solidFill>
                  <a:srgbClr val="000000"/>
                </a:solidFill>
                <a:ea typeface="宋体" panose="02010600030101010101" pitchFamily="2" charset="-122"/>
              </a:rPr>
              <a:t>&gt;→</a:t>
            </a:r>
            <a:r>
              <a:rPr kumimoji="1" lang="en-US" altLang="en-US" sz="2000" b="1" dirty="0" err="1">
                <a:solidFill>
                  <a:srgbClr val="000000"/>
                </a:solidFill>
                <a:ea typeface="宋体" panose="02010600030101010101" pitchFamily="2" charset="-122"/>
              </a:rPr>
              <a:t>int</a:t>
            </a:r>
            <a:r>
              <a:rPr kumimoji="1" lang="en-US" altLang="en-US" sz="2000" b="1" dirty="0">
                <a:solidFill>
                  <a:srgbClr val="000000"/>
                </a:solidFill>
                <a:ea typeface="宋体" panose="02010600030101010101" pitchFamily="2" charset="-122"/>
              </a:rPr>
              <a:t> ID; </a:t>
            </a:r>
            <a:endParaRPr kumimoji="1" lang="en-US" altLang="en-US" sz="2000" b="1" dirty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68879" y="1035136"/>
            <a:ext cx="25414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solidFill>
                  <a:schemeClr val="bg2"/>
                </a:solidFill>
              </a:rPr>
              <a:t>m</a:t>
            </a:r>
            <a:r>
              <a:rPr lang="en-US" altLang="zh-CN" sz="3600" dirty="0" smtClean="0">
                <a:solidFill>
                  <a:schemeClr val="bg2"/>
                </a:solidFill>
              </a:rPr>
              <a:t>ain( )</a:t>
            </a:r>
          </a:p>
          <a:p>
            <a:r>
              <a:rPr lang="en-US" altLang="zh-CN" sz="3600" dirty="0" smtClean="0">
                <a:solidFill>
                  <a:schemeClr val="bg2"/>
                </a:solidFill>
              </a:rPr>
              <a:t>{ </a:t>
            </a:r>
            <a:r>
              <a:rPr lang="en-US" altLang="zh-CN" sz="3600" dirty="0" err="1" smtClean="0">
                <a:solidFill>
                  <a:schemeClr val="bg2"/>
                </a:solidFill>
              </a:rPr>
              <a:t>int</a:t>
            </a:r>
            <a:r>
              <a:rPr lang="en-US" altLang="zh-CN" sz="3600" dirty="0" smtClean="0">
                <a:solidFill>
                  <a:schemeClr val="bg2"/>
                </a:solidFill>
              </a:rPr>
              <a:t> a;  }</a:t>
            </a:r>
            <a:endParaRPr lang="zh-CN" altLang="en-US" sz="3600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0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990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990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0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990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990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0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990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990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0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990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990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0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990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990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0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990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990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0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990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990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0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990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990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0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990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990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9079" grpId="0" build="p" autoUpdateAnimBg="0"/>
      <p:bldP spid="7" grpId="0" animBg="1"/>
      <p:bldP spid="8" grpId="0" animBg="1"/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4"/>
          <p:cNvSpPr txBox="1">
            <a:spLocks noChangeArrowheads="1"/>
          </p:cNvSpPr>
          <p:nvPr/>
        </p:nvSpPr>
        <p:spPr bwMode="auto">
          <a:xfrm>
            <a:off x="2062430" y="2242025"/>
            <a:ext cx="8229600" cy="289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indent="-457200"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Char char="u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indent="-45720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F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1" fontAlgn="base">
              <a:spcBef>
                <a:spcPct val="500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000000"/>
                </a:solidFill>
              </a:rPr>
              <a:t>调用</a:t>
            </a:r>
            <a:r>
              <a:rPr lang="en-US" altLang="zh-CN" b="1" dirty="0">
                <a:solidFill>
                  <a:srgbClr val="000000"/>
                </a:solidFill>
              </a:rPr>
              <a:t>program( )</a:t>
            </a:r>
            <a:r>
              <a:rPr lang="zh-CN" altLang="en-US" b="1" dirty="0">
                <a:solidFill>
                  <a:srgbClr val="000000"/>
                </a:solidFill>
              </a:rPr>
              <a:t>开始进行</a:t>
            </a:r>
            <a:r>
              <a:rPr lang="zh-CN" altLang="en-US" b="1" dirty="0" smtClean="0">
                <a:solidFill>
                  <a:srgbClr val="000000"/>
                </a:solidFill>
              </a:rPr>
              <a:t>语法分析</a:t>
            </a:r>
            <a:endParaRPr lang="zh-CN" altLang="en-US" b="1" dirty="0">
              <a:solidFill>
                <a:srgbClr val="000000"/>
              </a:solidFill>
            </a:endParaRPr>
          </a:p>
          <a:p>
            <a:pPr lvl="1" fontAlgn="base">
              <a:spcBef>
                <a:spcPct val="500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000000"/>
                </a:solidFill>
              </a:rPr>
              <a:t>函数返回值</a:t>
            </a:r>
          </a:p>
          <a:p>
            <a:pPr lvl="2" fontAlgn="base">
              <a:spcBef>
                <a:spcPct val="500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Char char="l"/>
            </a:pPr>
            <a:r>
              <a:rPr lang="en-US" altLang="zh-CN" sz="2800" b="1" dirty="0">
                <a:solidFill>
                  <a:srgbClr val="000000"/>
                </a:solidFill>
              </a:rPr>
              <a:t>0</a:t>
            </a:r>
            <a:r>
              <a:rPr lang="zh-CN" altLang="en-US" sz="2800" b="1" dirty="0">
                <a:solidFill>
                  <a:srgbClr val="000000"/>
                </a:solidFill>
              </a:rPr>
              <a:t>：没有错误；</a:t>
            </a:r>
          </a:p>
          <a:p>
            <a:pPr lvl="2" fontAlgn="base">
              <a:spcBef>
                <a:spcPct val="500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Char char="l"/>
            </a:pPr>
            <a:r>
              <a:rPr lang="zh-CN" altLang="en-US" sz="2800" b="1" dirty="0">
                <a:solidFill>
                  <a:srgbClr val="000000"/>
                </a:solidFill>
              </a:rPr>
              <a:t>大于</a:t>
            </a:r>
            <a:r>
              <a:rPr lang="en-US" altLang="zh-CN" sz="2800" b="1" dirty="0">
                <a:solidFill>
                  <a:srgbClr val="000000"/>
                </a:solidFill>
              </a:rPr>
              <a:t>0</a:t>
            </a:r>
            <a:r>
              <a:rPr lang="zh-CN" altLang="en-US" sz="2800" b="1" dirty="0">
                <a:solidFill>
                  <a:srgbClr val="000000"/>
                </a:solidFill>
              </a:rPr>
              <a:t>：有错误。一旦发现错误立即返回，并报告错误信息。</a:t>
            </a:r>
          </a:p>
        </p:txBody>
      </p:sp>
      <p:sp>
        <p:nvSpPr>
          <p:cNvPr id="6" name="矩形 5"/>
          <p:cNvSpPr/>
          <p:nvPr/>
        </p:nvSpPr>
        <p:spPr>
          <a:xfrm>
            <a:off x="1795738" y="1206981"/>
            <a:ext cx="8501063" cy="646331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>
            <a:spAutoFit/>
          </a:bodyPr>
          <a:lstStyle/>
          <a:p>
            <a:pPr marL="45720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ct val="75000"/>
              <a:buFont typeface="+mj-lt"/>
              <a:buAutoNum type="arabicPeriod"/>
              <a:defRPr/>
            </a:pPr>
            <a:r>
              <a:rPr kumimoji="1" lang="en-US" sz="24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&lt;program&gt; →{ </a:t>
            </a:r>
            <a:r>
              <a:rPr kumimoji="1" lang="en-US" sz="2400" b="1" dirty="0" err="1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fun_declaration</a:t>
            </a:r>
            <a:r>
              <a:rPr kumimoji="1" lang="en-US" sz="24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} &lt;</a:t>
            </a:r>
            <a:r>
              <a:rPr kumimoji="1" lang="en-US" sz="2400" b="1" dirty="0" err="1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main_declaration</a:t>
            </a:r>
            <a:r>
              <a:rPr kumimoji="1" lang="en-US" sz="2400" b="1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&gt;</a:t>
            </a:r>
            <a:endParaRPr kumimoji="1" lang="zh-CN" altLang="en-US" sz="2400" b="1" dirty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</a:endParaRPr>
          </a:p>
        </p:txBody>
      </p:sp>
      <p:sp>
        <p:nvSpPr>
          <p:cNvPr id="8" name="AutoShape 2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10377488" y="6567515"/>
            <a:ext cx="290512" cy="274637"/>
          </a:xfrm>
          <a:prstGeom prst="actionButtonForwardNext">
            <a:avLst/>
          </a:prstGeom>
          <a:solidFill>
            <a:schemeClr val="tx1">
              <a:lumMod val="95000"/>
            </a:schemeClr>
          </a:solidFill>
          <a:ln w="9525">
            <a:solidFill>
              <a:schemeClr val="tx1">
                <a:lumMod val="75000"/>
              </a:schemeClr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Char char="u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F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>
                <a:srgbClr val="6699FF"/>
              </a:buClr>
              <a:buNone/>
              <a:defRPr/>
            </a:pPr>
            <a:endParaRPr lang="zh-CN" altLang="en-US" sz="2400" b="1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/>
        </p:nvSpPr>
        <p:spPr>
          <a:xfrm>
            <a:off x="493712" y="155575"/>
            <a:ext cx="8853488" cy="669925"/>
          </a:xfrm>
          <a:prstGeom prst="rect">
            <a:avLst/>
          </a:prstGeom>
          <a:noFill/>
          <a:ln>
            <a:noFill/>
          </a:ln>
        </p:spPr>
        <p:txBody>
          <a:bodyPr vert="horz" wrap="square" lIns="92075" tIns="46038" rIns="92075" bIns="46038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zh-CN" sz="4000" b="1" kern="12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3200" b="1" kern="1200" dirty="0" smtClean="0">
                <a:solidFill>
                  <a:srgbClr val="0070C0"/>
                </a:solidFill>
              </a:rPr>
              <a:t>语法分析</a:t>
            </a:r>
            <a:r>
              <a:rPr lang="en-US" altLang="zh-CN" sz="3200" b="1" dirty="0" smtClean="0">
                <a:solidFill>
                  <a:srgbClr val="0070C0"/>
                </a:solidFill>
              </a:rPr>
              <a:t>—</a:t>
            </a:r>
            <a:r>
              <a:rPr lang="zh-CN" altLang="en-US" sz="2800" b="1" dirty="0">
                <a:solidFill>
                  <a:srgbClr val="0070C0"/>
                </a:solidFill>
              </a:rPr>
              <a:t>语法分析程序</a:t>
            </a:r>
            <a:r>
              <a:rPr lang="en-US" altLang="zh-CN" sz="2800" b="1" dirty="0" err="1">
                <a:solidFill>
                  <a:srgbClr val="0070C0"/>
                </a:solidFill>
              </a:rPr>
              <a:t>TESTparse</a:t>
            </a:r>
            <a:endParaRPr lang="zh-CN" altLang="en-US" sz="2800" b="1" dirty="0">
              <a:solidFill>
                <a:srgbClr val="0070C0"/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29210" y="941705"/>
            <a:ext cx="12162790" cy="0"/>
          </a:xfrm>
          <a:prstGeom prst="line">
            <a:avLst/>
          </a:prstGeom>
          <a:solidFill>
            <a:srgbClr val="FFFFCC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9973E54-49F3-49BC-9D8B-F7D5AEE1DF1F}" type="datetime1">
              <a:rPr lang="zh-CN" altLang="en-US"/>
              <a:t>2024/5/11</a:t>
            </a:fld>
            <a:endParaRPr lang="en-US" altLang="zh-CN"/>
          </a:p>
        </p:txBody>
      </p:sp>
      <p:sp>
        <p:nvSpPr>
          <p:cNvPr id="54275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Char char="u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F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EF751DF-5210-4582-86BC-D1721F115F43}" type="slidenum">
              <a:rPr lang="en-US" altLang="zh-CN" sz="1400" smtClean="0"/>
              <a:t>9</a:t>
            </a:fld>
            <a:endParaRPr lang="en-US" altLang="zh-CN" sz="1400" smtClean="0"/>
          </a:p>
        </p:txBody>
      </p:sp>
      <p:sp>
        <p:nvSpPr>
          <p:cNvPr id="54276" name="Text Box 6"/>
          <p:cNvSpPr txBox="1">
            <a:spLocks noChangeArrowheads="1"/>
          </p:cNvSpPr>
          <p:nvPr/>
        </p:nvSpPr>
        <p:spPr bwMode="auto">
          <a:xfrm>
            <a:off x="1624015" y="404827"/>
            <a:ext cx="9029700" cy="6616065"/>
          </a:xfrm>
          <a:prstGeom prst="rect">
            <a:avLst/>
          </a:prstGeom>
          <a:solidFill>
            <a:srgbClr val="EAEA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Char char="u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F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chemeClr val="bg2"/>
                </a:solidFill>
              </a:rPr>
              <a:t>//&lt;expr&gt;::= </a:t>
            </a:r>
            <a:r>
              <a:rPr lang="en-US" altLang="zh-CN" sz="2400" dirty="0">
                <a:solidFill>
                  <a:schemeClr val="bg1"/>
                </a:solidFill>
              </a:rPr>
              <a:t>ID</a:t>
            </a:r>
            <a:r>
              <a:rPr lang="en-US" altLang="zh-CN" dirty="0">
                <a:solidFill>
                  <a:srgbClr val="808000"/>
                </a:solidFill>
              </a:rPr>
              <a:t>=</a:t>
            </a:r>
            <a:r>
              <a:rPr lang="en-US" altLang="zh-CN" sz="2400" dirty="0">
                <a:solidFill>
                  <a:schemeClr val="bg2"/>
                </a:solidFill>
              </a:rPr>
              <a:t> </a:t>
            </a:r>
            <a:r>
              <a:rPr lang="en-US" altLang="zh-CN" sz="2400" dirty="0">
                <a:solidFill>
                  <a:srgbClr val="CC00FF"/>
                </a:solidFill>
              </a:rPr>
              <a:t>&lt;</a:t>
            </a:r>
            <a:r>
              <a:rPr lang="en-US" altLang="zh-CN" sz="2400" dirty="0" err="1">
                <a:solidFill>
                  <a:srgbClr val="CC00FF"/>
                </a:solidFill>
              </a:rPr>
              <a:t>bool_expr</a:t>
            </a:r>
            <a:r>
              <a:rPr lang="en-US" altLang="zh-CN" sz="2400" dirty="0">
                <a:solidFill>
                  <a:srgbClr val="CC00FF"/>
                </a:solidFill>
              </a:rPr>
              <a:t>&gt;</a:t>
            </a:r>
            <a:r>
              <a:rPr lang="en-US" altLang="zh-CN" sz="2400" dirty="0">
                <a:solidFill>
                  <a:srgbClr val="996600"/>
                </a:solidFill>
              </a:rPr>
              <a:t>  | </a:t>
            </a:r>
            <a:r>
              <a:rPr lang="en-US" altLang="zh-CN" sz="2400" dirty="0">
                <a:solidFill>
                  <a:srgbClr val="993300"/>
                </a:solidFill>
              </a:rPr>
              <a:t>&lt;</a:t>
            </a:r>
            <a:r>
              <a:rPr lang="en-US" altLang="zh-CN" sz="2400" dirty="0" err="1">
                <a:solidFill>
                  <a:srgbClr val="993300"/>
                </a:solidFill>
              </a:rPr>
              <a:t>bool_expr</a:t>
            </a:r>
            <a:r>
              <a:rPr lang="en-US" altLang="zh-CN" sz="2400" dirty="0">
                <a:solidFill>
                  <a:srgbClr val="993300"/>
                </a:solidFill>
              </a:rPr>
              <a:t>&gt;</a:t>
            </a:r>
            <a:endParaRPr lang="en-US" altLang="zh-CN" sz="2400" dirty="0">
              <a:solidFill>
                <a:srgbClr val="993300"/>
              </a:solidFill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 err="1">
                <a:solidFill>
                  <a:schemeClr val="bg2"/>
                </a:solidFill>
              </a:rPr>
              <a:t>int</a:t>
            </a:r>
            <a:r>
              <a:rPr lang="en-US" altLang="zh-CN" sz="2400" dirty="0">
                <a:solidFill>
                  <a:schemeClr val="bg2"/>
                </a:solidFill>
              </a:rPr>
              <a:t> expression()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chemeClr val="bg2"/>
                </a:solidFill>
              </a:rPr>
              <a:t>{   ……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chemeClr val="bg2"/>
                </a:solidFill>
                <a:sym typeface="+mn-ea"/>
              </a:rPr>
              <a:t>    </a:t>
            </a:r>
            <a:r>
              <a:rPr lang="en-US" altLang="zh-CN" sz="2400" dirty="0" err="1">
                <a:solidFill>
                  <a:schemeClr val="bg2"/>
                </a:solidFill>
                <a:sym typeface="+mn-ea"/>
              </a:rPr>
              <a:t>fscanf</a:t>
            </a:r>
            <a:r>
              <a:rPr lang="en-US" altLang="zh-CN" sz="2400" dirty="0">
                <a:solidFill>
                  <a:schemeClr val="bg2"/>
                </a:solidFill>
                <a:sym typeface="+mn-ea"/>
              </a:rPr>
              <a:t>(</a:t>
            </a:r>
            <a:r>
              <a:rPr lang="en-US" altLang="zh-CN" sz="2400" dirty="0" err="1">
                <a:solidFill>
                  <a:schemeClr val="bg2"/>
                </a:solidFill>
                <a:sym typeface="+mn-ea"/>
              </a:rPr>
              <a:t>fpTokenin</a:t>
            </a:r>
            <a:r>
              <a:rPr lang="en-US" altLang="zh-CN" sz="2400" dirty="0">
                <a:solidFill>
                  <a:schemeClr val="bg2"/>
                </a:solidFill>
                <a:sym typeface="+mn-ea"/>
              </a:rPr>
              <a:t>, "%s %s\n", &amp;token, &amp;token1);</a:t>
            </a:r>
            <a:r>
              <a:rPr lang="en-US" altLang="zh-CN" sz="2400" dirty="0">
                <a:solidFill>
                  <a:schemeClr val="bg2"/>
                </a:solidFill>
              </a:rPr>
              <a:t> 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chemeClr val="bg2"/>
                </a:solidFill>
              </a:rPr>
              <a:t>     ……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chemeClr val="bg2"/>
                </a:solidFill>
              </a:rPr>
              <a:t>    </a:t>
            </a:r>
            <a:r>
              <a:rPr lang="en-US" altLang="zh-CN" sz="2400" dirty="0">
                <a:solidFill>
                  <a:srgbClr val="663300"/>
                </a:solidFill>
              </a:rPr>
              <a:t>if</a:t>
            </a:r>
            <a:r>
              <a:rPr lang="en-US" altLang="zh-CN" sz="2400" dirty="0">
                <a:solidFill>
                  <a:schemeClr val="bg2"/>
                </a:solidFill>
              </a:rPr>
              <a:t> (</a:t>
            </a:r>
            <a:r>
              <a:rPr lang="en-US" altLang="zh-CN" sz="2400" dirty="0" err="1">
                <a:solidFill>
                  <a:schemeClr val="bg2"/>
                </a:solidFill>
              </a:rPr>
              <a:t>strcmp</a:t>
            </a:r>
            <a:r>
              <a:rPr lang="en-US" altLang="zh-CN" sz="2400" dirty="0">
                <a:solidFill>
                  <a:schemeClr val="bg2"/>
                </a:solidFill>
              </a:rPr>
              <a:t>(token, "</a:t>
            </a:r>
            <a:r>
              <a:rPr lang="en-US" altLang="zh-CN" sz="2400" dirty="0">
                <a:solidFill>
                  <a:schemeClr val="bg1"/>
                </a:solidFill>
              </a:rPr>
              <a:t>ID</a:t>
            </a:r>
            <a:r>
              <a:rPr lang="en-US" altLang="zh-CN" sz="2400" dirty="0">
                <a:solidFill>
                  <a:schemeClr val="bg2"/>
                </a:solidFill>
              </a:rPr>
              <a:t>") == 0){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chemeClr val="bg2"/>
                </a:solidFill>
              </a:rPr>
              <a:t>             </a:t>
            </a:r>
            <a:r>
              <a:rPr lang="en-US" altLang="zh-CN" sz="2400" dirty="0" err="1">
                <a:solidFill>
                  <a:schemeClr val="bg2"/>
                </a:solidFill>
              </a:rPr>
              <a:t>fileadd</a:t>
            </a:r>
            <a:r>
              <a:rPr lang="en-US" altLang="zh-CN" sz="2400" dirty="0">
                <a:solidFill>
                  <a:schemeClr val="bg2"/>
                </a:solidFill>
              </a:rPr>
              <a:t> = </a:t>
            </a:r>
            <a:r>
              <a:rPr lang="en-US" altLang="zh-CN" sz="2400" dirty="0" err="1">
                <a:solidFill>
                  <a:schemeClr val="bg2"/>
                </a:solidFill>
              </a:rPr>
              <a:t>ftell</a:t>
            </a:r>
            <a:r>
              <a:rPr lang="en-US" altLang="zh-CN" sz="2400" dirty="0">
                <a:solidFill>
                  <a:schemeClr val="bg2"/>
                </a:solidFill>
              </a:rPr>
              <a:t>(</a:t>
            </a:r>
            <a:r>
              <a:rPr lang="en-US" altLang="zh-CN" sz="2400" dirty="0" err="1">
                <a:solidFill>
                  <a:schemeClr val="bg2"/>
                </a:solidFill>
              </a:rPr>
              <a:t>fpTokenin</a:t>
            </a:r>
            <a:r>
              <a:rPr lang="en-US" altLang="zh-CN" sz="2400" dirty="0">
                <a:solidFill>
                  <a:schemeClr val="bg2"/>
                </a:solidFill>
              </a:rPr>
              <a:t>); //</a:t>
            </a:r>
            <a:r>
              <a:rPr lang="zh-CN" altLang="en-US" sz="2400" dirty="0">
                <a:solidFill>
                  <a:schemeClr val="bg2"/>
                </a:solidFill>
              </a:rPr>
              <a:t>记住当前文件位置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bg2"/>
                </a:solidFill>
              </a:rPr>
              <a:t>             </a:t>
            </a:r>
            <a:r>
              <a:rPr lang="en-US" altLang="zh-CN" sz="2400" dirty="0" err="1">
                <a:solidFill>
                  <a:schemeClr val="bg2"/>
                </a:solidFill>
              </a:rPr>
              <a:t>fscanf</a:t>
            </a:r>
            <a:r>
              <a:rPr lang="en-US" altLang="zh-CN" sz="2400" dirty="0">
                <a:solidFill>
                  <a:schemeClr val="bg2"/>
                </a:solidFill>
              </a:rPr>
              <a:t>(</a:t>
            </a:r>
            <a:r>
              <a:rPr lang="en-US" altLang="zh-CN" sz="2400" dirty="0" err="1">
                <a:solidFill>
                  <a:schemeClr val="bg2"/>
                </a:solidFill>
              </a:rPr>
              <a:t>fpTokenin</a:t>
            </a:r>
            <a:r>
              <a:rPr lang="en-US" altLang="zh-CN" sz="2400" dirty="0">
                <a:solidFill>
                  <a:schemeClr val="bg2"/>
                </a:solidFill>
              </a:rPr>
              <a:t>, "%s %s\n", &amp;token2, &amp;token3);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chemeClr val="bg2"/>
                </a:solidFill>
              </a:rPr>
              <a:t>             if (</a:t>
            </a:r>
            <a:r>
              <a:rPr lang="en-US" altLang="zh-CN" sz="2400" dirty="0" err="1">
                <a:solidFill>
                  <a:schemeClr val="bg2"/>
                </a:solidFill>
              </a:rPr>
              <a:t>strcmp</a:t>
            </a:r>
            <a:r>
              <a:rPr lang="en-US" altLang="zh-CN" sz="2400" dirty="0">
                <a:solidFill>
                  <a:schemeClr val="bg2"/>
                </a:solidFill>
              </a:rPr>
              <a:t>(</a:t>
            </a:r>
            <a:r>
              <a:rPr lang="en-US" altLang="zh-CN" sz="2400" dirty="0">
                <a:solidFill>
                  <a:srgbClr val="FF3300"/>
                </a:solidFill>
              </a:rPr>
              <a:t>token2</a:t>
            </a:r>
            <a:r>
              <a:rPr lang="en-US" altLang="zh-CN" sz="2400" dirty="0">
                <a:solidFill>
                  <a:schemeClr val="bg2"/>
                </a:solidFill>
              </a:rPr>
              <a:t>, "</a:t>
            </a:r>
            <a:r>
              <a:rPr lang="en-US" altLang="zh-CN" dirty="0">
                <a:solidFill>
                  <a:srgbClr val="808000"/>
                </a:solidFill>
              </a:rPr>
              <a:t>=</a:t>
            </a:r>
            <a:r>
              <a:rPr lang="en-US" altLang="zh-CN" sz="2400" dirty="0">
                <a:solidFill>
                  <a:schemeClr val="bg2"/>
                </a:solidFill>
              </a:rPr>
              <a:t>") == 0)  {//'='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chemeClr val="bg2"/>
                </a:solidFill>
              </a:rPr>
              <a:t>                 </a:t>
            </a:r>
            <a:r>
              <a:rPr lang="en-US" altLang="zh-CN" sz="2400" dirty="0" err="1">
                <a:solidFill>
                  <a:schemeClr val="bg2"/>
                </a:solidFill>
              </a:rPr>
              <a:t>es</a:t>
            </a:r>
            <a:r>
              <a:rPr lang="en-US" altLang="zh-CN" sz="2400" dirty="0">
                <a:solidFill>
                  <a:schemeClr val="bg2"/>
                </a:solidFill>
              </a:rPr>
              <a:t> = lookup(token1, &amp;</a:t>
            </a:r>
            <a:r>
              <a:rPr lang="en-US" altLang="zh-CN" sz="2400" dirty="0" err="1">
                <a:solidFill>
                  <a:schemeClr val="bg2"/>
                </a:solidFill>
              </a:rPr>
              <a:t>symbolPos</a:t>
            </a:r>
            <a:r>
              <a:rPr lang="en-US" altLang="zh-CN" sz="2400" dirty="0">
                <a:solidFill>
                  <a:schemeClr val="bg2"/>
                </a:solidFill>
              </a:rPr>
              <a:t>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chemeClr val="bg2"/>
                </a:solidFill>
              </a:rPr>
              <a:t>                 if(</a:t>
            </a:r>
            <a:r>
              <a:rPr lang="en-US" altLang="zh-CN" sz="2400" dirty="0" err="1">
                <a:solidFill>
                  <a:schemeClr val="bg2"/>
                </a:solidFill>
              </a:rPr>
              <a:t>es</a:t>
            </a:r>
            <a:r>
              <a:rPr lang="en-US" altLang="zh-CN" sz="2400" dirty="0">
                <a:solidFill>
                  <a:schemeClr val="bg2"/>
                </a:solidFill>
              </a:rPr>
              <a:t> &gt; 0) return(</a:t>
            </a:r>
            <a:r>
              <a:rPr lang="en-US" altLang="zh-CN" sz="2400" dirty="0" err="1">
                <a:solidFill>
                  <a:schemeClr val="bg2"/>
                </a:solidFill>
              </a:rPr>
              <a:t>es</a:t>
            </a:r>
            <a:r>
              <a:rPr lang="en-US" altLang="zh-CN" sz="2400" dirty="0">
                <a:solidFill>
                  <a:schemeClr val="bg2"/>
                </a:solidFill>
              </a:rPr>
              <a:t>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chemeClr val="bg2"/>
                </a:solidFill>
              </a:rPr>
              <a:t>                 if(!symbol[</a:t>
            </a:r>
            <a:r>
              <a:rPr lang="en-US" altLang="zh-CN" sz="2400" dirty="0" err="1">
                <a:solidFill>
                  <a:schemeClr val="bg2"/>
                </a:solidFill>
              </a:rPr>
              <a:t>symbolPos</a:t>
            </a:r>
            <a:r>
              <a:rPr lang="en-US" altLang="zh-CN" sz="2400" dirty="0">
                <a:solidFill>
                  <a:schemeClr val="bg2"/>
                </a:solidFill>
              </a:rPr>
              <a:t>].kind==variable) return (</a:t>
            </a:r>
            <a:r>
              <a:rPr lang="en-US" altLang="zh-CN" sz="2400" dirty="0" err="1">
                <a:solidFill>
                  <a:schemeClr val="bg2"/>
                </a:solidFill>
              </a:rPr>
              <a:t>es</a:t>
            </a:r>
            <a:r>
              <a:rPr lang="en-US" altLang="zh-CN" sz="2400" dirty="0">
                <a:solidFill>
                  <a:schemeClr val="bg2"/>
                </a:solidFill>
              </a:rPr>
              <a:t>=36);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chemeClr val="bg2"/>
                </a:solidFill>
              </a:rPr>
              <a:t>                 </a:t>
            </a:r>
            <a:r>
              <a:rPr lang="en-US" altLang="zh-CN" sz="2400" dirty="0" err="1">
                <a:solidFill>
                  <a:schemeClr val="bg2"/>
                </a:solidFill>
              </a:rPr>
              <a:t>fscanf</a:t>
            </a:r>
            <a:r>
              <a:rPr lang="en-US" altLang="zh-CN" sz="2400" dirty="0">
                <a:solidFill>
                  <a:schemeClr val="bg2"/>
                </a:solidFill>
              </a:rPr>
              <a:t>(</a:t>
            </a:r>
            <a:r>
              <a:rPr lang="en-US" altLang="zh-CN" sz="2400" dirty="0" err="1">
                <a:solidFill>
                  <a:schemeClr val="bg2"/>
                </a:solidFill>
              </a:rPr>
              <a:t>fpTokenin</a:t>
            </a:r>
            <a:r>
              <a:rPr lang="en-US" altLang="zh-CN" sz="2400" dirty="0">
                <a:solidFill>
                  <a:schemeClr val="bg2"/>
                </a:solidFill>
              </a:rPr>
              <a:t>, "%s %s\n", &amp;token, &amp;token1);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chemeClr val="bg2"/>
                </a:solidFill>
              </a:rPr>
              <a:t>                 </a:t>
            </a:r>
            <a:r>
              <a:rPr lang="en-US" altLang="zh-CN" sz="2400" dirty="0" err="1">
                <a:solidFill>
                  <a:schemeClr val="bg2"/>
                </a:solidFill>
              </a:rPr>
              <a:t>es</a:t>
            </a:r>
            <a:r>
              <a:rPr lang="en-US" altLang="zh-CN" sz="2400" dirty="0">
                <a:solidFill>
                  <a:schemeClr val="bg2"/>
                </a:solidFill>
              </a:rPr>
              <a:t> = </a:t>
            </a:r>
            <a:r>
              <a:rPr lang="en-US" altLang="zh-CN" sz="2400" dirty="0" err="1">
                <a:solidFill>
                  <a:srgbClr val="CC00FF"/>
                </a:solidFill>
              </a:rPr>
              <a:t>bool_expr</a:t>
            </a:r>
            <a:r>
              <a:rPr lang="en-US" altLang="zh-CN" sz="2400" dirty="0">
                <a:solidFill>
                  <a:srgbClr val="CC00FF"/>
                </a:solidFill>
              </a:rPr>
              <a:t>();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chemeClr val="bg2"/>
                </a:solidFill>
              </a:rPr>
              <a:t>              else { </a:t>
            </a:r>
            <a:r>
              <a:rPr lang="en-US" altLang="zh-CN" sz="2400" dirty="0" err="1">
                <a:solidFill>
                  <a:schemeClr val="bg2"/>
                </a:solidFill>
              </a:rPr>
              <a:t>fseek</a:t>
            </a:r>
            <a:r>
              <a:rPr lang="en-US" altLang="zh-CN" sz="2400" dirty="0">
                <a:solidFill>
                  <a:schemeClr val="bg2"/>
                </a:solidFill>
              </a:rPr>
              <a:t>(</a:t>
            </a:r>
            <a:r>
              <a:rPr lang="en-US" altLang="zh-CN" sz="2400" dirty="0" err="1">
                <a:solidFill>
                  <a:schemeClr val="bg2"/>
                </a:solidFill>
              </a:rPr>
              <a:t>fpTokenin</a:t>
            </a:r>
            <a:r>
              <a:rPr lang="en-US" altLang="zh-CN" sz="2400" dirty="0">
                <a:solidFill>
                  <a:schemeClr val="bg2"/>
                </a:solidFill>
              </a:rPr>
              <a:t>, </a:t>
            </a:r>
            <a:r>
              <a:rPr lang="en-US" altLang="zh-CN" sz="2400" dirty="0" err="1">
                <a:solidFill>
                  <a:schemeClr val="bg2"/>
                </a:solidFill>
              </a:rPr>
              <a:t>fileadd</a:t>
            </a:r>
            <a:r>
              <a:rPr lang="en-US" altLang="zh-CN" sz="2400" dirty="0">
                <a:solidFill>
                  <a:schemeClr val="bg2"/>
                </a:solidFill>
              </a:rPr>
              <a:t>, 0); //</a:t>
            </a:r>
            <a:r>
              <a:rPr lang="zh-CN" altLang="en-US" sz="2400" dirty="0">
                <a:solidFill>
                  <a:srgbClr val="660033"/>
                </a:solidFill>
              </a:rPr>
              <a:t>文件指针回退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bg2"/>
                </a:solidFill>
              </a:rPr>
              <a:t>                        </a:t>
            </a:r>
            <a:r>
              <a:rPr lang="en-US" altLang="zh-CN" sz="2400" dirty="0" err="1">
                <a:solidFill>
                  <a:schemeClr val="bg2"/>
                </a:solidFill>
              </a:rPr>
              <a:t>es</a:t>
            </a:r>
            <a:r>
              <a:rPr lang="en-US" altLang="zh-CN" sz="2400" dirty="0">
                <a:solidFill>
                  <a:schemeClr val="bg2"/>
                </a:solidFill>
              </a:rPr>
              <a:t> = </a:t>
            </a:r>
            <a:r>
              <a:rPr lang="en-US" altLang="zh-CN" sz="2400" dirty="0" err="1">
                <a:solidFill>
                  <a:srgbClr val="993300"/>
                </a:solidFill>
              </a:rPr>
              <a:t>bool_expr</a:t>
            </a:r>
            <a:r>
              <a:rPr lang="en-US" altLang="zh-CN" sz="2400" dirty="0">
                <a:solidFill>
                  <a:srgbClr val="993300"/>
                </a:solidFill>
              </a:rPr>
              <a:t>();   </a:t>
            </a:r>
            <a:r>
              <a:rPr lang="en-US" altLang="zh-CN" sz="2400" dirty="0">
                <a:solidFill>
                  <a:schemeClr val="bg2"/>
                </a:solidFill>
              </a:rPr>
              <a:t>if(</a:t>
            </a:r>
            <a:r>
              <a:rPr lang="en-US" altLang="zh-CN" sz="2400" dirty="0" err="1">
                <a:solidFill>
                  <a:schemeClr val="bg2"/>
                </a:solidFill>
              </a:rPr>
              <a:t>es</a:t>
            </a:r>
            <a:r>
              <a:rPr lang="en-US" altLang="zh-CN" sz="2400" dirty="0">
                <a:solidFill>
                  <a:schemeClr val="bg2"/>
                </a:solidFill>
              </a:rPr>
              <a:t> &gt; 0) return(</a:t>
            </a:r>
            <a:r>
              <a:rPr lang="en-US" altLang="zh-CN" sz="2400" dirty="0" err="1">
                <a:solidFill>
                  <a:schemeClr val="bg2"/>
                </a:solidFill>
              </a:rPr>
              <a:t>es</a:t>
            </a:r>
            <a:r>
              <a:rPr lang="en-US" altLang="zh-CN" sz="2400" dirty="0">
                <a:solidFill>
                  <a:schemeClr val="bg2"/>
                </a:solidFill>
              </a:rPr>
              <a:t>); 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 smtClean="0">
                <a:solidFill>
                  <a:schemeClr val="bg2"/>
                </a:solidFill>
              </a:rPr>
              <a:t>            }     else </a:t>
            </a:r>
            <a:r>
              <a:rPr lang="en-US" altLang="zh-CN" sz="2400" dirty="0" err="1" smtClean="0">
                <a:solidFill>
                  <a:schemeClr val="bg2"/>
                </a:solidFill>
              </a:rPr>
              <a:t>es</a:t>
            </a:r>
            <a:r>
              <a:rPr lang="en-US" altLang="zh-CN" sz="2400" dirty="0" smtClean="0">
                <a:solidFill>
                  <a:schemeClr val="bg2"/>
                </a:solidFill>
              </a:rPr>
              <a:t> </a:t>
            </a:r>
            <a:r>
              <a:rPr lang="en-US" altLang="zh-CN" sz="2400" dirty="0" smtClean="0">
                <a:solidFill>
                  <a:srgbClr val="993300"/>
                </a:solidFill>
              </a:rPr>
              <a:t>= </a:t>
            </a:r>
            <a:r>
              <a:rPr lang="en-US" altLang="zh-CN" sz="2400" dirty="0" err="1" smtClean="0">
                <a:solidFill>
                  <a:srgbClr val="993300"/>
                </a:solidFill>
              </a:rPr>
              <a:t>bool_expr</a:t>
            </a:r>
            <a:r>
              <a:rPr lang="en-US" altLang="zh-CN" sz="2400" dirty="0" smtClean="0">
                <a:solidFill>
                  <a:srgbClr val="993300"/>
                </a:solidFill>
              </a:rPr>
              <a:t>();  </a:t>
            </a:r>
            <a:r>
              <a:rPr lang="en-US" altLang="zh-CN" sz="2400" dirty="0" smtClean="0">
                <a:solidFill>
                  <a:schemeClr val="bg2"/>
                </a:solidFill>
              </a:rPr>
              <a:t>   return(</a:t>
            </a:r>
            <a:r>
              <a:rPr lang="en-US" altLang="zh-CN" sz="2400" dirty="0" err="1" smtClean="0">
                <a:solidFill>
                  <a:schemeClr val="bg2"/>
                </a:solidFill>
              </a:rPr>
              <a:t>es</a:t>
            </a:r>
            <a:r>
              <a:rPr lang="en-US" altLang="zh-CN" sz="2400" dirty="0" smtClean="0">
                <a:solidFill>
                  <a:schemeClr val="bg2"/>
                </a:solidFill>
              </a:rPr>
              <a:t>);}</a:t>
            </a:r>
            <a:endParaRPr lang="en-US" altLang="zh-CN" sz="1800" dirty="0">
              <a:solidFill>
                <a:schemeClr val="bg2"/>
              </a:solidFill>
            </a:endParaRPr>
          </a:p>
        </p:txBody>
      </p:sp>
      <p:sp>
        <p:nvSpPr>
          <p:cNvPr id="898056" name="Line 8"/>
          <p:cNvSpPr>
            <a:spLocks noChangeShapeType="1"/>
          </p:cNvSpPr>
          <p:nvPr/>
        </p:nvSpPr>
        <p:spPr bwMode="auto">
          <a:xfrm>
            <a:off x="3802081" y="911227"/>
            <a:ext cx="1603375" cy="2085975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 sz="2400"/>
          </a:p>
        </p:txBody>
      </p:sp>
      <p:sp>
        <p:nvSpPr>
          <p:cNvPr id="898057" name="Line 9"/>
          <p:cNvSpPr>
            <a:spLocks noChangeShapeType="1"/>
          </p:cNvSpPr>
          <p:nvPr/>
        </p:nvSpPr>
        <p:spPr bwMode="auto">
          <a:xfrm>
            <a:off x="4167205" y="928714"/>
            <a:ext cx="285751" cy="3786187"/>
          </a:xfrm>
          <a:prstGeom prst="line">
            <a:avLst/>
          </a:prstGeom>
          <a:noFill/>
          <a:ln w="38100">
            <a:solidFill>
              <a:srgbClr val="CC00FF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 sz="2400"/>
          </a:p>
        </p:txBody>
      </p:sp>
      <p:sp>
        <p:nvSpPr>
          <p:cNvPr id="898058" name="Line 10"/>
          <p:cNvSpPr>
            <a:spLocks noChangeShapeType="1"/>
          </p:cNvSpPr>
          <p:nvPr/>
        </p:nvSpPr>
        <p:spPr bwMode="auto">
          <a:xfrm flipH="1">
            <a:off x="5405456" y="833464"/>
            <a:ext cx="1201737" cy="4714875"/>
          </a:xfrm>
          <a:prstGeom prst="line">
            <a:avLst/>
          </a:prstGeom>
          <a:noFill/>
          <a:ln w="38100">
            <a:solidFill>
              <a:srgbClr val="993300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 sz="2400"/>
          </a:p>
        </p:txBody>
      </p:sp>
      <p:sp>
        <p:nvSpPr>
          <p:cNvPr id="10" name="Line 10"/>
          <p:cNvSpPr>
            <a:spLocks noChangeShapeType="1"/>
          </p:cNvSpPr>
          <p:nvPr/>
        </p:nvSpPr>
        <p:spPr bwMode="auto">
          <a:xfrm flipH="1">
            <a:off x="4238625" y="928696"/>
            <a:ext cx="2166939" cy="5214937"/>
          </a:xfrm>
          <a:prstGeom prst="line">
            <a:avLst/>
          </a:prstGeom>
          <a:noFill/>
          <a:ln w="38100">
            <a:solidFill>
              <a:srgbClr val="993300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 sz="2400"/>
          </a:p>
        </p:txBody>
      </p:sp>
      <p:sp>
        <p:nvSpPr>
          <p:cNvPr id="12" name="AutoShape 2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10377488" y="6567514"/>
            <a:ext cx="290512" cy="274637"/>
          </a:xfrm>
          <a:prstGeom prst="actionButtonForwardNext">
            <a:avLst/>
          </a:prstGeom>
          <a:solidFill>
            <a:schemeClr val="tx1">
              <a:lumMod val="95000"/>
            </a:schemeClr>
          </a:solidFill>
          <a:ln w="9525">
            <a:solidFill>
              <a:schemeClr val="tx1">
                <a:lumMod val="75000"/>
              </a:schemeClr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Char char="u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F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>
                <a:schemeClr val="folHlink"/>
              </a:buClr>
              <a:buFont typeface="Monotype Sorts" pitchFamily="2" charset="2"/>
              <a:buNone/>
              <a:defRPr/>
            </a:pPr>
            <a:endParaRPr lang="zh-CN" altLang="en-US" sz="2400" smtClean="0">
              <a:solidFill>
                <a:schemeClr val="bg2"/>
              </a:solidFill>
              <a:latin typeface="宋体" panose="02010600030101010101" pitchFamily="2" charset="-122"/>
            </a:endParaRP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7288523" y="3480250"/>
            <a:ext cx="3365192" cy="1323439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Char char="u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F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solidFill>
                  <a:schemeClr val="bg2"/>
                </a:solidFill>
              </a:rPr>
              <a:t>超前读一个符号</a:t>
            </a:r>
            <a:r>
              <a:rPr lang="en-US" altLang="zh-CN" sz="2000" dirty="0">
                <a:solidFill>
                  <a:srgbClr val="FF3300"/>
                </a:solidFill>
              </a:rPr>
              <a:t>token2</a:t>
            </a:r>
            <a:r>
              <a:rPr lang="zh-CN" altLang="en-US" sz="2000" dirty="0">
                <a:solidFill>
                  <a:schemeClr val="bg2"/>
                </a:solidFill>
              </a:rPr>
              <a:t>：</a:t>
            </a:r>
            <a:endParaRPr lang="en-US" altLang="zh-CN" sz="2000" dirty="0">
              <a:solidFill>
                <a:schemeClr val="bg2"/>
              </a:solidFill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solidFill>
                  <a:srgbClr val="3333FF"/>
                </a:solidFill>
              </a:rPr>
              <a:t>是‘</a:t>
            </a:r>
            <a:r>
              <a:rPr lang="en-US" altLang="zh-CN" sz="2000" dirty="0">
                <a:solidFill>
                  <a:srgbClr val="3333FF"/>
                </a:solidFill>
              </a:rPr>
              <a:t>=’</a:t>
            </a:r>
            <a:r>
              <a:rPr lang="zh-CN" altLang="en-US" sz="2000" dirty="0">
                <a:solidFill>
                  <a:srgbClr val="3333FF"/>
                </a:solidFill>
              </a:rPr>
              <a:t>：</a:t>
            </a:r>
            <a:r>
              <a:rPr lang="zh-CN" altLang="en-US" sz="2000" dirty="0">
                <a:solidFill>
                  <a:schemeClr val="bg2"/>
                </a:solidFill>
              </a:rPr>
              <a:t>进入赋值表达式</a:t>
            </a:r>
            <a:endParaRPr lang="en-US" altLang="zh-CN" sz="2000" dirty="0">
              <a:solidFill>
                <a:schemeClr val="bg2"/>
              </a:solidFill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solidFill>
                  <a:srgbClr val="3333FF"/>
                </a:solidFill>
              </a:rPr>
              <a:t>不是‘</a:t>
            </a:r>
            <a:r>
              <a:rPr lang="en-US" altLang="zh-CN" sz="2000" dirty="0">
                <a:solidFill>
                  <a:srgbClr val="3333FF"/>
                </a:solidFill>
              </a:rPr>
              <a:t>=’</a:t>
            </a:r>
            <a:r>
              <a:rPr lang="zh-CN" altLang="en-US" sz="2000" dirty="0">
                <a:solidFill>
                  <a:srgbClr val="3333FF"/>
                </a:solidFill>
              </a:rPr>
              <a:t>：进入</a:t>
            </a:r>
            <a:r>
              <a:rPr lang="en-US" altLang="zh-CN" sz="2000" dirty="0">
                <a:solidFill>
                  <a:srgbClr val="006600"/>
                </a:solidFill>
              </a:rPr>
              <a:t>&lt;</a:t>
            </a:r>
            <a:r>
              <a:rPr lang="en-US" altLang="zh-CN" sz="2000" dirty="0" err="1">
                <a:solidFill>
                  <a:srgbClr val="006600"/>
                </a:solidFill>
              </a:rPr>
              <a:t>bool_expr</a:t>
            </a:r>
            <a:r>
              <a:rPr lang="en-US" altLang="zh-CN" sz="2000" dirty="0">
                <a:solidFill>
                  <a:srgbClr val="006600"/>
                </a:solidFill>
              </a:rPr>
              <a:t>&gt;</a:t>
            </a:r>
            <a:r>
              <a:rPr lang="zh-CN" altLang="en-US" sz="2000" dirty="0">
                <a:solidFill>
                  <a:schemeClr val="bg2"/>
                </a:solidFill>
              </a:rPr>
              <a:t>，</a:t>
            </a:r>
            <a:endParaRPr lang="en-US" altLang="zh-CN" sz="2000" dirty="0">
              <a:solidFill>
                <a:schemeClr val="bg2"/>
              </a:solidFill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solidFill>
                  <a:schemeClr val="bg2"/>
                </a:solidFill>
              </a:rPr>
              <a:t>并将超前读的符号退回。</a:t>
            </a:r>
          </a:p>
        </p:txBody>
      </p:sp>
      <p:sp>
        <p:nvSpPr>
          <p:cNvPr id="13" name="Rectangle 5"/>
          <p:cNvSpPr>
            <a:spLocks noGrp="1" noChangeArrowheads="1"/>
          </p:cNvSpPr>
          <p:nvPr/>
        </p:nvSpPr>
        <p:spPr>
          <a:xfrm>
            <a:off x="89274" y="-26342"/>
            <a:ext cx="8853488" cy="293590"/>
          </a:xfrm>
          <a:prstGeom prst="rect">
            <a:avLst/>
          </a:prstGeom>
          <a:noFill/>
          <a:ln>
            <a:noFill/>
          </a:ln>
        </p:spPr>
        <p:txBody>
          <a:bodyPr vert="horz" wrap="square" lIns="92075" tIns="46038" rIns="92075" bIns="46038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zh-CN" sz="4000" b="1" kern="12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2800" b="1" kern="1200" dirty="0" smtClean="0">
                <a:solidFill>
                  <a:srgbClr val="0070C0"/>
                </a:solidFill>
              </a:rPr>
              <a:t>语法分析</a:t>
            </a:r>
            <a:r>
              <a:rPr lang="en-US" altLang="zh-CN" sz="2400" b="1" dirty="0" smtClean="0">
                <a:solidFill>
                  <a:srgbClr val="0070C0"/>
                </a:solidFill>
              </a:rPr>
              <a:t>—</a:t>
            </a:r>
            <a:r>
              <a:rPr lang="en-US" altLang="zh-CN" sz="2400" dirty="0">
                <a:solidFill>
                  <a:srgbClr val="0070C0"/>
                </a:solidFill>
              </a:rPr>
              <a:t>&lt;expr&gt; </a:t>
            </a:r>
            <a:r>
              <a:rPr lang="zh-CN" altLang="en-US" sz="2400" dirty="0">
                <a:solidFill>
                  <a:srgbClr val="0070C0"/>
                </a:solidFill>
              </a:rPr>
              <a:t>的递归子程序</a:t>
            </a:r>
            <a:r>
              <a:rPr lang="en-US" altLang="zh-CN" sz="2400" dirty="0">
                <a:solidFill>
                  <a:srgbClr val="0070C0"/>
                </a:solidFill>
              </a:rPr>
              <a:t>(499)</a:t>
            </a:r>
            <a:endParaRPr lang="zh-CN" altLang="en-US" sz="2400" b="1" dirty="0">
              <a:solidFill>
                <a:srgbClr val="0070C0"/>
              </a:solidFill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0" y="404827"/>
            <a:ext cx="12162790" cy="0"/>
          </a:xfrm>
          <a:prstGeom prst="line">
            <a:avLst/>
          </a:prstGeom>
          <a:solidFill>
            <a:srgbClr val="FFFFCC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98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98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98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8056" grpId="0" bldLvl="0" animBg="1"/>
      <p:bldP spid="898057" grpId="0" bldLvl="0" animBg="1"/>
      <p:bldP spid="898058" grpId="0" bldLvl="0" animBg="1"/>
      <p:bldP spid="10" grpId="0" bldLvl="0" animBg="1"/>
      <p:bldP spid="12" grpId="0" bldLvl="0" animBg="1"/>
      <p:bldP spid="14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EAD2C2E-DD7A-4D58-A6B7-D7A06978242D}" type="datetime1">
              <a:rPr lang="zh-CN" altLang="en-US"/>
              <a:t>2024/5/11</a:t>
            </a:fld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9356725" y="6248400"/>
            <a:ext cx="2540000" cy="457200"/>
          </a:xfrm>
        </p:spPr>
        <p:txBody>
          <a:bodyPr/>
          <a:lstStyle/>
          <a:p>
            <a:pPr>
              <a:defRPr/>
            </a:pPr>
            <a:fld id="{6D65DC9E-0A63-4A15-BADC-DB1EB51A89BD}" type="slidenum">
              <a:rPr lang="en-US" altLang="zh-CN"/>
              <a:t>10</a:t>
            </a:fld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800100" y="971689"/>
            <a:ext cx="82167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 smtClean="0">
                <a:solidFill>
                  <a:schemeClr val="bg2"/>
                </a:solidFill>
                <a:sym typeface="+mn-ea"/>
              </a:rPr>
              <a:t>语法树：</a:t>
            </a:r>
            <a:r>
              <a:rPr lang="zh-CN" altLang="en-US" sz="2400" dirty="0" smtClean="0">
                <a:solidFill>
                  <a:schemeClr val="bg2"/>
                </a:solidFill>
              </a:rPr>
              <a:t>推导过程用图来表示。语法树是一棵有序有向树。</a:t>
            </a:r>
          </a:p>
          <a:p>
            <a:pPr>
              <a:lnSpc>
                <a:spcPct val="150000"/>
              </a:lnSpc>
            </a:pPr>
            <a:r>
              <a:rPr lang="zh-CN" altLang="en-US" sz="2400" dirty="0" smtClean="0">
                <a:solidFill>
                  <a:schemeClr val="bg2"/>
                </a:solidFill>
              </a:rPr>
              <a:t>表达式</a:t>
            </a:r>
            <a:r>
              <a:rPr lang="zh-CN" altLang="en-US" sz="2400" dirty="0" smtClean="0">
                <a:solidFill>
                  <a:schemeClr val="bg2"/>
                </a:solidFill>
                <a:sym typeface="+mn-ea"/>
              </a:rPr>
              <a:t> </a:t>
            </a:r>
            <a:r>
              <a:rPr lang="en-US" altLang="zh-CN" sz="2400" dirty="0" smtClean="0">
                <a:solidFill>
                  <a:schemeClr val="bg2"/>
                </a:solidFill>
                <a:sym typeface="+mn-ea"/>
              </a:rPr>
              <a:t>a=10+c*20 </a:t>
            </a:r>
            <a:r>
              <a:rPr lang="zh-CN" altLang="en-US" sz="2400" dirty="0" smtClean="0">
                <a:solidFill>
                  <a:schemeClr val="bg2"/>
                </a:solidFill>
                <a:sym typeface="+mn-ea"/>
              </a:rPr>
              <a:t>的语法树</a:t>
            </a:r>
            <a:endParaRPr lang="zh-CN" altLang="en-US" sz="2400" dirty="0">
              <a:solidFill>
                <a:schemeClr val="bg2"/>
              </a:solidFill>
              <a:sym typeface="+mn-ea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2841625" y="2343933"/>
            <a:ext cx="5290820" cy="4050030"/>
            <a:chOff x="9185" y="3146"/>
            <a:chExt cx="8332" cy="6378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6" name="Rectangle 5"/>
            <p:cNvSpPr>
              <a:spLocks noChangeArrowheads="1"/>
            </p:cNvSpPr>
            <p:nvPr/>
          </p:nvSpPr>
          <p:spPr bwMode="auto">
            <a:xfrm>
              <a:off x="9185" y="3146"/>
              <a:ext cx="8285" cy="637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Char char="n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u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F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10000"/>
                </a:lnSpc>
                <a:buClr>
                  <a:schemeClr val="folHlink"/>
                </a:buClr>
                <a:buFont typeface="Monotype Sorts" pitchFamily="2" charset="2"/>
                <a:buNone/>
              </a:pPr>
              <a:endParaRPr kumimoji="0" lang="zh-CN" altLang="en-US" sz="2400">
                <a:solidFill>
                  <a:schemeClr val="bg2"/>
                </a:solidFill>
                <a:ea typeface="楷体_GB2312" pitchFamily="49" charset="-122"/>
              </a:endParaRPr>
            </a:p>
          </p:txBody>
        </p:sp>
        <p:sp>
          <p:nvSpPr>
            <p:cNvPr id="65541" name="Text Box 6"/>
            <p:cNvSpPr txBox="1">
              <a:spLocks noChangeArrowheads="1"/>
            </p:cNvSpPr>
            <p:nvPr/>
          </p:nvSpPr>
          <p:spPr bwMode="auto">
            <a:xfrm>
              <a:off x="11725" y="3443"/>
              <a:ext cx="1718" cy="48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Char char="n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u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F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>
                  <a:solidFill>
                    <a:schemeClr val="bg2"/>
                  </a:solidFill>
                </a:rPr>
                <a:t>表达式  </a:t>
              </a:r>
            </a:p>
          </p:txBody>
        </p:sp>
        <p:sp>
          <p:nvSpPr>
            <p:cNvPr id="65542" name="Text Box 7"/>
            <p:cNvSpPr txBox="1">
              <a:spLocks noChangeArrowheads="1"/>
            </p:cNvSpPr>
            <p:nvPr/>
          </p:nvSpPr>
          <p:spPr bwMode="auto">
            <a:xfrm>
              <a:off x="11725" y="4389"/>
              <a:ext cx="1718" cy="48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Char char="n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u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F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chemeClr val="bg2"/>
                  </a:solidFill>
                </a:rPr>
                <a:t>=   </a:t>
              </a:r>
            </a:p>
          </p:txBody>
        </p:sp>
        <p:sp>
          <p:nvSpPr>
            <p:cNvPr id="65543" name="Text Box 8"/>
            <p:cNvSpPr txBox="1">
              <a:spLocks noChangeArrowheads="1"/>
            </p:cNvSpPr>
            <p:nvPr/>
          </p:nvSpPr>
          <p:spPr bwMode="auto">
            <a:xfrm>
              <a:off x="9841" y="4389"/>
              <a:ext cx="1718" cy="48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Char char="n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u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F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chemeClr val="bg2"/>
                  </a:solidFill>
                </a:rPr>
                <a:t>ID</a:t>
              </a:r>
              <a:r>
                <a:rPr lang="zh-CN" altLang="en-US" sz="2000">
                  <a:solidFill>
                    <a:schemeClr val="bg2"/>
                  </a:solidFill>
                </a:rPr>
                <a:t>（</a:t>
              </a:r>
              <a:r>
                <a:rPr lang="en-US" altLang="zh-CN" sz="2000">
                  <a:solidFill>
                    <a:schemeClr val="bg2"/>
                  </a:solidFill>
                </a:rPr>
                <a:t>a</a:t>
              </a:r>
              <a:r>
                <a:rPr lang="zh-CN" altLang="en-US" sz="2000">
                  <a:solidFill>
                    <a:schemeClr val="bg2"/>
                  </a:solidFill>
                </a:rPr>
                <a:t>） </a:t>
              </a:r>
            </a:p>
          </p:txBody>
        </p:sp>
        <p:sp>
          <p:nvSpPr>
            <p:cNvPr id="65544" name="Text Box 9"/>
            <p:cNvSpPr txBox="1">
              <a:spLocks noChangeArrowheads="1"/>
            </p:cNvSpPr>
            <p:nvPr/>
          </p:nvSpPr>
          <p:spPr bwMode="auto">
            <a:xfrm>
              <a:off x="14363" y="5241"/>
              <a:ext cx="1718" cy="48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Char char="n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u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F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>
                  <a:solidFill>
                    <a:schemeClr val="bg2"/>
                  </a:solidFill>
                </a:rPr>
                <a:t>项   </a:t>
              </a:r>
            </a:p>
          </p:txBody>
        </p:sp>
        <p:sp>
          <p:nvSpPr>
            <p:cNvPr id="65545" name="Text Box 10"/>
            <p:cNvSpPr txBox="1">
              <a:spLocks noChangeArrowheads="1"/>
            </p:cNvSpPr>
            <p:nvPr/>
          </p:nvSpPr>
          <p:spPr bwMode="auto">
            <a:xfrm>
              <a:off x="12369" y="5241"/>
              <a:ext cx="1797" cy="48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Char char="n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u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F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chemeClr val="bg2"/>
                  </a:solidFill>
                </a:rPr>
                <a:t>+ </a:t>
              </a:r>
            </a:p>
          </p:txBody>
        </p:sp>
        <p:sp>
          <p:nvSpPr>
            <p:cNvPr id="65546" name="Text Box 11"/>
            <p:cNvSpPr txBox="1">
              <a:spLocks noChangeArrowheads="1"/>
            </p:cNvSpPr>
            <p:nvPr/>
          </p:nvSpPr>
          <p:spPr bwMode="auto">
            <a:xfrm>
              <a:off x="9730" y="5245"/>
              <a:ext cx="2147" cy="48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Char char="n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u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F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>
                  <a:solidFill>
                    <a:schemeClr val="bg2"/>
                  </a:solidFill>
                </a:rPr>
                <a:t>表达式</a:t>
              </a:r>
            </a:p>
          </p:txBody>
        </p:sp>
        <p:sp>
          <p:nvSpPr>
            <p:cNvPr id="65547" name="Text Box 12"/>
            <p:cNvSpPr txBox="1">
              <a:spLocks noChangeArrowheads="1"/>
            </p:cNvSpPr>
            <p:nvPr/>
          </p:nvSpPr>
          <p:spPr bwMode="auto">
            <a:xfrm>
              <a:off x="10031" y="5903"/>
              <a:ext cx="1324" cy="48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Char char="n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u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F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>
                  <a:solidFill>
                    <a:schemeClr val="bg2"/>
                  </a:solidFill>
                </a:rPr>
                <a:t>项</a:t>
              </a:r>
            </a:p>
          </p:txBody>
        </p:sp>
        <p:cxnSp>
          <p:nvCxnSpPr>
            <p:cNvPr id="65548" name="AutoShape 13"/>
            <p:cNvCxnSpPr>
              <a:cxnSpLocks noChangeShapeType="1"/>
            </p:cNvCxnSpPr>
            <p:nvPr/>
          </p:nvCxnSpPr>
          <p:spPr bwMode="auto">
            <a:xfrm flipH="1">
              <a:off x="10700" y="3927"/>
              <a:ext cx="1884" cy="462"/>
            </a:xfrm>
            <a:prstGeom prst="straightConnector1">
              <a:avLst/>
            </a:prstGeom>
            <a:grpFill/>
            <a:ln w="9525">
              <a:solidFill>
                <a:schemeClr val="bg2"/>
              </a:solidFill>
              <a:miter lim="800000"/>
            </a:ln>
          </p:spPr>
        </p:cxnSp>
        <p:cxnSp>
          <p:nvCxnSpPr>
            <p:cNvPr id="65549" name="AutoShape 14"/>
            <p:cNvCxnSpPr>
              <a:cxnSpLocks noChangeShapeType="1"/>
            </p:cNvCxnSpPr>
            <p:nvPr/>
          </p:nvCxnSpPr>
          <p:spPr bwMode="auto">
            <a:xfrm>
              <a:off x="12601" y="3927"/>
              <a:ext cx="0" cy="462"/>
            </a:xfrm>
            <a:prstGeom prst="straightConnector1">
              <a:avLst/>
            </a:prstGeom>
            <a:grpFill/>
            <a:ln w="9525">
              <a:solidFill>
                <a:schemeClr val="bg2"/>
              </a:solidFill>
              <a:miter lim="800000"/>
            </a:ln>
          </p:spPr>
        </p:cxnSp>
        <p:cxnSp>
          <p:nvCxnSpPr>
            <p:cNvPr id="65550" name="AutoShape 15"/>
            <p:cNvCxnSpPr>
              <a:cxnSpLocks noChangeShapeType="1"/>
            </p:cNvCxnSpPr>
            <p:nvPr/>
          </p:nvCxnSpPr>
          <p:spPr bwMode="auto">
            <a:xfrm flipH="1">
              <a:off x="10804" y="4873"/>
              <a:ext cx="3765" cy="372"/>
            </a:xfrm>
            <a:prstGeom prst="straightConnector1">
              <a:avLst/>
            </a:prstGeom>
            <a:grpFill/>
            <a:ln w="9525">
              <a:solidFill>
                <a:schemeClr val="bg2"/>
              </a:solidFill>
              <a:miter lim="800000"/>
            </a:ln>
          </p:spPr>
        </p:cxnSp>
        <p:cxnSp>
          <p:nvCxnSpPr>
            <p:cNvPr id="65551" name="AutoShape 16"/>
            <p:cNvCxnSpPr>
              <a:cxnSpLocks noChangeShapeType="1"/>
            </p:cNvCxnSpPr>
            <p:nvPr/>
          </p:nvCxnSpPr>
          <p:spPr bwMode="auto">
            <a:xfrm flipH="1">
              <a:off x="13276" y="4873"/>
              <a:ext cx="1293" cy="368"/>
            </a:xfrm>
            <a:prstGeom prst="straightConnector1">
              <a:avLst/>
            </a:prstGeom>
            <a:grpFill/>
            <a:ln w="9525">
              <a:solidFill>
                <a:schemeClr val="bg2"/>
              </a:solidFill>
              <a:miter lim="800000"/>
            </a:ln>
          </p:spPr>
        </p:cxnSp>
        <p:cxnSp>
          <p:nvCxnSpPr>
            <p:cNvPr id="65552" name="AutoShape 17"/>
            <p:cNvCxnSpPr>
              <a:cxnSpLocks noChangeShapeType="1"/>
            </p:cNvCxnSpPr>
            <p:nvPr/>
          </p:nvCxnSpPr>
          <p:spPr bwMode="auto">
            <a:xfrm>
              <a:off x="14561" y="4867"/>
              <a:ext cx="683" cy="419"/>
            </a:xfrm>
            <a:prstGeom prst="straightConnector1">
              <a:avLst/>
            </a:prstGeom>
            <a:grpFill/>
            <a:ln w="9525">
              <a:solidFill>
                <a:schemeClr val="bg2"/>
              </a:solidFill>
              <a:miter lim="800000"/>
            </a:ln>
          </p:spPr>
        </p:cxnSp>
        <p:sp>
          <p:nvSpPr>
            <p:cNvPr id="65553" name="Text Box 18"/>
            <p:cNvSpPr txBox="1">
              <a:spLocks noChangeArrowheads="1"/>
            </p:cNvSpPr>
            <p:nvPr/>
          </p:nvSpPr>
          <p:spPr bwMode="auto">
            <a:xfrm>
              <a:off x="9238" y="8577"/>
              <a:ext cx="6931" cy="62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Char char="n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u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F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0070C0"/>
                  </a:solidFill>
                </a:rPr>
                <a:t>    </a:t>
              </a:r>
              <a:r>
                <a:rPr lang="zh-CN" altLang="en-US" sz="2000">
                  <a:solidFill>
                    <a:schemeClr val="bg2"/>
                  </a:solidFill>
                </a:rPr>
                <a:t>表达式 </a:t>
              </a:r>
              <a:r>
                <a:rPr lang="en-US" altLang="zh-CN" sz="2000">
                  <a:solidFill>
                    <a:schemeClr val="bg2"/>
                  </a:solidFill>
                </a:rPr>
                <a:t>a=10+c*20 </a:t>
              </a:r>
              <a:r>
                <a:rPr lang="zh-CN" altLang="en-US" sz="2000">
                  <a:solidFill>
                    <a:schemeClr val="bg2"/>
                  </a:solidFill>
                </a:rPr>
                <a:t>的语法树</a:t>
              </a:r>
            </a:p>
          </p:txBody>
        </p:sp>
        <p:sp>
          <p:nvSpPr>
            <p:cNvPr id="65554" name="Text Box 19"/>
            <p:cNvSpPr txBox="1">
              <a:spLocks noChangeArrowheads="1"/>
            </p:cNvSpPr>
            <p:nvPr/>
          </p:nvSpPr>
          <p:spPr bwMode="auto">
            <a:xfrm>
              <a:off x="13718" y="4389"/>
              <a:ext cx="1702" cy="48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Char char="n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u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F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>
                  <a:solidFill>
                    <a:schemeClr val="bg2"/>
                  </a:solidFill>
                </a:rPr>
                <a:t>表达式 </a:t>
              </a:r>
            </a:p>
          </p:txBody>
        </p:sp>
        <p:sp>
          <p:nvSpPr>
            <p:cNvPr id="65555" name="Text Box 20"/>
            <p:cNvSpPr txBox="1">
              <a:spLocks noChangeArrowheads="1"/>
            </p:cNvSpPr>
            <p:nvPr/>
          </p:nvSpPr>
          <p:spPr bwMode="auto">
            <a:xfrm>
              <a:off x="15799" y="7134"/>
              <a:ext cx="1718" cy="96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Char char="n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u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F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chemeClr val="bg2"/>
                  </a:solidFill>
                </a:rPr>
                <a:t>NUM</a:t>
              </a:r>
              <a:r>
                <a:rPr lang="zh-CN" altLang="en-US" sz="2000">
                  <a:solidFill>
                    <a:schemeClr val="bg2"/>
                  </a:solidFill>
                </a:rPr>
                <a:t>（</a:t>
              </a:r>
              <a:r>
                <a:rPr lang="en-US" altLang="zh-CN" sz="2000">
                  <a:solidFill>
                    <a:schemeClr val="bg2"/>
                  </a:solidFill>
                </a:rPr>
                <a:t>20</a:t>
              </a:r>
              <a:r>
                <a:rPr lang="zh-CN" altLang="en-US" sz="2000">
                  <a:solidFill>
                    <a:schemeClr val="bg2"/>
                  </a:solidFill>
                </a:rPr>
                <a:t>）   </a:t>
              </a:r>
            </a:p>
          </p:txBody>
        </p:sp>
        <p:sp>
          <p:nvSpPr>
            <p:cNvPr id="65556" name="Text Box 21"/>
            <p:cNvSpPr txBox="1">
              <a:spLocks noChangeArrowheads="1"/>
            </p:cNvSpPr>
            <p:nvPr/>
          </p:nvSpPr>
          <p:spPr bwMode="auto">
            <a:xfrm>
              <a:off x="13435" y="7690"/>
              <a:ext cx="1608" cy="48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Char char="n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u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F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chemeClr val="bg2"/>
                  </a:solidFill>
                </a:rPr>
                <a:t>ID</a:t>
              </a:r>
              <a:r>
                <a:rPr lang="zh-CN" altLang="en-US" sz="2000">
                  <a:solidFill>
                    <a:schemeClr val="bg2"/>
                  </a:solidFill>
                </a:rPr>
                <a:t>（</a:t>
              </a:r>
              <a:r>
                <a:rPr lang="en-US" altLang="zh-CN" sz="2000">
                  <a:solidFill>
                    <a:schemeClr val="bg2"/>
                  </a:solidFill>
                </a:rPr>
                <a:t>c</a:t>
              </a:r>
              <a:r>
                <a:rPr lang="zh-CN" altLang="en-US" sz="2000">
                  <a:solidFill>
                    <a:schemeClr val="bg2"/>
                  </a:solidFill>
                </a:rPr>
                <a:t>） </a:t>
              </a:r>
            </a:p>
          </p:txBody>
        </p:sp>
        <p:sp>
          <p:nvSpPr>
            <p:cNvPr id="65557" name="Text Box 22"/>
            <p:cNvSpPr txBox="1">
              <a:spLocks noChangeArrowheads="1"/>
            </p:cNvSpPr>
            <p:nvPr/>
          </p:nvSpPr>
          <p:spPr bwMode="auto">
            <a:xfrm>
              <a:off x="9652" y="7500"/>
              <a:ext cx="2080" cy="48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Char char="n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u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F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chemeClr val="bg2"/>
                  </a:solidFill>
                </a:rPr>
                <a:t>NUM </a:t>
              </a:r>
              <a:r>
                <a:rPr lang="zh-CN" altLang="en-US" sz="2000">
                  <a:solidFill>
                    <a:schemeClr val="bg2"/>
                  </a:solidFill>
                </a:rPr>
                <a:t>（</a:t>
              </a:r>
              <a:r>
                <a:rPr lang="en-US" altLang="zh-CN" sz="2000">
                  <a:solidFill>
                    <a:schemeClr val="bg2"/>
                  </a:solidFill>
                </a:rPr>
                <a:t>10</a:t>
              </a:r>
              <a:r>
                <a:rPr lang="zh-CN" altLang="en-US" sz="2000">
                  <a:solidFill>
                    <a:schemeClr val="bg2"/>
                  </a:solidFill>
                </a:rPr>
                <a:t>） </a:t>
              </a:r>
            </a:p>
          </p:txBody>
        </p:sp>
        <p:sp>
          <p:nvSpPr>
            <p:cNvPr id="65558" name="Text Box 23"/>
            <p:cNvSpPr txBox="1">
              <a:spLocks noChangeArrowheads="1"/>
            </p:cNvSpPr>
            <p:nvPr/>
          </p:nvSpPr>
          <p:spPr bwMode="auto">
            <a:xfrm>
              <a:off x="16082" y="6093"/>
              <a:ext cx="1040" cy="48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Char char="n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u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F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>
                  <a:solidFill>
                    <a:schemeClr val="bg2"/>
                  </a:solidFill>
                </a:rPr>
                <a:t>因子   </a:t>
              </a:r>
            </a:p>
          </p:txBody>
        </p:sp>
        <p:sp>
          <p:nvSpPr>
            <p:cNvPr id="65559" name="Text Box 24"/>
            <p:cNvSpPr txBox="1">
              <a:spLocks noChangeArrowheads="1"/>
            </p:cNvSpPr>
            <p:nvPr/>
          </p:nvSpPr>
          <p:spPr bwMode="auto">
            <a:xfrm>
              <a:off x="15137" y="6093"/>
              <a:ext cx="851" cy="48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Char char="n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u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F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chemeClr val="bg2"/>
                  </a:solidFill>
                </a:rPr>
                <a:t>* </a:t>
              </a:r>
            </a:p>
          </p:txBody>
        </p:sp>
        <p:sp>
          <p:nvSpPr>
            <p:cNvPr id="65560" name="Text Box 25"/>
            <p:cNvSpPr txBox="1">
              <a:spLocks noChangeArrowheads="1"/>
            </p:cNvSpPr>
            <p:nvPr/>
          </p:nvSpPr>
          <p:spPr bwMode="auto">
            <a:xfrm>
              <a:off x="13624" y="6838"/>
              <a:ext cx="1135" cy="48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Char char="n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u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F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>
                  <a:solidFill>
                    <a:schemeClr val="bg2"/>
                  </a:solidFill>
                </a:rPr>
                <a:t>因子 </a:t>
              </a:r>
            </a:p>
          </p:txBody>
        </p:sp>
        <p:cxnSp>
          <p:nvCxnSpPr>
            <p:cNvPr id="65561" name="AutoShape 26"/>
            <p:cNvCxnSpPr>
              <a:cxnSpLocks noChangeShapeType="1"/>
            </p:cNvCxnSpPr>
            <p:nvPr/>
          </p:nvCxnSpPr>
          <p:spPr bwMode="auto">
            <a:xfrm flipH="1">
              <a:off x="14191" y="5725"/>
              <a:ext cx="1031" cy="261"/>
            </a:xfrm>
            <a:prstGeom prst="straightConnector1">
              <a:avLst/>
            </a:prstGeom>
            <a:grpFill/>
            <a:ln w="9525">
              <a:solidFill>
                <a:schemeClr val="bg2"/>
              </a:solidFill>
              <a:miter lim="800000"/>
            </a:ln>
          </p:spPr>
        </p:cxnSp>
        <p:cxnSp>
          <p:nvCxnSpPr>
            <p:cNvPr id="65562" name="AutoShape 27"/>
            <p:cNvCxnSpPr>
              <a:cxnSpLocks noChangeShapeType="1"/>
            </p:cNvCxnSpPr>
            <p:nvPr/>
          </p:nvCxnSpPr>
          <p:spPr bwMode="auto">
            <a:xfrm>
              <a:off x="15222" y="5725"/>
              <a:ext cx="341" cy="368"/>
            </a:xfrm>
            <a:prstGeom prst="straightConnector1">
              <a:avLst/>
            </a:prstGeom>
            <a:grpFill/>
            <a:ln w="9525">
              <a:solidFill>
                <a:schemeClr val="bg2"/>
              </a:solidFill>
              <a:miter lim="800000"/>
            </a:ln>
          </p:spPr>
        </p:cxnSp>
        <p:cxnSp>
          <p:nvCxnSpPr>
            <p:cNvPr id="65563" name="AutoShape 28"/>
            <p:cNvCxnSpPr>
              <a:cxnSpLocks noChangeShapeType="1"/>
            </p:cNvCxnSpPr>
            <p:nvPr/>
          </p:nvCxnSpPr>
          <p:spPr bwMode="auto">
            <a:xfrm>
              <a:off x="15222" y="5725"/>
              <a:ext cx="1380" cy="368"/>
            </a:xfrm>
            <a:prstGeom prst="straightConnector1">
              <a:avLst/>
            </a:prstGeom>
            <a:grpFill/>
            <a:ln w="9525">
              <a:solidFill>
                <a:schemeClr val="bg1"/>
              </a:solidFill>
              <a:miter lim="800000"/>
            </a:ln>
          </p:spPr>
        </p:cxnSp>
        <p:cxnSp>
          <p:nvCxnSpPr>
            <p:cNvPr id="65564" name="AutoShape 29"/>
            <p:cNvCxnSpPr>
              <a:cxnSpLocks noChangeShapeType="1"/>
              <a:stCxn id="65546" idx="2"/>
              <a:endCxn id="65547" idx="0"/>
            </p:cNvCxnSpPr>
            <p:nvPr/>
          </p:nvCxnSpPr>
          <p:spPr bwMode="auto">
            <a:xfrm flipH="1">
              <a:off x="10693" y="5729"/>
              <a:ext cx="111" cy="174"/>
            </a:xfrm>
            <a:prstGeom prst="straightConnector1">
              <a:avLst/>
            </a:prstGeom>
            <a:grpFill/>
            <a:ln w="9525">
              <a:solidFill>
                <a:schemeClr val="bg2"/>
              </a:solidFill>
              <a:miter lim="800000"/>
            </a:ln>
          </p:spPr>
        </p:cxnSp>
        <p:cxnSp>
          <p:nvCxnSpPr>
            <p:cNvPr id="65565" name="AutoShape 30"/>
            <p:cNvCxnSpPr>
              <a:cxnSpLocks noChangeShapeType="1"/>
              <a:stCxn id="65547" idx="2"/>
              <a:endCxn id="65569" idx="0"/>
            </p:cNvCxnSpPr>
            <p:nvPr/>
          </p:nvCxnSpPr>
          <p:spPr bwMode="auto">
            <a:xfrm>
              <a:off x="10693" y="6387"/>
              <a:ext cx="94" cy="262"/>
            </a:xfrm>
            <a:prstGeom prst="straightConnector1">
              <a:avLst/>
            </a:prstGeom>
            <a:grpFill/>
            <a:ln w="9525">
              <a:solidFill>
                <a:schemeClr val="bg2"/>
              </a:solidFill>
              <a:miter lim="800000"/>
            </a:ln>
          </p:spPr>
        </p:cxnSp>
        <p:cxnSp>
          <p:nvCxnSpPr>
            <p:cNvPr id="65567" name="AutoShape 32"/>
            <p:cNvCxnSpPr>
              <a:cxnSpLocks noChangeShapeType="1"/>
              <a:stCxn id="65558" idx="2"/>
              <a:endCxn id="65555" idx="0"/>
            </p:cNvCxnSpPr>
            <p:nvPr/>
          </p:nvCxnSpPr>
          <p:spPr bwMode="auto">
            <a:xfrm>
              <a:off x="16602" y="6577"/>
              <a:ext cx="56" cy="557"/>
            </a:xfrm>
            <a:prstGeom prst="straightConnector1">
              <a:avLst/>
            </a:prstGeom>
            <a:grpFill/>
            <a:ln w="9525">
              <a:solidFill>
                <a:schemeClr val="bg2"/>
              </a:solidFill>
              <a:miter lim="800000"/>
            </a:ln>
          </p:spPr>
        </p:cxnSp>
        <p:cxnSp>
          <p:nvCxnSpPr>
            <p:cNvPr id="65568" name="AutoShape 33"/>
            <p:cNvCxnSpPr>
              <a:cxnSpLocks noChangeShapeType="1"/>
            </p:cNvCxnSpPr>
            <p:nvPr/>
          </p:nvCxnSpPr>
          <p:spPr bwMode="auto">
            <a:xfrm>
              <a:off x="12584" y="3927"/>
              <a:ext cx="1985" cy="462"/>
            </a:xfrm>
            <a:prstGeom prst="straightConnector1">
              <a:avLst/>
            </a:prstGeom>
            <a:grpFill/>
            <a:ln w="9525">
              <a:solidFill>
                <a:schemeClr val="bg2"/>
              </a:solidFill>
              <a:miter lim="800000"/>
            </a:ln>
          </p:spPr>
        </p:cxnSp>
        <p:sp>
          <p:nvSpPr>
            <p:cNvPr id="65569" name="Text Box 34"/>
            <p:cNvSpPr txBox="1">
              <a:spLocks noChangeArrowheads="1"/>
            </p:cNvSpPr>
            <p:nvPr/>
          </p:nvSpPr>
          <p:spPr bwMode="auto">
            <a:xfrm>
              <a:off x="10125" y="6649"/>
              <a:ext cx="1324" cy="48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Char char="n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u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F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>
                  <a:solidFill>
                    <a:schemeClr val="bg2"/>
                  </a:solidFill>
                </a:rPr>
                <a:t>因子</a:t>
              </a:r>
            </a:p>
          </p:txBody>
        </p:sp>
        <p:cxnSp>
          <p:nvCxnSpPr>
            <p:cNvPr id="65570" name="AutoShape 35"/>
            <p:cNvCxnSpPr>
              <a:cxnSpLocks noChangeShapeType="1"/>
              <a:stCxn id="65569" idx="2"/>
              <a:endCxn id="65557" idx="0"/>
            </p:cNvCxnSpPr>
            <p:nvPr/>
          </p:nvCxnSpPr>
          <p:spPr bwMode="auto">
            <a:xfrm flipH="1">
              <a:off x="10692" y="7133"/>
              <a:ext cx="95" cy="367"/>
            </a:xfrm>
            <a:prstGeom prst="straightConnector1">
              <a:avLst/>
            </a:prstGeom>
            <a:grpFill/>
            <a:ln w="9525">
              <a:solidFill>
                <a:schemeClr val="bg2"/>
              </a:solidFill>
              <a:miter lim="800000"/>
            </a:ln>
          </p:spPr>
        </p:cxnSp>
        <p:sp>
          <p:nvSpPr>
            <p:cNvPr id="65571" name="Text Box 36"/>
            <p:cNvSpPr txBox="1">
              <a:spLocks noChangeArrowheads="1"/>
            </p:cNvSpPr>
            <p:nvPr/>
          </p:nvSpPr>
          <p:spPr bwMode="auto">
            <a:xfrm>
              <a:off x="13529" y="5986"/>
              <a:ext cx="1324" cy="48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Char char="n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u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F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>
                  <a:solidFill>
                    <a:schemeClr val="bg2"/>
                  </a:solidFill>
                </a:rPr>
                <a:t>项</a:t>
              </a:r>
            </a:p>
          </p:txBody>
        </p:sp>
        <p:cxnSp>
          <p:nvCxnSpPr>
            <p:cNvPr id="10" name="AutoShape 15"/>
            <p:cNvCxnSpPr>
              <a:cxnSpLocks noChangeShapeType="1"/>
            </p:cNvCxnSpPr>
            <p:nvPr/>
          </p:nvCxnSpPr>
          <p:spPr bwMode="auto">
            <a:xfrm flipH="1">
              <a:off x="10821" y="4873"/>
              <a:ext cx="3765" cy="372"/>
            </a:xfrm>
            <a:prstGeom prst="straightConnector1">
              <a:avLst/>
            </a:prstGeom>
            <a:grpFill/>
            <a:ln w="9525">
              <a:solidFill>
                <a:schemeClr val="bg2"/>
              </a:solidFill>
              <a:miter lim="800000"/>
            </a:ln>
          </p:spPr>
        </p:cxnSp>
        <p:cxnSp>
          <p:nvCxnSpPr>
            <p:cNvPr id="13" name="AutoShape 28"/>
            <p:cNvCxnSpPr>
              <a:cxnSpLocks noChangeShapeType="1"/>
            </p:cNvCxnSpPr>
            <p:nvPr/>
          </p:nvCxnSpPr>
          <p:spPr bwMode="auto">
            <a:xfrm>
              <a:off x="15239" y="5725"/>
              <a:ext cx="1380" cy="368"/>
            </a:xfrm>
            <a:prstGeom prst="straightConnector1">
              <a:avLst/>
            </a:prstGeom>
            <a:grpFill/>
            <a:ln w="9525">
              <a:solidFill>
                <a:schemeClr val="bg2"/>
              </a:solidFill>
              <a:miter lim="800000"/>
            </a:ln>
          </p:spPr>
        </p:cxnSp>
        <p:cxnSp>
          <p:nvCxnSpPr>
            <p:cNvPr id="17" name="AutoShape 31"/>
            <p:cNvCxnSpPr>
              <a:cxnSpLocks noChangeShapeType="1"/>
            </p:cNvCxnSpPr>
            <p:nvPr/>
          </p:nvCxnSpPr>
          <p:spPr bwMode="auto">
            <a:xfrm>
              <a:off x="14119" y="7322"/>
              <a:ext cx="47" cy="368"/>
            </a:xfrm>
            <a:prstGeom prst="straightConnector1">
              <a:avLst/>
            </a:prstGeom>
            <a:grpFill/>
            <a:ln w="9525">
              <a:solidFill>
                <a:schemeClr val="bg2"/>
              </a:solidFill>
              <a:miter lim="800000"/>
            </a:ln>
          </p:spPr>
        </p:cxnSp>
        <p:cxnSp>
          <p:nvCxnSpPr>
            <p:cNvPr id="18" name="AutoShape 37"/>
            <p:cNvCxnSpPr>
              <a:cxnSpLocks noChangeShapeType="1"/>
            </p:cNvCxnSpPr>
            <p:nvPr/>
          </p:nvCxnSpPr>
          <p:spPr bwMode="auto">
            <a:xfrm>
              <a:off x="14191" y="6470"/>
              <a:ext cx="1" cy="368"/>
            </a:xfrm>
            <a:prstGeom prst="straightConnector1">
              <a:avLst/>
            </a:prstGeom>
            <a:grpFill/>
            <a:ln w="9525">
              <a:solidFill>
                <a:schemeClr val="bg2"/>
              </a:solidFill>
              <a:miter lim="800000"/>
            </a:ln>
          </p:spPr>
        </p:cxnSp>
      </p:grpSp>
      <p:sp>
        <p:nvSpPr>
          <p:cNvPr id="44" name="Rectangle 5"/>
          <p:cNvSpPr>
            <a:spLocks noGrp="1" noChangeArrowheads="1"/>
          </p:cNvSpPr>
          <p:nvPr/>
        </p:nvSpPr>
        <p:spPr>
          <a:xfrm>
            <a:off x="493712" y="155575"/>
            <a:ext cx="4057333" cy="669925"/>
          </a:xfrm>
          <a:prstGeom prst="rect">
            <a:avLst/>
          </a:prstGeom>
          <a:noFill/>
          <a:ln>
            <a:noFill/>
          </a:ln>
        </p:spPr>
        <p:txBody>
          <a:bodyPr vert="horz" wrap="square" lIns="92075" tIns="46038" rIns="92075" bIns="46038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zh-CN" sz="4000" b="1" kern="12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3200" b="1" kern="1200" dirty="0" smtClean="0">
                <a:solidFill>
                  <a:srgbClr val="0070C0"/>
                </a:solidFill>
              </a:rPr>
              <a:t>语法分析</a:t>
            </a:r>
            <a:r>
              <a:rPr lang="en-US" altLang="zh-CN" sz="3200" b="1" dirty="0" smtClean="0">
                <a:solidFill>
                  <a:srgbClr val="0070C0"/>
                </a:solidFill>
              </a:rPr>
              <a:t>—</a:t>
            </a:r>
            <a:r>
              <a:rPr lang="zh-CN" altLang="en-US" sz="2800" b="1" dirty="0" smtClean="0">
                <a:solidFill>
                  <a:srgbClr val="0070C0"/>
                </a:solidFill>
              </a:rPr>
              <a:t>语法树</a:t>
            </a:r>
            <a:endParaRPr lang="zh-CN" altLang="en-US" sz="2800" b="1" dirty="0">
              <a:solidFill>
                <a:srgbClr val="0070C0"/>
              </a:solidFill>
            </a:endParaRPr>
          </a:p>
        </p:txBody>
      </p:sp>
      <p:cxnSp>
        <p:nvCxnSpPr>
          <p:cNvPr id="45" name="直接连接符 44"/>
          <p:cNvCxnSpPr/>
          <p:nvPr/>
        </p:nvCxnSpPr>
        <p:spPr>
          <a:xfrm>
            <a:off x="29210" y="941705"/>
            <a:ext cx="12162790" cy="0"/>
          </a:xfrm>
          <a:prstGeom prst="line">
            <a:avLst/>
          </a:prstGeom>
          <a:solidFill>
            <a:srgbClr val="FFFFCC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EAD2C2E-DD7A-4D58-A6B7-D7A06978242D}" type="datetime1">
              <a:rPr lang="zh-CN" altLang="en-US" smtClean="0"/>
              <a:t>2024/5/11</a:t>
            </a:fld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65DC9E-0A63-4A15-BADC-DB1EB51A89BD}" type="slidenum">
              <a:rPr lang="en-US" altLang="zh-CN" smtClean="0"/>
              <a:t>11</a:t>
            </a:fld>
            <a:endParaRPr lang="en-US" altLang="zh-CN"/>
          </a:p>
        </p:txBody>
      </p:sp>
      <p:grpSp>
        <p:nvGrpSpPr>
          <p:cNvPr id="5" name="组合 4"/>
          <p:cNvGrpSpPr/>
          <p:nvPr/>
        </p:nvGrpSpPr>
        <p:grpSpPr>
          <a:xfrm>
            <a:off x="2917416" y="2135270"/>
            <a:ext cx="5260975" cy="3877267"/>
            <a:chOff x="9230" y="3123"/>
            <a:chExt cx="8285" cy="6437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6" name="Rectangle 5"/>
            <p:cNvSpPr>
              <a:spLocks noChangeArrowheads="1"/>
            </p:cNvSpPr>
            <p:nvPr/>
          </p:nvSpPr>
          <p:spPr bwMode="auto">
            <a:xfrm>
              <a:off x="9230" y="3123"/>
              <a:ext cx="8285" cy="637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Char char="n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u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F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10000"/>
                </a:lnSpc>
                <a:buClr>
                  <a:schemeClr val="folHlink"/>
                </a:buClr>
                <a:buFont typeface="Monotype Sorts" pitchFamily="2" charset="2"/>
                <a:buNone/>
              </a:pPr>
              <a:endParaRPr kumimoji="0" lang="zh-CN" altLang="en-US" sz="2400">
                <a:solidFill>
                  <a:schemeClr val="bg2"/>
                </a:solidFill>
                <a:ea typeface="楷体_GB2312" pitchFamily="49" charset="-122"/>
              </a:endParaRPr>
            </a:p>
          </p:txBody>
        </p:sp>
        <p:sp>
          <p:nvSpPr>
            <p:cNvPr id="7" name="Text Box 6"/>
            <p:cNvSpPr txBox="1">
              <a:spLocks noChangeArrowheads="1"/>
            </p:cNvSpPr>
            <p:nvPr/>
          </p:nvSpPr>
          <p:spPr bwMode="auto">
            <a:xfrm>
              <a:off x="11725" y="3443"/>
              <a:ext cx="1718" cy="46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Char char="n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u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F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chemeClr val="bg2"/>
                  </a:solidFill>
                </a:rPr>
                <a:t>=</a:t>
              </a:r>
              <a:r>
                <a:rPr lang="zh-CN" altLang="en-US" sz="2000">
                  <a:solidFill>
                    <a:schemeClr val="bg2"/>
                  </a:solidFill>
                </a:rPr>
                <a:t>  </a:t>
              </a:r>
            </a:p>
          </p:txBody>
        </p:sp>
        <p:sp>
          <p:nvSpPr>
            <p:cNvPr id="8" name="Text Box 8"/>
            <p:cNvSpPr txBox="1">
              <a:spLocks noChangeArrowheads="1"/>
            </p:cNvSpPr>
            <p:nvPr/>
          </p:nvSpPr>
          <p:spPr bwMode="auto">
            <a:xfrm>
              <a:off x="9833" y="5031"/>
              <a:ext cx="1718" cy="46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Char char="n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u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F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chemeClr val="bg2"/>
                  </a:solidFill>
                </a:rPr>
                <a:t>ID</a:t>
              </a:r>
              <a:r>
                <a:rPr lang="zh-CN" altLang="en-US" sz="2000">
                  <a:solidFill>
                    <a:schemeClr val="bg2"/>
                  </a:solidFill>
                </a:rPr>
                <a:t>（</a:t>
              </a:r>
              <a:r>
                <a:rPr lang="en-US" altLang="zh-CN" sz="2000">
                  <a:solidFill>
                    <a:schemeClr val="bg2"/>
                  </a:solidFill>
                </a:rPr>
                <a:t>a</a:t>
              </a:r>
              <a:r>
                <a:rPr lang="zh-CN" altLang="en-US" sz="2000">
                  <a:solidFill>
                    <a:schemeClr val="bg2"/>
                  </a:solidFill>
                </a:rPr>
                <a:t>） </a:t>
              </a:r>
            </a:p>
          </p:txBody>
        </p:sp>
        <p:cxnSp>
          <p:nvCxnSpPr>
            <p:cNvPr id="9" name="AutoShape 13"/>
            <p:cNvCxnSpPr>
              <a:cxnSpLocks noChangeShapeType="1"/>
              <a:stCxn id="7" idx="2"/>
            </p:cNvCxnSpPr>
            <p:nvPr/>
          </p:nvCxnSpPr>
          <p:spPr bwMode="auto">
            <a:xfrm flipH="1">
              <a:off x="10753" y="3909"/>
              <a:ext cx="1831" cy="933"/>
            </a:xfrm>
            <a:prstGeom prst="straightConnector1">
              <a:avLst/>
            </a:prstGeom>
            <a:grpFill/>
            <a:ln w="9525">
              <a:solidFill>
                <a:schemeClr val="bg2"/>
              </a:solidFill>
              <a:miter lim="800000"/>
            </a:ln>
          </p:spPr>
        </p:cxnSp>
        <p:sp>
          <p:nvSpPr>
            <p:cNvPr id="10" name="Text Box 18"/>
            <p:cNvSpPr txBox="1">
              <a:spLocks noChangeArrowheads="1"/>
            </p:cNvSpPr>
            <p:nvPr/>
          </p:nvSpPr>
          <p:spPr bwMode="auto">
            <a:xfrm>
              <a:off x="9328" y="8896"/>
              <a:ext cx="6931" cy="66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Char char="n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u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F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solidFill>
                    <a:srgbClr val="0070C0"/>
                  </a:solidFill>
                </a:rPr>
                <a:t>    </a:t>
              </a:r>
              <a:r>
                <a:rPr lang="zh-CN" altLang="en-US" sz="2000" dirty="0">
                  <a:solidFill>
                    <a:schemeClr val="bg2"/>
                  </a:solidFill>
                </a:rPr>
                <a:t>表达式 </a:t>
              </a:r>
              <a:r>
                <a:rPr lang="en-US" altLang="zh-CN" sz="2000" dirty="0">
                  <a:solidFill>
                    <a:schemeClr val="bg2"/>
                  </a:solidFill>
                </a:rPr>
                <a:t>a=10+c*20 </a:t>
              </a:r>
              <a:r>
                <a:rPr lang="zh-CN" altLang="en-US" sz="2000" dirty="0">
                  <a:solidFill>
                    <a:schemeClr val="bg2"/>
                  </a:solidFill>
                </a:rPr>
                <a:t>的</a:t>
              </a:r>
              <a:r>
                <a:rPr lang="zh-CN" altLang="en-US" sz="2000" dirty="0" smtClean="0">
                  <a:solidFill>
                    <a:schemeClr val="bg2"/>
                  </a:solidFill>
                </a:rPr>
                <a:t>抽</a:t>
              </a:r>
              <a:r>
                <a:rPr lang="zh-CN" altLang="en-US" sz="2000" dirty="0">
                  <a:solidFill>
                    <a:schemeClr val="bg2"/>
                  </a:solidFill>
                </a:rPr>
                <a:t>象</a:t>
              </a:r>
              <a:r>
                <a:rPr lang="zh-CN" altLang="en-US" sz="2000" dirty="0" smtClean="0">
                  <a:solidFill>
                    <a:schemeClr val="bg2"/>
                  </a:solidFill>
                </a:rPr>
                <a:t>语法</a:t>
              </a:r>
              <a:r>
                <a:rPr lang="zh-CN" altLang="en-US" sz="2000" dirty="0">
                  <a:solidFill>
                    <a:schemeClr val="bg2"/>
                  </a:solidFill>
                </a:rPr>
                <a:t>树</a:t>
              </a:r>
            </a:p>
          </p:txBody>
        </p:sp>
        <p:sp>
          <p:nvSpPr>
            <p:cNvPr id="11" name="Text Box 19"/>
            <p:cNvSpPr txBox="1">
              <a:spLocks noChangeArrowheads="1"/>
            </p:cNvSpPr>
            <p:nvPr/>
          </p:nvSpPr>
          <p:spPr bwMode="auto">
            <a:xfrm>
              <a:off x="13817" y="5119"/>
              <a:ext cx="1702" cy="46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Char char="n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u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F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chemeClr val="bg2"/>
                  </a:solidFill>
                </a:rPr>
                <a:t>+</a:t>
              </a:r>
              <a:r>
                <a:rPr lang="zh-CN" altLang="en-US" sz="2000">
                  <a:solidFill>
                    <a:schemeClr val="bg2"/>
                  </a:solidFill>
                </a:rPr>
                <a:t> </a:t>
              </a:r>
            </a:p>
          </p:txBody>
        </p:sp>
        <p:sp>
          <p:nvSpPr>
            <p:cNvPr id="12" name="Text Box 20"/>
            <p:cNvSpPr txBox="1">
              <a:spLocks noChangeArrowheads="1"/>
            </p:cNvSpPr>
            <p:nvPr/>
          </p:nvSpPr>
          <p:spPr bwMode="auto">
            <a:xfrm>
              <a:off x="15421" y="7819"/>
              <a:ext cx="2094" cy="46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Char char="n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u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F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chemeClr val="bg2"/>
                  </a:solidFill>
                </a:rPr>
                <a:t>NUM</a:t>
              </a:r>
              <a:r>
                <a:rPr lang="zh-CN" altLang="en-US" sz="2000">
                  <a:solidFill>
                    <a:schemeClr val="bg2"/>
                  </a:solidFill>
                </a:rPr>
                <a:t>（</a:t>
              </a:r>
              <a:r>
                <a:rPr lang="en-US" altLang="zh-CN" sz="2000">
                  <a:solidFill>
                    <a:schemeClr val="bg2"/>
                  </a:solidFill>
                </a:rPr>
                <a:t>20</a:t>
              </a:r>
              <a:r>
                <a:rPr lang="zh-CN" altLang="en-US" sz="2000">
                  <a:solidFill>
                    <a:schemeClr val="bg2"/>
                  </a:solidFill>
                </a:rPr>
                <a:t>）   </a:t>
              </a:r>
            </a:p>
          </p:txBody>
        </p:sp>
        <p:sp>
          <p:nvSpPr>
            <p:cNvPr id="13" name="Text Box 21"/>
            <p:cNvSpPr txBox="1">
              <a:spLocks noChangeArrowheads="1"/>
            </p:cNvSpPr>
            <p:nvPr/>
          </p:nvSpPr>
          <p:spPr bwMode="auto">
            <a:xfrm>
              <a:off x="12848" y="7656"/>
              <a:ext cx="1608" cy="46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Char char="n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u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F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chemeClr val="bg2"/>
                  </a:solidFill>
                </a:rPr>
                <a:t>ID</a:t>
              </a:r>
              <a:r>
                <a:rPr lang="zh-CN" altLang="en-US" sz="2000">
                  <a:solidFill>
                    <a:schemeClr val="bg2"/>
                  </a:solidFill>
                </a:rPr>
                <a:t>（</a:t>
              </a:r>
              <a:r>
                <a:rPr lang="en-US" altLang="zh-CN" sz="2000">
                  <a:solidFill>
                    <a:schemeClr val="bg2"/>
                  </a:solidFill>
                </a:rPr>
                <a:t>c</a:t>
              </a:r>
              <a:r>
                <a:rPr lang="zh-CN" altLang="en-US" sz="2000">
                  <a:solidFill>
                    <a:schemeClr val="bg2"/>
                  </a:solidFill>
                </a:rPr>
                <a:t>） </a:t>
              </a:r>
            </a:p>
          </p:txBody>
        </p:sp>
        <p:sp>
          <p:nvSpPr>
            <p:cNvPr id="14" name="Text Box 22"/>
            <p:cNvSpPr txBox="1">
              <a:spLocks noChangeArrowheads="1"/>
            </p:cNvSpPr>
            <p:nvPr/>
          </p:nvSpPr>
          <p:spPr bwMode="auto">
            <a:xfrm>
              <a:off x="10598" y="6573"/>
              <a:ext cx="2080" cy="46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Char char="n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u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F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chemeClr val="bg2"/>
                  </a:solidFill>
                </a:rPr>
                <a:t>NUM </a:t>
              </a:r>
              <a:r>
                <a:rPr lang="zh-CN" altLang="en-US" sz="2000">
                  <a:solidFill>
                    <a:schemeClr val="bg2"/>
                  </a:solidFill>
                </a:rPr>
                <a:t>（</a:t>
              </a:r>
              <a:r>
                <a:rPr lang="en-US" altLang="zh-CN" sz="2000">
                  <a:solidFill>
                    <a:schemeClr val="bg2"/>
                  </a:solidFill>
                </a:rPr>
                <a:t>10</a:t>
              </a:r>
              <a:r>
                <a:rPr lang="zh-CN" altLang="en-US" sz="2000">
                  <a:solidFill>
                    <a:schemeClr val="bg2"/>
                  </a:solidFill>
                </a:rPr>
                <a:t>） </a:t>
              </a:r>
            </a:p>
          </p:txBody>
        </p:sp>
        <p:sp>
          <p:nvSpPr>
            <p:cNvPr id="15" name="Text Box 24"/>
            <p:cNvSpPr txBox="1">
              <a:spLocks noChangeArrowheads="1"/>
            </p:cNvSpPr>
            <p:nvPr/>
          </p:nvSpPr>
          <p:spPr bwMode="auto">
            <a:xfrm>
              <a:off x="15158" y="6092"/>
              <a:ext cx="851" cy="46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Char char="n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Char char="u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F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chemeClr val="bg2"/>
                  </a:solidFill>
                </a:rPr>
                <a:t>* </a:t>
              </a:r>
            </a:p>
          </p:txBody>
        </p:sp>
        <p:cxnSp>
          <p:nvCxnSpPr>
            <p:cNvPr id="16" name="AutoShape 33"/>
            <p:cNvCxnSpPr>
              <a:cxnSpLocks noChangeShapeType="1"/>
            </p:cNvCxnSpPr>
            <p:nvPr/>
          </p:nvCxnSpPr>
          <p:spPr bwMode="auto">
            <a:xfrm>
              <a:off x="12584" y="3932"/>
              <a:ext cx="2086" cy="1174"/>
            </a:xfrm>
            <a:prstGeom prst="straightConnector1">
              <a:avLst/>
            </a:prstGeom>
            <a:grpFill/>
            <a:ln w="9525">
              <a:solidFill>
                <a:schemeClr val="bg2"/>
              </a:solidFill>
              <a:miter lim="800000"/>
            </a:ln>
          </p:spPr>
        </p:cxnSp>
        <p:cxnSp>
          <p:nvCxnSpPr>
            <p:cNvPr id="17" name="AutoShape 17"/>
            <p:cNvCxnSpPr>
              <a:cxnSpLocks noChangeShapeType="1"/>
            </p:cNvCxnSpPr>
            <p:nvPr/>
          </p:nvCxnSpPr>
          <p:spPr bwMode="auto">
            <a:xfrm>
              <a:off x="14602" y="5562"/>
              <a:ext cx="976" cy="530"/>
            </a:xfrm>
            <a:prstGeom prst="straightConnector1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miter lim="800000"/>
            </a:ln>
          </p:spPr>
        </p:cxnSp>
        <p:cxnSp>
          <p:nvCxnSpPr>
            <p:cNvPr id="18" name="AutoShape 15"/>
            <p:cNvCxnSpPr>
              <a:cxnSpLocks noChangeShapeType="1"/>
            </p:cNvCxnSpPr>
            <p:nvPr/>
          </p:nvCxnSpPr>
          <p:spPr bwMode="auto">
            <a:xfrm flipH="1">
              <a:off x="12527" y="5600"/>
              <a:ext cx="2060" cy="958"/>
            </a:xfrm>
            <a:prstGeom prst="straightConnector1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miter lim="800000"/>
            </a:ln>
          </p:spPr>
        </p:cxnSp>
      </p:grpSp>
      <p:sp>
        <p:nvSpPr>
          <p:cNvPr id="20" name="文本框 19"/>
          <p:cNvSpPr txBox="1"/>
          <p:nvPr/>
        </p:nvSpPr>
        <p:spPr>
          <a:xfrm>
            <a:off x="939716" y="880945"/>
            <a:ext cx="10451827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400" dirty="0" smtClean="0">
                <a:solidFill>
                  <a:schemeClr val="bg2"/>
                </a:solidFill>
              </a:rPr>
              <a:t>抽象</a:t>
            </a:r>
            <a:r>
              <a:rPr lang="zh-CN" altLang="en-US" sz="2400" dirty="0">
                <a:solidFill>
                  <a:schemeClr val="bg2"/>
                </a:solidFill>
              </a:rPr>
              <a:t>语法树：是源代码语法结构的</a:t>
            </a:r>
            <a:r>
              <a:rPr lang="zh-CN" altLang="en-US" sz="2400" dirty="0">
                <a:solidFill>
                  <a:schemeClr val="bg2"/>
                </a:solidFill>
                <a:sym typeface="+mn-ea"/>
              </a:rPr>
              <a:t>抽象</a:t>
            </a:r>
            <a:r>
              <a:rPr lang="zh-CN" altLang="en-US" sz="2400" dirty="0">
                <a:solidFill>
                  <a:schemeClr val="bg2"/>
                </a:solidFill>
              </a:rPr>
              <a:t>表示。在抽象语法树中，操作符和关键字都不作为叶子节点出现，而是作为内部节点出现</a:t>
            </a:r>
            <a:r>
              <a:rPr lang="zh-CN" altLang="en-US" sz="2400" dirty="0" smtClean="0">
                <a:solidFill>
                  <a:schemeClr val="bg2"/>
                </a:solidFill>
              </a:rPr>
              <a:t>。</a:t>
            </a:r>
            <a:r>
              <a:rPr lang="en-US" altLang="zh-CN" sz="2400" dirty="0" smtClean="0">
                <a:solidFill>
                  <a:schemeClr val="bg2"/>
                </a:solidFill>
              </a:rPr>
              <a:t>            </a:t>
            </a:r>
            <a:endParaRPr lang="en-US" altLang="zh-CN" sz="2400" dirty="0">
              <a:solidFill>
                <a:schemeClr val="bg2"/>
              </a:solidFill>
            </a:endParaRPr>
          </a:p>
        </p:txBody>
      </p:sp>
      <p:cxnSp>
        <p:nvCxnSpPr>
          <p:cNvPr id="21" name="AutoShape 15"/>
          <p:cNvCxnSpPr>
            <a:cxnSpLocks noChangeShapeType="1"/>
          </p:cNvCxnSpPr>
          <p:nvPr/>
        </p:nvCxnSpPr>
        <p:spPr bwMode="auto">
          <a:xfrm flipH="1">
            <a:off x="5736531" y="4719212"/>
            <a:ext cx="1146810" cy="619760"/>
          </a:xfrm>
          <a:prstGeom prst="straightConnector1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bg2"/>
            </a:solidFill>
            <a:miter lim="800000"/>
          </a:ln>
        </p:spPr>
      </p:cxnSp>
      <p:cxnSp>
        <p:nvCxnSpPr>
          <p:cNvPr id="22" name="AutoShape 17"/>
          <p:cNvCxnSpPr>
            <a:cxnSpLocks noChangeShapeType="1"/>
          </p:cNvCxnSpPr>
          <p:nvPr/>
        </p:nvCxnSpPr>
        <p:spPr bwMode="auto">
          <a:xfrm>
            <a:off x="6883341" y="4725562"/>
            <a:ext cx="843280" cy="603885"/>
          </a:xfrm>
          <a:prstGeom prst="straightConnector1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bg2"/>
            </a:solidFill>
            <a:miter lim="800000"/>
          </a:ln>
        </p:spPr>
      </p:cxnSp>
      <p:sp>
        <p:nvSpPr>
          <p:cNvPr id="23" name="Rectangle 5"/>
          <p:cNvSpPr>
            <a:spLocks noGrp="1" noChangeArrowheads="1"/>
          </p:cNvSpPr>
          <p:nvPr/>
        </p:nvSpPr>
        <p:spPr>
          <a:xfrm>
            <a:off x="493712" y="155575"/>
            <a:ext cx="4847409" cy="669925"/>
          </a:xfrm>
          <a:prstGeom prst="rect">
            <a:avLst/>
          </a:prstGeom>
          <a:noFill/>
          <a:ln>
            <a:noFill/>
          </a:ln>
        </p:spPr>
        <p:txBody>
          <a:bodyPr vert="horz" wrap="square" lIns="92075" tIns="46038" rIns="92075" bIns="46038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zh-CN" sz="4000" b="1" kern="12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3200" b="1" kern="1200" dirty="0" smtClean="0">
                <a:solidFill>
                  <a:srgbClr val="0070C0"/>
                </a:solidFill>
              </a:rPr>
              <a:t>语法分析</a:t>
            </a:r>
            <a:r>
              <a:rPr lang="en-US" altLang="zh-CN" sz="3200" b="1" dirty="0" smtClean="0">
                <a:solidFill>
                  <a:srgbClr val="0070C0"/>
                </a:solidFill>
              </a:rPr>
              <a:t>—</a:t>
            </a:r>
            <a:r>
              <a:rPr lang="zh-CN" altLang="en-US" sz="3200" b="1" dirty="0" smtClean="0">
                <a:solidFill>
                  <a:srgbClr val="0070C0"/>
                </a:solidFill>
              </a:rPr>
              <a:t>抽象语法树</a:t>
            </a:r>
            <a:endParaRPr lang="zh-CN" altLang="en-US" sz="3200" b="1" dirty="0">
              <a:solidFill>
                <a:srgbClr val="0070C0"/>
              </a:solidFill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29210" y="941705"/>
            <a:ext cx="12162790" cy="0"/>
          </a:xfrm>
          <a:prstGeom prst="line">
            <a:avLst/>
          </a:prstGeom>
          <a:solidFill>
            <a:srgbClr val="FFFFCC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0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EAD2C2E-DD7A-4D58-A6B7-D7A06978242D}" type="datetime1">
              <a:rPr lang="zh-CN" altLang="en-US" smtClean="0"/>
              <a:t>2024/5/11</a:t>
            </a:fld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65DC9E-0A63-4A15-BADC-DB1EB51A89BD}" type="slidenum">
              <a:rPr lang="en-US" altLang="zh-CN" smtClean="0"/>
              <a:t>12</a:t>
            </a:fld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273465" y="3321031"/>
            <a:ext cx="1250535" cy="461665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400" dirty="0" err="1" smtClean="0">
                <a:solidFill>
                  <a:schemeClr val="bg2"/>
                </a:solidFill>
              </a:rPr>
              <a:t>var</a:t>
            </a:r>
            <a:r>
              <a:rPr lang="en-US" altLang="zh-CN" sz="2400" dirty="0" smtClean="0">
                <a:solidFill>
                  <a:schemeClr val="bg2"/>
                </a:solidFill>
              </a:rPr>
              <a:t> a=1;</a:t>
            </a:r>
            <a:endParaRPr lang="zh-CN" altLang="en-US" sz="2400" dirty="0">
              <a:solidFill>
                <a:schemeClr val="bg2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130" y="863125"/>
            <a:ext cx="4178040" cy="56470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rgbClr val="00B0F0"/>
            </a:solidFill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1770" y="863125"/>
            <a:ext cx="6125430" cy="5647031"/>
          </a:xfrm>
          <a:prstGeom prst="rect">
            <a:avLst/>
          </a:prstGeom>
          <a:ln>
            <a:solidFill>
              <a:srgbClr val="00B0F0"/>
            </a:solidFill>
          </a:ln>
        </p:spPr>
      </p:pic>
      <p:cxnSp>
        <p:nvCxnSpPr>
          <p:cNvPr id="9" name="直接连接符 8"/>
          <p:cNvCxnSpPr/>
          <p:nvPr/>
        </p:nvCxnSpPr>
        <p:spPr>
          <a:xfrm>
            <a:off x="46301" y="770789"/>
            <a:ext cx="12162790" cy="0"/>
          </a:xfrm>
          <a:prstGeom prst="line">
            <a:avLst/>
          </a:prstGeom>
          <a:solidFill>
            <a:srgbClr val="FFFFCC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文本框 9"/>
          <p:cNvSpPr txBox="1"/>
          <p:nvPr/>
        </p:nvSpPr>
        <p:spPr>
          <a:xfrm>
            <a:off x="498190" y="64105"/>
            <a:ext cx="54170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b="1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语法分析</a:t>
            </a:r>
            <a:r>
              <a:rPr kumimoji="1" lang="en-US" altLang="zh-CN" sz="2800" b="1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—</a:t>
            </a:r>
            <a:r>
              <a:rPr kumimoji="1" lang="zh-CN" altLang="en-US" sz="2800" b="1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输出抽象语法树实例</a:t>
            </a:r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3"/>
          <a:srcRect l="49409" t="13487" r="32207" b="23510"/>
          <a:stretch>
            <a:fillRect/>
          </a:stretch>
        </p:blipFill>
        <p:spPr>
          <a:xfrm>
            <a:off x="5951984" y="16024"/>
            <a:ext cx="3553866" cy="685093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19337" y="-32222"/>
            <a:ext cx="370800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dirty="0">
                <a:ln w="22225">
                  <a:solidFill>
                    <a:srgbClr val="C0504D"/>
                  </a:solidFill>
                  <a:prstDash val="solid"/>
                </a:ln>
                <a:solidFill>
                  <a:srgbClr val="C0504D">
                    <a:lumMod val="40000"/>
                    <a:lumOff val="60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For Example</a:t>
            </a:r>
            <a:endParaRPr lang="zh-CN" altLang="en-US" sz="5400" b="1" dirty="0">
              <a:ln w="22225">
                <a:solidFill>
                  <a:srgbClr val="C0504D"/>
                </a:solidFill>
                <a:prstDash val="solid"/>
              </a:ln>
              <a:solidFill>
                <a:srgbClr val="C0504D">
                  <a:lumMod val="40000"/>
                  <a:lumOff val="60000"/>
                </a:srgbClr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794" y="980728"/>
            <a:ext cx="5591150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4" name="椭圆 23"/>
          <p:cNvSpPr/>
          <p:nvPr/>
        </p:nvSpPr>
        <p:spPr>
          <a:xfrm>
            <a:off x="5879976" y="16024"/>
            <a:ext cx="720080" cy="24462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25" name="矩形: 圆角 24"/>
          <p:cNvSpPr/>
          <p:nvPr/>
        </p:nvSpPr>
        <p:spPr>
          <a:xfrm>
            <a:off x="6204073" y="217240"/>
            <a:ext cx="3168352" cy="662473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ln w="0"/>
              <a:solidFill>
                <a:srgbClr val="4F81BD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2983689" y="1987778"/>
            <a:ext cx="2040943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4800" b="1" dirty="0">
                <a:ln w="0"/>
                <a:solidFill>
                  <a:srgbClr val="4F81BD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anose="020F0502020204030204"/>
                <a:ea typeface="宋体" panose="02010600030101010101" pitchFamily="2" charset="-122"/>
              </a:rPr>
              <a:t>父结点</a:t>
            </a:r>
          </a:p>
        </p:txBody>
      </p:sp>
      <p:sp>
        <p:nvSpPr>
          <p:cNvPr id="27" name="矩形 26"/>
          <p:cNvSpPr/>
          <p:nvPr/>
        </p:nvSpPr>
        <p:spPr>
          <a:xfrm>
            <a:off x="2991531" y="4005065"/>
            <a:ext cx="2040943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4800" b="1" dirty="0">
                <a:ln w="0"/>
                <a:solidFill>
                  <a:srgbClr val="4F81BD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anose="020F0502020204030204"/>
                <a:ea typeface="宋体" panose="02010600030101010101" pitchFamily="2" charset="-122"/>
              </a:rPr>
              <a:t>子结点</a:t>
            </a:r>
          </a:p>
        </p:txBody>
      </p:sp>
      <p:cxnSp>
        <p:nvCxnSpPr>
          <p:cNvPr id="29" name="直接箭头连接符 28"/>
          <p:cNvCxnSpPr>
            <a:stCxn id="26" idx="0"/>
          </p:cNvCxnSpPr>
          <p:nvPr/>
        </p:nvCxnSpPr>
        <p:spPr>
          <a:xfrm flipV="1">
            <a:off x="4004160" y="260649"/>
            <a:ext cx="2235856" cy="17271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>
            <a:stCxn id="27" idx="0"/>
          </p:cNvCxnSpPr>
          <p:nvPr/>
        </p:nvCxnSpPr>
        <p:spPr>
          <a:xfrm flipV="1">
            <a:off x="4012003" y="3212976"/>
            <a:ext cx="2192071" cy="7920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94" y="980729"/>
            <a:ext cx="2990736" cy="3062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err="1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enum</a:t>
            </a:r>
            <a:r>
              <a:rPr lang="en-US" altLang="zh-CN" sz="14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1400" dirty="0" err="1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NodeKind</a:t>
            </a:r>
            <a:r>
              <a:rPr lang="en-US" altLang="zh-CN" sz="14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//</a:t>
            </a:r>
            <a:r>
              <a:rPr lang="zh-CN" altLang="en-US" sz="14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节点类型</a:t>
            </a:r>
            <a:endParaRPr lang="en-US" altLang="zh-CN" sz="1400" dirty="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en-US" altLang="zh-CN" sz="14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{</a:t>
            </a:r>
            <a:r>
              <a:rPr lang="en-US" altLang="zh-CN" sz="1400" dirty="0" err="1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FuncK,IntK,IdK,ParamK</a:t>
            </a:r>
            <a:r>
              <a:rPr lang="en-US" altLang="zh-CN" sz="14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……</a:t>
            </a:r>
          </a:p>
          <a:p>
            <a:r>
              <a:rPr lang="en-US" altLang="zh-CN" sz="14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}</a:t>
            </a:r>
          </a:p>
          <a:p>
            <a:r>
              <a:rPr lang="en-US" altLang="zh-CN" sz="1400" dirty="0" err="1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Struct</a:t>
            </a:r>
            <a:r>
              <a:rPr lang="en-US" altLang="zh-CN" sz="14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//</a:t>
            </a:r>
            <a:r>
              <a:rPr lang="zh-CN" altLang="en-US" sz="14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节点类型和字符串关系</a:t>
            </a:r>
            <a:endParaRPr lang="en-US" altLang="zh-CN" sz="1400" dirty="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en-US" altLang="zh-CN" sz="14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{string </a:t>
            </a:r>
            <a:r>
              <a:rPr lang="en-US" altLang="zh-CN" sz="1400" dirty="0" err="1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str</a:t>
            </a:r>
            <a:r>
              <a:rPr lang="en-US" altLang="zh-CN" sz="14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;</a:t>
            </a:r>
          </a:p>
          <a:p>
            <a:r>
              <a:rPr lang="en-US" altLang="zh-CN" sz="1400" dirty="0" err="1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NodeKind</a:t>
            </a:r>
            <a:r>
              <a:rPr lang="en-US" altLang="zh-CN" sz="14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1400" dirty="0" err="1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nk</a:t>
            </a:r>
            <a:r>
              <a:rPr lang="en-US" altLang="zh-CN" sz="14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;}</a:t>
            </a:r>
          </a:p>
          <a:p>
            <a:r>
              <a:rPr lang="en-US" altLang="zh-CN" sz="1400" dirty="0" err="1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Nodekind</a:t>
            </a:r>
            <a:r>
              <a:rPr lang="en-US" altLang="zh-CN" sz="14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[18]</a:t>
            </a:r>
          </a:p>
          <a:p>
            <a:r>
              <a:rPr lang="en-US" altLang="zh-CN" sz="14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={{“</a:t>
            </a:r>
            <a:r>
              <a:rPr lang="en-US" altLang="zh-CN" sz="1400" dirty="0" err="1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FuncK</a:t>
            </a:r>
            <a:r>
              <a:rPr lang="en-US" altLang="zh-CN" sz="14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”,</a:t>
            </a:r>
            <a:r>
              <a:rPr lang="en-US" altLang="zh-CN" sz="1400" dirty="0" err="1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FuncK</a:t>
            </a:r>
            <a:r>
              <a:rPr lang="en-US" altLang="zh-CN" sz="14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},{“</a:t>
            </a:r>
            <a:r>
              <a:rPr lang="en-US" altLang="zh-CN" sz="1400" dirty="0" err="1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IntK</a:t>
            </a:r>
            <a:r>
              <a:rPr lang="en-US" altLang="zh-CN" sz="14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”,</a:t>
            </a:r>
            <a:r>
              <a:rPr lang="en-US" altLang="zh-CN" sz="1400" dirty="0" err="1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IntK</a:t>
            </a:r>
            <a:r>
              <a:rPr lang="en-US" altLang="zh-CN" sz="14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},……}</a:t>
            </a:r>
          </a:p>
          <a:p>
            <a:r>
              <a:rPr lang="en-US" altLang="zh-CN" sz="1400" dirty="0" err="1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Struct</a:t>
            </a:r>
            <a:r>
              <a:rPr lang="en-US" altLang="zh-CN" sz="14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//</a:t>
            </a:r>
            <a:r>
              <a:rPr lang="zh-CN" altLang="en-US" sz="14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符号和字符串关系</a:t>
            </a:r>
            <a:endParaRPr lang="en-US" altLang="zh-CN" sz="1400" dirty="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en-US" altLang="zh-CN" sz="14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{string </a:t>
            </a:r>
            <a:r>
              <a:rPr lang="en-US" altLang="zh-CN" sz="1400" dirty="0" err="1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str</a:t>
            </a:r>
            <a:r>
              <a:rPr lang="en-US" altLang="zh-CN" sz="14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;</a:t>
            </a:r>
          </a:p>
          <a:p>
            <a:r>
              <a:rPr lang="en-US" altLang="zh-CN" sz="1400" dirty="0" err="1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TokenType</a:t>
            </a:r>
            <a:r>
              <a:rPr lang="en-US" altLang="zh-CN" sz="14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en-US" altLang="zh-CN" sz="1400" dirty="0" err="1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tk</a:t>
            </a:r>
            <a:r>
              <a:rPr lang="en-US" altLang="zh-CN" sz="14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;}</a:t>
            </a:r>
          </a:p>
          <a:p>
            <a:r>
              <a:rPr lang="en-US" altLang="zh-CN" sz="1400" dirty="0" err="1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Ope</a:t>
            </a:r>
            <a:r>
              <a:rPr lang="en-US" altLang="zh-CN" sz="14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[11]</a:t>
            </a:r>
          </a:p>
          <a:p>
            <a:r>
              <a:rPr lang="en-US" altLang="zh-CN" sz="14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={{“=”,ASSIGN},{“==”,EQ},{“&lt;”,LT}……}</a:t>
            </a:r>
          </a:p>
          <a:p>
            <a:endParaRPr lang="zh-CN" altLang="en-US" sz="1100" dirty="0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6" grpId="0"/>
      <p:bldP spid="2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35360" y="1268761"/>
            <a:ext cx="748883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Typedef   struct   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treeNode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struct  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treeNode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*son[MAXN];     //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子节点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struct  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treeNode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*brother;             //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兄弟节点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int                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LineNum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                     //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行号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Nodekind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nodekind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         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union                                                  //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属性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                                          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TokenType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op;                            //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操作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int     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const char *name;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 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attr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ExpType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type;		//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表达式返回的类型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TreeNode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 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104112" y="1268760"/>
            <a:ext cx="4968552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typedef 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enum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lvl="1"/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IntK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IdK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VoidK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ConstK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Chark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Var_DeclK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Arry_DeclK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FunK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ParamsK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ParamK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CompK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Selection_StmtK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Iteration_StmtK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Case_StmtK,Choose_StmtK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Return_StmtK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AssignK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OpK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Arry_ElemK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CallK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ArgsK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LogAndK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LogOrK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UnkownK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Do_Iteration_StmtK,Do_Iteration_StmtK_End,For_StmtK,Break_StmtK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Nodekind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             //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结点类型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typedef 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enum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 Void,  Integer,  character}</a:t>
            </a:r>
          </a:p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ExpType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                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89248" y="142613"/>
            <a:ext cx="65097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b="1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语法分析</a:t>
            </a:r>
            <a:r>
              <a:rPr kumimoji="1" lang="en-US" altLang="zh-CN" sz="3200" b="1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—</a:t>
            </a:r>
            <a:r>
              <a:rPr kumimoji="1" lang="zh-CN" altLang="en-US" sz="2800" b="1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构建抽象语法树部分结构体</a:t>
            </a:r>
            <a:endParaRPr lang="zh-CN" altLang="en-US" sz="2800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46301" y="770789"/>
            <a:ext cx="12162790" cy="0"/>
          </a:xfrm>
          <a:prstGeom prst="line">
            <a:avLst/>
          </a:prstGeom>
          <a:solidFill>
            <a:srgbClr val="FFFFCC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EAD2C2E-DD7A-4D58-A6B7-D7A06978242D}" type="datetime1">
              <a:rPr lang="zh-CN" altLang="en-US" smtClean="0"/>
              <a:t>2024/5/11</a:t>
            </a:fld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65DC9E-0A63-4A15-BADC-DB1EB51A89BD}" type="slidenum">
              <a:rPr lang="en-US" altLang="zh-CN" smtClean="0"/>
              <a:t>15</a:t>
            </a:fld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351411" y="124913"/>
            <a:ext cx="58665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b="1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语法分析</a:t>
            </a:r>
            <a:r>
              <a:rPr kumimoji="1" lang="en-US" altLang="zh-CN" sz="2800" b="1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—</a:t>
            </a:r>
            <a:r>
              <a:rPr kumimoji="1" lang="zh-CN" altLang="en-US" sz="2800" b="1" dirty="0">
                <a:solidFill>
                  <a:srgbClr val="0070C0"/>
                </a:solidFill>
              </a:rPr>
              <a:t>输出抽象语法树</a:t>
            </a:r>
            <a:r>
              <a:rPr kumimoji="1" lang="zh-CN" altLang="en-US" sz="2800" b="1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实例</a:t>
            </a:r>
            <a:endParaRPr lang="zh-CN" altLang="en-US" sz="2800" dirty="0"/>
          </a:p>
        </p:txBody>
      </p:sp>
      <p:cxnSp>
        <p:nvCxnSpPr>
          <p:cNvPr id="9" name="直接连接符 8"/>
          <p:cNvCxnSpPr/>
          <p:nvPr/>
        </p:nvCxnSpPr>
        <p:spPr>
          <a:xfrm>
            <a:off x="46301" y="770789"/>
            <a:ext cx="12162790" cy="0"/>
          </a:xfrm>
          <a:prstGeom prst="line">
            <a:avLst/>
          </a:prstGeom>
          <a:solidFill>
            <a:srgbClr val="FFFFCC"/>
          </a:solidFill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2"/>
          <a:srcRect b="2134"/>
          <a:stretch>
            <a:fillRect/>
          </a:stretch>
        </p:blipFill>
        <p:spPr>
          <a:xfrm>
            <a:off x="1093951" y="892991"/>
            <a:ext cx="2786063" cy="6711632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1036" y="892991"/>
            <a:ext cx="3696511" cy="6858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5923" y="892991"/>
            <a:ext cx="3707842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0091abe0-e451-42f2-835b-faf7e11c1ef7"/>
  <p:tag name="COMMONDATA" val="eyJoZGlkIjoiYTA0Y2Y2NmQ3ZDA3ZGNhZTYyYjBkZTg5MzMyNzRmYmYifQ=="/>
</p:tagLst>
</file>

<file path=ppt/theme/theme1.xml><?xml version="1.0" encoding="utf-8"?>
<a:theme xmlns:a="http://schemas.openxmlformats.org/drawingml/2006/main" name="7_Azure">
  <a:themeElements>
    <a:clrScheme name="Azure 4">
      <a:dk1>
        <a:srgbClr val="000000"/>
      </a:dk1>
      <a:lt1>
        <a:srgbClr val="FFFFFF"/>
      </a:lt1>
      <a:dk2>
        <a:srgbClr val="3333FF"/>
      </a:dk2>
      <a:lt2>
        <a:srgbClr val="00FFFF"/>
      </a:lt2>
      <a:accent1>
        <a:srgbClr val="00CCCC"/>
      </a:accent1>
      <a:accent2>
        <a:srgbClr val="CC99FF"/>
      </a:accent2>
      <a:accent3>
        <a:srgbClr val="ADADFF"/>
      </a:accent3>
      <a:accent4>
        <a:srgbClr val="DADADA"/>
      </a:accent4>
      <a:accent5>
        <a:srgbClr val="AAE2E2"/>
      </a:accent5>
      <a:accent6>
        <a:srgbClr val="B98AE7"/>
      </a:accent6>
      <a:hlink>
        <a:srgbClr val="FF6600"/>
      </a:hlink>
      <a:folHlink>
        <a:srgbClr val="6699FF"/>
      </a:folHlink>
    </a:clrScheme>
    <a:fontScheme name="Azure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CC"/>
        </a:solidFill>
        <a:ln w="28575" cap="flat" cmpd="sng" algn="ctr">
          <a:solidFill>
            <a:srgbClr val="FFFFCC"/>
          </a:solidFill>
          <a:prstDash val="solid"/>
          <a:round/>
          <a:headEnd type="none" w="med" len="med"/>
          <a:tailEnd type="none" w="med" len="med"/>
        </a:ln>
      </a:spPr>
      <a:bodyPr vert="horz" wrap="square" lIns="92075" tIns="46038" rIns="92075" bIns="46038" numCol="1" anchor="t" anchorCtr="0" compatLnSpc="1"/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chemeClr val="folHlink"/>
          </a:buClr>
          <a:buSzPct val="75000"/>
          <a:buFont typeface="Monotype Sorts" pitchFamily="2" charset="2"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宋体" panose="02010600030101010101" pitchFamily="2" charset="-122"/>
            <a:ea typeface="宋体" panose="02010600030101010101" pitchFamily="2" charset="-122"/>
          </a:defRPr>
        </a:defPPr>
      </a:lstStyle>
    </a:spDef>
    <a:lnDef>
      <a:spPr bwMode="auto">
        <a:solidFill>
          <a:srgbClr val="FFFFCC"/>
        </a:solidFill>
        <a:ln w="28575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</a:spPr>
      <a:bodyPr/>
      <a:lstStyle/>
    </a:lnDef>
  </a:objectDefaults>
  <a:extraClrSchemeLst>
    <a:extraClrScheme>
      <a:clrScheme name="Azure 1">
        <a:dk1>
          <a:srgbClr val="000000"/>
        </a:dk1>
        <a:lt1>
          <a:srgbClr val="FFFFFF"/>
        </a:lt1>
        <a:dk2>
          <a:srgbClr val="3333FF"/>
        </a:dk2>
        <a:lt2>
          <a:srgbClr val="00FFFF"/>
        </a:lt2>
        <a:accent1>
          <a:srgbClr val="00CCCC"/>
        </a:accent1>
        <a:accent2>
          <a:srgbClr val="CC99FF"/>
        </a:accent2>
        <a:accent3>
          <a:srgbClr val="ADADFF"/>
        </a:accent3>
        <a:accent4>
          <a:srgbClr val="DADADA"/>
        </a:accent4>
        <a:accent5>
          <a:srgbClr val="AAE2E2"/>
        </a:accent5>
        <a:accent6>
          <a:srgbClr val="B98AE7"/>
        </a:accent6>
        <a:hlink>
          <a:srgbClr val="6600CC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zure 2">
        <a:dk1>
          <a:srgbClr val="000000"/>
        </a:dk1>
        <a:lt1>
          <a:srgbClr val="CCECFF"/>
        </a:lt1>
        <a:dk2>
          <a:srgbClr val="330099"/>
        </a:dk2>
        <a:lt2>
          <a:srgbClr val="0099CC"/>
        </a:lt2>
        <a:accent1>
          <a:srgbClr val="009999"/>
        </a:accent1>
        <a:accent2>
          <a:srgbClr val="FF99CC"/>
        </a:accent2>
        <a:accent3>
          <a:srgbClr val="E2F4FF"/>
        </a:accent3>
        <a:accent4>
          <a:srgbClr val="000000"/>
        </a:accent4>
        <a:accent5>
          <a:srgbClr val="AACACA"/>
        </a:accent5>
        <a:accent6>
          <a:srgbClr val="E78AB9"/>
        </a:accent6>
        <a:hlink>
          <a:srgbClr val="6600CC"/>
        </a:hlink>
        <a:folHlink>
          <a:srgbClr val="3366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zure 3">
        <a:dk1>
          <a:srgbClr val="000000"/>
        </a:dk1>
        <a:lt1>
          <a:srgbClr val="FFFFFF"/>
        </a:lt1>
        <a:dk2>
          <a:srgbClr val="000000"/>
        </a:dk2>
        <a:lt2>
          <a:srgbClr val="CBCBCB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zure 4">
        <a:dk1>
          <a:srgbClr val="000000"/>
        </a:dk1>
        <a:lt1>
          <a:srgbClr val="FFFFFF"/>
        </a:lt1>
        <a:dk2>
          <a:srgbClr val="3333FF"/>
        </a:dk2>
        <a:lt2>
          <a:srgbClr val="00FFFF"/>
        </a:lt2>
        <a:accent1>
          <a:srgbClr val="00CCCC"/>
        </a:accent1>
        <a:accent2>
          <a:srgbClr val="CC99FF"/>
        </a:accent2>
        <a:accent3>
          <a:srgbClr val="ADADFF"/>
        </a:accent3>
        <a:accent4>
          <a:srgbClr val="DADADA"/>
        </a:accent4>
        <a:accent5>
          <a:srgbClr val="AAE2E2"/>
        </a:accent5>
        <a:accent6>
          <a:srgbClr val="B98AE7"/>
        </a:accent6>
        <a:hlink>
          <a:srgbClr val="FF66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1_Azure">
  <a:themeElements>
    <a:clrScheme name="Azure 4">
      <a:dk1>
        <a:srgbClr val="000000"/>
      </a:dk1>
      <a:lt1>
        <a:srgbClr val="FFFFFF"/>
      </a:lt1>
      <a:dk2>
        <a:srgbClr val="3333FF"/>
      </a:dk2>
      <a:lt2>
        <a:srgbClr val="00FFFF"/>
      </a:lt2>
      <a:accent1>
        <a:srgbClr val="00CCCC"/>
      </a:accent1>
      <a:accent2>
        <a:srgbClr val="CC99FF"/>
      </a:accent2>
      <a:accent3>
        <a:srgbClr val="ADADFF"/>
      </a:accent3>
      <a:accent4>
        <a:srgbClr val="DADADA"/>
      </a:accent4>
      <a:accent5>
        <a:srgbClr val="AAE2E2"/>
      </a:accent5>
      <a:accent6>
        <a:srgbClr val="B98AE7"/>
      </a:accent6>
      <a:hlink>
        <a:srgbClr val="FF6600"/>
      </a:hlink>
      <a:folHlink>
        <a:srgbClr val="6699FF"/>
      </a:folHlink>
    </a:clrScheme>
    <a:fontScheme name="Azure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CC"/>
        </a:solidFill>
        <a:ln w="28575" cap="flat" cmpd="sng" algn="ctr">
          <a:solidFill>
            <a:srgbClr val="FFFFCC"/>
          </a:solidFill>
          <a:prstDash val="solid"/>
          <a:round/>
          <a:headEnd type="none" w="med" len="med"/>
          <a:tailEnd type="none" w="med" len="med"/>
        </a:ln>
      </a:spPr>
      <a:bodyPr vert="horz" wrap="square" lIns="92075" tIns="46038" rIns="92075" bIns="46038" numCol="1" anchor="t" anchorCtr="0" compatLnSpc="1"/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chemeClr val="folHlink"/>
          </a:buClr>
          <a:buSzPct val="75000"/>
          <a:buFont typeface="Monotype Sorts" pitchFamily="2" charset="2"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宋体" panose="02010600030101010101" pitchFamily="2" charset="-122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CC"/>
        </a:solidFill>
        <a:ln w="28575" cap="flat" cmpd="sng" algn="ctr">
          <a:solidFill>
            <a:srgbClr val="FFFFCC"/>
          </a:solidFill>
          <a:prstDash val="solid"/>
          <a:round/>
          <a:headEnd type="none" w="med" len="med"/>
          <a:tailEnd type="none" w="med" len="med"/>
        </a:ln>
      </a:spPr>
      <a:bodyPr vert="horz" wrap="square" lIns="92075" tIns="46038" rIns="92075" bIns="46038" numCol="1" anchor="t" anchorCtr="0" compatLnSpc="1"/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chemeClr val="folHlink"/>
          </a:buClr>
          <a:buSzPct val="75000"/>
          <a:buFont typeface="Monotype Sorts" pitchFamily="2" charset="2"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宋体" panose="02010600030101010101" pitchFamily="2" charset="-122"/>
            <a:ea typeface="宋体" panose="02010600030101010101" pitchFamily="2" charset="-122"/>
          </a:defRPr>
        </a:defPPr>
      </a:lstStyle>
    </a:lnDef>
  </a:objectDefaults>
  <a:extraClrSchemeLst>
    <a:extraClrScheme>
      <a:clrScheme name="Azure 1">
        <a:dk1>
          <a:srgbClr val="000000"/>
        </a:dk1>
        <a:lt1>
          <a:srgbClr val="FFFFFF"/>
        </a:lt1>
        <a:dk2>
          <a:srgbClr val="3333FF"/>
        </a:dk2>
        <a:lt2>
          <a:srgbClr val="00FFFF"/>
        </a:lt2>
        <a:accent1>
          <a:srgbClr val="00CCCC"/>
        </a:accent1>
        <a:accent2>
          <a:srgbClr val="CC99FF"/>
        </a:accent2>
        <a:accent3>
          <a:srgbClr val="ADADFF"/>
        </a:accent3>
        <a:accent4>
          <a:srgbClr val="DADADA"/>
        </a:accent4>
        <a:accent5>
          <a:srgbClr val="AAE2E2"/>
        </a:accent5>
        <a:accent6>
          <a:srgbClr val="B98AE7"/>
        </a:accent6>
        <a:hlink>
          <a:srgbClr val="6600CC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zure 2">
        <a:dk1>
          <a:srgbClr val="000000"/>
        </a:dk1>
        <a:lt1>
          <a:srgbClr val="CCECFF"/>
        </a:lt1>
        <a:dk2>
          <a:srgbClr val="330099"/>
        </a:dk2>
        <a:lt2>
          <a:srgbClr val="0099CC"/>
        </a:lt2>
        <a:accent1>
          <a:srgbClr val="009999"/>
        </a:accent1>
        <a:accent2>
          <a:srgbClr val="FF99CC"/>
        </a:accent2>
        <a:accent3>
          <a:srgbClr val="E2F4FF"/>
        </a:accent3>
        <a:accent4>
          <a:srgbClr val="000000"/>
        </a:accent4>
        <a:accent5>
          <a:srgbClr val="AACACA"/>
        </a:accent5>
        <a:accent6>
          <a:srgbClr val="E78AB9"/>
        </a:accent6>
        <a:hlink>
          <a:srgbClr val="6600CC"/>
        </a:hlink>
        <a:folHlink>
          <a:srgbClr val="3366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zure 3">
        <a:dk1>
          <a:srgbClr val="000000"/>
        </a:dk1>
        <a:lt1>
          <a:srgbClr val="FFFFFF"/>
        </a:lt1>
        <a:dk2>
          <a:srgbClr val="000000"/>
        </a:dk2>
        <a:lt2>
          <a:srgbClr val="CBCBCB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zure 4">
        <a:dk1>
          <a:srgbClr val="000000"/>
        </a:dk1>
        <a:lt1>
          <a:srgbClr val="FFFFFF"/>
        </a:lt1>
        <a:dk2>
          <a:srgbClr val="3333FF"/>
        </a:dk2>
        <a:lt2>
          <a:srgbClr val="00FFFF"/>
        </a:lt2>
        <a:accent1>
          <a:srgbClr val="00CCCC"/>
        </a:accent1>
        <a:accent2>
          <a:srgbClr val="CC99FF"/>
        </a:accent2>
        <a:accent3>
          <a:srgbClr val="ADADFF"/>
        </a:accent3>
        <a:accent4>
          <a:srgbClr val="DADADA"/>
        </a:accent4>
        <a:accent5>
          <a:srgbClr val="AAE2E2"/>
        </a:accent5>
        <a:accent6>
          <a:srgbClr val="B98AE7"/>
        </a:accent6>
        <a:hlink>
          <a:srgbClr val="FF66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2_Azure">
  <a:themeElements>
    <a:clrScheme name="Azure 4">
      <a:dk1>
        <a:srgbClr val="000000"/>
      </a:dk1>
      <a:lt1>
        <a:srgbClr val="FFFFFF"/>
      </a:lt1>
      <a:dk2>
        <a:srgbClr val="3333FF"/>
      </a:dk2>
      <a:lt2>
        <a:srgbClr val="00FFFF"/>
      </a:lt2>
      <a:accent1>
        <a:srgbClr val="00CCCC"/>
      </a:accent1>
      <a:accent2>
        <a:srgbClr val="CC99FF"/>
      </a:accent2>
      <a:accent3>
        <a:srgbClr val="ADADFF"/>
      </a:accent3>
      <a:accent4>
        <a:srgbClr val="DADADA"/>
      </a:accent4>
      <a:accent5>
        <a:srgbClr val="AAE2E2"/>
      </a:accent5>
      <a:accent6>
        <a:srgbClr val="B98AE7"/>
      </a:accent6>
      <a:hlink>
        <a:srgbClr val="FF6600"/>
      </a:hlink>
      <a:folHlink>
        <a:srgbClr val="6699FF"/>
      </a:folHlink>
    </a:clrScheme>
    <a:fontScheme name="Azure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CC"/>
        </a:solidFill>
        <a:ln w="28575" cap="flat" cmpd="sng" algn="ctr">
          <a:solidFill>
            <a:srgbClr val="FFFFCC"/>
          </a:solidFill>
          <a:prstDash val="solid"/>
          <a:round/>
          <a:headEnd type="none" w="med" len="med"/>
          <a:tailEnd type="none" w="med" len="med"/>
        </a:ln>
      </a:spPr>
      <a:bodyPr vert="horz" wrap="square" lIns="92075" tIns="46038" rIns="92075" bIns="46038" numCol="1" anchor="t" anchorCtr="0" compatLnSpc="1"/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chemeClr val="folHlink"/>
          </a:buClr>
          <a:buSzPct val="75000"/>
          <a:buFont typeface="Monotype Sorts" pitchFamily="2" charset="2"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宋体" panose="02010600030101010101" pitchFamily="2" charset="-122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CC"/>
        </a:solidFill>
        <a:ln w="28575" cap="flat" cmpd="sng" algn="ctr">
          <a:solidFill>
            <a:srgbClr val="FFFFCC"/>
          </a:solidFill>
          <a:prstDash val="solid"/>
          <a:round/>
          <a:headEnd type="none" w="med" len="med"/>
          <a:tailEnd type="none" w="med" len="med"/>
        </a:ln>
      </a:spPr>
      <a:bodyPr vert="horz" wrap="square" lIns="92075" tIns="46038" rIns="92075" bIns="46038" numCol="1" anchor="t" anchorCtr="0" compatLnSpc="1"/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chemeClr val="folHlink"/>
          </a:buClr>
          <a:buSzPct val="75000"/>
          <a:buFont typeface="Monotype Sorts" pitchFamily="2" charset="2"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宋体" panose="02010600030101010101" pitchFamily="2" charset="-122"/>
            <a:ea typeface="宋体" panose="02010600030101010101" pitchFamily="2" charset="-122"/>
          </a:defRPr>
        </a:defPPr>
      </a:lstStyle>
    </a:lnDef>
  </a:objectDefaults>
  <a:extraClrSchemeLst>
    <a:extraClrScheme>
      <a:clrScheme name="Azure 1">
        <a:dk1>
          <a:srgbClr val="000000"/>
        </a:dk1>
        <a:lt1>
          <a:srgbClr val="FFFFFF"/>
        </a:lt1>
        <a:dk2>
          <a:srgbClr val="3333FF"/>
        </a:dk2>
        <a:lt2>
          <a:srgbClr val="00FFFF"/>
        </a:lt2>
        <a:accent1>
          <a:srgbClr val="00CCCC"/>
        </a:accent1>
        <a:accent2>
          <a:srgbClr val="CC99FF"/>
        </a:accent2>
        <a:accent3>
          <a:srgbClr val="ADADFF"/>
        </a:accent3>
        <a:accent4>
          <a:srgbClr val="DADADA"/>
        </a:accent4>
        <a:accent5>
          <a:srgbClr val="AAE2E2"/>
        </a:accent5>
        <a:accent6>
          <a:srgbClr val="B98AE7"/>
        </a:accent6>
        <a:hlink>
          <a:srgbClr val="6600CC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zure 2">
        <a:dk1>
          <a:srgbClr val="000000"/>
        </a:dk1>
        <a:lt1>
          <a:srgbClr val="CCECFF"/>
        </a:lt1>
        <a:dk2>
          <a:srgbClr val="330099"/>
        </a:dk2>
        <a:lt2>
          <a:srgbClr val="0099CC"/>
        </a:lt2>
        <a:accent1>
          <a:srgbClr val="009999"/>
        </a:accent1>
        <a:accent2>
          <a:srgbClr val="FF99CC"/>
        </a:accent2>
        <a:accent3>
          <a:srgbClr val="E2F4FF"/>
        </a:accent3>
        <a:accent4>
          <a:srgbClr val="000000"/>
        </a:accent4>
        <a:accent5>
          <a:srgbClr val="AACACA"/>
        </a:accent5>
        <a:accent6>
          <a:srgbClr val="E78AB9"/>
        </a:accent6>
        <a:hlink>
          <a:srgbClr val="6600CC"/>
        </a:hlink>
        <a:folHlink>
          <a:srgbClr val="3366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zure 3">
        <a:dk1>
          <a:srgbClr val="000000"/>
        </a:dk1>
        <a:lt1>
          <a:srgbClr val="FFFFFF"/>
        </a:lt1>
        <a:dk2>
          <a:srgbClr val="000000"/>
        </a:dk2>
        <a:lt2>
          <a:srgbClr val="CBCBCB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zure 4">
        <a:dk1>
          <a:srgbClr val="000000"/>
        </a:dk1>
        <a:lt1>
          <a:srgbClr val="FFFFFF"/>
        </a:lt1>
        <a:dk2>
          <a:srgbClr val="3333FF"/>
        </a:dk2>
        <a:lt2>
          <a:srgbClr val="00FFFF"/>
        </a:lt2>
        <a:accent1>
          <a:srgbClr val="00CCCC"/>
        </a:accent1>
        <a:accent2>
          <a:srgbClr val="CC99FF"/>
        </a:accent2>
        <a:accent3>
          <a:srgbClr val="ADADFF"/>
        </a:accent3>
        <a:accent4>
          <a:srgbClr val="DADADA"/>
        </a:accent4>
        <a:accent5>
          <a:srgbClr val="AAE2E2"/>
        </a:accent5>
        <a:accent6>
          <a:srgbClr val="B98AE7"/>
        </a:accent6>
        <a:hlink>
          <a:srgbClr val="FF66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3_Azure">
  <a:themeElements>
    <a:clrScheme name="Azure 4">
      <a:dk1>
        <a:srgbClr val="000000"/>
      </a:dk1>
      <a:lt1>
        <a:srgbClr val="FFFFFF"/>
      </a:lt1>
      <a:dk2>
        <a:srgbClr val="3333FF"/>
      </a:dk2>
      <a:lt2>
        <a:srgbClr val="00FFFF"/>
      </a:lt2>
      <a:accent1>
        <a:srgbClr val="00CCCC"/>
      </a:accent1>
      <a:accent2>
        <a:srgbClr val="CC99FF"/>
      </a:accent2>
      <a:accent3>
        <a:srgbClr val="ADADFF"/>
      </a:accent3>
      <a:accent4>
        <a:srgbClr val="DADADA"/>
      </a:accent4>
      <a:accent5>
        <a:srgbClr val="AAE2E2"/>
      </a:accent5>
      <a:accent6>
        <a:srgbClr val="B98AE7"/>
      </a:accent6>
      <a:hlink>
        <a:srgbClr val="FF6600"/>
      </a:hlink>
      <a:folHlink>
        <a:srgbClr val="6699FF"/>
      </a:folHlink>
    </a:clrScheme>
    <a:fontScheme name="Azure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CC"/>
        </a:solidFill>
        <a:ln w="28575" cap="flat" cmpd="sng" algn="ctr">
          <a:solidFill>
            <a:srgbClr val="FFFFCC"/>
          </a:solidFill>
          <a:prstDash val="solid"/>
          <a:round/>
          <a:headEnd type="none" w="med" len="med"/>
          <a:tailEnd type="none" w="med" len="med"/>
        </a:ln>
      </a:spPr>
      <a:bodyPr vert="horz" wrap="square" lIns="92075" tIns="46038" rIns="92075" bIns="46038" numCol="1" anchor="t" anchorCtr="0" compatLnSpc="1"/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chemeClr val="folHlink"/>
          </a:buClr>
          <a:buSzPct val="75000"/>
          <a:buFont typeface="Monotype Sorts" pitchFamily="2" charset="2"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宋体" panose="02010600030101010101" pitchFamily="2" charset="-122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CC"/>
        </a:solidFill>
        <a:ln w="28575" cap="flat" cmpd="sng" algn="ctr">
          <a:solidFill>
            <a:srgbClr val="FFFFCC"/>
          </a:solidFill>
          <a:prstDash val="solid"/>
          <a:round/>
          <a:headEnd type="none" w="med" len="med"/>
          <a:tailEnd type="none" w="med" len="med"/>
        </a:ln>
      </a:spPr>
      <a:bodyPr vert="horz" wrap="square" lIns="92075" tIns="46038" rIns="92075" bIns="46038" numCol="1" anchor="t" anchorCtr="0" compatLnSpc="1"/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chemeClr val="folHlink"/>
          </a:buClr>
          <a:buSzPct val="75000"/>
          <a:buFont typeface="Monotype Sorts" pitchFamily="2" charset="2"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宋体" panose="02010600030101010101" pitchFamily="2" charset="-122"/>
            <a:ea typeface="宋体" panose="02010600030101010101" pitchFamily="2" charset="-122"/>
          </a:defRPr>
        </a:defPPr>
      </a:lstStyle>
    </a:lnDef>
  </a:objectDefaults>
  <a:extraClrSchemeLst>
    <a:extraClrScheme>
      <a:clrScheme name="Azure 1">
        <a:dk1>
          <a:srgbClr val="000000"/>
        </a:dk1>
        <a:lt1>
          <a:srgbClr val="FFFFFF"/>
        </a:lt1>
        <a:dk2>
          <a:srgbClr val="3333FF"/>
        </a:dk2>
        <a:lt2>
          <a:srgbClr val="00FFFF"/>
        </a:lt2>
        <a:accent1>
          <a:srgbClr val="00CCCC"/>
        </a:accent1>
        <a:accent2>
          <a:srgbClr val="CC99FF"/>
        </a:accent2>
        <a:accent3>
          <a:srgbClr val="ADADFF"/>
        </a:accent3>
        <a:accent4>
          <a:srgbClr val="DADADA"/>
        </a:accent4>
        <a:accent5>
          <a:srgbClr val="AAE2E2"/>
        </a:accent5>
        <a:accent6>
          <a:srgbClr val="B98AE7"/>
        </a:accent6>
        <a:hlink>
          <a:srgbClr val="6600CC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zure 2">
        <a:dk1>
          <a:srgbClr val="000000"/>
        </a:dk1>
        <a:lt1>
          <a:srgbClr val="CCECFF"/>
        </a:lt1>
        <a:dk2>
          <a:srgbClr val="330099"/>
        </a:dk2>
        <a:lt2>
          <a:srgbClr val="0099CC"/>
        </a:lt2>
        <a:accent1>
          <a:srgbClr val="009999"/>
        </a:accent1>
        <a:accent2>
          <a:srgbClr val="FF99CC"/>
        </a:accent2>
        <a:accent3>
          <a:srgbClr val="E2F4FF"/>
        </a:accent3>
        <a:accent4>
          <a:srgbClr val="000000"/>
        </a:accent4>
        <a:accent5>
          <a:srgbClr val="AACACA"/>
        </a:accent5>
        <a:accent6>
          <a:srgbClr val="E78AB9"/>
        </a:accent6>
        <a:hlink>
          <a:srgbClr val="6600CC"/>
        </a:hlink>
        <a:folHlink>
          <a:srgbClr val="3366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zure 3">
        <a:dk1>
          <a:srgbClr val="000000"/>
        </a:dk1>
        <a:lt1>
          <a:srgbClr val="FFFFFF"/>
        </a:lt1>
        <a:dk2>
          <a:srgbClr val="000000"/>
        </a:dk2>
        <a:lt2>
          <a:srgbClr val="CBCBCB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zure 4">
        <a:dk1>
          <a:srgbClr val="000000"/>
        </a:dk1>
        <a:lt1>
          <a:srgbClr val="FFFFFF"/>
        </a:lt1>
        <a:dk2>
          <a:srgbClr val="3333FF"/>
        </a:dk2>
        <a:lt2>
          <a:srgbClr val="00FFFF"/>
        </a:lt2>
        <a:accent1>
          <a:srgbClr val="00CCCC"/>
        </a:accent1>
        <a:accent2>
          <a:srgbClr val="CC99FF"/>
        </a:accent2>
        <a:accent3>
          <a:srgbClr val="ADADFF"/>
        </a:accent3>
        <a:accent4>
          <a:srgbClr val="DADADA"/>
        </a:accent4>
        <a:accent5>
          <a:srgbClr val="AAE2E2"/>
        </a:accent5>
        <a:accent6>
          <a:srgbClr val="B98AE7"/>
        </a:accent6>
        <a:hlink>
          <a:srgbClr val="FF66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5_Azure">
  <a:themeElements>
    <a:clrScheme name="Azure 4">
      <a:dk1>
        <a:srgbClr val="000000"/>
      </a:dk1>
      <a:lt1>
        <a:srgbClr val="FFFFFF"/>
      </a:lt1>
      <a:dk2>
        <a:srgbClr val="3333FF"/>
      </a:dk2>
      <a:lt2>
        <a:srgbClr val="00FFFF"/>
      </a:lt2>
      <a:accent1>
        <a:srgbClr val="00CCCC"/>
      </a:accent1>
      <a:accent2>
        <a:srgbClr val="CC99FF"/>
      </a:accent2>
      <a:accent3>
        <a:srgbClr val="ADADFF"/>
      </a:accent3>
      <a:accent4>
        <a:srgbClr val="DADADA"/>
      </a:accent4>
      <a:accent5>
        <a:srgbClr val="AAE2E2"/>
      </a:accent5>
      <a:accent6>
        <a:srgbClr val="B98AE7"/>
      </a:accent6>
      <a:hlink>
        <a:srgbClr val="FF6600"/>
      </a:hlink>
      <a:folHlink>
        <a:srgbClr val="6699FF"/>
      </a:folHlink>
    </a:clrScheme>
    <a:fontScheme name="Azure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CC"/>
        </a:solidFill>
        <a:ln w="28575" cap="flat" cmpd="sng" algn="ctr">
          <a:solidFill>
            <a:srgbClr val="FFFFCC"/>
          </a:solidFill>
          <a:prstDash val="solid"/>
          <a:round/>
          <a:headEnd type="none" w="med" len="med"/>
          <a:tailEnd type="none" w="med" len="med"/>
        </a:ln>
      </a:spPr>
      <a:bodyPr vert="horz" wrap="square" lIns="92075" tIns="46038" rIns="92075" bIns="46038" numCol="1" anchor="t" anchorCtr="0" compatLnSpc="1"/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chemeClr val="folHlink"/>
          </a:buClr>
          <a:buSzPct val="75000"/>
          <a:buFont typeface="Monotype Sorts" pitchFamily="2" charset="2"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宋体" panose="02010600030101010101" pitchFamily="2" charset="-122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CC"/>
        </a:solidFill>
        <a:ln w="28575" cap="flat" cmpd="sng" algn="ctr">
          <a:solidFill>
            <a:srgbClr val="FFFFCC"/>
          </a:solidFill>
          <a:prstDash val="solid"/>
          <a:round/>
          <a:headEnd type="none" w="med" len="med"/>
          <a:tailEnd type="none" w="med" len="med"/>
        </a:ln>
      </a:spPr>
      <a:bodyPr vert="horz" wrap="square" lIns="92075" tIns="46038" rIns="92075" bIns="46038" numCol="1" anchor="t" anchorCtr="0" compatLnSpc="1"/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chemeClr val="folHlink"/>
          </a:buClr>
          <a:buSzPct val="75000"/>
          <a:buFont typeface="Monotype Sorts" pitchFamily="2" charset="2"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宋体" panose="02010600030101010101" pitchFamily="2" charset="-122"/>
            <a:ea typeface="宋体" panose="02010600030101010101" pitchFamily="2" charset="-122"/>
          </a:defRPr>
        </a:defPPr>
      </a:lstStyle>
    </a:lnDef>
  </a:objectDefaults>
  <a:extraClrSchemeLst>
    <a:extraClrScheme>
      <a:clrScheme name="Azure 1">
        <a:dk1>
          <a:srgbClr val="000000"/>
        </a:dk1>
        <a:lt1>
          <a:srgbClr val="FFFFFF"/>
        </a:lt1>
        <a:dk2>
          <a:srgbClr val="3333FF"/>
        </a:dk2>
        <a:lt2>
          <a:srgbClr val="00FFFF"/>
        </a:lt2>
        <a:accent1>
          <a:srgbClr val="00CCCC"/>
        </a:accent1>
        <a:accent2>
          <a:srgbClr val="CC99FF"/>
        </a:accent2>
        <a:accent3>
          <a:srgbClr val="ADADFF"/>
        </a:accent3>
        <a:accent4>
          <a:srgbClr val="DADADA"/>
        </a:accent4>
        <a:accent5>
          <a:srgbClr val="AAE2E2"/>
        </a:accent5>
        <a:accent6>
          <a:srgbClr val="B98AE7"/>
        </a:accent6>
        <a:hlink>
          <a:srgbClr val="6600CC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zure 2">
        <a:dk1>
          <a:srgbClr val="000000"/>
        </a:dk1>
        <a:lt1>
          <a:srgbClr val="CCECFF"/>
        </a:lt1>
        <a:dk2>
          <a:srgbClr val="330099"/>
        </a:dk2>
        <a:lt2>
          <a:srgbClr val="0099CC"/>
        </a:lt2>
        <a:accent1>
          <a:srgbClr val="009999"/>
        </a:accent1>
        <a:accent2>
          <a:srgbClr val="FF99CC"/>
        </a:accent2>
        <a:accent3>
          <a:srgbClr val="E2F4FF"/>
        </a:accent3>
        <a:accent4>
          <a:srgbClr val="000000"/>
        </a:accent4>
        <a:accent5>
          <a:srgbClr val="AACACA"/>
        </a:accent5>
        <a:accent6>
          <a:srgbClr val="E78AB9"/>
        </a:accent6>
        <a:hlink>
          <a:srgbClr val="6600CC"/>
        </a:hlink>
        <a:folHlink>
          <a:srgbClr val="3366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zure 3">
        <a:dk1>
          <a:srgbClr val="000000"/>
        </a:dk1>
        <a:lt1>
          <a:srgbClr val="FFFFFF"/>
        </a:lt1>
        <a:dk2>
          <a:srgbClr val="000000"/>
        </a:dk2>
        <a:lt2>
          <a:srgbClr val="CBCBCB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zure 4">
        <a:dk1>
          <a:srgbClr val="000000"/>
        </a:dk1>
        <a:lt1>
          <a:srgbClr val="FFFFFF"/>
        </a:lt1>
        <a:dk2>
          <a:srgbClr val="3333FF"/>
        </a:dk2>
        <a:lt2>
          <a:srgbClr val="00FFFF"/>
        </a:lt2>
        <a:accent1>
          <a:srgbClr val="00CCCC"/>
        </a:accent1>
        <a:accent2>
          <a:srgbClr val="CC99FF"/>
        </a:accent2>
        <a:accent3>
          <a:srgbClr val="ADADFF"/>
        </a:accent3>
        <a:accent4>
          <a:srgbClr val="DADADA"/>
        </a:accent4>
        <a:accent5>
          <a:srgbClr val="AAE2E2"/>
        </a:accent5>
        <a:accent6>
          <a:srgbClr val="B98AE7"/>
        </a:accent6>
        <a:hlink>
          <a:srgbClr val="FF66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6_Azure">
  <a:themeElements>
    <a:clrScheme name="Azure 4">
      <a:dk1>
        <a:srgbClr val="000000"/>
      </a:dk1>
      <a:lt1>
        <a:srgbClr val="FFFFFF"/>
      </a:lt1>
      <a:dk2>
        <a:srgbClr val="3333FF"/>
      </a:dk2>
      <a:lt2>
        <a:srgbClr val="00FFFF"/>
      </a:lt2>
      <a:accent1>
        <a:srgbClr val="00CCCC"/>
      </a:accent1>
      <a:accent2>
        <a:srgbClr val="CC99FF"/>
      </a:accent2>
      <a:accent3>
        <a:srgbClr val="ADADFF"/>
      </a:accent3>
      <a:accent4>
        <a:srgbClr val="DADADA"/>
      </a:accent4>
      <a:accent5>
        <a:srgbClr val="AAE2E2"/>
      </a:accent5>
      <a:accent6>
        <a:srgbClr val="B98AE7"/>
      </a:accent6>
      <a:hlink>
        <a:srgbClr val="FF6600"/>
      </a:hlink>
      <a:folHlink>
        <a:srgbClr val="6699FF"/>
      </a:folHlink>
    </a:clrScheme>
    <a:fontScheme name="Azure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CC"/>
        </a:solidFill>
        <a:ln w="28575" cap="flat" cmpd="sng" algn="ctr">
          <a:solidFill>
            <a:srgbClr val="FFFFCC"/>
          </a:solidFill>
          <a:prstDash val="solid"/>
          <a:round/>
          <a:headEnd type="none" w="med" len="med"/>
          <a:tailEnd type="none" w="med" len="med"/>
        </a:ln>
      </a:spPr>
      <a:bodyPr vert="horz" wrap="square" lIns="92075" tIns="46038" rIns="92075" bIns="46038" numCol="1" anchor="t" anchorCtr="0" compatLnSpc="1"/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chemeClr val="folHlink"/>
          </a:buClr>
          <a:buSzPct val="75000"/>
          <a:buFont typeface="Monotype Sorts" pitchFamily="2" charset="2"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宋体" panose="02010600030101010101" pitchFamily="2" charset="-122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CC"/>
        </a:solidFill>
        <a:ln w="28575" cap="flat" cmpd="sng" algn="ctr">
          <a:solidFill>
            <a:srgbClr val="FFFFCC"/>
          </a:solidFill>
          <a:prstDash val="solid"/>
          <a:round/>
          <a:headEnd type="none" w="med" len="med"/>
          <a:tailEnd type="none" w="med" len="med"/>
        </a:ln>
      </a:spPr>
      <a:bodyPr vert="horz" wrap="square" lIns="92075" tIns="46038" rIns="92075" bIns="46038" numCol="1" anchor="t" anchorCtr="0" compatLnSpc="1"/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chemeClr val="folHlink"/>
          </a:buClr>
          <a:buSzPct val="75000"/>
          <a:buFont typeface="Monotype Sorts" pitchFamily="2" charset="2"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宋体" panose="02010600030101010101" pitchFamily="2" charset="-122"/>
            <a:ea typeface="宋体" panose="02010600030101010101" pitchFamily="2" charset="-122"/>
          </a:defRPr>
        </a:defPPr>
      </a:lstStyle>
    </a:lnDef>
  </a:objectDefaults>
  <a:extraClrSchemeLst>
    <a:extraClrScheme>
      <a:clrScheme name="Azure 1">
        <a:dk1>
          <a:srgbClr val="000000"/>
        </a:dk1>
        <a:lt1>
          <a:srgbClr val="FFFFFF"/>
        </a:lt1>
        <a:dk2>
          <a:srgbClr val="3333FF"/>
        </a:dk2>
        <a:lt2>
          <a:srgbClr val="00FFFF"/>
        </a:lt2>
        <a:accent1>
          <a:srgbClr val="00CCCC"/>
        </a:accent1>
        <a:accent2>
          <a:srgbClr val="CC99FF"/>
        </a:accent2>
        <a:accent3>
          <a:srgbClr val="ADADFF"/>
        </a:accent3>
        <a:accent4>
          <a:srgbClr val="DADADA"/>
        </a:accent4>
        <a:accent5>
          <a:srgbClr val="AAE2E2"/>
        </a:accent5>
        <a:accent6>
          <a:srgbClr val="B98AE7"/>
        </a:accent6>
        <a:hlink>
          <a:srgbClr val="6600CC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zure 2">
        <a:dk1>
          <a:srgbClr val="000000"/>
        </a:dk1>
        <a:lt1>
          <a:srgbClr val="CCECFF"/>
        </a:lt1>
        <a:dk2>
          <a:srgbClr val="330099"/>
        </a:dk2>
        <a:lt2>
          <a:srgbClr val="0099CC"/>
        </a:lt2>
        <a:accent1>
          <a:srgbClr val="009999"/>
        </a:accent1>
        <a:accent2>
          <a:srgbClr val="FF99CC"/>
        </a:accent2>
        <a:accent3>
          <a:srgbClr val="E2F4FF"/>
        </a:accent3>
        <a:accent4>
          <a:srgbClr val="000000"/>
        </a:accent4>
        <a:accent5>
          <a:srgbClr val="AACACA"/>
        </a:accent5>
        <a:accent6>
          <a:srgbClr val="E78AB9"/>
        </a:accent6>
        <a:hlink>
          <a:srgbClr val="6600CC"/>
        </a:hlink>
        <a:folHlink>
          <a:srgbClr val="3366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zure 3">
        <a:dk1>
          <a:srgbClr val="000000"/>
        </a:dk1>
        <a:lt1>
          <a:srgbClr val="FFFFFF"/>
        </a:lt1>
        <a:dk2>
          <a:srgbClr val="000000"/>
        </a:dk2>
        <a:lt2>
          <a:srgbClr val="CBCBCB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zure 4">
        <a:dk1>
          <a:srgbClr val="000000"/>
        </a:dk1>
        <a:lt1>
          <a:srgbClr val="FFFFFF"/>
        </a:lt1>
        <a:dk2>
          <a:srgbClr val="3333FF"/>
        </a:dk2>
        <a:lt2>
          <a:srgbClr val="00FFFF"/>
        </a:lt2>
        <a:accent1>
          <a:srgbClr val="00CCCC"/>
        </a:accent1>
        <a:accent2>
          <a:srgbClr val="CC99FF"/>
        </a:accent2>
        <a:accent3>
          <a:srgbClr val="ADADFF"/>
        </a:accent3>
        <a:accent4>
          <a:srgbClr val="DADADA"/>
        </a:accent4>
        <a:accent5>
          <a:srgbClr val="AAE2E2"/>
        </a:accent5>
        <a:accent6>
          <a:srgbClr val="B98AE7"/>
        </a:accent6>
        <a:hlink>
          <a:srgbClr val="FF66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491</TotalTime>
  <Words>1286</Words>
  <Application>Microsoft Office PowerPoint</Application>
  <PresentationFormat>自定义</PresentationFormat>
  <Paragraphs>199</Paragraphs>
  <Slides>15</Slides>
  <Notes>1</Notes>
  <HiddenSlides>0</HiddenSlides>
  <MMClips>0</MMClips>
  <ScaleCrop>false</ScaleCrop>
  <HeadingPairs>
    <vt:vector size="4" baseType="variant">
      <vt:variant>
        <vt:lpstr>主题</vt:lpstr>
      </vt:variant>
      <vt:variant>
        <vt:i4>7</vt:i4>
      </vt:variant>
      <vt:variant>
        <vt:lpstr>幻灯片标题</vt:lpstr>
      </vt:variant>
      <vt:variant>
        <vt:i4>15</vt:i4>
      </vt:variant>
    </vt:vector>
  </HeadingPairs>
  <TitlesOfParts>
    <vt:vector size="22" baseType="lpstr">
      <vt:lpstr>7_Azure</vt:lpstr>
      <vt:lpstr>11_Azure</vt:lpstr>
      <vt:lpstr>12_Azure</vt:lpstr>
      <vt:lpstr>13_Azure</vt:lpstr>
      <vt:lpstr>15_Azure</vt:lpstr>
      <vt:lpstr>16_Azure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dlmu</dc:creator>
  <cp:lastModifiedBy>Administrator</cp:lastModifiedBy>
  <cp:revision>377</cp:revision>
  <dcterms:created xsi:type="dcterms:W3CDTF">2020-10-30T00:37:00Z</dcterms:created>
  <dcterms:modified xsi:type="dcterms:W3CDTF">2024-05-11T02:11:23Z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2052-12.1.0.16729</vt:lpwstr>
  </property>
  <property fmtid="{D5CDD505-2E9C-101B-9397-08002B2CF9AE}" pid="3" name="ICV">
    <vt:lpwstr>665AE545187541C091A5B0523256FC1A</vt:lpwstr>
  </property>
</Properties>
</file>